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 — Inference: What Factors Drive Weekly Sales? (OLS Regression)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352044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24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OLS for Inference?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327355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Coefficient estimates show direction &amp; magnitude of each factor's effect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p-values confirm statistical significance (threshold: p &lt; 0.05)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intervals quantify uncertainty around estimates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measures overall model explanatory power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Interpretable: unlike tree models, each β has a direct meaning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05072" y="97840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Statistically Significant Factors (p &lt; 0.05)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05072" y="1371600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4081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141732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+111.5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1408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 identity is the largest driver (p&lt;0.001)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05072" y="1673352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7099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171907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+0.103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stores sell more (p&lt;0.001)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05072" y="1975104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02082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+1,909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type strongly drives sales (p&lt;0.001)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05072" y="2276856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3134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IsHoliday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32257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+537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Holiday weeks boost sales (p=0.001)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05072" y="2578608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6151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26243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+493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6151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 month effects (p&lt;0.001)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05072" y="2880360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29169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TotalMarkDown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29260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+0.031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2240" y="29169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Promotions drive incremental lift (p&lt;0.001)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005072" y="3182112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2186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32278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−158.8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unemployment → lower spend (p&lt;0.001)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05072" y="3483864"/>
            <a:ext cx="4892040" cy="301752"/>
          </a:xfrm>
          <a:prstGeom prst="rect">
            <a:avLst/>
          </a:prstGeom>
          <a:solidFill>
            <a:srgbClr val="EEF4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5204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04688" y="3529584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−18.9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922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inflation → lower sales (p&lt;0.001)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005072" y="3785616"/>
            <a:ext cx="4892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8221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A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3831336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−96.3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ID (aggregate effect, p&lt;0.001)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05072" y="4133088"/>
            <a:ext cx="4892040" cy="274320"/>
          </a:xfrm>
          <a:prstGeom prst="rect">
            <a:avLst/>
          </a:prstGeom>
          <a:solidFill>
            <a:srgbClr val="FFF8E1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6512" y="41330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significant (p&gt;0.05): Fuel_Price (p=0.422), MarkDown1 (p=0.376)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4279392"/>
            <a:ext cx="864108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279392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R²  ≈  0.087 — Linear model captures only 8.7% of variance. Non-linear models (RF, XGBoost) are far stronger predictors.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ISOM 678 — Deep Learning  |  T1 — Inference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2026-04-24T02:38:30Z</dcterms:created>
  <dcterms:modified xsi:type="dcterms:W3CDTF">2026-04-24T02:38:30Z</dcterms:modified>
</cp:coreProperties>
</file>