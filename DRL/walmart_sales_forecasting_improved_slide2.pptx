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3" r:id="rId3"/>
    <p:sldId id="257" r:id="rId4"/>
    <p:sldId id="258" r:id="rId5"/>
    <p:sldId id="269" r:id="rId6"/>
    <p:sldId id="270" r:id="rId7"/>
    <p:sldId id="259" r:id="rId8"/>
    <p:sldId id="260" r:id="rId9"/>
    <p:sldId id="271" r:id="rId10"/>
    <p:sldId id="262" r:id="rId11"/>
    <p:sldId id="263" r:id="rId12"/>
    <p:sldId id="264" r:id="rId13"/>
    <p:sldId id="265" r:id="rId14"/>
    <p:sldId id="267" r:id="rId15"/>
    <p:sldId id="272" r:id="rId16"/>
    <p:sldId id="26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45520-8B24-61D5-082D-DCB26FD84C90}" v="130" dt="2026-04-24T02:55:52.115"/>
    <p1510:client id="{3478884D-5DB9-C5EF-F47F-6DCD0F4F2E9E}" v="190" dt="2026-04-24T03:36:46.652"/>
    <p1510:client id="{DFE6D44D-598A-674F-87A1-C4A5718BA539}" v="153" dt="2026-04-24T03:11:07.2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pendo, Craig" userId="S::cchipen@emory.edu::19ef62ff-4052-4d7b-be09-0d1dedf6f624" providerId="AD" clId="Web-{3478884D-5DB9-C5EF-F47F-6DCD0F4F2E9E}"/>
    <pc:docChg chg="modSld">
      <pc:chgData name="Chipendo, Craig" userId="S::cchipen@emory.edu::19ef62ff-4052-4d7b-be09-0d1dedf6f624" providerId="AD" clId="Web-{3478884D-5DB9-C5EF-F47F-6DCD0F4F2E9E}" dt="2026-04-24T03:36:46.652" v="118" actId="20577"/>
      <pc:docMkLst>
        <pc:docMk/>
      </pc:docMkLst>
      <pc:sldChg chg="addSp delSp modSp">
        <pc:chgData name="Chipendo, Craig" userId="S::cchipen@emory.edu::19ef62ff-4052-4d7b-be09-0d1dedf6f624" providerId="AD" clId="Web-{3478884D-5DB9-C5EF-F47F-6DCD0F4F2E9E}" dt="2026-04-24T03:36:46.652" v="118" actId="20577"/>
        <pc:sldMkLst>
          <pc:docMk/>
          <pc:sldMk cId="1209295988" sldId="273"/>
        </pc:sldMkLst>
        <pc:spChg chg="del mod">
          <ac:chgData name="Chipendo, Craig" userId="S::cchipen@emory.edu::19ef62ff-4052-4d7b-be09-0d1dedf6f624" providerId="AD" clId="Web-{3478884D-5DB9-C5EF-F47F-6DCD0F4F2E9E}" dt="2026-04-24T03:28:13.036" v="25"/>
          <ac:spMkLst>
            <pc:docMk/>
            <pc:sldMk cId="1209295988" sldId="273"/>
            <ac:spMk id="5" creationId="{7E80775F-9B62-6472-5268-9736A310678B}"/>
          </ac:spMkLst>
        </pc:spChg>
        <pc:spChg chg="add mod">
          <ac:chgData name="Chipendo, Craig" userId="S::cchipen@emory.edu::19ef62ff-4052-4d7b-be09-0d1dedf6f624" providerId="AD" clId="Web-{3478884D-5DB9-C5EF-F47F-6DCD0F4F2E9E}" dt="2026-04-24T03:36:41.745" v="117" actId="20577"/>
          <ac:spMkLst>
            <pc:docMk/>
            <pc:sldMk cId="1209295988" sldId="273"/>
            <ac:spMk id="6" creationId="{85D32888-36A6-F831-09DB-F5CDAD415B7D}"/>
          </ac:spMkLst>
        </pc:spChg>
        <pc:spChg chg="add mod">
          <ac:chgData name="Chipendo, Craig" userId="S::cchipen@emory.edu::19ef62ff-4052-4d7b-be09-0d1dedf6f624" providerId="AD" clId="Web-{3478884D-5DB9-C5EF-F47F-6DCD0F4F2E9E}" dt="2026-04-24T03:36:46.652" v="118" actId="20577"/>
          <ac:spMkLst>
            <pc:docMk/>
            <pc:sldMk cId="1209295988" sldId="273"/>
            <ac:spMk id="7" creationId="{3EC7A19B-EBC7-A390-705F-8496515C9EBD}"/>
          </ac:spMkLst>
        </pc:spChg>
      </pc:sldChg>
    </pc:docChg>
  </pc:docChgLst>
  <pc:docChgLst>
    <pc:chgData name="Akinkugbe, Siji" userId="d2c745ea-39e5-4c0c-bada-6f48c4d5d17a" providerId="ADAL" clId="{EDA26722-9C2D-5E93-B5B4-D633552F33CA}"/>
    <pc:docChg chg="undo custSel addSld modSld sldOrd">
      <pc:chgData name="Akinkugbe, Siji" userId="d2c745ea-39e5-4c0c-bada-6f48c4d5d17a" providerId="ADAL" clId="{EDA26722-9C2D-5E93-B5B4-D633552F33CA}" dt="2026-04-24T13:25:50.193" v="227" actId="20577"/>
      <pc:docMkLst>
        <pc:docMk/>
      </pc:docMkLst>
      <pc:sldChg chg="modSp mod">
        <pc:chgData name="Akinkugbe, Siji" userId="d2c745ea-39e5-4c0c-bada-6f48c4d5d17a" providerId="ADAL" clId="{EDA26722-9C2D-5E93-B5B4-D633552F33CA}" dt="2026-04-24T02:56:06.494" v="91" actId="20577"/>
        <pc:sldMkLst>
          <pc:docMk/>
          <pc:sldMk cId="0" sldId="257"/>
        </pc:sldMkLst>
        <pc:spChg chg="mod">
          <ac:chgData name="Akinkugbe, Siji" userId="d2c745ea-39e5-4c0c-bada-6f48c4d5d17a" providerId="ADAL" clId="{EDA26722-9C2D-5E93-B5B4-D633552F33CA}" dt="2026-04-24T02:55:58.852" v="81" actId="2057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6:02.484" v="87" actId="20577"/>
          <ac:spMkLst>
            <pc:docMk/>
            <pc:sldMk cId="0" sldId="257"/>
            <ac:spMk id="26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6:06.494" v="91" actId="20577"/>
          <ac:spMkLst>
            <pc:docMk/>
            <pc:sldMk cId="0" sldId="257"/>
            <ac:spMk id="31" creationId="{00000000-0000-0000-0000-000000000000}"/>
          </ac:spMkLst>
        </pc:spChg>
      </pc:sldChg>
      <pc:sldChg chg="addSp modSp mod">
        <pc:chgData name="Akinkugbe, Siji" userId="d2c745ea-39e5-4c0c-bada-6f48c4d5d17a" providerId="ADAL" clId="{EDA26722-9C2D-5E93-B5B4-D633552F33CA}" dt="2026-04-24T02:46:38.434" v="4" actId="1076"/>
        <pc:sldMkLst>
          <pc:docMk/>
          <pc:sldMk cId="0" sldId="258"/>
        </pc:sldMkLst>
        <pc:spChg chg="mod">
          <ac:chgData name="Akinkugbe, Siji" userId="d2c745ea-39e5-4c0c-bada-6f48c4d5d17a" providerId="ADAL" clId="{EDA26722-9C2D-5E93-B5B4-D633552F33CA}" dt="2026-04-24T02:46:36.127" v="3" actId="1076"/>
          <ac:spMkLst>
            <pc:docMk/>
            <pc:sldMk cId="0" sldId="258"/>
            <ac:spMk id="14" creationId="{60078D46-4918-AB2E-2A67-292482CC1906}"/>
          </ac:spMkLst>
        </pc:spChg>
        <pc:picChg chg="add mod">
          <ac:chgData name="Akinkugbe, Siji" userId="d2c745ea-39e5-4c0c-bada-6f48c4d5d17a" providerId="ADAL" clId="{EDA26722-9C2D-5E93-B5B4-D633552F33CA}" dt="2026-04-24T02:46:38.434" v="4" actId="1076"/>
          <ac:picMkLst>
            <pc:docMk/>
            <pc:sldMk cId="0" sldId="258"/>
            <ac:picMk id="9" creationId="{47F1E4AC-4A3B-10F1-3C6B-FF7D62F6CCC3}"/>
          </ac:picMkLst>
        </pc:picChg>
      </pc:sldChg>
      <pc:sldChg chg="delSp modSp mod">
        <pc:chgData name="Akinkugbe, Siji" userId="d2c745ea-39e5-4c0c-bada-6f48c4d5d17a" providerId="ADAL" clId="{EDA26722-9C2D-5E93-B5B4-D633552F33CA}" dt="2026-04-24T02:50:42.448" v="29" actId="478"/>
        <pc:sldMkLst>
          <pc:docMk/>
          <pc:sldMk cId="0" sldId="259"/>
        </pc:sldMkLst>
        <pc:spChg chg="del">
          <ac:chgData name="Akinkugbe, Siji" userId="d2c745ea-39e5-4c0c-bada-6f48c4d5d17a" providerId="ADAL" clId="{EDA26722-9C2D-5E93-B5B4-D633552F33CA}" dt="2026-04-24T02:50:42.448" v="29" actId="478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0:40.274" v="28" actId="403"/>
          <ac:spMkLst>
            <pc:docMk/>
            <pc:sldMk cId="0" sldId="259"/>
            <ac:spMk id="11" creationId="{00000000-0000-0000-0000-000000000000}"/>
          </ac:spMkLst>
        </pc:spChg>
      </pc:sldChg>
      <pc:sldChg chg="modSp mod">
        <pc:chgData name="Akinkugbe, Siji" userId="d2c745ea-39e5-4c0c-bada-6f48c4d5d17a" providerId="ADAL" clId="{EDA26722-9C2D-5E93-B5B4-D633552F33CA}" dt="2026-04-24T02:53:49.511" v="65" actId="14100"/>
        <pc:sldMkLst>
          <pc:docMk/>
          <pc:sldMk cId="0" sldId="264"/>
        </pc:sldMkLst>
        <pc:spChg chg="mod">
          <ac:chgData name="Akinkugbe, Siji" userId="d2c745ea-39e5-4c0c-bada-6f48c4d5d17a" providerId="ADAL" clId="{EDA26722-9C2D-5E93-B5B4-D633552F33CA}" dt="2026-04-24T02:52:00.613" v="36" actId="107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2:00.613" v="36" actId="1076"/>
          <ac:spMkLst>
            <pc:docMk/>
            <pc:sldMk cId="0" sldId="264"/>
            <ac:spMk id="23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2:00.613" v="36" actId="1076"/>
          <ac:spMkLst>
            <pc:docMk/>
            <pc:sldMk cId="0" sldId="264"/>
            <ac:spMk id="24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3:08.904" v="53" actId="14100"/>
          <ac:spMkLst>
            <pc:docMk/>
            <pc:sldMk cId="0" sldId="264"/>
            <ac:spMk id="25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2:44.204" v="45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3:28.152" v="59" actId="14100"/>
          <ac:spMkLst>
            <pc:docMk/>
            <pc:sldMk cId="0" sldId="264"/>
            <ac:spMk id="27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3:05.196" v="52" actId="14100"/>
          <ac:spMkLst>
            <pc:docMk/>
            <pc:sldMk cId="0" sldId="264"/>
            <ac:spMk id="28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2:49.345" v="47" actId="1076"/>
          <ac:spMkLst>
            <pc:docMk/>
            <pc:sldMk cId="0" sldId="264"/>
            <ac:spMk id="29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3:31.774" v="60" actId="1076"/>
          <ac:spMkLst>
            <pc:docMk/>
            <pc:sldMk cId="0" sldId="264"/>
            <ac:spMk id="30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3:12.071" v="54" actId="14100"/>
          <ac:spMkLst>
            <pc:docMk/>
            <pc:sldMk cId="0" sldId="264"/>
            <ac:spMk id="31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2:52.580" v="48" actId="1076"/>
          <ac:spMkLst>
            <pc:docMk/>
            <pc:sldMk cId="0" sldId="264"/>
            <ac:spMk id="32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3:35.650" v="61" actId="1076"/>
          <ac:spMkLst>
            <pc:docMk/>
            <pc:sldMk cId="0" sldId="264"/>
            <ac:spMk id="33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3:14.283" v="55" actId="14100"/>
          <ac:spMkLst>
            <pc:docMk/>
            <pc:sldMk cId="0" sldId="264"/>
            <ac:spMk id="34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2:55.484" v="49" actId="1076"/>
          <ac:spMkLst>
            <pc:docMk/>
            <pc:sldMk cId="0" sldId="264"/>
            <ac:spMk id="35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3:40.238" v="62" actId="1076"/>
          <ac:spMkLst>
            <pc:docMk/>
            <pc:sldMk cId="0" sldId="264"/>
            <ac:spMk id="36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3:16.831" v="56" actId="14100"/>
          <ac:spMkLst>
            <pc:docMk/>
            <pc:sldMk cId="0" sldId="264"/>
            <ac:spMk id="37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2:58.587" v="50" actId="1076"/>
          <ac:spMkLst>
            <pc:docMk/>
            <pc:sldMk cId="0" sldId="264"/>
            <ac:spMk id="38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3:43.108" v="63" actId="1076"/>
          <ac:spMkLst>
            <pc:docMk/>
            <pc:sldMk cId="0" sldId="264"/>
            <ac:spMk id="39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3:19.071" v="57" actId="14100"/>
          <ac:spMkLst>
            <pc:docMk/>
            <pc:sldMk cId="0" sldId="264"/>
            <ac:spMk id="40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3:01.966" v="51" actId="1076"/>
          <ac:spMkLst>
            <pc:docMk/>
            <pc:sldMk cId="0" sldId="264"/>
            <ac:spMk id="41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3:49.511" v="65" actId="14100"/>
          <ac:spMkLst>
            <pc:docMk/>
            <pc:sldMk cId="0" sldId="264"/>
            <ac:spMk id="42" creationId="{00000000-0000-0000-0000-000000000000}"/>
          </ac:spMkLst>
        </pc:spChg>
      </pc:sldChg>
      <pc:sldChg chg="delSp modSp mod">
        <pc:chgData name="Akinkugbe, Siji" userId="d2c745ea-39e5-4c0c-bada-6f48c4d5d17a" providerId="ADAL" clId="{EDA26722-9C2D-5E93-B5B4-D633552F33CA}" dt="2026-04-24T02:54:21.753" v="71" actId="14100"/>
        <pc:sldMkLst>
          <pc:docMk/>
          <pc:sldMk cId="0" sldId="265"/>
        </pc:sldMkLst>
        <pc:spChg chg="del">
          <ac:chgData name="Akinkugbe, Siji" userId="d2c745ea-39e5-4c0c-bada-6f48c4d5d17a" providerId="ADAL" clId="{EDA26722-9C2D-5E93-B5B4-D633552F33CA}" dt="2026-04-24T02:53:56.791" v="66" actId="478"/>
          <ac:spMkLst>
            <pc:docMk/>
            <pc:sldMk cId="0" sldId="265"/>
            <ac:spMk id="19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4:21.753" v="71" actId="14100"/>
          <ac:spMkLst>
            <pc:docMk/>
            <pc:sldMk cId="0" sldId="265"/>
            <ac:spMk id="20" creationId="{00000000-0000-0000-0000-000000000000}"/>
          </ac:spMkLst>
        </pc:spChg>
      </pc:sldChg>
      <pc:sldChg chg="delSp modSp mod">
        <pc:chgData name="Akinkugbe, Siji" userId="d2c745ea-39e5-4c0c-bada-6f48c4d5d17a" providerId="ADAL" clId="{EDA26722-9C2D-5E93-B5B4-D633552F33CA}" dt="2026-04-24T02:58:29.220" v="97" actId="1076"/>
        <pc:sldMkLst>
          <pc:docMk/>
          <pc:sldMk cId="0" sldId="268"/>
        </pc:sldMkLst>
        <pc:spChg chg="del">
          <ac:chgData name="Akinkugbe, Siji" userId="d2c745ea-39e5-4c0c-bada-6f48c4d5d17a" providerId="ADAL" clId="{EDA26722-9C2D-5E93-B5B4-D633552F33CA}" dt="2026-04-24T02:58:16.396" v="92" actId="478"/>
          <ac:spMkLst>
            <pc:docMk/>
            <pc:sldMk cId="0" sldId="268"/>
            <ac:spMk id="2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8:24.441" v="95" actId="120"/>
          <ac:spMkLst>
            <pc:docMk/>
            <pc:sldMk cId="0" sldId="268"/>
            <ac:spMk id="3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8:29.220" v="97" actId="1076"/>
          <ac:spMkLst>
            <pc:docMk/>
            <pc:sldMk cId="0" sldId="268"/>
            <ac:spMk id="4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8:29.220" v="97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8:29.220" v="97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8:29.220" v="97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8:29.220" v="97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4:58.926" v="75" actId="20577"/>
          <ac:spMkLst>
            <pc:docMk/>
            <pc:sldMk cId="0" sldId="268"/>
            <ac:spMk id="9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8:29.220" v="97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8:29.220" v="97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8:29.220" v="97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8:29.220" v="97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Akinkugbe, Siji" userId="d2c745ea-39e5-4c0c-bada-6f48c4d5d17a" providerId="ADAL" clId="{EDA26722-9C2D-5E93-B5B4-D633552F33CA}" dt="2026-04-24T02:58:29.220" v="97" actId="1076"/>
          <ac:spMkLst>
            <pc:docMk/>
            <pc:sldMk cId="0" sldId="268"/>
            <ac:spMk id="15" creationId="{00000000-0000-0000-0000-000000000000}"/>
          </ac:spMkLst>
        </pc:spChg>
      </pc:sldChg>
      <pc:sldChg chg="addSp modSp mod">
        <pc:chgData name="Akinkugbe, Siji" userId="d2c745ea-39e5-4c0c-bada-6f48c4d5d17a" providerId="ADAL" clId="{EDA26722-9C2D-5E93-B5B4-D633552F33CA}" dt="2026-04-24T02:51:04.263" v="33" actId="404"/>
        <pc:sldMkLst>
          <pc:docMk/>
          <pc:sldMk cId="3959397605" sldId="269"/>
        </pc:sldMkLst>
        <pc:spChg chg="mod">
          <ac:chgData name="Akinkugbe, Siji" userId="d2c745ea-39e5-4c0c-bada-6f48c4d5d17a" providerId="ADAL" clId="{EDA26722-9C2D-5E93-B5B4-D633552F33CA}" dt="2026-04-24T02:48:34.601" v="7" actId="20577"/>
          <ac:spMkLst>
            <pc:docMk/>
            <pc:sldMk cId="3959397605" sldId="269"/>
            <ac:spMk id="3" creationId="{C133EBA4-73BE-39F4-C8C0-9D1D310C1467}"/>
          </ac:spMkLst>
        </pc:spChg>
        <pc:spChg chg="add mod">
          <ac:chgData name="Akinkugbe, Siji" userId="d2c745ea-39e5-4c0c-bada-6f48c4d5d17a" providerId="ADAL" clId="{EDA26722-9C2D-5E93-B5B4-D633552F33CA}" dt="2026-04-24T02:51:04.263" v="33" actId="404"/>
          <ac:spMkLst>
            <pc:docMk/>
            <pc:sldMk cId="3959397605" sldId="269"/>
            <ac:spMk id="7" creationId="{8311531A-20D3-EF6F-AC45-CBD6209461B8}"/>
          </ac:spMkLst>
        </pc:spChg>
        <pc:picChg chg="mod">
          <ac:chgData name="Akinkugbe, Siji" userId="d2c745ea-39e5-4c0c-bada-6f48c4d5d17a" providerId="ADAL" clId="{EDA26722-9C2D-5E93-B5B4-D633552F33CA}" dt="2026-04-24T02:48:52.613" v="11" actId="1076"/>
          <ac:picMkLst>
            <pc:docMk/>
            <pc:sldMk cId="3959397605" sldId="269"/>
            <ac:picMk id="8" creationId="{FB741319-2403-CA59-517C-28F709573C0C}"/>
          </ac:picMkLst>
        </pc:picChg>
      </pc:sldChg>
      <pc:sldChg chg="addSp modSp mod">
        <pc:chgData name="Akinkugbe, Siji" userId="d2c745ea-39e5-4c0c-bada-6f48c4d5d17a" providerId="ADAL" clId="{EDA26722-9C2D-5E93-B5B4-D633552F33CA}" dt="2026-04-24T02:50:51.876" v="31" actId="404"/>
        <pc:sldMkLst>
          <pc:docMk/>
          <pc:sldMk cId="436065068" sldId="270"/>
        </pc:sldMkLst>
        <pc:spChg chg="mod">
          <ac:chgData name="Akinkugbe, Siji" userId="d2c745ea-39e5-4c0c-bada-6f48c4d5d17a" providerId="ADAL" clId="{EDA26722-9C2D-5E93-B5B4-D633552F33CA}" dt="2026-04-24T02:49:43.737" v="16"/>
          <ac:spMkLst>
            <pc:docMk/>
            <pc:sldMk cId="436065068" sldId="270"/>
            <ac:spMk id="3" creationId="{11123676-1A21-0F7D-5305-E9619F8B097B}"/>
          </ac:spMkLst>
        </pc:spChg>
        <pc:spChg chg="add mod">
          <ac:chgData name="Akinkugbe, Siji" userId="d2c745ea-39e5-4c0c-bada-6f48c4d5d17a" providerId="ADAL" clId="{EDA26722-9C2D-5E93-B5B4-D633552F33CA}" dt="2026-04-24T02:50:51.876" v="31" actId="404"/>
          <ac:spMkLst>
            <pc:docMk/>
            <pc:sldMk cId="436065068" sldId="270"/>
            <ac:spMk id="8" creationId="{DB181801-5B7B-52E1-FCCC-BA0F04D35863}"/>
          </ac:spMkLst>
        </pc:spChg>
        <pc:picChg chg="mod">
          <ac:chgData name="Akinkugbe, Siji" userId="d2c745ea-39e5-4c0c-bada-6f48c4d5d17a" providerId="ADAL" clId="{EDA26722-9C2D-5E93-B5B4-D633552F33CA}" dt="2026-04-24T02:50:23.454" v="24" actId="1076"/>
          <ac:picMkLst>
            <pc:docMk/>
            <pc:sldMk cId="436065068" sldId="270"/>
            <ac:picMk id="6" creationId="{FF38ADD5-89DA-12B5-F8B7-9D733161A7BF}"/>
          </ac:picMkLst>
        </pc:picChg>
      </pc:sldChg>
      <pc:sldChg chg="addSp delSp modSp add mod ord">
        <pc:chgData name="Akinkugbe, Siji" userId="d2c745ea-39e5-4c0c-bada-6f48c4d5d17a" providerId="ADAL" clId="{EDA26722-9C2D-5E93-B5B4-D633552F33CA}" dt="2026-04-24T13:25:50.193" v="227" actId="20577"/>
        <pc:sldMkLst>
          <pc:docMk/>
          <pc:sldMk cId="1209295988" sldId="273"/>
        </pc:sldMkLst>
        <pc:spChg chg="mod">
          <ac:chgData name="Akinkugbe, Siji" userId="d2c745ea-39e5-4c0c-bada-6f48c4d5d17a" providerId="ADAL" clId="{EDA26722-9C2D-5E93-B5B4-D633552F33CA}" dt="2026-04-24T13:25:50.193" v="227" actId="20577"/>
          <ac:spMkLst>
            <pc:docMk/>
            <pc:sldMk cId="1209295988" sldId="273"/>
            <ac:spMk id="3" creationId="{8B4A5BF8-20B9-DF55-E3D1-8CD7DBA4A760}"/>
          </ac:spMkLst>
        </pc:spChg>
        <pc:spChg chg="mod">
          <ac:chgData name="Akinkugbe, Siji" userId="d2c745ea-39e5-4c0c-bada-6f48c4d5d17a" providerId="ADAL" clId="{EDA26722-9C2D-5E93-B5B4-D633552F33CA}" dt="2026-04-24T03:11:07.244" v="153" actId="207"/>
          <ac:spMkLst>
            <pc:docMk/>
            <pc:sldMk cId="1209295988" sldId="273"/>
            <ac:spMk id="5" creationId="{7E80775F-9B62-6472-5268-9736A310678B}"/>
          </ac:spMkLst>
        </pc:spChg>
        <pc:spChg chg="del">
          <ac:chgData name="Akinkugbe, Siji" userId="d2c745ea-39e5-4c0c-bada-6f48c4d5d17a" providerId="ADAL" clId="{EDA26722-9C2D-5E93-B5B4-D633552F33CA}" dt="2026-04-24T03:10:14.495" v="116" actId="478"/>
          <ac:spMkLst>
            <pc:docMk/>
            <pc:sldMk cId="1209295988" sldId="273"/>
            <ac:spMk id="6" creationId="{25F78A00-95CD-5730-4299-7DCCE1CFA350}"/>
          </ac:spMkLst>
        </pc:spChg>
        <pc:spChg chg="mod">
          <ac:chgData name="Akinkugbe, Siji" userId="d2c745ea-39e5-4c0c-bada-6f48c4d5d17a" providerId="ADAL" clId="{EDA26722-9C2D-5E93-B5B4-D633552F33CA}" dt="2026-04-24T13:25:42.706" v="204" actId="1076"/>
          <ac:spMkLst>
            <pc:docMk/>
            <pc:sldMk cId="1209295988" sldId="273"/>
            <ac:spMk id="6" creationId="{85D32888-36A6-F831-09DB-F5CDAD415B7D}"/>
          </ac:spMkLst>
        </pc:spChg>
        <pc:spChg chg="add del mod">
          <ac:chgData name="Akinkugbe, Siji" userId="d2c745ea-39e5-4c0c-bada-6f48c4d5d17a" providerId="ADAL" clId="{EDA26722-9C2D-5E93-B5B4-D633552F33CA}" dt="2026-04-24T13:25:43.091" v="205" actId="478"/>
          <ac:spMkLst>
            <pc:docMk/>
            <pc:sldMk cId="1209295988" sldId="273"/>
            <ac:spMk id="7" creationId="{3EC7A19B-EBC7-A390-705F-8496515C9EBD}"/>
          </ac:spMkLst>
        </pc:spChg>
        <pc:spChg chg="del">
          <ac:chgData name="Akinkugbe, Siji" userId="d2c745ea-39e5-4c0c-bada-6f48c4d5d17a" providerId="ADAL" clId="{EDA26722-9C2D-5E93-B5B4-D633552F33CA}" dt="2026-04-24T03:10:14.495" v="116" actId="478"/>
          <ac:spMkLst>
            <pc:docMk/>
            <pc:sldMk cId="1209295988" sldId="273"/>
            <ac:spMk id="8" creationId="{4FCAA6AC-99BD-533E-2A3B-AA1DD53C2F63}"/>
          </ac:spMkLst>
        </pc:spChg>
        <pc:spChg chg="del">
          <ac:chgData name="Akinkugbe, Siji" userId="d2c745ea-39e5-4c0c-bada-6f48c4d5d17a" providerId="ADAL" clId="{EDA26722-9C2D-5E93-B5B4-D633552F33CA}" dt="2026-04-24T03:10:14.495" v="116" actId="478"/>
          <ac:spMkLst>
            <pc:docMk/>
            <pc:sldMk cId="1209295988" sldId="273"/>
            <ac:spMk id="9" creationId="{D72C41FB-0642-3110-1CAB-F3CC38471D87}"/>
          </ac:spMkLst>
        </pc:spChg>
        <pc:spChg chg="del">
          <ac:chgData name="Akinkugbe, Siji" userId="d2c745ea-39e5-4c0c-bada-6f48c4d5d17a" providerId="ADAL" clId="{EDA26722-9C2D-5E93-B5B4-D633552F33CA}" dt="2026-04-24T03:10:14.495" v="116" actId="478"/>
          <ac:spMkLst>
            <pc:docMk/>
            <pc:sldMk cId="1209295988" sldId="273"/>
            <ac:spMk id="11" creationId="{AA37D4E8-3AB7-B385-82E4-427B2010125E}"/>
          </ac:spMkLst>
        </pc:spChg>
        <pc:spChg chg="del">
          <ac:chgData name="Akinkugbe, Siji" userId="d2c745ea-39e5-4c0c-bada-6f48c4d5d17a" providerId="ADAL" clId="{EDA26722-9C2D-5E93-B5B4-D633552F33CA}" dt="2026-04-24T03:10:14.495" v="116" actId="478"/>
          <ac:spMkLst>
            <pc:docMk/>
            <pc:sldMk cId="1209295988" sldId="273"/>
            <ac:spMk id="13" creationId="{DD0BD822-87E1-8D78-066A-83CB6DBFCBF1}"/>
          </ac:spMkLst>
        </pc:spChg>
        <pc:spChg chg="del">
          <ac:chgData name="Akinkugbe, Siji" userId="d2c745ea-39e5-4c0c-bada-6f48c4d5d17a" providerId="ADAL" clId="{EDA26722-9C2D-5E93-B5B4-D633552F33CA}" dt="2026-04-24T03:10:14.495" v="116" actId="478"/>
          <ac:spMkLst>
            <pc:docMk/>
            <pc:sldMk cId="1209295988" sldId="273"/>
            <ac:spMk id="15" creationId="{10FFABA8-BD50-BB19-26E4-DC02B32A6835}"/>
          </ac:spMkLst>
        </pc:spChg>
        <pc:spChg chg="del">
          <ac:chgData name="Akinkugbe, Siji" userId="d2c745ea-39e5-4c0c-bada-6f48c4d5d17a" providerId="ADAL" clId="{EDA26722-9C2D-5E93-B5B4-D633552F33CA}" dt="2026-04-24T03:10:14.495" v="116" actId="478"/>
          <ac:spMkLst>
            <pc:docMk/>
            <pc:sldMk cId="1209295988" sldId="273"/>
            <ac:spMk id="18" creationId="{459F1A09-D109-61DC-FE63-CE528114830C}"/>
          </ac:spMkLst>
        </pc:spChg>
        <pc:spChg chg="del">
          <ac:chgData name="Akinkugbe, Siji" userId="d2c745ea-39e5-4c0c-bada-6f48c4d5d17a" providerId="ADAL" clId="{EDA26722-9C2D-5E93-B5B4-D633552F33CA}" dt="2026-04-24T03:10:14.495" v="116" actId="478"/>
          <ac:spMkLst>
            <pc:docMk/>
            <pc:sldMk cId="1209295988" sldId="273"/>
            <ac:spMk id="19" creationId="{7E062BD1-9F77-D8E7-0F18-1A4919D19427}"/>
          </ac:spMkLst>
        </pc:spChg>
        <pc:spChg chg="del">
          <ac:chgData name="Akinkugbe, Siji" userId="d2c745ea-39e5-4c0c-bada-6f48c4d5d17a" providerId="ADAL" clId="{EDA26722-9C2D-5E93-B5B4-D633552F33CA}" dt="2026-04-24T03:10:14.495" v="116" actId="478"/>
          <ac:spMkLst>
            <pc:docMk/>
            <pc:sldMk cId="1209295988" sldId="273"/>
            <ac:spMk id="26" creationId="{17B746AA-D7FE-CAC0-7B09-DC65F8F8ACF9}"/>
          </ac:spMkLst>
        </pc:spChg>
        <pc:spChg chg="del">
          <ac:chgData name="Akinkugbe, Siji" userId="d2c745ea-39e5-4c0c-bada-6f48c4d5d17a" providerId="ADAL" clId="{EDA26722-9C2D-5E93-B5B4-D633552F33CA}" dt="2026-04-24T03:10:14.495" v="116" actId="478"/>
          <ac:spMkLst>
            <pc:docMk/>
            <pc:sldMk cId="1209295988" sldId="273"/>
            <ac:spMk id="27" creationId="{F0911C74-469C-9C63-EE53-A49B01053211}"/>
          </ac:spMkLst>
        </pc:spChg>
      </pc:sldChg>
    </pc:docChg>
  </pc:docChgLst>
  <pc:docChgLst>
    <pc:chgData name="Chipendo, Craig" userId="S::cchipen@emory.edu::19ef62ff-4052-4d7b-be09-0d1dedf6f624" providerId="AD" clId="Web-{19345520-8B24-61D5-082D-DCB26FD84C90}"/>
    <pc:docChg chg="addSld modSld">
      <pc:chgData name="Chipendo, Craig" userId="S::cchipen@emory.edu::19ef62ff-4052-4d7b-be09-0d1dedf6f624" providerId="AD" clId="Web-{19345520-8B24-61D5-082D-DCB26FD84C90}" dt="2026-04-24T02:55:52.115" v="128" actId="14100"/>
      <pc:docMkLst>
        <pc:docMk/>
      </pc:docMkLst>
      <pc:sldChg chg="delSp">
        <pc:chgData name="Chipendo, Craig" userId="S::cchipen@emory.edu::19ef62ff-4052-4d7b-be09-0d1dedf6f624" providerId="AD" clId="Web-{19345520-8B24-61D5-082D-DCB26FD84C90}" dt="2026-04-24T02:49:07.261" v="2"/>
        <pc:sldMkLst>
          <pc:docMk/>
          <pc:sldMk cId="0" sldId="257"/>
        </pc:sldMkLst>
        <pc:spChg chg="del">
          <ac:chgData name="Chipendo, Craig" userId="S::cchipen@emory.edu::19ef62ff-4052-4d7b-be09-0d1dedf6f624" providerId="AD" clId="Web-{19345520-8B24-61D5-082D-DCB26FD84C90}" dt="2026-04-24T02:48:52.963" v="0"/>
          <ac:spMkLst>
            <pc:docMk/>
            <pc:sldMk cId="0" sldId="257"/>
            <ac:spMk id="20" creationId="{00000000-0000-0000-0000-000000000000}"/>
          </ac:spMkLst>
        </pc:spChg>
        <pc:spChg chg="del">
          <ac:chgData name="Chipendo, Craig" userId="S::cchipen@emory.edu::19ef62ff-4052-4d7b-be09-0d1dedf6f624" providerId="AD" clId="Web-{19345520-8B24-61D5-082D-DCB26FD84C90}" dt="2026-04-24T02:48:57.729" v="1"/>
          <ac:spMkLst>
            <pc:docMk/>
            <pc:sldMk cId="0" sldId="257"/>
            <ac:spMk id="25" creationId="{00000000-0000-0000-0000-000000000000}"/>
          </ac:spMkLst>
        </pc:spChg>
        <pc:spChg chg="del">
          <ac:chgData name="Chipendo, Craig" userId="S::cchipen@emory.edu::19ef62ff-4052-4d7b-be09-0d1dedf6f624" providerId="AD" clId="Web-{19345520-8B24-61D5-082D-DCB26FD84C90}" dt="2026-04-24T02:49:07.261" v="2"/>
          <ac:spMkLst>
            <pc:docMk/>
            <pc:sldMk cId="0" sldId="257"/>
            <ac:spMk id="30" creationId="{00000000-0000-0000-0000-000000000000}"/>
          </ac:spMkLst>
        </pc:spChg>
      </pc:sldChg>
      <pc:sldChg chg="modSp">
        <pc:chgData name="Chipendo, Craig" userId="S::cchipen@emory.edu::19ef62ff-4052-4d7b-be09-0d1dedf6f624" providerId="AD" clId="Web-{19345520-8B24-61D5-082D-DCB26FD84C90}" dt="2026-04-24T02:49:53.575" v="11" actId="20577"/>
        <pc:sldMkLst>
          <pc:docMk/>
          <pc:sldMk cId="0" sldId="262"/>
        </pc:sldMkLst>
        <pc:spChg chg="mod">
          <ac:chgData name="Chipendo, Craig" userId="S::cchipen@emory.edu::19ef62ff-4052-4d7b-be09-0d1dedf6f624" providerId="AD" clId="Web-{19345520-8B24-61D5-082D-DCB26FD84C90}" dt="2026-04-24T02:49:53.575" v="11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Chipendo, Craig" userId="S::cchipen@emory.edu::19ef62ff-4052-4d7b-be09-0d1dedf6f624" providerId="AD" clId="Web-{19345520-8B24-61D5-082D-DCB26FD84C90}" dt="2026-04-24T02:50:08.310" v="16" actId="20577"/>
        <pc:sldMkLst>
          <pc:docMk/>
          <pc:sldMk cId="0" sldId="263"/>
        </pc:sldMkLst>
        <pc:spChg chg="mod">
          <ac:chgData name="Chipendo, Craig" userId="S::cchipen@emory.edu::19ef62ff-4052-4d7b-be09-0d1dedf6f624" providerId="AD" clId="Web-{19345520-8B24-61D5-082D-DCB26FD84C90}" dt="2026-04-24T02:50:08.310" v="16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Chipendo, Craig" userId="S::cchipen@emory.edu::19ef62ff-4052-4d7b-be09-0d1dedf6f624" providerId="AD" clId="Web-{19345520-8B24-61D5-082D-DCB26FD84C90}" dt="2026-04-24T02:50:17.170" v="20" actId="20577"/>
        <pc:sldMkLst>
          <pc:docMk/>
          <pc:sldMk cId="0" sldId="264"/>
        </pc:sldMkLst>
        <pc:spChg chg="mod">
          <ac:chgData name="Chipendo, Craig" userId="S::cchipen@emory.edu::19ef62ff-4052-4d7b-be09-0d1dedf6f624" providerId="AD" clId="Web-{19345520-8B24-61D5-082D-DCB26FD84C90}" dt="2026-04-24T02:50:17.170" v="20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Chipendo, Craig" userId="S::cchipen@emory.edu::19ef62ff-4052-4d7b-be09-0d1dedf6f624" providerId="AD" clId="Web-{19345520-8B24-61D5-082D-DCB26FD84C90}" dt="2026-04-24T02:50:25.607" v="25" actId="20577"/>
        <pc:sldMkLst>
          <pc:docMk/>
          <pc:sldMk cId="0" sldId="265"/>
        </pc:sldMkLst>
        <pc:spChg chg="mod">
          <ac:chgData name="Chipendo, Craig" userId="S::cchipen@emory.edu::19ef62ff-4052-4d7b-be09-0d1dedf6f624" providerId="AD" clId="Web-{19345520-8B24-61D5-082D-DCB26FD84C90}" dt="2026-04-24T02:50:25.607" v="25" actId="20577"/>
          <ac:spMkLst>
            <pc:docMk/>
            <pc:sldMk cId="0" sldId="265"/>
            <ac:spMk id="3" creationId="{00000000-0000-0000-0000-000000000000}"/>
          </ac:spMkLst>
        </pc:spChg>
      </pc:sldChg>
      <pc:sldChg chg="addSp delSp modSp">
        <pc:chgData name="Chipendo, Craig" userId="S::cchipen@emory.edu::19ef62ff-4052-4d7b-be09-0d1dedf6f624" providerId="AD" clId="Web-{19345520-8B24-61D5-082D-DCB26FD84C90}" dt="2026-04-24T02:54:27.878" v="119" actId="1076"/>
        <pc:sldMkLst>
          <pc:docMk/>
          <pc:sldMk cId="0" sldId="268"/>
        </pc:sldMkLst>
        <pc:spChg chg="mod">
          <ac:chgData name="Chipendo, Craig" userId="S::cchipen@emory.edu::19ef62ff-4052-4d7b-be09-0d1dedf6f624" providerId="AD" clId="Web-{19345520-8B24-61D5-082D-DCB26FD84C90}" dt="2026-04-24T02:54:21.222" v="117" actId="1076"/>
          <ac:spMkLst>
            <pc:docMk/>
            <pc:sldMk cId="0" sldId="268"/>
            <ac:spMk id="4" creationId="{00000000-0000-0000-0000-000000000000}"/>
          </ac:spMkLst>
        </pc:spChg>
        <pc:spChg chg="mod">
          <ac:chgData name="Chipendo, Craig" userId="S::cchipen@emory.edu::19ef62ff-4052-4d7b-be09-0d1dedf6f624" providerId="AD" clId="Web-{19345520-8B24-61D5-082D-DCB26FD84C90}" dt="2026-04-24T02:54:24.581" v="118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Chipendo, Craig" userId="S::cchipen@emory.edu::19ef62ff-4052-4d7b-be09-0d1dedf6f624" providerId="AD" clId="Web-{19345520-8B24-61D5-082D-DCB26FD84C90}" dt="2026-04-24T02:54:27.878" v="119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Chipendo, Craig" userId="S::cchipen@emory.edu::19ef62ff-4052-4d7b-be09-0d1dedf6f624" providerId="AD" clId="Web-{19345520-8B24-61D5-082D-DCB26FD84C90}" dt="2026-04-24T02:52:19.235" v="53" actId="2057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Chipendo, Craig" userId="S::cchipen@emory.edu::19ef62ff-4052-4d7b-be09-0d1dedf6f624" providerId="AD" clId="Web-{19345520-8B24-61D5-082D-DCB26FD84C90}" dt="2026-04-24T02:54:13.097" v="110" actId="20577"/>
          <ac:spMkLst>
            <pc:docMk/>
            <pc:sldMk cId="0" sldId="268"/>
            <ac:spMk id="15" creationId="{00000000-0000-0000-0000-000000000000}"/>
          </ac:spMkLst>
        </pc:spChg>
        <pc:spChg chg="add del mod">
          <ac:chgData name="Chipendo, Craig" userId="S::cchipen@emory.edu::19ef62ff-4052-4d7b-be09-0d1dedf6f624" providerId="AD" clId="Web-{19345520-8B24-61D5-082D-DCB26FD84C90}" dt="2026-04-24T02:54:17.816" v="116"/>
          <ac:spMkLst>
            <pc:docMk/>
            <pc:sldMk cId="0" sldId="268"/>
            <ac:spMk id="16" creationId="{00000000-0000-0000-0000-000000000000}"/>
          </ac:spMkLst>
        </pc:spChg>
        <pc:spChg chg="del mod">
          <ac:chgData name="Chipendo, Craig" userId="S::cchipen@emory.edu::19ef62ff-4052-4d7b-be09-0d1dedf6f624" providerId="AD" clId="Web-{19345520-8B24-61D5-082D-DCB26FD84C90}" dt="2026-04-24T02:54:17.816" v="115"/>
          <ac:spMkLst>
            <pc:docMk/>
            <pc:sldMk cId="0" sldId="268"/>
            <ac:spMk id="17" creationId="{00000000-0000-0000-0000-000000000000}"/>
          </ac:spMkLst>
        </pc:spChg>
        <pc:spChg chg="del mod">
          <ac:chgData name="Chipendo, Craig" userId="S::cchipen@emory.edu::19ef62ff-4052-4d7b-be09-0d1dedf6f624" providerId="AD" clId="Web-{19345520-8B24-61D5-082D-DCB26FD84C90}" dt="2026-04-24T02:54:17.800" v="114"/>
          <ac:spMkLst>
            <pc:docMk/>
            <pc:sldMk cId="0" sldId="268"/>
            <ac:spMk id="18" creationId="{00000000-0000-0000-0000-000000000000}"/>
          </ac:spMkLst>
        </pc:spChg>
        <pc:spChg chg="del mod">
          <ac:chgData name="Chipendo, Craig" userId="S::cchipen@emory.edu::19ef62ff-4052-4d7b-be09-0d1dedf6f624" providerId="AD" clId="Web-{19345520-8B24-61D5-082D-DCB26FD84C90}" dt="2026-04-24T02:54:17.800" v="113"/>
          <ac:spMkLst>
            <pc:docMk/>
            <pc:sldMk cId="0" sldId="268"/>
            <ac:spMk id="19" creationId="{00000000-0000-0000-0000-000000000000}"/>
          </ac:spMkLst>
        </pc:spChg>
        <pc:spChg chg="del">
          <ac:chgData name="Chipendo, Craig" userId="S::cchipen@emory.edu::19ef62ff-4052-4d7b-be09-0d1dedf6f624" providerId="AD" clId="Web-{19345520-8B24-61D5-082D-DCB26FD84C90}" dt="2026-04-24T02:51:07.655" v="26"/>
          <ac:spMkLst>
            <pc:docMk/>
            <pc:sldMk cId="0" sldId="268"/>
            <ac:spMk id="20" creationId="{00000000-0000-0000-0000-000000000000}"/>
          </ac:spMkLst>
        </pc:spChg>
        <pc:spChg chg="del">
          <ac:chgData name="Chipendo, Craig" userId="S::cchipen@emory.edu::19ef62ff-4052-4d7b-be09-0d1dedf6f624" providerId="AD" clId="Web-{19345520-8B24-61D5-082D-DCB26FD84C90}" dt="2026-04-24T02:51:18.984" v="29"/>
          <ac:spMkLst>
            <pc:docMk/>
            <pc:sldMk cId="0" sldId="268"/>
            <ac:spMk id="21" creationId="{00000000-0000-0000-0000-000000000000}"/>
          </ac:spMkLst>
        </pc:spChg>
        <pc:spChg chg="del">
          <ac:chgData name="Chipendo, Craig" userId="S::cchipen@emory.edu::19ef62ff-4052-4d7b-be09-0d1dedf6f624" providerId="AD" clId="Web-{19345520-8B24-61D5-082D-DCB26FD84C90}" dt="2026-04-24T02:51:17.093" v="28"/>
          <ac:spMkLst>
            <pc:docMk/>
            <pc:sldMk cId="0" sldId="268"/>
            <ac:spMk id="22" creationId="{00000000-0000-0000-0000-000000000000}"/>
          </ac:spMkLst>
        </pc:spChg>
        <pc:spChg chg="del">
          <ac:chgData name="Chipendo, Craig" userId="S::cchipen@emory.edu::19ef62ff-4052-4d7b-be09-0d1dedf6f624" providerId="AD" clId="Web-{19345520-8B24-61D5-082D-DCB26FD84C90}" dt="2026-04-24T02:51:12.952" v="27"/>
          <ac:spMkLst>
            <pc:docMk/>
            <pc:sldMk cId="0" sldId="268"/>
            <ac:spMk id="23" creationId="{00000000-0000-0000-0000-000000000000}"/>
          </ac:spMkLst>
        </pc:spChg>
      </pc:sldChg>
      <pc:sldChg chg="modSp">
        <pc:chgData name="Chipendo, Craig" userId="S::cchipen@emory.edu::19ef62ff-4052-4d7b-be09-0d1dedf6f624" providerId="AD" clId="Web-{19345520-8B24-61D5-082D-DCB26FD84C90}" dt="2026-04-24T02:49:39.621" v="6" actId="20577"/>
        <pc:sldMkLst>
          <pc:docMk/>
          <pc:sldMk cId="0" sldId="271"/>
        </pc:sldMkLst>
        <pc:spChg chg="mod">
          <ac:chgData name="Chipendo, Craig" userId="S::cchipen@emory.edu::19ef62ff-4052-4d7b-be09-0d1dedf6f624" providerId="AD" clId="Web-{19345520-8B24-61D5-082D-DCB26FD84C90}" dt="2026-04-24T02:49:39.621" v="6" actId="20577"/>
          <ac:spMkLst>
            <pc:docMk/>
            <pc:sldMk cId="0" sldId="271"/>
            <ac:spMk id="3" creationId="{00000000-0000-0000-0000-000000000000}"/>
          </ac:spMkLst>
        </pc:spChg>
      </pc:sldChg>
      <pc:sldChg chg="addSp delSp modSp add replId">
        <pc:chgData name="Chipendo, Craig" userId="S::cchipen@emory.edu::19ef62ff-4052-4d7b-be09-0d1dedf6f624" providerId="AD" clId="Web-{19345520-8B24-61D5-082D-DCB26FD84C90}" dt="2026-04-24T02:55:52.115" v="128" actId="14100"/>
        <pc:sldMkLst>
          <pc:docMk/>
          <pc:sldMk cId="4181232131" sldId="272"/>
        </pc:sldMkLst>
        <pc:spChg chg="del">
          <ac:chgData name="Chipendo, Craig" userId="S::cchipen@emory.edu::19ef62ff-4052-4d7b-be09-0d1dedf6f624" providerId="AD" clId="Web-{19345520-8B24-61D5-082D-DCB26FD84C90}" dt="2026-04-24T02:54:58.614" v="122"/>
          <ac:spMkLst>
            <pc:docMk/>
            <pc:sldMk cId="4181232131" sldId="272"/>
            <ac:spMk id="17" creationId="{D6C3C267-475A-E559-8DDB-B3CD08C31E58}"/>
          </ac:spMkLst>
        </pc:spChg>
        <pc:spChg chg="del">
          <ac:chgData name="Chipendo, Craig" userId="S::cchipen@emory.edu::19ef62ff-4052-4d7b-be09-0d1dedf6f624" providerId="AD" clId="Web-{19345520-8B24-61D5-082D-DCB26FD84C90}" dt="2026-04-24T02:54:58.614" v="121"/>
          <ac:spMkLst>
            <pc:docMk/>
            <pc:sldMk cId="4181232131" sldId="272"/>
            <ac:spMk id="18" creationId="{1E9C97A5-E782-0115-E0A5-7E8B1E664A9F}"/>
          </ac:spMkLst>
        </pc:spChg>
        <pc:graphicFrameChg chg="del">
          <ac:chgData name="Chipendo, Craig" userId="S::cchipen@emory.edu::19ef62ff-4052-4d7b-be09-0d1dedf6f624" providerId="AD" clId="Web-{19345520-8B24-61D5-082D-DCB26FD84C90}" dt="2026-04-24T02:54:58.614" v="123"/>
          <ac:graphicFrameMkLst>
            <pc:docMk/>
            <pc:sldMk cId="4181232131" sldId="272"/>
            <ac:graphicFrameMk id="14" creationId="{612E3E5C-9483-14DD-BA05-A3F7486CEBB7}"/>
          </ac:graphicFrameMkLst>
        </pc:graphicFrameChg>
        <pc:picChg chg="add mod">
          <ac:chgData name="Chipendo, Craig" userId="S::cchipen@emory.edu::19ef62ff-4052-4d7b-be09-0d1dedf6f624" providerId="AD" clId="Web-{19345520-8B24-61D5-082D-DCB26FD84C90}" dt="2026-04-24T02:55:52.115" v="128" actId="14100"/>
          <ac:picMkLst>
            <pc:docMk/>
            <pc:sldMk cId="4181232131" sldId="272"/>
            <ac:picMk id="6" creationId="{BA7748F0-577C-6FF1-4AC4-D76B6B69D02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295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AB1F6-168E-7AC7-85DD-A1BF461D7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9A73F-0A5E-DF5F-E85D-F74970A98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F70A3-4FAE-F377-7517-45D6C82C7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0BC4F-B3AD-768D-7570-D43A0709F6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126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04321-C981-021E-52B5-A4062B573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A6C84-57F0-18D7-8031-B798C7838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EC255-8ADD-68BA-7DBE-E828AEADC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A92F6-2870-CA16-5A65-8FA46A6159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62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F200C-1D0B-E39E-5CCD-56A8BF5F0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E49AB-F786-76EB-5A4F-CBF058D2C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87824-4C36-4959-C258-1A3AA007A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6114F-5639-9E5D-C1D8-0437420BCC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61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130EF-67D5-9F8A-94F4-FB0AC664B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9EEC5-9209-95CC-3DA1-6C00E8109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9B364-2645-0D77-21FE-4A56C6E65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5EC13-EF78-AA6C-D10A-68C21BCDC5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140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Walmart Weekly Sales Forecasting</a:t>
            </a:r>
            <a:endParaRPr lang="en-US" sz="3400"/>
          </a:p>
        </p:txBody>
      </p:sp>
      <p:sp>
        <p:nvSpPr>
          <p:cNvPr id="5" name="Text 3"/>
          <p:cNvSpPr/>
          <p:nvPr/>
        </p:nvSpPr>
        <p:spPr>
          <a:xfrm>
            <a:off x="548640" y="30861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i="1">
                <a:solidFill>
                  <a:srgbClr val="FFD7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</a:t>
            </a:r>
            <a:r>
              <a:rPr lang="en-US" i="1">
                <a:solidFill>
                  <a:srgbClr val="FFD7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Siji Akinkugbe, Craig Chipendo, Gad Rukundo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2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82BF3-B1AA-78CA-0BBE-7135B0CB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06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FFFFF"/>
                </a:solidFill>
                <a:latin typeface="Georgia"/>
              </a:rPr>
              <a:t>Business Problem &amp; 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4800600" cy="41605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468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76872" y="1234440"/>
            <a:ext cx="4800600" cy="41605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468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5650992" y="2807208"/>
            <a:ext cx="749808" cy="502920"/>
          </a:xfrm>
          <a:prstGeom prst="chevron">
            <a:avLst/>
          </a:prstGeom>
          <a:solidFill>
            <a:srgbClr val="0B3A91"/>
          </a:solidFill>
          <a:ln>
            <a:solidFill>
              <a:srgbClr val="0B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66944" y="234086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3D5E9C"/>
                </a:solidFill>
                <a:latin typeface="Georgia"/>
              </a:rPr>
              <a:t>INSIGHT</a:t>
            </a:r>
          </a:p>
          <a:p>
            <a:pPr algn="ctr"/>
            <a:r>
              <a:rPr b="1" sz="1100">
                <a:solidFill>
                  <a:srgbClr val="3D5E9C"/>
                </a:solidFill>
                <a:latin typeface="Georgia"/>
              </a:rPr>
              <a:t>TO FORECASTING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399032"/>
            <a:ext cx="4343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3D5E9C"/>
                </a:solidFill>
                <a:latin typeface="Georgia"/>
              </a:rPr>
              <a:t>Business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399032"/>
            <a:ext cx="4343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3D5E9C"/>
                </a:solidFill>
                <a:latin typeface="Georgia"/>
              </a:rPr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84248"/>
            <a:ext cx="41605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C1C1C"/>
                </a:solidFill>
                <a:latin typeface="Georgia"/>
              </a:rPr>
              <a:t>Forecast weekly sales across </a:t>
            </a:r>
            <a:r>
              <a:rPr sz="1800" b="1">
                <a:solidFill>
                  <a:srgbClr val="1C1C1C"/>
                </a:solidFill>
                <a:latin typeface="Georgia"/>
              </a:rPr>
              <a:t>45 Walmart stores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C1C1C"/>
                </a:solidFill>
                <a:latin typeface="Georgia"/>
              </a:rPr>
              <a:t>Analyze data from </a:t>
            </a:r>
            <a:r>
              <a:rPr sz="1800" b="1">
                <a:solidFill>
                  <a:srgbClr val="1C1C1C"/>
                </a:solidFill>
                <a:latin typeface="Georgia"/>
              </a:rPr>
              <a:t>February 2010 to November 2012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C1C1C"/>
                </a:solidFill>
                <a:latin typeface="Georgia"/>
              </a:rPr>
              <a:t>Measure holiday effects for </a:t>
            </a:r>
            <a:r>
              <a:rPr sz="1800" b="1">
                <a:solidFill>
                  <a:srgbClr val="1C1C1C"/>
                </a:solidFill>
                <a:latin typeface="Georgia"/>
              </a:rPr>
              <a:t>Christmas, Thanksgiving, Super Bowl, and Labor Day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C1C1C"/>
                </a:solidFill>
                <a:latin typeface="Georgia"/>
              </a:rPr>
              <a:t>Use the </a:t>
            </a:r>
            <a:r>
              <a:rPr sz="1800" b="1">
                <a:solidFill>
                  <a:srgbClr val="1C1C1C"/>
                </a:solidFill>
                <a:latin typeface="Georgia"/>
              </a:rPr>
              <a:t>last 30 weeks</a:t>
            </a:r>
            <a:r>
              <a:rPr sz="1800" b="0">
                <a:solidFill>
                  <a:srgbClr val="1C1C1C"/>
                </a:solidFill>
                <a:latin typeface="Georgia"/>
              </a:rPr>
              <a:t> as test data and evaluate with </a:t>
            </a:r>
            <a:r>
              <a:rPr sz="1800" b="1">
                <a:solidFill>
                  <a:srgbClr val="1C1C1C"/>
                </a:solidFill>
                <a:latin typeface="Georgia"/>
              </a:rPr>
              <a:t>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2904" y="1984248"/>
            <a:ext cx="41605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C1C1C"/>
                </a:solidFill>
                <a:latin typeface="Georgia"/>
              </a:rPr>
              <a:t>Build a </a:t>
            </a:r>
            <a:r>
              <a:rPr sz="1800" b="1">
                <a:solidFill>
                  <a:srgbClr val="1C1C1C"/>
                </a:solidFill>
                <a:latin typeface="Georgia"/>
              </a:rPr>
              <a:t>two-stage framework</a:t>
            </a:r>
            <a:r>
              <a:rPr sz="1800" b="0">
                <a:solidFill>
                  <a:srgbClr val="1C1C1C"/>
                </a:solidFill>
                <a:latin typeface="Georgia"/>
              </a:rPr>
              <a:t> combining explanation and prediction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C1C1C"/>
                </a:solidFill>
                <a:latin typeface="Georgia"/>
              </a:rPr>
              <a:t>Stage 1: </a:t>
            </a:r>
            <a:r>
              <a:rPr sz="1800" b="0">
                <a:solidFill>
                  <a:srgbClr val="1C1C1C"/>
                </a:solidFill>
                <a:latin typeface="Georgia"/>
              </a:rPr>
              <a:t>Use OLS regression to identify statistically significant sales drivers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C1C1C"/>
                </a:solidFill>
                <a:latin typeface="Georgia"/>
              </a:rPr>
              <a:t>Stage 2: </a:t>
            </a:r>
            <a:r>
              <a:rPr sz="1800" b="0">
                <a:solidFill>
                  <a:srgbClr val="1C1C1C"/>
                </a:solidFill>
                <a:latin typeface="Georgia"/>
              </a:rPr>
              <a:t>Compare Linear Regression, Random Forest, XGBoost, and MLP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C1C1C"/>
                </a:solidFill>
                <a:latin typeface="Georgia"/>
              </a:rPr>
              <a:t>Select the strongest model for </a:t>
            </a:r>
            <a:r>
              <a:rPr sz="1800" b="1">
                <a:solidFill>
                  <a:srgbClr val="1C1C1C"/>
                </a:solidFill>
                <a:latin typeface="Georgia"/>
              </a:rPr>
              <a:t>accurate weekly sales forecasting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832604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2A4C6"/>
                </a:solidFill>
                <a:latin typeface="Georgia"/>
              </a:rPr>
              <a:t>ISOM 678 — Deep Learning  |  Overview</a:t>
            </a:r>
          </a:p>
        </p:txBody>
      </p:sp>
    </p:spTree>
    <p:extLst>
      <p:ext uri="{BB962C8B-B14F-4D97-AF65-F5344CB8AC3E}">
        <p14:creationId xmlns:p14="http://schemas.microsoft.com/office/powerpoint/2010/main" val="1209295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Overview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Overview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828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F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</a:t>
            </a:r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Stores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514600" y="960120"/>
            <a:ext cx="1828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F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1005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3200"/>
          </a:p>
        </p:txBody>
      </p:sp>
      <p:sp>
        <p:nvSpPr>
          <p:cNvPr id="11" name="Text 9"/>
          <p:cNvSpPr/>
          <p:nvPr/>
        </p:nvSpPr>
        <p:spPr>
          <a:xfrm>
            <a:off x="2514600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Datasets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1828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F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005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143</a:t>
            </a:r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4617720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Weeks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6720840" y="960120"/>
            <a:ext cx="1828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F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20840" y="1005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</a:t>
            </a:r>
            <a:endParaRPr lang="en-US" sz="3200"/>
          </a:p>
        </p:txBody>
      </p:sp>
      <p:sp>
        <p:nvSpPr>
          <p:cNvPr id="17" name="Text 15"/>
          <p:cNvSpPr/>
          <p:nvPr/>
        </p:nvSpPr>
        <p:spPr>
          <a:xfrm>
            <a:off x="6720840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Departments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11480" y="2331720"/>
            <a:ext cx="26517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F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2331720"/>
            <a:ext cx="2651760" cy="347472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2331720"/>
            <a:ext cx="2148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T1 - Inference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521208" y="2743200"/>
            <a:ext cx="2432304" cy="1600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OLS regression to identify which factors significantly drive weekly sales (p-values, coefficients)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3246120" y="2331720"/>
            <a:ext cx="26517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7B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46120" y="2331720"/>
            <a:ext cx="2651760" cy="347472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49040" y="2331720"/>
            <a:ext cx="2148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T2 -Prediction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3355848" y="2743200"/>
            <a:ext cx="2432304" cy="1600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Regression, Random Forest &amp; XGBoost trained on all features; last 30 weeks = test set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6080760" y="2331720"/>
            <a:ext cx="26517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80760" y="2331720"/>
            <a:ext cx="2651760" cy="34747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2331720"/>
            <a:ext cx="2148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T3 -Deep Learning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6190488" y="2743200"/>
            <a:ext cx="2432304" cy="1600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 neural network (256→128→64→1) with BatchNorm, Dropout &amp; Adam optimizer via PyTorch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Data Loading and Merging &amp; Exploratory Analysis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EDA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Pipeline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2848829" cy="1165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stores.csv — store type (A/B/C) &amp; size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sales.csv — weekly sales per dept/store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features.csv — CPI, fuel, markdowns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Merged on Store + Date + </a:t>
            </a:r>
            <a:r>
              <a:rPr lang="en-US" sz="1100" err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IsHoliday</a:t>
            </a:r>
            <a:endParaRPr lang="en-US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078D46-4918-AB2E-2A67-292482CC1906}"/>
              </a:ext>
            </a:extLst>
          </p:cNvPr>
          <p:cNvSpPr txBox="1"/>
          <p:nvPr/>
        </p:nvSpPr>
        <p:spPr>
          <a:xfrm>
            <a:off x="3043533" y="1499390"/>
            <a:ext cx="369701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err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MarkDown</a:t>
            </a: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100" err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NaNs</a:t>
            </a: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filled with 0 (no promo)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CPI/Unemployment </a:t>
            </a:r>
            <a:r>
              <a:rPr lang="en-US" sz="1100" err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NaNs</a:t>
            </a: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column median</a:t>
            </a:r>
            <a:endParaRPr lang="en-US" sz="11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Negative sales dropped (&lt; 0.1% of rows)</a:t>
            </a:r>
            <a:endParaRPr lang="en-US" sz="11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F1E4AC-4A3B-10F1-3C6B-FF7D62F6C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" y="2628109"/>
            <a:ext cx="7772400" cy="18207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8B22EC-1A08-E313-ED94-87532A941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6BBB27-C416-019B-D294-124EEBAA374B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33EBA4-73BE-39F4-C8C0-9D1D310C1467}"/>
              </a:ext>
            </a:extLst>
          </p:cNvPr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Holiday Season Spikes Dominate the Sales Pattern — Thanksgiving &amp; Christmas Drive 60%+ Surges Above Baseline</a:t>
            </a:r>
            <a:endParaRPr lang="en-US" sz="2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BC10844-7398-F782-5788-2AB4FD2019BF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196B4D8-813C-9A50-8D31-5B6596CD4F04}"/>
              </a:ext>
            </a:extLst>
          </p:cNvPr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EDA</a:t>
            </a:r>
            <a:endParaRPr lang="en-US" sz="9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741319-2403-CA59-517C-28F709573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97866"/>
            <a:ext cx="7772400" cy="21838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11531A-20D3-EF6F-AC45-CBD6209461B8}"/>
              </a:ext>
            </a:extLst>
          </p:cNvPr>
          <p:cNvSpPr txBox="1"/>
          <p:nvPr/>
        </p:nvSpPr>
        <p:spPr>
          <a:xfrm>
            <a:off x="685800" y="3675231"/>
            <a:ext cx="777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Sales hover steadily around $45–50M per week, but spike sharply to ~$80M in late November each year — confirming that holiday weeks are the single biggest driver of sales variation across all 45 stores.</a:t>
            </a:r>
          </a:p>
        </p:txBody>
      </p:sp>
    </p:spTree>
    <p:extLst>
      <p:ext uri="{BB962C8B-B14F-4D97-AF65-F5344CB8AC3E}">
        <p14:creationId xmlns:p14="http://schemas.microsoft.com/office/powerpoint/2010/main" val="3959397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010682-EDDC-9D46-2062-9A7CD0B3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B4D068-6881-F4B6-988A-1AA06065AC2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123676-1A21-0F7D-5305-E9619F8B097B}"/>
              </a:ext>
            </a:extLst>
          </p:cNvPr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Size Is the Strongest Structural Predictor — Type A Stores Outperform B and C by 60–100</a:t>
            </a:r>
            <a:endParaRPr lang="en-US" sz="2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B7DF503-BDDC-F72A-11D6-9FA2C1C0BCF3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2610BE-F867-36D8-940A-5B53FB4681B7}"/>
              </a:ext>
            </a:extLst>
          </p:cNvPr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EDA</a:t>
            </a:r>
            <a:endParaRPr lang="en-US" sz="9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38ADD5-89DA-12B5-F8B7-9D733161A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186180"/>
            <a:ext cx="7543800" cy="2374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181801-5B7B-52E1-FCCC-BA0F04D35863}"/>
              </a:ext>
            </a:extLst>
          </p:cNvPr>
          <p:cNvSpPr txBox="1"/>
          <p:nvPr/>
        </p:nvSpPr>
        <p:spPr>
          <a:xfrm>
            <a:off x="630555" y="3626395"/>
            <a:ext cx="78828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Type A (largest) stores average ~$20K in weekly sales vs. ~$12K for B and ~$9.5K for C. </a:t>
            </a:r>
          </a:p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 box plots reveal heavily right-skewed distributions for all types, with A and B producing the most extreme high-sales outliers — suggesting a small number of top-performing departments generate disproportionate revenue.</a:t>
            </a:r>
          </a:p>
        </p:txBody>
      </p:sp>
    </p:spTree>
    <p:extLst>
      <p:ext uri="{BB962C8B-B14F-4D97-AF65-F5344CB8AC3E}">
        <p14:creationId xmlns:p14="http://schemas.microsoft.com/office/powerpoint/2010/main" val="436065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Holiday Effects &amp; Seasonal Patterns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EDA — Seasonality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228600" y="30175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Holiday weeks drive significantly higher sales</a:t>
            </a:r>
            <a:endParaRPr lang="en-US" sz="900"/>
          </a:p>
        </p:txBody>
      </p:sp>
      <p:sp>
        <p:nvSpPr>
          <p:cNvPr id="9" name="Text 5"/>
          <p:cNvSpPr/>
          <p:nvPr/>
        </p:nvSpPr>
        <p:spPr>
          <a:xfrm>
            <a:off x="3337560" y="301752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Monthly seasonality — November &amp; December peak (holiday shopping)</a:t>
            </a:r>
            <a:endParaRPr lang="en-US" sz="900"/>
          </a:p>
        </p:txBody>
      </p:sp>
      <p:sp>
        <p:nvSpPr>
          <p:cNvPr id="11" name="Text 7"/>
          <p:cNvSpPr/>
          <p:nvPr/>
        </p:nvSpPr>
        <p:spPr>
          <a:xfrm>
            <a:off x="365760" y="333756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4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Holiday weeks average higher sales vs. non-holiday weeks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November &amp; December are the strongest months (Thanksgiving + Christmas)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Type-A (largest) stores consistently outperform B and C types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4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size is highly correlated with weekly sales volume</a:t>
            </a:r>
            <a:endParaRPr lang="en-US" sz="1400"/>
          </a:p>
          <a:p>
            <a:pPr marL="0" indent="0">
              <a:buNone/>
            </a:pPr>
            <a:endParaRPr lang="en-US" sz="1100"/>
          </a:p>
        </p:txBody>
      </p:sp>
      <p:sp>
        <p:nvSpPr>
          <p:cNvPr id="13" name="Text 9"/>
          <p:cNvSpPr/>
          <p:nvPr/>
        </p:nvSpPr>
        <p:spPr>
          <a:xfrm>
            <a:off x="365760" y="369417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A8894C0-F360-0E05-7750-C211AB6AD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65" y="1009913"/>
            <a:ext cx="3037149" cy="20076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98C376C-BCE8-FCC2-A5DC-9CEA114BB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1222" y="955548"/>
            <a:ext cx="5308535" cy="20954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Correlations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EDA — Correlations</a:t>
            </a:r>
            <a:endParaRPr lang="en-US" sz="900"/>
          </a:p>
        </p:txBody>
      </p:sp>
      <p:sp>
        <p:nvSpPr>
          <p:cNvPr id="7" name="Shape 4"/>
          <p:cNvSpPr/>
          <p:nvPr/>
        </p:nvSpPr>
        <p:spPr>
          <a:xfrm>
            <a:off x="5669280" y="914400"/>
            <a:ext cx="32461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7F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60720" y="1005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</a:t>
            </a:r>
            <a:endParaRPr lang="en-US" sz="1300"/>
          </a:p>
        </p:txBody>
      </p:sp>
      <p:sp>
        <p:nvSpPr>
          <p:cNvPr id="9" name="Shape 6"/>
          <p:cNvSpPr/>
          <p:nvPr/>
        </p:nvSpPr>
        <p:spPr>
          <a:xfrm>
            <a:off x="5760720" y="1417320"/>
            <a:ext cx="685800" cy="25603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60720" y="14173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 +</a:t>
            </a:r>
            <a:endParaRPr lang="en-US" sz="850"/>
          </a:p>
        </p:txBody>
      </p:sp>
      <p:sp>
        <p:nvSpPr>
          <p:cNvPr id="11" name="Text 8"/>
          <p:cNvSpPr/>
          <p:nvPr/>
        </p:nvSpPr>
        <p:spPr>
          <a:xfrm>
            <a:off x="6492240" y="1417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Size → Weekly Sales (larger stores = more sales)</a:t>
            </a:r>
            <a:endParaRPr lang="en-US" sz="950"/>
          </a:p>
        </p:txBody>
      </p:sp>
      <p:sp>
        <p:nvSpPr>
          <p:cNvPr id="12" name="Shape 9"/>
          <p:cNvSpPr/>
          <p:nvPr/>
        </p:nvSpPr>
        <p:spPr>
          <a:xfrm>
            <a:off x="5760720" y="2029968"/>
            <a:ext cx="6858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60720" y="20299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 −</a:t>
            </a:r>
            <a:endParaRPr lang="en-US" sz="850"/>
          </a:p>
        </p:txBody>
      </p:sp>
      <p:sp>
        <p:nvSpPr>
          <p:cNvPr id="14" name="Text 11"/>
          <p:cNvSpPr/>
          <p:nvPr/>
        </p:nvSpPr>
        <p:spPr>
          <a:xfrm>
            <a:off x="6492240" y="20299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Type → Sales (A=0 is largest; inverse coding)</a:t>
            </a:r>
            <a:endParaRPr lang="en-US" sz="950"/>
          </a:p>
        </p:txBody>
      </p:sp>
      <p:sp>
        <p:nvSpPr>
          <p:cNvPr id="15" name="Shape 12"/>
          <p:cNvSpPr/>
          <p:nvPr/>
        </p:nvSpPr>
        <p:spPr>
          <a:xfrm>
            <a:off x="5760720" y="2642616"/>
            <a:ext cx="685800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760720" y="26426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Moderate</a:t>
            </a:r>
            <a:endParaRPr lang="en-US" sz="850"/>
          </a:p>
        </p:txBody>
      </p:sp>
      <p:sp>
        <p:nvSpPr>
          <p:cNvPr id="17" name="Text 14"/>
          <p:cNvSpPr/>
          <p:nvPr/>
        </p:nvSpPr>
        <p:spPr>
          <a:xfrm>
            <a:off x="6492240" y="26426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CPI &amp; Fuel Price moderately correlated with each other</a:t>
            </a:r>
            <a:endParaRPr lang="en-US" sz="950"/>
          </a:p>
        </p:txBody>
      </p:sp>
      <p:sp>
        <p:nvSpPr>
          <p:cNvPr id="18" name="Shape 15"/>
          <p:cNvSpPr/>
          <p:nvPr/>
        </p:nvSpPr>
        <p:spPr>
          <a:xfrm>
            <a:off x="5760720" y="3255264"/>
            <a:ext cx="685800" cy="25603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60720" y="32552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</a:t>
            </a:r>
            <a:endParaRPr lang="en-US" sz="850"/>
          </a:p>
        </p:txBody>
      </p:sp>
      <p:sp>
        <p:nvSpPr>
          <p:cNvPr id="20" name="Text 17"/>
          <p:cNvSpPr/>
          <p:nvPr/>
        </p:nvSpPr>
        <p:spPr>
          <a:xfrm>
            <a:off x="6492240" y="32552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Holiday flag has mild direct correlation but big interaction effects</a:t>
            </a:r>
            <a:endParaRPr lang="en-US" sz="950"/>
          </a:p>
        </p:txBody>
      </p:sp>
      <p:sp>
        <p:nvSpPr>
          <p:cNvPr id="21" name="Shape 18"/>
          <p:cNvSpPr/>
          <p:nvPr/>
        </p:nvSpPr>
        <p:spPr>
          <a:xfrm>
            <a:off x="5760720" y="3867912"/>
            <a:ext cx="685800" cy="256032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760720" y="38679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Near-zero</a:t>
            </a:r>
            <a:endParaRPr lang="en-US" sz="850"/>
          </a:p>
        </p:txBody>
      </p:sp>
      <p:sp>
        <p:nvSpPr>
          <p:cNvPr id="23" name="Text 20"/>
          <p:cNvSpPr/>
          <p:nvPr/>
        </p:nvSpPr>
        <p:spPr>
          <a:xfrm>
            <a:off x="6492240" y="3867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 has little direct correlation with total sales</a:t>
            </a:r>
            <a:endParaRPr lang="en-US" sz="95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66CE406-1AAC-73D1-A858-5A2499A78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77" y="955294"/>
            <a:ext cx="4892763" cy="38044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 Inference: What Factors Drive Weekly Sales? (OLS Regression)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56032" y="932688"/>
            <a:ext cx="352044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0241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OLS for Inference?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384048" y="1444752"/>
            <a:ext cx="327355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Coefficient estimates show direction &amp; magnitude of each factor's effect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p-values confirm statistical significance (threshold: p &lt; 0.05)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Confidence intervals quantify uncertainty around estimates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 measures overall model explanatory power</a:t>
            </a:r>
            <a:endParaRPr lang="en-US" sz="11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Interpretable: unlike tree models, each β has a direct meaning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005072" y="97840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Statistically Significant Factors (p &lt; 0.05)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005072" y="1371600"/>
            <a:ext cx="4892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0" y="14081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5504688" y="1417320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04688" y="141732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+111.5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6492240" y="14081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 identity is the largest driver (p&lt;0.001)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4005072" y="1673352"/>
            <a:ext cx="4892040" cy="301752"/>
          </a:xfrm>
          <a:prstGeom prst="rect">
            <a:avLst/>
          </a:prstGeom>
          <a:solidFill>
            <a:srgbClr val="EEF4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0" y="17099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Size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5504688" y="1719072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04688" y="171907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+0.103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6492240" y="1709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Larger stores sell more (p&lt;0.001)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005072" y="1975104"/>
            <a:ext cx="4892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0" y="20116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504688" y="2020824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04688" y="202082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+1,909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649224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type strongly drives sales (p&lt;0.001)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4005072" y="2276856"/>
            <a:ext cx="4892040" cy="301752"/>
          </a:xfrm>
          <a:prstGeom prst="rect">
            <a:avLst/>
          </a:prstGeom>
          <a:solidFill>
            <a:srgbClr val="EEF4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0" y="23134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IsHoliday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5504688" y="2322576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04688" y="2322576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+537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492240" y="2313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Holiday weeks boost sales (p=0.001)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4005072" y="2578608"/>
            <a:ext cx="4892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0" y="26151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5504688" y="2624328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04688" y="262432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+493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6492240" y="26151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Seasonal month effects (p&lt;0.001)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4005072" y="2880360"/>
            <a:ext cx="4892040" cy="301752"/>
          </a:xfrm>
          <a:prstGeom prst="rect">
            <a:avLst/>
          </a:prstGeom>
          <a:solidFill>
            <a:srgbClr val="EEF4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0" y="29169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TotalMarkDown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5504688" y="2926080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504688" y="29260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+0.031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6492240" y="29169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Promotions drive incremental lift (p&lt;0.001)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4005072" y="3182112"/>
            <a:ext cx="4892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114800" y="32186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Unemployment</a:t>
            </a:r>
            <a:endParaRPr lang="en-US" sz="1100"/>
          </a:p>
        </p:txBody>
      </p:sp>
      <p:sp>
        <p:nvSpPr>
          <p:cNvPr id="40" name="Shape 38"/>
          <p:cNvSpPr/>
          <p:nvPr/>
        </p:nvSpPr>
        <p:spPr>
          <a:xfrm>
            <a:off x="5504688" y="3227832"/>
            <a:ext cx="914400" cy="210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504688" y="322783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−158.8</a:t>
            </a:r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6492240" y="32186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unemployment → lower spend (p&lt;0.001)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4005072" y="3483864"/>
            <a:ext cx="4892040" cy="301752"/>
          </a:xfrm>
          <a:prstGeom prst="rect">
            <a:avLst/>
          </a:prstGeom>
          <a:solidFill>
            <a:srgbClr val="EEF4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114800" y="35204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CPI</a:t>
            </a:r>
            <a:endParaRPr lang="en-US" sz="1100"/>
          </a:p>
        </p:txBody>
      </p:sp>
      <p:sp>
        <p:nvSpPr>
          <p:cNvPr id="45" name="Shape 43"/>
          <p:cNvSpPr/>
          <p:nvPr/>
        </p:nvSpPr>
        <p:spPr>
          <a:xfrm>
            <a:off x="5504688" y="3529584"/>
            <a:ext cx="914400" cy="210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504688" y="352958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−18.9</a:t>
            </a:r>
            <a:endParaRPr lang="en-US" sz="1050"/>
          </a:p>
        </p:txBody>
      </p:sp>
      <p:sp>
        <p:nvSpPr>
          <p:cNvPr id="47" name="Text 45"/>
          <p:cNvSpPr/>
          <p:nvPr/>
        </p:nvSpPr>
        <p:spPr>
          <a:xfrm>
            <a:off x="649224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inflation → lower sales (p&lt;0.001)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4005072" y="3785616"/>
            <a:ext cx="4892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114800" y="38221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</a:t>
            </a:r>
            <a:endParaRPr lang="en-US" sz="1100"/>
          </a:p>
        </p:txBody>
      </p:sp>
      <p:sp>
        <p:nvSpPr>
          <p:cNvPr id="50" name="Shape 48"/>
          <p:cNvSpPr/>
          <p:nvPr/>
        </p:nvSpPr>
        <p:spPr>
          <a:xfrm>
            <a:off x="5504688" y="3831336"/>
            <a:ext cx="914400" cy="210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504688" y="3831336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−96.3</a:t>
            </a:r>
            <a:endParaRPr lang="en-US" sz="1050"/>
          </a:p>
        </p:txBody>
      </p:sp>
      <p:sp>
        <p:nvSpPr>
          <p:cNvPr id="52" name="Text 50"/>
          <p:cNvSpPr/>
          <p:nvPr/>
        </p:nvSpPr>
        <p:spPr>
          <a:xfrm>
            <a:off x="6492240" y="3822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ID (aggregate effect, p&lt;0.001)</a:t>
            </a:r>
            <a:endParaRPr lang="en-US" sz="950"/>
          </a:p>
        </p:txBody>
      </p:sp>
      <p:sp>
        <p:nvSpPr>
          <p:cNvPr id="53" name="Shape 51"/>
          <p:cNvSpPr/>
          <p:nvPr/>
        </p:nvSpPr>
        <p:spPr>
          <a:xfrm>
            <a:off x="4005072" y="4133088"/>
            <a:ext cx="4892040" cy="274320"/>
          </a:xfrm>
          <a:prstGeom prst="rect">
            <a:avLst/>
          </a:prstGeom>
          <a:solidFill>
            <a:srgbClr val="FFF8E1"/>
          </a:solidFill>
          <a:ln w="1016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096512" y="413308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7A6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significant (p&gt;0.05): Fuel_Price (p=0.422), MarkDown1 (p=0.376)</a:t>
            </a:r>
            <a:endParaRPr lang="en-US" sz="900"/>
          </a:p>
        </p:txBody>
      </p:sp>
      <p:sp>
        <p:nvSpPr>
          <p:cNvPr id="55" name="Shape 53"/>
          <p:cNvSpPr/>
          <p:nvPr/>
        </p:nvSpPr>
        <p:spPr>
          <a:xfrm>
            <a:off x="256032" y="4279392"/>
            <a:ext cx="864108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84048" y="4279392"/>
            <a:ext cx="8366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OLS R²  ≈  0.087 — Linear model captures only 8.7% of variance. Non-linear models (RF, XGBoost) are far stronger predictors.</a:t>
            </a:r>
            <a:endParaRPr lang="en-US" sz="1100"/>
          </a:p>
        </p:txBody>
      </p:sp>
      <p:sp>
        <p:nvSpPr>
          <p:cNvPr id="57" name="Shape 5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T1 — Inference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Prediction: Traditional ML Models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T2 — ML Models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8346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3A7FD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2834640" cy="411480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📐  Linear Regression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338328" y="137160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model assuming linear relationships between all features and sales. Fast to fit, fully interpretable via coefficients.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38328" y="2633472"/>
            <a:ext cx="1216152" cy="347472"/>
          </a:xfrm>
          <a:prstGeom prst="rect">
            <a:avLst/>
          </a:prstGeom>
          <a:solidFill>
            <a:srgbClr val="F0F8FF"/>
          </a:solidFill>
          <a:ln w="1016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" y="263347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$21,058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1709928" y="2633472"/>
            <a:ext cx="1216152" cy="347472"/>
          </a:xfrm>
          <a:prstGeom prst="rect">
            <a:avLst/>
          </a:prstGeom>
          <a:solidFill>
            <a:srgbClr val="F0FFF4"/>
          </a:solidFill>
          <a:ln w="1016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09928" y="263347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A7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A7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0.0911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28346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7B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914400"/>
            <a:ext cx="2834640" cy="411480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914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🌲  Random Forest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3310128" y="137160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Ensemble of 100 decision trees. Captures non-linear interactions. Uses all CPU cores (n_jobs=−1) for parallel training.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3310128" y="2633472"/>
            <a:ext cx="1216152" cy="347472"/>
          </a:xfrm>
          <a:prstGeom prst="rect">
            <a:avLst/>
          </a:prstGeom>
          <a:solidFill>
            <a:srgbClr val="F0F8FF"/>
          </a:solidFill>
          <a:ln w="1016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10128" y="263347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$3,909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681728" y="2633472"/>
            <a:ext cx="1216152" cy="347472"/>
          </a:xfrm>
          <a:prstGeom prst="rect">
            <a:avLst/>
          </a:prstGeom>
          <a:solidFill>
            <a:srgbClr val="F0FFF4"/>
          </a:solidFill>
          <a:ln w="1016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81728" y="263347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A7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A7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0.9687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6172200" y="914400"/>
            <a:ext cx="28346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D7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72200" y="914400"/>
            <a:ext cx="2834640" cy="4114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3640" y="914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⚡  XGBoost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6281928" y="137160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boosted trees (300 estimators, LR=0.05, max depth 6). Row subsampling of 80%. Typically best on tabular data.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6281928" y="2633472"/>
            <a:ext cx="1216152" cy="347472"/>
          </a:xfrm>
          <a:prstGeom prst="rect">
            <a:avLst/>
          </a:prstGeom>
          <a:solidFill>
            <a:srgbClr val="F0F8FF"/>
          </a:solidFill>
          <a:ln w="1016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81928" y="263347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$5,985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7653528" y="2633472"/>
            <a:ext cx="1216152" cy="347472"/>
          </a:xfrm>
          <a:prstGeom prst="rect">
            <a:avLst/>
          </a:prstGeom>
          <a:solidFill>
            <a:srgbClr val="F0FFF4"/>
          </a:solidFill>
          <a:ln w="1016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53528" y="263347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A7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A7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0.9266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Random Forest: Results &amp; Feature Importance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T2 — RF Results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228600" y="38404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Actual vs. Predicted — Random Forest</a:t>
            </a:r>
            <a:endParaRPr lang="en-US" sz="900"/>
          </a:p>
        </p:txBody>
      </p:sp>
      <p:sp>
        <p:nvSpPr>
          <p:cNvPr id="9" name="Text 5"/>
          <p:cNvSpPr/>
          <p:nvPr/>
        </p:nvSpPr>
        <p:spPr>
          <a:xfrm>
            <a:off x="4846320" y="384048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Importance — Top drivers highlighted in red</a:t>
            </a:r>
            <a:endParaRPr lang="en-US" sz="900"/>
          </a:p>
        </p:txBody>
      </p:sp>
      <p:sp>
        <p:nvSpPr>
          <p:cNvPr id="10" name="Shape 6"/>
          <p:cNvSpPr/>
          <p:nvPr/>
        </p:nvSpPr>
        <p:spPr>
          <a:xfrm>
            <a:off x="228600" y="4114800"/>
            <a:ext cx="8686800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20040" y="41148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most important features are Dept, Size, Store and CPI and Store Type, which confirms EDA findings</a:t>
            </a:r>
            <a:endParaRPr lang="en-US" sz="11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EF7854-1DAC-E90D-A102-BF7102EE9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240" y="1008693"/>
            <a:ext cx="4120160" cy="27374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24767A-5144-8919-1760-967BA4AE7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008693"/>
            <a:ext cx="4413510" cy="27374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Deep Learning: MLP Neural Network Architecture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T3 — MLP Architecture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 Architecture (PyTorch)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3840480" cy="384048"/>
          </a:xfrm>
          <a:prstGeom prst="rect">
            <a:avLst/>
          </a:prstGeom>
          <a:solidFill>
            <a:srgbClr val="3A7FD5"/>
          </a:solidFill>
          <a:ln w="1270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Layer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3840480" cy="548640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0299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Linear(n, 256) + ReLU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BatchNorm1d + Dropout(0.3)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1828800" y="18288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A99"/>
                </a:solidFill>
              </a:rPr>
              <a:t>↓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274320" y="2688336"/>
            <a:ext cx="3840480" cy="548640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6883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Linear(256, 128) + ReLU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BatchNorm1d + Dropout(0.2)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1828800" y="248716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A99"/>
                </a:solidFill>
              </a:rPr>
              <a:t>↓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274320" y="3346704"/>
            <a:ext cx="3840480" cy="548640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33467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Linear(128, 64) + ReLU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1828800" y="314553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A99"/>
                </a:solidFill>
              </a:rPr>
              <a:t>↓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274320" y="4005072"/>
            <a:ext cx="3840480" cy="54864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0050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Linear(64, 1)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389120" y="914400"/>
            <a:ext cx="45262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7F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80560" y="1005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Configuration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4480560" y="1417320"/>
            <a:ext cx="4297680" cy="356616"/>
          </a:xfrm>
          <a:prstGeom prst="rect">
            <a:avLst/>
          </a:prstGeom>
          <a:solidFill>
            <a:srgbClr val="F7FAFF"/>
          </a:solidFill>
          <a:ln w="635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1472184"/>
            <a:ext cx="1562793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 Function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263640" y="1472184"/>
            <a:ext cx="2517833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MSELoss (regression)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4480560" y="1874520"/>
            <a:ext cx="42976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1941853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Optimizer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263640" y="1930631"/>
            <a:ext cx="2270760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Adam (lr=1e-3, weight_decay=1e-4)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4480560" y="2331720"/>
            <a:ext cx="4297680" cy="356616"/>
          </a:xfrm>
          <a:prstGeom prst="rect">
            <a:avLst/>
          </a:prstGeom>
          <a:solidFill>
            <a:srgbClr val="F7FAFF"/>
          </a:solidFill>
          <a:ln w="635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0" y="2416926"/>
            <a:ext cx="1036320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LR Scheduler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6263640" y="2401547"/>
            <a:ext cx="2571404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StepLR — halve every 20 epochs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4480560" y="2788920"/>
            <a:ext cx="4297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6156" y="2851265"/>
            <a:ext cx="1596044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Size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6263640" y="2858747"/>
            <a:ext cx="2571404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512 samples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4480560" y="3246120"/>
            <a:ext cx="4297680" cy="365760"/>
          </a:xfrm>
          <a:prstGeom prst="rect">
            <a:avLst/>
          </a:prstGeom>
          <a:solidFill>
            <a:srgbClr val="F7FAFF"/>
          </a:solidFill>
          <a:ln w="635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0" y="3310128"/>
            <a:ext cx="1596044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Epochs</a:t>
            </a:r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6263640" y="3315947"/>
            <a:ext cx="2571404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</a:t>
            </a:r>
            <a:endParaRPr lang="en-US" sz="1050"/>
          </a:p>
        </p:txBody>
      </p:sp>
      <p:sp>
        <p:nvSpPr>
          <p:cNvPr id="37" name="Shape 35"/>
          <p:cNvSpPr/>
          <p:nvPr/>
        </p:nvSpPr>
        <p:spPr>
          <a:xfrm>
            <a:off x="4480560" y="3703320"/>
            <a:ext cx="4297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0" y="3774533"/>
            <a:ext cx="1596044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Scaling</a:t>
            </a:r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6263640" y="3765665"/>
            <a:ext cx="2571404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StandardScaler (fit on train only)</a:t>
            </a:r>
            <a:endParaRPr lang="en-US" sz="1050"/>
          </a:p>
        </p:txBody>
      </p:sp>
      <p:sp>
        <p:nvSpPr>
          <p:cNvPr id="40" name="Shape 38"/>
          <p:cNvSpPr/>
          <p:nvPr/>
        </p:nvSpPr>
        <p:spPr>
          <a:xfrm>
            <a:off x="4480560" y="4160520"/>
            <a:ext cx="4297680" cy="341653"/>
          </a:xfrm>
          <a:prstGeom prst="rect">
            <a:avLst/>
          </a:prstGeom>
          <a:solidFill>
            <a:srgbClr val="F7FAFF"/>
          </a:solidFill>
          <a:ln w="6350">
            <a:solidFill>
              <a:srgbClr val="EEF4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0" y="4223004"/>
            <a:ext cx="1596044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Regularization</a:t>
            </a:r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6259484" y="4233671"/>
            <a:ext cx="2434936" cy="25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BatchNorm + Dropout + L2 weight decay</a:t>
            </a:r>
            <a:endParaRPr lang="en-US" sz="1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MLP: Training Loss &amp; Test Performance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T3 — MLP Results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228600" y="32918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 Training Loss — 60 Epochs (converges after ~30 epochs)</a:t>
            </a:r>
            <a:endParaRPr lang="en-US" sz="900"/>
          </a:p>
        </p:txBody>
      </p:sp>
      <p:sp>
        <p:nvSpPr>
          <p:cNvPr id="8" name="Shape 5"/>
          <p:cNvSpPr/>
          <p:nvPr/>
        </p:nvSpPr>
        <p:spPr>
          <a:xfrm>
            <a:off x="5760720" y="914400"/>
            <a:ext cx="31546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760720" y="914400"/>
            <a:ext cx="3154680" cy="38404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52160" y="9144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🧠  MLP Test Results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5870448" y="1463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7132320" y="1463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$13,389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5870448" y="19385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7132320" y="1938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0.6326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5870448" y="24140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MSE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7132320" y="24140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179,270,679</a:t>
            </a:r>
            <a:endParaRPr lang="en-US" sz="1200"/>
          </a:p>
        </p:txBody>
      </p:sp>
      <p:sp>
        <p:nvSpPr>
          <p:cNvPr id="17" name="Text 14"/>
          <p:cNvSpPr/>
          <p:nvPr/>
        </p:nvSpPr>
        <p:spPr>
          <a:xfrm>
            <a:off x="5870448" y="28895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Epochs</a:t>
            </a:r>
            <a:endParaRPr lang="en-US" sz="1200"/>
          </a:p>
        </p:txBody>
      </p:sp>
      <p:sp>
        <p:nvSpPr>
          <p:cNvPr id="18" name="Text 15"/>
          <p:cNvSpPr/>
          <p:nvPr/>
        </p:nvSpPr>
        <p:spPr>
          <a:xfrm>
            <a:off x="7132320" y="28895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030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</a:t>
            </a:r>
            <a:endParaRPr lang="en-US" sz="1200"/>
          </a:p>
        </p:txBody>
      </p:sp>
      <p:sp>
        <p:nvSpPr>
          <p:cNvPr id="20" name="Text 17"/>
          <p:cNvSpPr/>
          <p:nvPr/>
        </p:nvSpPr>
        <p:spPr>
          <a:xfrm>
            <a:off x="320040" y="3630168"/>
            <a:ext cx="84582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MLP over LSTM?  </a:t>
            </a:r>
          </a:p>
          <a:p>
            <a:pPr marL="0" indent="0">
              <a:buNone/>
            </a:pPr>
            <a:r>
              <a:rPr lang="en-US" sz="140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data mixes rows across many stores and departments — it is not a single continuous time series per entity. An MLP on the feature-engineered tabular dataset is more appropriate here. An LSTM would require reshaping data into per-store sequences.</a:t>
            </a:r>
            <a:endParaRPr lang="en-US" sz="14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368260-1318-C874-E72A-324DEA74C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02" y="960120"/>
            <a:ext cx="48158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Model Comparison — Test Set Performance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Results</a:t>
            </a:r>
            <a:endParaRPr lang="en-US" sz="90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C85C0B8-3D5C-E926-AB10-DC3D52A89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846413"/>
              </p:ext>
            </p:extLst>
          </p:nvPr>
        </p:nvGraphicFramePr>
        <p:xfrm>
          <a:off x="365760" y="1388646"/>
          <a:ext cx="7687376" cy="1851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931">
                  <a:extLst>
                    <a:ext uri="{9D8B030D-6E8A-4147-A177-3AD203B41FA5}">
                      <a16:colId xmlns:a16="http://schemas.microsoft.com/office/drawing/2014/main" val="915594486"/>
                    </a:ext>
                  </a:extLst>
                </a:gridCol>
                <a:gridCol w="2249667">
                  <a:extLst>
                    <a:ext uri="{9D8B030D-6E8A-4147-A177-3AD203B41FA5}">
                      <a16:colId xmlns:a16="http://schemas.microsoft.com/office/drawing/2014/main" val="3917308320"/>
                    </a:ext>
                  </a:extLst>
                </a:gridCol>
                <a:gridCol w="1901778">
                  <a:extLst>
                    <a:ext uri="{9D8B030D-6E8A-4147-A177-3AD203B41FA5}">
                      <a16:colId xmlns:a16="http://schemas.microsoft.com/office/drawing/2014/main" val="4003479405"/>
                    </a:ext>
                  </a:extLst>
                </a:gridCol>
              </a:tblGrid>
              <a:tr h="32862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baseline="30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569940"/>
                  </a:ext>
                </a:extLst>
              </a:tr>
              <a:tr h="32862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$3,909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010433"/>
                  </a:ext>
                </a:extLst>
              </a:tr>
              <a:tr h="328623">
                <a:tc>
                  <a:txBody>
                    <a:bodyPr/>
                    <a:lstStyle/>
                    <a:p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$5,985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60210"/>
                  </a:ext>
                </a:extLst>
              </a:tr>
              <a:tr h="377015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 (Deep Learning)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$13,389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0.6326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232667"/>
                  </a:ext>
                </a:extLst>
              </a:tr>
              <a:tr h="377015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$21,058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66716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7DF1DDC-C7A1-7AC8-C75E-675B7CFB5290}"/>
              </a:ext>
            </a:extLst>
          </p:cNvPr>
          <p:cNvSpPr txBox="1"/>
          <p:nvPr/>
        </p:nvSpPr>
        <p:spPr>
          <a:xfrm>
            <a:off x="274320" y="3536060"/>
            <a:ext cx="6737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model: Random Forest — RMSE $3,909;  R² 0.9687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5-Point Star 17">
            <a:extLst>
              <a:ext uri="{FF2B5EF4-FFF2-40B4-BE49-F238E27FC236}">
                <a16:creationId xmlns:a16="http://schemas.microsoft.com/office/drawing/2014/main" id="{8D5C572C-DD8F-6845-10F2-257FB4C2953A}"/>
              </a:ext>
            </a:extLst>
          </p:cNvPr>
          <p:cNvSpPr/>
          <p:nvPr/>
        </p:nvSpPr>
        <p:spPr>
          <a:xfrm>
            <a:off x="2038663" y="1798819"/>
            <a:ext cx="292308" cy="269823"/>
          </a:xfrm>
          <a:prstGeom prst="star5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4E536-80DF-BE73-FA48-9BA8750E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8F953E-0890-A7C6-C14B-C91C5F298B0C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B85904-CE23-5A3E-8913-64E7D841D672}"/>
              </a:ext>
            </a:extLst>
          </p:cNvPr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Model Comparison — Test Set Performance</a:t>
            </a:r>
            <a:endParaRPr lang="en-US" sz="2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3E8339E-4B27-A299-F7DC-DEFC664BFD4E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BC1FCE7-C25C-8612-8F75-06F751EB79DA}"/>
              </a:ext>
            </a:extLst>
          </p:cNvPr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Results</a:t>
            </a:r>
            <a:endParaRPr lang="en-US" sz="90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BA7748F0-577C-6FF1-4AC4-D76B6B69D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951" y="830385"/>
            <a:ext cx="6434099" cy="404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32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160079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Conclusions &amp; Key Takeaways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274320" y="1813633"/>
            <a:ext cx="27432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8045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365760" y="21520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D7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revealed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365760" y="242634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type, size, and holiday periods are the primary drivers of weekly sales variation across 45 stores.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3200400" y="1804665"/>
            <a:ext cx="27432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8045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3291840" y="21520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D7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OLS Inference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291840" y="242634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Dept, Store Size, and IsHoliday are statistically significant. R² ≈ 0.20 confirms linear relationships are insufficient for prediction.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6126480" y="1804665"/>
            <a:ext cx="27432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A7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8045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6217920" y="2152020"/>
            <a:ext cx="25603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FFD700"/>
                </a:solidFill>
                <a:latin typeface="Times New Roman"/>
                <a:ea typeface="Times New Roman" pitchFamily="34" charset="-122"/>
                <a:cs typeface="Times New Roman"/>
              </a:rPr>
              <a:t>Random Forest wins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17920" y="2426340"/>
            <a:ext cx="2560320" cy="713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95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Gradient boosting (RMSE ~$3,909, R² 0.9687) outperforms linear regression, </a:t>
            </a:r>
            <a:r>
              <a:rPr lang="en-US" sz="950" err="1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XGBoost</a:t>
            </a:r>
            <a:r>
              <a:rPr lang="en-US" sz="95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 and MLP on this </a:t>
            </a:r>
            <a:r>
              <a:rPr lang="en-US" sz="950" err="1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tas</a:t>
            </a:r>
            <a:r>
              <a:rPr lang="en-US" sz="95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k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Walmart Sales Forecasting — Final Project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1402</Words>
  <Application>Microsoft Macintosh PowerPoint</Application>
  <PresentationFormat>On-screen Show (16:9)</PresentationFormat>
  <Paragraphs>212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Walmart Weekly Sales Forecasting — ISOM 678</dc:title>
  <dc:subject>PptxGenJS Presentation</dc:subject>
  <dc:creator>PptxGenJS</dc:creator>
  <cp:lastModifiedBy>Akinkugbe, Siji</cp:lastModifiedBy>
  <cp:revision>1</cp:revision>
  <dcterms:created xsi:type="dcterms:W3CDTF">2026-04-24T02:03:16Z</dcterms:created>
  <dcterms:modified xsi:type="dcterms:W3CDTF">2026-04-24T13:25:58Z</dcterms:modified>
</cp:coreProperties>
</file>