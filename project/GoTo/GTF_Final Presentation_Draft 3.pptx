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42"/>
  </p:notesMasterIdLst>
  <p:sldIdLst>
    <p:sldId id="256" r:id="rId5"/>
    <p:sldId id="264" r:id="rId6"/>
    <p:sldId id="278" r:id="rId7"/>
    <p:sldId id="276" r:id="rId8"/>
    <p:sldId id="275" r:id="rId9"/>
    <p:sldId id="363" r:id="rId10"/>
    <p:sldId id="313" r:id="rId11"/>
    <p:sldId id="352" r:id="rId12"/>
    <p:sldId id="383" r:id="rId13"/>
    <p:sldId id="381" r:id="rId14"/>
    <p:sldId id="304" r:id="rId15"/>
    <p:sldId id="280" r:id="rId16"/>
    <p:sldId id="296" r:id="rId17"/>
    <p:sldId id="314" r:id="rId18"/>
    <p:sldId id="279" r:id="rId19"/>
    <p:sldId id="302" r:id="rId20"/>
    <p:sldId id="360" r:id="rId21"/>
    <p:sldId id="354" r:id="rId22"/>
    <p:sldId id="376" r:id="rId23"/>
    <p:sldId id="372" r:id="rId24"/>
    <p:sldId id="388" r:id="rId25"/>
    <p:sldId id="338" r:id="rId26"/>
    <p:sldId id="357" r:id="rId27"/>
    <p:sldId id="312" r:id="rId28"/>
    <p:sldId id="358" r:id="rId29"/>
    <p:sldId id="384" r:id="rId30"/>
    <p:sldId id="386" r:id="rId31"/>
    <p:sldId id="385" r:id="rId32"/>
    <p:sldId id="387" r:id="rId33"/>
    <p:sldId id="377" r:id="rId34"/>
    <p:sldId id="374" r:id="rId35"/>
    <p:sldId id="375" r:id="rId36"/>
    <p:sldId id="262" r:id="rId37"/>
    <p:sldId id="351" r:id="rId38"/>
    <p:sldId id="361" r:id="rId39"/>
    <p:sldId id="382" r:id="rId40"/>
    <p:sldId id="364" r:id="rId41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8D8B"/>
    <a:srgbClr val="C912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3483DD-9E35-4ABB-AEED-8BE44C4AC90A}" v="17" dt="2026-04-21T18:50:54.1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A6F81A-E61A-4E92-80B3-26A1DBB8F2B3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643E24E-E6BF-4300-B42C-B9475A548F36}">
      <dgm:prSet phldrT="[Text]" phldr="0"/>
      <dgm:spPr>
        <a:ln>
          <a:solidFill>
            <a:schemeClr val="bg2"/>
          </a:solidFill>
        </a:ln>
      </dgm:spPr>
      <dgm:t>
        <a:bodyPr/>
        <a:lstStyle/>
        <a:p>
          <a:r>
            <a:rPr lang="en-US">
              <a:solidFill>
                <a:schemeClr val="tx1"/>
              </a:solidFill>
            </a:rPr>
            <a:t>Run forecasting model on designated day for the following week (Monday through Sunday) </a:t>
          </a:r>
        </a:p>
      </dgm:t>
    </dgm:pt>
    <dgm:pt modelId="{FE669F9E-6518-4C00-AFAE-5EF8654200BD}" type="parTrans" cxnId="{65C3333C-CDC8-4454-86AB-633C3C941EB0}">
      <dgm:prSet/>
      <dgm:spPr/>
      <dgm:t>
        <a:bodyPr/>
        <a:lstStyle/>
        <a:p>
          <a:endParaRPr lang="en-US"/>
        </a:p>
      </dgm:t>
    </dgm:pt>
    <dgm:pt modelId="{A22E0AF6-1B30-41C2-9991-92C03DAC8743}" type="sibTrans" cxnId="{65C3333C-CDC8-4454-86AB-633C3C941EB0}">
      <dgm:prSet/>
      <dgm:spPr/>
      <dgm:t>
        <a:bodyPr/>
        <a:lstStyle/>
        <a:p>
          <a:endParaRPr lang="en-US"/>
        </a:p>
      </dgm:t>
    </dgm:pt>
    <dgm:pt modelId="{D7B54E76-4FF9-40C7-9EBB-6564C9EABA23}">
      <dgm:prSet phldrT="[Text]" phldr="0"/>
      <dgm:spPr>
        <a:ln>
          <a:solidFill>
            <a:schemeClr val="bg2"/>
          </a:solidFill>
        </a:ln>
      </dgm:spPr>
      <dgm:t>
        <a:bodyPr/>
        <a:lstStyle/>
        <a:p>
          <a:r>
            <a:rPr lang="en-US">
              <a:solidFill>
                <a:schemeClr val="tx1"/>
              </a:solidFill>
            </a:rPr>
            <a:t>Generated predictions then fed into optimizer for baking schedule generation for each store</a:t>
          </a:r>
        </a:p>
      </dgm:t>
    </dgm:pt>
    <dgm:pt modelId="{C8129150-9183-4CF5-88C9-069184DA5DDD}" type="parTrans" cxnId="{A7B5B29B-DD46-4F3B-B58D-DAA90321A4E6}">
      <dgm:prSet/>
      <dgm:spPr/>
      <dgm:t>
        <a:bodyPr/>
        <a:lstStyle/>
        <a:p>
          <a:endParaRPr lang="en-US"/>
        </a:p>
      </dgm:t>
    </dgm:pt>
    <dgm:pt modelId="{634B46F6-50A3-4AA2-B509-A150146EB8C6}" type="sibTrans" cxnId="{A7B5B29B-DD46-4F3B-B58D-DAA90321A4E6}">
      <dgm:prSet/>
      <dgm:spPr/>
      <dgm:t>
        <a:bodyPr/>
        <a:lstStyle/>
        <a:p>
          <a:endParaRPr lang="en-US"/>
        </a:p>
      </dgm:t>
    </dgm:pt>
    <dgm:pt modelId="{B63A7919-66D6-4AAB-9109-1ABC7DDDC39E}">
      <dgm:prSet phldrT="[Text]" phldr="0"/>
      <dgm:spPr>
        <a:ln>
          <a:solidFill>
            <a:schemeClr val="bg2"/>
          </a:solidFill>
        </a:ln>
      </dgm:spPr>
      <dgm:t>
        <a:bodyPr/>
        <a:lstStyle/>
        <a:p>
          <a:r>
            <a:rPr lang="en-US">
              <a:solidFill>
                <a:schemeClr val="tx1"/>
              </a:solidFill>
            </a:rPr>
            <a:t>Baking schedules sent out to store management for operational oversight</a:t>
          </a:r>
        </a:p>
      </dgm:t>
    </dgm:pt>
    <dgm:pt modelId="{F0D0C475-02A2-4F44-8623-66ADDE2475DB}" type="parTrans" cxnId="{1C96691F-0968-4A8B-A3E6-43398247145C}">
      <dgm:prSet/>
      <dgm:spPr/>
      <dgm:t>
        <a:bodyPr/>
        <a:lstStyle/>
        <a:p>
          <a:endParaRPr lang="en-US"/>
        </a:p>
      </dgm:t>
    </dgm:pt>
    <dgm:pt modelId="{550B4407-A639-41CF-84E5-ECBB10DD680B}" type="sibTrans" cxnId="{1C96691F-0968-4A8B-A3E6-43398247145C}">
      <dgm:prSet/>
      <dgm:spPr/>
      <dgm:t>
        <a:bodyPr/>
        <a:lstStyle/>
        <a:p>
          <a:endParaRPr lang="en-US"/>
        </a:p>
      </dgm:t>
    </dgm:pt>
    <dgm:pt modelId="{E4A777D1-6858-4209-80C2-D093EE7D9300}">
      <dgm:prSet phldrT="[Text]" phldr="0"/>
      <dgm:spPr>
        <a:ln>
          <a:solidFill>
            <a:schemeClr val="bg2"/>
          </a:solidFill>
        </a:ln>
      </dgm:spPr>
      <dgm:t>
        <a:bodyPr/>
        <a:lstStyle/>
        <a:p>
          <a:r>
            <a:rPr lang="en-US">
              <a:solidFill>
                <a:schemeClr val="tx1"/>
              </a:solidFill>
            </a:rPr>
            <a:t>Repeat at same time the following week and so on…</a:t>
          </a:r>
        </a:p>
      </dgm:t>
    </dgm:pt>
    <dgm:pt modelId="{555FF3DF-0AE1-4C3C-B460-93C0FC6C45F3}" type="parTrans" cxnId="{38FE5138-F156-4E06-AC13-095D22477123}">
      <dgm:prSet/>
      <dgm:spPr/>
      <dgm:t>
        <a:bodyPr/>
        <a:lstStyle/>
        <a:p>
          <a:endParaRPr lang="en-US"/>
        </a:p>
      </dgm:t>
    </dgm:pt>
    <dgm:pt modelId="{92FC49AD-E2F2-4189-9473-5B35749EAE05}" type="sibTrans" cxnId="{38FE5138-F156-4E06-AC13-095D22477123}">
      <dgm:prSet/>
      <dgm:spPr/>
      <dgm:t>
        <a:bodyPr/>
        <a:lstStyle/>
        <a:p>
          <a:endParaRPr lang="en-US"/>
        </a:p>
      </dgm:t>
    </dgm:pt>
    <dgm:pt modelId="{C8184D05-FBA1-4161-B2E4-A9EAEDDDE045}" type="pres">
      <dgm:prSet presAssocID="{E9A6F81A-E61A-4E92-80B3-26A1DBB8F2B3}" presName="CompostProcess" presStyleCnt="0">
        <dgm:presLayoutVars>
          <dgm:dir/>
          <dgm:resizeHandles val="exact"/>
        </dgm:presLayoutVars>
      </dgm:prSet>
      <dgm:spPr/>
    </dgm:pt>
    <dgm:pt modelId="{8428F966-E540-4A5C-87C5-0F6A3A6B61D7}" type="pres">
      <dgm:prSet presAssocID="{E9A6F81A-E61A-4E92-80B3-26A1DBB8F2B3}" presName="arrow" presStyleLbl="bgShp" presStyleIdx="0" presStyleCnt="1"/>
      <dgm:spPr>
        <a:solidFill>
          <a:schemeClr val="tx2"/>
        </a:solidFill>
      </dgm:spPr>
    </dgm:pt>
    <dgm:pt modelId="{F63C095E-B957-478F-ABB8-887D4CF93ADD}" type="pres">
      <dgm:prSet presAssocID="{E9A6F81A-E61A-4E92-80B3-26A1DBB8F2B3}" presName="linearProcess" presStyleCnt="0"/>
      <dgm:spPr/>
    </dgm:pt>
    <dgm:pt modelId="{574AC76E-1C82-42E5-B0B8-BB606DF21F50}" type="pres">
      <dgm:prSet presAssocID="{6643E24E-E6BF-4300-B42C-B9475A548F36}" presName="textNode" presStyleLbl="node1" presStyleIdx="0" presStyleCnt="4">
        <dgm:presLayoutVars>
          <dgm:bulletEnabled val="1"/>
        </dgm:presLayoutVars>
      </dgm:prSet>
      <dgm:spPr/>
    </dgm:pt>
    <dgm:pt modelId="{E18A1657-5130-4A05-9A0D-5CC25C603F44}" type="pres">
      <dgm:prSet presAssocID="{A22E0AF6-1B30-41C2-9991-92C03DAC8743}" presName="sibTrans" presStyleCnt="0"/>
      <dgm:spPr/>
    </dgm:pt>
    <dgm:pt modelId="{D3B4E1B7-2F17-4D9D-AC58-1C31BD581F8B}" type="pres">
      <dgm:prSet presAssocID="{D7B54E76-4FF9-40C7-9EBB-6564C9EABA23}" presName="textNode" presStyleLbl="node1" presStyleIdx="1" presStyleCnt="4">
        <dgm:presLayoutVars>
          <dgm:bulletEnabled val="1"/>
        </dgm:presLayoutVars>
      </dgm:prSet>
      <dgm:spPr/>
    </dgm:pt>
    <dgm:pt modelId="{9FEA73B8-B6C1-4143-943C-F9BA1245DCA0}" type="pres">
      <dgm:prSet presAssocID="{634B46F6-50A3-4AA2-B509-A150146EB8C6}" presName="sibTrans" presStyleCnt="0"/>
      <dgm:spPr/>
    </dgm:pt>
    <dgm:pt modelId="{E09705DB-6A93-4436-8A0A-3897C4281C47}" type="pres">
      <dgm:prSet presAssocID="{B63A7919-66D6-4AAB-9109-1ABC7DDDC39E}" presName="textNode" presStyleLbl="node1" presStyleIdx="2" presStyleCnt="4">
        <dgm:presLayoutVars>
          <dgm:bulletEnabled val="1"/>
        </dgm:presLayoutVars>
      </dgm:prSet>
      <dgm:spPr/>
    </dgm:pt>
    <dgm:pt modelId="{36585C31-8AE8-485C-9D1F-8D8510CF0C99}" type="pres">
      <dgm:prSet presAssocID="{550B4407-A639-41CF-84E5-ECBB10DD680B}" presName="sibTrans" presStyleCnt="0"/>
      <dgm:spPr/>
    </dgm:pt>
    <dgm:pt modelId="{41771853-6CEE-4756-9F20-5FCFB0ABA2A5}" type="pres">
      <dgm:prSet presAssocID="{E4A777D1-6858-4209-80C2-D093EE7D9300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90C3AF09-7EB3-453B-8579-9C7BFBD10D99}" type="presOf" srcId="{B63A7919-66D6-4AAB-9109-1ABC7DDDC39E}" destId="{E09705DB-6A93-4436-8A0A-3897C4281C47}" srcOrd="0" destOrd="0" presId="urn:microsoft.com/office/officeart/2005/8/layout/hProcess9"/>
    <dgm:cxn modelId="{1C96691F-0968-4A8B-A3E6-43398247145C}" srcId="{E9A6F81A-E61A-4E92-80B3-26A1DBB8F2B3}" destId="{B63A7919-66D6-4AAB-9109-1ABC7DDDC39E}" srcOrd="2" destOrd="0" parTransId="{F0D0C475-02A2-4F44-8623-66ADDE2475DB}" sibTransId="{550B4407-A639-41CF-84E5-ECBB10DD680B}"/>
    <dgm:cxn modelId="{EB33C821-B14B-4F69-952B-4AA74430F663}" type="presOf" srcId="{D7B54E76-4FF9-40C7-9EBB-6564C9EABA23}" destId="{D3B4E1B7-2F17-4D9D-AC58-1C31BD581F8B}" srcOrd="0" destOrd="0" presId="urn:microsoft.com/office/officeart/2005/8/layout/hProcess9"/>
    <dgm:cxn modelId="{274EEE37-B887-459B-AC3A-323DD9E504D4}" type="presOf" srcId="{6643E24E-E6BF-4300-B42C-B9475A548F36}" destId="{574AC76E-1C82-42E5-B0B8-BB606DF21F50}" srcOrd="0" destOrd="0" presId="urn:microsoft.com/office/officeart/2005/8/layout/hProcess9"/>
    <dgm:cxn modelId="{38FE5138-F156-4E06-AC13-095D22477123}" srcId="{E9A6F81A-E61A-4E92-80B3-26A1DBB8F2B3}" destId="{E4A777D1-6858-4209-80C2-D093EE7D9300}" srcOrd="3" destOrd="0" parTransId="{555FF3DF-0AE1-4C3C-B460-93C0FC6C45F3}" sibTransId="{92FC49AD-E2F2-4189-9473-5B35749EAE05}"/>
    <dgm:cxn modelId="{65C3333C-CDC8-4454-86AB-633C3C941EB0}" srcId="{E9A6F81A-E61A-4E92-80B3-26A1DBB8F2B3}" destId="{6643E24E-E6BF-4300-B42C-B9475A548F36}" srcOrd="0" destOrd="0" parTransId="{FE669F9E-6518-4C00-AFAE-5EF8654200BD}" sibTransId="{A22E0AF6-1B30-41C2-9991-92C03DAC8743}"/>
    <dgm:cxn modelId="{7EC9A267-DD2A-48E1-84D6-499290CDC97F}" type="presOf" srcId="{E4A777D1-6858-4209-80C2-D093EE7D9300}" destId="{41771853-6CEE-4756-9F20-5FCFB0ABA2A5}" srcOrd="0" destOrd="0" presId="urn:microsoft.com/office/officeart/2005/8/layout/hProcess9"/>
    <dgm:cxn modelId="{92469979-7C91-4107-9BA6-1F95172B0EAD}" type="presOf" srcId="{E9A6F81A-E61A-4E92-80B3-26A1DBB8F2B3}" destId="{C8184D05-FBA1-4161-B2E4-A9EAEDDDE045}" srcOrd="0" destOrd="0" presId="urn:microsoft.com/office/officeart/2005/8/layout/hProcess9"/>
    <dgm:cxn modelId="{A7B5B29B-DD46-4F3B-B58D-DAA90321A4E6}" srcId="{E9A6F81A-E61A-4E92-80B3-26A1DBB8F2B3}" destId="{D7B54E76-4FF9-40C7-9EBB-6564C9EABA23}" srcOrd="1" destOrd="0" parTransId="{C8129150-9183-4CF5-88C9-069184DA5DDD}" sibTransId="{634B46F6-50A3-4AA2-B509-A150146EB8C6}"/>
    <dgm:cxn modelId="{BF8EAA6F-5D96-433B-B262-3D3ACA8CA230}" type="presParOf" srcId="{C8184D05-FBA1-4161-B2E4-A9EAEDDDE045}" destId="{8428F966-E540-4A5C-87C5-0F6A3A6B61D7}" srcOrd="0" destOrd="0" presId="urn:microsoft.com/office/officeart/2005/8/layout/hProcess9"/>
    <dgm:cxn modelId="{5D0020C0-55A8-47A6-90DD-AD18DFAAB087}" type="presParOf" srcId="{C8184D05-FBA1-4161-B2E4-A9EAEDDDE045}" destId="{F63C095E-B957-478F-ABB8-887D4CF93ADD}" srcOrd="1" destOrd="0" presId="urn:microsoft.com/office/officeart/2005/8/layout/hProcess9"/>
    <dgm:cxn modelId="{A1D3AA28-EE72-40CD-A967-0B69EEF43EEE}" type="presParOf" srcId="{F63C095E-B957-478F-ABB8-887D4CF93ADD}" destId="{574AC76E-1C82-42E5-B0B8-BB606DF21F50}" srcOrd="0" destOrd="0" presId="urn:microsoft.com/office/officeart/2005/8/layout/hProcess9"/>
    <dgm:cxn modelId="{6DD6EAA0-4106-4743-85B6-DD537D13F19B}" type="presParOf" srcId="{F63C095E-B957-478F-ABB8-887D4CF93ADD}" destId="{E18A1657-5130-4A05-9A0D-5CC25C603F44}" srcOrd="1" destOrd="0" presId="urn:microsoft.com/office/officeart/2005/8/layout/hProcess9"/>
    <dgm:cxn modelId="{24DFE361-24C5-41BB-AE2D-EE1889432647}" type="presParOf" srcId="{F63C095E-B957-478F-ABB8-887D4CF93ADD}" destId="{D3B4E1B7-2F17-4D9D-AC58-1C31BD581F8B}" srcOrd="2" destOrd="0" presId="urn:microsoft.com/office/officeart/2005/8/layout/hProcess9"/>
    <dgm:cxn modelId="{BAB7AAFD-EFC5-4D53-AACD-4C89B3859E78}" type="presParOf" srcId="{F63C095E-B957-478F-ABB8-887D4CF93ADD}" destId="{9FEA73B8-B6C1-4143-943C-F9BA1245DCA0}" srcOrd="3" destOrd="0" presId="urn:microsoft.com/office/officeart/2005/8/layout/hProcess9"/>
    <dgm:cxn modelId="{BD54721A-2DC1-4EA3-821E-0218AF749194}" type="presParOf" srcId="{F63C095E-B957-478F-ABB8-887D4CF93ADD}" destId="{E09705DB-6A93-4436-8A0A-3897C4281C47}" srcOrd="4" destOrd="0" presId="urn:microsoft.com/office/officeart/2005/8/layout/hProcess9"/>
    <dgm:cxn modelId="{A64E1E0B-FF68-45E4-89A6-5441BC4F4007}" type="presParOf" srcId="{F63C095E-B957-478F-ABB8-887D4CF93ADD}" destId="{36585C31-8AE8-485C-9D1F-8D8510CF0C99}" srcOrd="5" destOrd="0" presId="urn:microsoft.com/office/officeart/2005/8/layout/hProcess9"/>
    <dgm:cxn modelId="{9C46982D-5283-4F93-9B1C-92BEA8558C5D}" type="presParOf" srcId="{F63C095E-B957-478F-ABB8-887D4CF93ADD}" destId="{41771853-6CEE-4756-9F20-5FCFB0ABA2A5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0F53EB8-4BDA-4CE2-90C9-9EC2EEC71D53}" type="doc">
      <dgm:prSet loTypeId="urn:microsoft.com/office/officeart/2005/8/layout/vList6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CEF5B3F-C189-4FBF-8D3E-6CA6F266DA8B}">
      <dgm:prSet phldrT="[Text]" phldr="0"/>
      <dgm:spPr/>
      <dgm:t>
        <a:bodyPr/>
        <a:lstStyle/>
        <a:p>
          <a:r>
            <a:rPr lang="en-US"/>
            <a:t>Utilize Historic Transactions Data to Forecast Demand</a:t>
          </a:r>
        </a:p>
      </dgm:t>
    </dgm:pt>
    <dgm:pt modelId="{3BE88F9A-AD01-4AC1-8756-9A2F549C857C}" type="parTrans" cxnId="{6EE4DFEF-D165-46BF-B3FA-F13EE9E0DE8A}">
      <dgm:prSet/>
      <dgm:spPr/>
      <dgm:t>
        <a:bodyPr/>
        <a:lstStyle/>
        <a:p>
          <a:endParaRPr lang="en-US"/>
        </a:p>
      </dgm:t>
    </dgm:pt>
    <dgm:pt modelId="{D6D9C6FC-8821-42C5-B938-533D0A1D6661}" type="sibTrans" cxnId="{6EE4DFEF-D165-46BF-B3FA-F13EE9E0DE8A}">
      <dgm:prSet/>
      <dgm:spPr/>
      <dgm:t>
        <a:bodyPr/>
        <a:lstStyle/>
        <a:p>
          <a:endParaRPr lang="en-US"/>
        </a:p>
      </dgm:t>
    </dgm:pt>
    <dgm:pt modelId="{7DF41892-E3A7-4D9B-90FD-26161DA5AF54}">
      <dgm:prSet phldrT="[Text]" phldr="0"/>
      <dgm:spPr/>
      <dgm:t>
        <a:bodyPr/>
        <a:lstStyle/>
        <a:p>
          <a:r>
            <a:rPr lang="en-US"/>
            <a:t>Best model is able to predict daily demand with only about 5% error for pretzels and pretzel nuggets </a:t>
          </a:r>
        </a:p>
      </dgm:t>
    </dgm:pt>
    <dgm:pt modelId="{A9F8C67B-7862-4661-89C8-2E24D68609C8}" type="parTrans" cxnId="{AB3F4F65-FA54-4696-A7A2-9B801C3F370F}">
      <dgm:prSet/>
      <dgm:spPr/>
      <dgm:t>
        <a:bodyPr/>
        <a:lstStyle/>
        <a:p>
          <a:endParaRPr lang="en-US"/>
        </a:p>
      </dgm:t>
    </dgm:pt>
    <dgm:pt modelId="{96476AE6-5528-4FA1-948D-8465B5A94179}" type="sibTrans" cxnId="{AB3F4F65-FA54-4696-A7A2-9B801C3F370F}">
      <dgm:prSet/>
      <dgm:spPr/>
      <dgm:t>
        <a:bodyPr/>
        <a:lstStyle/>
        <a:p>
          <a:endParaRPr lang="en-US"/>
        </a:p>
      </dgm:t>
    </dgm:pt>
    <dgm:pt modelId="{432CC882-2D3F-4FD6-8143-56B49D850D18}">
      <dgm:prSet phldrT="[Text]" phldr="0"/>
      <dgm:spPr/>
      <dgm:t>
        <a:bodyPr/>
        <a:lstStyle/>
        <a:p>
          <a:endParaRPr lang="en-US"/>
        </a:p>
      </dgm:t>
    </dgm:pt>
    <dgm:pt modelId="{5FAED8A8-F15E-41A4-8CB9-E2579934AFC3}" type="parTrans" cxnId="{90F4BDD8-E874-4E5E-8B3F-99F3EF25D76B}">
      <dgm:prSet/>
      <dgm:spPr/>
      <dgm:t>
        <a:bodyPr/>
        <a:lstStyle/>
        <a:p>
          <a:endParaRPr lang="en-US"/>
        </a:p>
      </dgm:t>
    </dgm:pt>
    <dgm:pt modelId="{A3673455-F326-4314-B11F-105A23C15953}" type="sibTrans" cxnId="{90F4BDD8-E874-4E5E-8B3F-99F3EF25D76B}">
      <dgm:prSet/>
      <dgm:spPr/>
      <dgm:t>
        <a:bodyPr/>
        <a:lstStyle/>
        <a:p>
          <a:endParaRPr lang="en-US"/>
        </a:p>
      </dgm:t>
    </dgm:pt>
    <dgm:pt modelId="{33614A2F-6294-4598-87A5-440F5B2D2F0E}">
      <dgm:prSet phldrT="[Text]" phldr="0"/>
      <dgm:spPr/>
      <dgm:t>
        <a:bodyPr/>
        <a:lstStyle/>
        <a:p>
          <a:r>
            <a:rPr lang="en-US"/>
            <a:t>Feed Hourly Forecasts into Optimization Model for Ideal Baking Schedule</a:t>
          </a:r>
        </a:p>
      </dgm:t>
    </dgm:pt>
    <dgm:pt modelId="{D3EE07E8-903C-4005-93A2-8A0BE803E7F4}" type="parTrans" cxnId="{3B458496-DD43-4B0E-A8C1-CEB5208C549A}">
      <dgm:prSet/>
      <dgm:spPr/>
      <dgm:t>
        <a:bodyPr/>
        <a:lstStyle/>
        <a:p>
          <a:endParaRPr lang="en-US"/>
        </a:p>
      </dgm:t>
    </dgm:pt>
    <dgm:pt modelId="{1C071A91-D337-4B40-8D48-15527129ACAE}" type="sibTrans" cxnId="{3B458496-DD43-4B0E-A8C1-CEB5208C549A}">
      <dgm:prSet/>
      <dgm:spPr/>
      <dgm:t>
        <a:bodyPr/>
        <a:lstStyle/>
        <a:p>
          <a:endParaRPr lang="en-US"/>
        </a:p>
      </dgm:t>
    </dgm:pt>
    <dgm:pt modelId="{BF0862C9-6C85-4A6D-9F2F-48BDF1A886CF}">
      <dgm:prSet phldrT="[Text]" phldr="0"/>
      <dgm:spPr/>
      <dgm:t>
        <a:bodyPr/>
        <a:lstStyle/>
        <a:p>
          <a:r>
            <a:rPr lang="en-US"/>
            <a:t>Optimization Model minimizes display times and wastage to ensure pretzels are fresh and baked to match demand</a:t>
          </a:r>
        </a:p>
      </dgm:t>
    </dgm:pt>
    <dgm:pt modelId="{9AF847AB-68B6-488C-B3DC-281392E50305}" type="parTrans" cxnId="{EC025242-F6D9-475D-9053-9200E478A12D}">
      <dgm:prSet/>
      <dgm:spPr/>
      <dgm:t>
        <a:bodyPr/>
        <a:lstStyle/>
        <a:p>
          <a:endParaRPr lang="en-US"/>
        </a:p>
      </dgm:t>
    </dgm:pt>
    <dgm:pt modelId="{87994A52-3EF8-479F-83FC-C292A4C128D5}" type="sibTrans" cxnId="{EC025242-F6D9-475D-9053-9200E478A12D}">
      <dgm:prSet/>
      <dgm:spPr/>
      <dgm:t>
        <a:bodyPr/>
        <a:lstStyle/>
        <a:p>
          <a:endParaRPr lang="en-US"/>
        </a:p>
      </dgm:t>
    </dgm:pt>
    <dgm:pt modelId="{F2EACC63-9C79-4A3F-B1C7-3397357D85A4}" type="pres">
      <dgm:prSet presAssocID="{80F53EB8-4BDA-4CE2-90C9-9EC2EEC71D53}" presName="Name0" presStyleCnt="0">
        <dgm:presLayoutVars>
          <dgm:dir/>
          <dgm:animLvl val="lvl"/>
          <dgm:resizeHandles/>
        </dgm:presLayoutVars>
      </dgm:prSet>
      <dgm:spPr/>
    </dgm:pt>
    <dgm:pt modelId="{9E6280CD-7C89-4C82-BA3E-A22FCF49D31D}" type="pres">
      <dgm:prSet presAssocID="{ECEF5B3F-C189-4FBF-8D3E-6CA6F266DA8B}" presName="linNode" presStyleCnt="0"/>
      <dgm:spPr/>
    </dgm:pt>
    <dgm:pt modelId="{232BD000-6D70-446A-9083-5628C106B8CF}" type="pres">
      <dgm:prSet presAssocID="{ECEF5B3F-C189-4FBF-8D3E-6CA6F266DA8B}" presName="parentShp" presStyleLbl="node1" presStyleIdx="0" presStyleCnt="2">
        <dgm:presLayoutVars>
          <dgm:bulletEnabled val="1"/>
        </dgm:presLayoutVars>
      </dgm:prSet>
      <dgm:spPr/>
    </dgm:pt>
    <dgm:pt modelId="{63CC4083-6223-4906-94D3-7A52679E14AD}" type="pres">
      <dgm:prSet presAssocID="{ECEF5B3F-C189-4FBF-8D3E-6CA6F266DA8B}" presName="childShp" presStyleLbl="bgAccFollowNode1" presStyleIdx="0" presStyleCnt="2">
        <dgm:presLayoutVars>
          <dgm:bulletEnabled val="1"/>
        </dgm:presLayoutVars>
      </dgm:prSet>
      <dgm:spPr/>
    </dgm:pt>
    <dgm:pt modelId="{7C02DB4D-8F6E-48A9-AF0B-3DCBA88AAE59}" type="pres">
      <dgm:prSet presAssocID="{D6D9C6FC-8821-42C5-B938-533D0A1D6661}" presName="spacing" presStyleCnt="0"/>
      <dgm:spPr/>
    </dgm:pt>
    <dgm:pt modelId="{E5BEB91C-D95F-450C-8E6E-A577C83A10B3}" type="pres">
      <dgm:prSet presAssocID="{33614A2F-6294-4598-87A5-440F5B2D2F0E}" presName="linNode" presStyleCnt="0"/>
      <dgm:spPr/>
    </dgm:pt>
    <dgm:pt modelId="{D7377D69-1549-4B3E-A90C-D02F75E8C880}" type="pres">
      <dgm:prSet presAssocID="{33614A2F-6294-4598-87A5-440F5B2D2F0E}" presName="parentShp" presStyleLbl="node1" presStyleIdx="1" presStyleCnt="2">
        <dgm:presLayoutVars>
          <dgm:bulletEnabled val="1"/>
        </dgm:presLayoutVars>
      </dgm:prSet>
      <dgm:spPr/>
    </dgm:pt>
    <dgm:pt modelId="{94EBB4A3-9D2A-4BBD-9EE9-1ABBA3E55713}" type="pres">
      <dgm:prSet presAssocID="{33614A2F-6294-4598-87A5-440F5B2D2F0E}" presName="childShp" presStyleLbl="bgAccFollowNode1" presStyleIdx="1" presStyleCnt="2">
        <dgm:presLayoutVars>
          <dgm:bulletEnabled val="1"/>
        </dgm:presLayoutVars>
      </dgm:prSet>
      <dgm:spPr/>
    </dgm:pt>
  </dgm:ptLst>
  <dgm:cxnLst>
    <dgm:cxn modelId="{0298B20B-96AC-4C84-9D40-E5F19C195A13}" type="presOf" srcId="{BF0862C9-6C85-4A6D-9F2F-48BDF1A886CF}" destId="{94EBB4A3-9D2A-4BBD-9EE9-1ABBA3E55713}" srcOrd="0" destOrd="0" presId="urn:microsoft.com/office/officeart/2005/8/layout/vList6"/>
    <dgm:cxn modelId="{0417AB61-DB38-4DFA-8A83-92E950F2B823}" type="presOf" srcId="{ECEF5B3F-C189-4FBF-8D3E-6CA6F266DA8B}" destId="{232BD000-6D70-446A-9083-5628C106B8CF}" srcOrd="0" destOrd="0" presId="urn:microsoft.com/office/officeart/2005/8/layout/vList6"/>
    <dgm:cxn modelId="{EC025242-F6D9-475D-9053-9200E478A12D}" srcId="{33614A2F-6294-4598-87A5-440F5B2D2F0E}" destId="{BF0862C9-6C85-4A6D-9F2F-48BDF1A886CF}" srcOrd="0" destOrd="0" parTransId="{9AF847AB-68B6-488C-B3DC-281392E50305}" sibTransId="{87994A52-3EF8-479F-83FC-C292A4C128D5}"/>
    <dgm:cxn modelId="{6E954945-5C1F-4B18-970A-BCA704C46DB1}" type="presOf" srcId="{33614A2F-6294-4598-87A5-440F5B2D2F0E}" destId="{D7377D69-1549-4B3E-A90C-D02F75E8C880}" srcOrd="0" destOrd="0" presId="urn:microsoft.com/office/officeart/2005/8/layout/vList6"/>
    <dgm:cxn modelId="{AB3F4F65-FA54-4696-A7A2-9B801C3F370F}" srcId="{ECEF5B3F-C189-4FBF-8D3E-6CA6F266DA8B}" destId="{7DF41892-E3A7-4D9B-90FD-26161DA5AF54}" srcOrd="0" destOrd="0" parTransId="{A9F8C67B-7862-4661-89C8-2E24D68609C8}" sibTransId="{96476AE6-5528-4FA1-948D-8465B5A94179}"/>
    <dgm:cxn modelId="{B3B7BA4E-63B5-48ED-90FD-5A5A0697E88B}" type="presOf" srcId="{80F53EB8-4BDA-4CE2-90C9-9EC2EEC71D53}" destId="{F2EACC63-9C79-4A3F-B1C7-3397357D85A4}" srcOrd="0" destOrd="0" presId="urn:microsoft.com/office/officeart/2005/8/layout/vList6"/>
    <dgm:cxn modelId="{1C8C6A79-E013-4CA4-94CE-BBEB7314A156}" type="presOf" srcId="{7DF41892-E3A7-4D9B-90FD-26161DA5AF54}" destId="{63CC4083-6223-4906-94D3-7A52679E14AD}" srcOrd="0" destOrd="0" presId="urn:microsoft.com/office/officeart/2005/8/layout/vList6"/>
    <dgm:cxn modelId="{3B458496-DD43-4B0E-A8C1-CEB5208C549A}" srcId="{80F53EB8-4BDA-4CE2-90C9-9EC2EEC71D53}" destId="{33614A2F-6294-4598-87A5-440F5B2D2F0E}" srcOrd="1" destOrd="0" parTransId="{D3EE07E8-903C-4005-93A2-8A0BE803E7F4}" sibTransId="{1C071A91-D337-4B40-8D48-15527129ACAE}"/>
    <dgm:cxn modelId="{9A7FDFC4-DF29-4F60-8B24-F9B5873B13F5}" type="presOf" srcId="{432CC882-2D3F-4FD6-8143-56B49D850D18}" destId="{63CC4083-6223-4906-94D3-7A52679E14AD}" srcOrd="0" destOrd="1" presId="urn:microsoft.com/office/officeart/2005/8/layout/vList6"/>
    <dgm:cxn modelId="{90F4BDD8-E874-4E5E-8B3F-99F3EF25D76B}" srcId="{ECEF5B3F-C189-4FBF-8D3E-6CA6F266DA8B}" destId="{432CC882-2D3F-4FD6-8143-56B49D850D18}" srcOrd="1" destOrd="0" parTransId="{5FAED8A8-F15E-41A4-8CB9-E2579934AFC3}" sibTransId="{A3673455-F326-4314-B11F-105A23C15953}"/>
    <dgm:cxn modelId="{6EE4DFEF-D165-46BF-B3FA-F13EE9E0DE8A}" srcId="{80F53EB8-4BDA-4CE2-90C9-9EC2EEC71D53}" destId="{ECEF5B3F-C189-4FBF-8D3E-6CA6F266DA8B}" srcOrd="0" destOrd="0" parTransId="{3BE88F9A-AD01-4AC1-8756-9A2F549C857C}" sibTransId="{D6D9C6FC-8821-42C5-B938-533D0A1D6661}"/>
    <dgm:cxn modelId="{C54B3F18-18BE-40EA-9935-845FED62980B}" type="presParOf" srcId="{F2EACC63-9C79-4A3F-B1C7-3397357D85A4}" destId="{9E6280CD-7C89-4C82-BA3E-A22FCF49D31D}" srcOrd="0" destOrd="0" presId="urn:microsoft.com/office/officeart/2005/8/layout/vList6"/>
    <dgm:cxn modelId="{BFFC793F-9B2C-411F-86E5-41F75C0EE48A}" type="presParOf" srcId="{9E6280CD-7C89-4C82-BA3E-A22FCF49D31D}" destId="{232BD000-6D70-446A-9083-5628C106B8CF}" srcOrd="0" destOrd="0" presId="urn:microsoft.com/office/officeart/2005/8/layout/vList6"/>
    <dgm:cxn modelId="{8A3D55A9-F238-40A0-A283-5C63B5EE9FDC}" type="presParOf" srcId="{9E6280CD-7C89-4C82-BA3E-A22FCF49D31D}" destId="{63CC4083-6223-4906-94D3-7A52679E14AD}" srcOrd="1" destOrd="0" presId="urn:microsoft.com/office/officeart/2005/8/layout/vList6"/>
    <dgm:cxn modelId="{F6390D58-B5CE-40FA-9E97-46D38C0B44CA}" type="presParOf" srcId="{F2EACC63-9C79-4A3F-B1C7-3397357D85A4}" destId="{7C02DB4D-8F6E-48A9-AF0B-3DCBA88AAE59}" srcOrd="1" destOrd="0" presId="urn:microsoft.com/office/officeart/2005/8/layout/vList6"/>
    <dgm:cxn modelId="{F822893E-B93C-403D-B64F-BD6CCD9BCC3C}" type="presParOf" srcId="{F2EACC63-9C79-4A3F-B1C7-3397357D85A4}" destId="{E5BEB91C-D95F-450C-8E6E-A577C83A10B3}" srcOrd="2" destOrd="0" presId="urn:microsoft.com/office/officeart/2005/8/layout/vList6"/>
    <dgm:cxn modelId="{C037D17F-AF50-4EC3-BC23-0784EA945CB2}" type="presParOf" srcId="{E5BEB91C-D95F-450C-8E6E-A577C83A10B3}" destId="{D7377D69-1549-4B3E-A90C-D02F75E8C880}" srcOrd="0" destOrd="0" presId="urn:microsoft.com/office/officeart/2005/8/layout/vList6"/>
    <dgm:cxn modelId="{C67AE4BE-6D01-405B-A5EC-28D40C111390}" type="presParOf" srcId="{E5BEB91C-D95F-450C-8E6E-A577C83A10B3}" destId="{94EBB4A3-9D2A-4BBD-9EE9-1ABBA3E55713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28F966-E540-4A5C-87C5-0F6A3A6B61D7}">
      <dsp:nvSpPr>
        <dsp:cNvPr id="0" name=""/>
        <dsp:cNvSpPr/>
      </dsp:nvSpPr>
      <dsp:spPr>
        <a:xfrm>
          <a:off x="726866" y="0"/>
          <a:ext cx="8237826" cy="3804080"/>
        </a:xfrm>
        <a:prstGeom prst="rightArrow">
          <a:avLst/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4AC76E-1C82-42E5-B0B8-BB606DF21F50}">
      <dsp:nvSpPr>
        <dsp:cNvPr id="0" name=""/>
        <dsp:cNvSpPr/>
      </dsp:nvSpPr>
      <dsp:spPr>
        <a:xfrm>
          <a:off x="4850" y="1141223"/>
          <a:ext cx="2332978" cy="15216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bg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</a:rPr>
            <a:t>Run forecasting model on designated day for the following week (Monday through Sunday) </a:t>
          </a:r>
        </a:p>
      </dsp:txBody>
      <dsp:txXfrm>
        <a:off x="79130" y="1215503"/>
        <a:ext cx="2184418" cy="1373072"/>
      </dsp:txXfrm>
    </dsp:sp>
    <dsp:sp modelId="{D3B4E1B7-2F17-4D9D-AC58-1C31BD581F8B}">
      <dsp:nvSpPr>
        <dsp:cNvPr id="0" name=""/>
        <dsp:cNvSpPr/>
      </dsp:nvSpPr>
      <dsp:spPr>
        <a:xfrm>
          <a:off x="2454477" y="1141223"/>
          <a:ext cx="2332978" cy="15216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bg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</a:rPr>
            <a:t>Generated predictions then fed into optimizer for baking schedule generation for each store</a:t>
          </a:r>
        </a:p>
      </dsp:txBody>
      <dsp:txXfrm>
        <a:off x="2528757" y="1215503"/>
        <a:ext cx="2184418" cy="1373072"/>
      </dsp:txXfrm>
    </dsp:sp>
    <dsp:sp modelId="{E09705DB-6A93-4436-8A0A-3897C4281C47}">
      <dsp:nvSpPr>
        <dsp:cNvPr id="0" name=""/>
        <dsp:cNvSpPr/>
      </dsp:nvSpPr>
      <dsp:spPr>
        <a:xfrm>
          <a:off x="4904104" y="1141223"/>
          <a:ext cx="2332978" cy="15216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bg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</a:rPr>
            <a:t>Baking schedules sent out to store management for operational oversight</a:t>
          </a:r>
        </a:p>
      </dsp:txBody>
      <dsp:txXfrm>
        <a:off x="4978384" y="1215503"/>
        <a:ext cx="2184418" cy="1373072"/>
      </dsp:txXfrm>
    </dsp:sp>
    <dsp:sp modelId="{41771853-6CEE-4756-9F20-5FCFB0ABA2A5}">
      <dsp:nvSpPr>
        <dsp:cNvPr id="0" name=""/>
        <dsp:cNvSpPr/>
      </dsp:nvSpPr>
      <dsp:spPr>
        <a:xfrm>
          <a:off x="7353731" y="1141223"/>
          <a:ext cx="2332978" cy="15216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bg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</a:rPr>
            <a:t>Repeat at same time the following week and so on…</a:t>
          </a:r>
        </a:p>
      </dsp:txBody>
      <dsp:txXfrm>
        <a:off x="7428011" y="1215503"/>
        <a:ext cx="2184418" cy="13730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CC4083-6223-4906-94D3-7A52679E14AD}">
      <dsp:nvSpPr>
        <dsp:cNvPr id="0" name=""/>
        <dsp:cNvSpPr/>
      </dsp:nvSpPr>
      <dsp:spPr>
        <a:xfrm>
          <a:off x="4054823" y="587"/>
          <a:ext cx="6082234" cy="2290928"/>
        </a:xfrm>
        <a:prstGeom prst="rightArrow">
          <a:avLst>
            <a:gd name="adj1" fmla="val 75000"/>
            <a:gd name="adj2" fmla="val 5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Best model is able to predict daily demand with only about 5% error for pretzels and pretzel nuggets 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600" kern="1200"/>
        </a:p>
      </dsp:txBody>
      <dsp:txXfrm>
        <a:off x="4054823" y="286953"/>
        <a:ext cx="5223136" cy="1718196"/>
      </dsp:txXfrm>
    </dsp:sp>
    <dsp:sp modelId="{232BD000-6D70-446A-9083-5628C106B8CF}">
      <dsp:nvSpPr>
        <dsp:cNvPr id="0" name=""/>
        <dsp:cNvSpPr/>
      </dsp:nvSpPr>
      <dsp:spPr>
        <a:xfrm>
          <a:off x="0" y="587"/>
          <a:ext cx="4054823" cy="229092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Utilize Historic Transactions Data to Forecast Demand</a:t>
          </a:r>
        </a:p>
      </dsp:txBody>
      <dsp:txXfrm>
        <a:off x="111834" y="112421"/>
        <a:ext cx="3831155" cy="2067260"/>
      </dsp:txXfrm>
    </dsp:sp>
    <dsp:sp modelId="{94EBB4A3-9D2A-4BBD-9EE9-1ABBA3E55713}">
      <dsp:nvSpPr>
        <dsp:cNvPr id="0" name=""/>
        <dsp:cNvSpPr/>
      </dsp:nvSpPr>
      <dsp:spPr>
        <a:xfrm>
          <a:off x="4054823" y="2520608"/>
          <a:ext cx="6082234" cy="2290928"/>
        </a:xfrm>
        <a:prstGeom prst="rightArrow">
          <a:avLst>
            <a:gd name="adj1" fmla="val 75000"/>
            <a:gd name="adj2" fmla="val 5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Optimization Model minimizes display times and wastage to ensure pretzels are fresh and baked to match demand</a:t>
          </a:r>
        </a:p>
      </dsp:txBody>
      <dsp:txXfrm>
        <a:off x="4054823" y="2806974"/>
        <a:ext cx="5223136" cy="1718196"/>
      </dsp:txXfrm>
    </dsp:sp>
    <dsp:sp modelId="{D7377D69-1549-4B3E-A90C-D02F75E8C880}">
      <dsp:nvSpPr>
        <dsp:cNvPr id="0" name=""/>
        <dsp:cNvSpPr/>
      </dsp:nvSpPr>
      <dsp:spPr>
        <a:xfrm>
          <a:off x="0" y="2520608"/>
          <a:ext cx="4054823" cy="229092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Feed Hourly Forecasts into Optimization Model for Ideal Baking Schedule</a:t>
          </a:r>
        </a:p>
      </dsp:txBody>
      <dsp:txXfrm>
        <a:off x="111834" y="2632442"/>
        <a:ext cx="3831155" cy="20672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ED78CF5A-1214-4A78-9834-B213897FFAB3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47A3BFC8-5E89-4C7D-855D-41961C7AED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81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3BFC8-5E89-4C7D-855D-41961C7AED2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260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3BFC8-5E89-4C7D-855D-41961C7AED2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01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3BFC8-5E89-4C7D-855D-41961C7AED2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970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42838-5923-E4E6-579B-EA4D28DDB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D6B6B3-DDF5-0A80-C1BE-30F1FA2F9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F379C9-33A2-1D6A-234E-45E914334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5DE58-08B0-3F48-BD2C-D94D3D3BCB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3BFC8-5E89-4C7D-855D-41961C7AED2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91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36F08-C50A-D36C-DC1F-697E962D7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300AC5-730D-9D95-D0AD-1520556E9C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A2EE7C-F054-E0FE-1FC0-78BBE3336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/>
              <a:t>Ben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C7893-A8E4-8BD6-1857-7CA8119CF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3BFC8-5E89-4C7D-855D-41961C7AED2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046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Modify slightly and move to the top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3BFC8-5E89-4C7D-855D-41961C7AED2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3918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Siji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3BFC8-5E89-4C7D-855D-41961C7AED2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7609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70471-8380-ABE2-F4D1-AB916753F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01A728-0737-A2E6-0678-3E72FDA875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918B94-EC4D-841D-DBCC-7BC7D4784C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11D81-E964-1687-315B-F0A665895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3BFC8-5E89-4C7D-855D-41961C7AED2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1620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B6B6E-D48E-454F-4772-D12F17D19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9D16AE-B329-8259-F505-BF824950F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08D454-40D7-CC91-D571-1D8F324EE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11BD9-D400-1BE6-52BE-A706E6EB95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3BFC8-5E89-4C7D-855D-41961C7AED2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766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9886F-667C-3E15-D988-9A65CF586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A4714D-DC15-637D-B9CA-8928FEA4F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2C4EF9-BB3E-5332-2132-DE236AC43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52D11-67AB-8B15-BD6B-67CC8DEA80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3BFC8-5E89-4C7D-855D-41961C7AED2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2542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3BFC8-5E89-4C7D-855D-41961C7AED2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4284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3BFC8-5E89-4C7D-855D-41961C7AED2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4765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Xiaojia/Ruben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3BFC8-5E89-4C7D-855D-41961C7AED2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462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3BFC8-5E89-4C7D-855D-41961C7AED2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441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3BFC8-5E89-4C7D-855D-41961C7AED2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9737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A7735-83F9-9F7D-151B-5241C60FB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7B995D-492A-E86B-178E-C9BA967101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601D81-10A6-647C-7601-AF9CAEB97F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CD1AD-8DC8-83BE-E2E7-031CA69DE1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3BFC8-5E89-4C7D-855D-41961C7AED2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7511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E7B37-E3F8-B7FF-EEEE-F3B27F32E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E52A82-574A-422C-0DB9-A8B44205A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6A5FAF-B2E8-7302-5797-9BE418781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1021C-717A-7EE9-4744-FA32D42E44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3BFC8-5E89-4C7D-855D-41961C7AED2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74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80A3C-4DEF-E6E2-5EA5-0C11E9555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296B6E-0756-3D4E-7429-ECE33FDB3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88B1C1-22B2-0B49-630F-39C6082C5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Ruben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ECDAE-FB7E-046E-B24F-547C2A0592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3BFC8-5E89-4C7D-855D-41961C7AED2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2786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Ruben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3BFC8-5E89-4C7D-855D-41961C7AED2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1026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Ruben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3BFC8-5E89-4C7D-855D-41961C7AED22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2035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3BFC8-5E89-4C7D-855D-41961C7AED2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2713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3BFC8-5E89-4C7D-855D-41961C7AED2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528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141B0-084A-0549-50C0-69E58CA5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222A9C-0F88-AE8C-98F7-59FEB7CD5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AED29-8BE2-5F21-27A0-19189495E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3B158-B7C4-B686-5FF1-2BB84520E9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3BFC8-5E89-4C7D-855D-41961C7AED2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166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Ruben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3BFC8-5E89-4C7D-855D-41961C7AED22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7187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3BFC8-5E89-4C7D-855D-41961C7AED22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91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sv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sv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sv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Page A | White and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D098-B447-79ED-27D6-0983AC947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689" y="1496321"/>
            <a:ext cx="11095036" cy="443198"/>
          </a:xfrm>
        </p:spPr>
        <p:txBody>
          <a:bodyPr wrap="square" anchor="b">
            <a:sp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E6154-9CAB-42A6-DF23-0071FD3E6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689" y="2071917"/>
            <a:ext cx="11095036" cy="249299"/>
          </a:xfrm>
        </p:spPr>
        <p:txBody>
          <a:bodyPr/>
          <a:lstStyle>
            <a:lvl1pPr marL="0" indent="0" algn="l">
              <a:buNone/>
              <a:defRPr sz="18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3" name="Graphic 11">
            <a:extLst>
              <a:ext uri="{FF2B5EF4-FFF2-40B4-BE49-F238E27FC236}">
                <a16:creationId xmlns:a16="http://schemas.microsoft.com/office/drawing/2014/main" id="{87F434DA-A3C6-3C69-F53B-85DC5D9AB9DA}"/>
              </a:ext>
            </a:extLst>
          </p:cNvPr>
          <p:cNvGrpSpPr/>
          <p:nvPr/>
        </p:nvGrpSpPr>
        <p:grpSpPr>
          <a:xfrm>
            <a:off x="54620" y="2993667"/>
            <a:ext cx="12098727" cy="3313413"/>
            <a:chOff x="54620" y="2826325"/>
            <a:chExt cx="12098727" cy="3313413"/>
          </a:xfrm>
          <a:solidFill>
            <a:schemeClr val="tx2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E09FB0B-3809-0792-1CF1-80286201DCFD}"/>
                </a:ext>
              </a:extLst>
            </p:cNvPr>
            <p:cNvSpPr/>
            <p:nvPr/>
          </p:nvSpPr>
          <p:spPr>
            <a:xfrm>
              <a:off x="2815353" y="3078059"/>
              <a:ext cx="1349074" cy="1346643"/>
            </a:xfrm>
            <a:custGeom>
              <a:avLst/>
              <a:gdLst>
                <a:gd name="connsiteX0" fmla="*/ 942410 w 1349074"/>
                <a:gd name="connsiteY0" fmla="*/ 1346644 h 1346643"/>
                <a:gd name="connsiteX1" fmla="*/ 654642 w 1349074"/>
                <a:gd name="connsiteY1" fmla="*/ 1227818 h 1346643"/>
                <a:gd name="connsiteX2" fmla="*/ 3343 w 1349074"/>
                <a:gd name="connsiteY2" fmla="*/ 577769 h 1346643"/>
                <a:gd name="connsiteX3" fmla="*/ 3343 w 1349074"/>
                <a:gd name="connsiteY3" fmla="*/ 560612 h 1346643"/>
                <a:gd name="connsiteX4" fmla="*/ 20532 w 1349074"/>
                <a:gd name="connsiteY4" fmla="*/ 560612 h 1346643"/>
                <a:gd name="connsiteX5" fmla="*/ 671831 w 1349074"/>
                <a:gd name="connsiteY5" fmla="*/ 1210661 h 1346643"/>
                <a:gd name="connsiteX6" fmla="*/ 942410 w 1349074"/>
                <a:gd name="connsiteY6" fmla="*/ 1322497 h 1346643"/>
                <a:gd name="connsiteX7" fmla="*/ 1212989 w 1349074"/>
                <a:gd name="connsiteY7" fmla="*/ 1210661 h 1346643"/>
                <a:gd name="connsiteX8" fmla="*/ 1213626 w 1349074"/>
                <a:gd name="connsiteY8" fmla="*/ 670542 h 1346643"/>
                <a:gd name="connsiteX9" fmla="*/ 561690 w 1349074"/>
                <a:gd name="connsiteY9" fmla="*/ 20493 h 1346643"/>
                <a:gd name="connsiteX10" fmla="*/ 561690 w 1349074"/>
                <a:gd name="connsiteY10" fmla="*/ 3336 h 1346643"/>
                <a:gd name="connsiteX11" fmla="*/ 578880 w 1349074"/>
                <a:gd name="connsiteY11" fmla="*/ 3336 h 1346643"/>
                <a:gd name="connsiteX12" fmla="*/ 1230179 w 1349074"/>
                <a:gd name="connsiteY12" fmla="*/ 653385 h 1346643"/>
                <a:gd name="connsiteX13" fmla="*/ 1230179 w 1349074"/>
                <a:gd name="connsiteY13" fmla="*/ 1227182 h 1346643"/>
                <a:gd name="connsiteX14" fmla="*/ 942410 w 1349074"/>
                <a:gd name="connsiteY14" fmla="*/ 1346644 h 1346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49074" h="1346643">
                  <a:moveTo>
                    <a:pt x="942410" y="1346644"/>
                  </a:moveTo>
                  <a:cubicBezTo>
                    <a:pt x="833542" y="1346644"/>
                    <a:pt x="731677" y="1304705"/>
                    <a:pt x="654642" y="1227818"/>
                  </a:cubicBezTo>
                  <a:lnTo>
                    <a:pt x="3343" y="577769"/>
                  </a:lnTo>
                  <a:cubicBezTo>
                    <a:pt x="-1114" y="573320"/>
                    <a:pt x="-1114" y="565060"/>
                    <a:pt x="3343" y="560612"/>
                  </a:cubicBezTo>
                  <a:cubicBezTo>
                    <a:pt x="7799" y="556164"/>
                    <a:pt x="16076" y="556164"/>
                    <a:pt x="20532" y="560612"/>
                  </a:cubicBezTo>
                  <a:lnTo>
                    <a:pt x="671831" y="1210661"/>
                  </a:lnTo>
                  <a:cubicBezTo>
                    <a:pt x="743774" y="1282465"/>
                    <a:pt x="839909" y="1322497"/>
                    <a:pt x="942410" y="1322497"/>
                  </a:cubicBezTo>
                  <a:cubicBezTo>
                    <a:pt x="1044912" y="1322497"/>
                    <a:pt x="1140410" y="1283100"/>
                    <a:pt x="1212989" y="1210661"/>
                  </a:cubicBezTo>
                  <a:cubicBezTo>
                    <a:pt x="1362603" y="1061334"/>
                    <a:pt x="1362603" y="819233"/>
                    <a:pt x="1213626" y="670542"/>
                  </a:cubicBezTo>
                  <a:lnTo>
                    <a:pt x="561690" y="20493"/>
                  </a:lnTo>
                  <a:cubicBezTo>
                    <a:pt x="557233" y="16045"/>
                    <a:pt x="557233" y="7784"/>
                    <a:pt x="561690" y="3336"/>
                  </a:cubicBezTo>
                  <a:cubicBezTo>
                    <a:pt x="566146" y="-1112"/>
                    <a:pt x="574423" y="-1112"/>
                    <a:pt x="578880" y="3336"/>
                  </a:cubicBezTo>
                  <a:lnTo>
                    <a:pt x="1230179" y="653385"/>
                  </a:lnTo>
                  <a:cubicBezTo>
                    <a:pt x="1388706" y="811608"/>
                    <a:pt x="1388706" y="1068959"/>
                    <a:pt x="1230179" y="1227182"/>
                  </a:cubicBezTo>
                  <a:cubicBezTo>
                    <a:pt x="1153144" y="1304070"/>
                    <a:pt x="1050642" y="1346644"/>
                    <a:pt x="942410" y="1346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9917970-6276-98FC-FC58-7552DF704EE6}"/>
                </a:ext>
              </a:extLst>
            </p:cNvPr>
            <p:cNvSpPr/>
            <p:nvPr/>
          </p:nvSpPr>
          <p:spPr>
            <a:xfrm>
              <a:off x="2815990" y="3077423"/>
              <a:ext cx="666841" cy="666093"/>
            </a:xfrm>
            <a:custGeom>
              <a:avLst/>
              <a:gdLst>
                <a:gd name="connsiteX0" fmla="*/ 227445 w 666841"/>
                <a:gd name="connsiteY0" fmla="*/ 666094 h 666093"/>
                <a:gd name="connsiteX1" fmla="*/ 3343 w 666841"/>
                <a:gd name="connsiteY1" fmla="*/ 577769 h 666093"/>
                <a:gd name="connsiteX2" fmla="*/ 3343 w 666841"/>
                <a:gd name="connsiteY2" fmla="*/ 560612 h 666093"/>
                <a:gd name="connsiteX3" fmla="*/ 20532 w 666841"/>
                <a:gd name="connsiteY3" fmla="*/ 560612 h 666093"/>
                <a:gd name="connsiteX4" fmla="*/ 515851 w 666841"/>
                <a:gd name="connsiteY4" fmla="*/ 515496 h 666093"/>
                <a:gd name="connsiteX5" fmla="*/ 639362 w 666841"/>
                <a:gd name="connsiteY5" fmla="*/ 274031 h 666093"/>
                <a:gd name="connsiteX6" fmla="*/ 561053 w 666841"/>
                <a:gd name="connsiteY6" fmla="*/ 20493 h 666093"/>
                <a:gd name="connsiteX7" fmla="*/ 561053 w 666841"/>
                <a:gd name="connsiteY7" fmla="*/ 3336 h 666093"/>
                <a:gd name="connsiteX8" fmla="*/ 578243 w 666841"/>
                <a:gd name="connsiteY8" fmla="*/ 3336 h 666093"/>
                <a:gd name="connsiteX9" fmla="*/ 663555 w 666841"/>
                <a:gd name="connsiteY9" fmla="*/ 277208 h 666093"/>
                <a:gd name="connsiteX10" fmla="*/ 533040 w 666841"/>
                <a:gd name="connsiteY10" fmla="*/ 532653 h 666093"/>
                <a:gd name="connsiteX11" fmla="*/ 227445 w 666841"/>
                <a:gd name="connsiteY11" fmla="*/ 666094 h 666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6841" h="666093">
                  <a:moveTo>
                    <a:pt x="227445" y="666094"/>
                  </a:moveTo>
                  <a:cubicBezTo>
                    <a:pt x="142770" y="666094"/>
                    <a:pt x="63188" y="636864"/>
                    <a:pt x="3343" y="577769"/>
                  </a:cubicBezTo>
                  <a:cubicBezTo>
                    <a:pt x="-1114" y="573321"/>
                    <a:pt x="-1114" y="565060"/>
                    <a:pt x="3343" y="560612"/>
                  </a:cubicBezTo>
                  <a:cubicBezTo>
                    <a:pt x="7799" y="556164"/>
                    <a:pt x="16076" y="556164"/>
                    <a:pt x="20532" y="560612"/>
                  </a:cubicBezTo>
                  <a:cubicBezTo>
                    <a:pt x="144680" y="684522"/>
                    <a:pt x="366873" y="664188"/>
                    <a:pt x="515851" y="515496"/>
                  </a:cubicBezTo>
                  <a:cubicBezTo>
                    <a:pt x="583973" y="447505"/>
                    <a:pt x="627266" y="362356"/>
                    <a:pt x="639362" y="274031"/>
                  </a:cubicBezTo>
                  <a:cubicBezTo>
                    <a:pt x="652732" y="176174"/>
                    <a:pt x="624082" y="83401"/>
                    <a:pt x="561053" y="20493"/>
                  </a:cubicBezTo>
                  <a:cubicBezTo>
                    <a:pt x="556596" y="16045"/>
                    <a:pt x="556596" y="7784"/>
                    <a:pt x="561053" y="3336"/>
                  </a:cubicBezTo>
                  <a:cubicBezTo>
                    <a:pt x="565510" y="-1112"/>
                    <a:pt x="573786" y="-1112"/>
                    <a:pt x="578243" y="3336"/>
                  </a:cubicBezTo>
                  <a:cubicBezTo>
                    <a:pt x="646365" y="71327"/>
                    <a:pt x="677561" y="171091"/>
                    <a:pt x="663555" y="277208"/>
                  </a:cubicBezTo>
                  <a:cubicBezTo>
                    <a:pt x="650822" y="370617"/>
                    <a:pt x="604983" y="460849"/>
                    <a:pt x="533040" y="532653"/>
                  </a:cubicBezTo>
                  <a:cubicBezTo>
                    <a:pt x="445182" y="620978"/>
                    <a:pt x="333130" y="666094"/>
                    <a:pt x="227445" y="6660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0685573-621B-14C1-901A-51AF9E0A6519}"/>
                </a:ext>
              </a:extLst>
            </p:cNvPr>
            <p:cNvSpPr/>
            <p:nvPr/>
          </p:nvSpPr>
          <p:spPr>
            <a:xfrm>
              <a:off x="2774766" y="3036914"/>
              <a:ext cx="621535" cy="620819"/>
            </a:xfrm>
            <a:custGeom>
              <a:avLst/>
              <a:gdLst>
                <a:gd name="connsiteX0" fmla="*/ 52206 w 621535"/>
                <a:gd name="connsiteY0" fmla="*/ 620819 h 620819"/>
                <a:gd name="connsiteX1" fmla="*/ 43293 w 621535"/>
                <a:gd name="connsiteY1" fmla="*/ 617007 h 620819"/>
                <a:gd name="connsiteX2" fmla="*/ 0 w 621535"/>
                <a:gd name="connsiteY2" fmla="*/ 513431 h 620819"/>
                <a:gd name="connsiteX3" fmla="*/ 43293 w 621535"/>
                <a:gd name="connsiteY3" fmla="*/ 409855 h 620819"/>
                <a:gd name="connsiteX4" fmla="*/ 189723 w 621535"/>
                <a:gd name="connsiteY4" fmla="*/ 373000 h 620819"/>
                <a:gd name="connsiteX5" fmla="*/ 226649 w 621535"/>
                <a:gd name="connsiteY5" fmla="*/ 226850 h 620819"/>
                <a:gd name="connsiteX6" fmla="*/ 374354 w 621535"/>
                <a:gd name="connsiteY6" fmla="*/ 190630 h 620819"/>
                <a:gd name="connsiteX7" fmla="*/ 410643 w 621535"/>
                <a:gd name="connsiteY7" fmla="*/ 43210 h 620819"/>
                <a:gd name="connsiteX8" fmla="*/ 514418 w 621535"/>
                <a:gd name="connsiteY8" fmla="*/ 0 h 620819"/>
                <a:gd name="connsiteX9" fmla="*/ 618193 w 621535"/>
                <a:gd name="connsiteY9" fmla="*/ 43210 h 620819"/>
                <a:gd name="connsiteX10" fmla="*/ 618193 w 621535"/>
                <a:gd name="connsiteY10" fmla="*/ 60366 h 620819"/>
                <a:gd name="connsiteX11" fmla="*/ 601003 w 621535"/>
                <a:gd name="connsiteY11" fmla="*/ 60366 h 620819"/>
                <a:gd name="connsiteX12" fmla="*/ 427833 w 621535"/>
                <a:gd name="connsiteY12" fmla="*/ 60366 h 620819"/>
                <a:gd name="connsiteX13" fmla="*/ 408096 w 621535"/>
                <a:gd name="connsiteY13" fmla="*/ 207787 h 620819"/>
                <a:gd name="connsiteX14" fmla="*/ 406187 w 621535"/>
                <a:gd name="connsiteY14" fmla="*/ 222402 h 620819"/>
                <a:gd name="connsiteX15" fmla="*/ 391544 w 621535"/>
                <a:gd name="connsiteY15" fmla="*/ 224308 h 620819"/>
                <a:gd name="connsiteX16" fmla="*/ 243839 w 621535"/>
                <a:gd name="connsiteY16" fmla="*/ 244007 h 620819"/>
                <a:gd name="connsiteX17" fmla="*/ 223466 w 621535"/>
                <a:gd name="connsiteY17" fmla="*/ 390157 h 620819"/>
                <a:gd name="connsiteX18" fmla="*/ 221556 w 621535"/>
                <a:gd name="connsiteY18" fmla="*/ 404772 h 620819"/>
                <a:gd name="connsiteX19" fmla="*/ 206913 w 621535"/>
                <a:gd name="connsiteY19" fmla="*/ 406678 h 620819"/>
                <a:gd name="connsiteX20" fmla="*/ 60482 w 621535"/>
                <a:gd name="connsiteY20" fmla="*/ 427012 h 620819"/>
                <a:gd name="connsiteX21" fmla="*/ 60482 w 621535"/>
                <a:gd name="connsiteY21" fmla="*/ 599850 h 620819"/>
                <a:gd name="connsiteX22" fmla="*/ 60482 w 621535"/>
                <a:gd name="connsiteY22" fmla="*/ 617007 h 620819"/>
                <a:gd name="connsiteX23" fmla="*/ 52206 w 621535"/>
                <a:gd name="connsiteY23" fmla="*/ 620819 h 620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1535" h="620819">
                  <a:moveTo>
                    <a:pt x="52206" y="620819"/>
                  </a:moveTo>
                  <a:cubicBezTo>
                    <a:pt x="49022" y="620819"/>
                    <a:pt x="45839" y="619548"/>
                    <a:pt x="43293" y="617007"/>
                  </a:cubicBezTo>
                  <a:cubicBezTo>
                    <a:pt x="15280" y="589047"/>
                    <a:pt x="0" y="552192"/>
                    <a:pt x="0" y="513431"/>
                  </a:cubicBezTo>
                  <a:cubicBezTo>
                    <a:pt x="0" y="474669"/>
                    <a:pt x="15280" y="437179"/>
                    <a:pt x="43293" y="409855"/>
                  </a:cubicBezTo>
                  <a:cubicBezTo>
                    <a:pt x="82129" y="371094"/>
                    <a:pt x="138791" y="357749"/>
                    <a:pt x="189723" y="373000"/>
                  </a:cubicBezTo>
                  <a:cubicBezTo>
                    <a:pt x="174444" y="322165"/>
                    <a:pt x="187814" y="264976"/>
                    <a:pt x="226649" y="226850"/>
                  </a:cubicBezTo>
                  <a:cubicBezTo>
                    <a:pt x="265485" y="188089"/>
                    <a:pt x="322785" y="174744"/>
                    <a:pt x="374354" y="190630"/>
                  </a:cubicBezTo>
                  <a:cubicBezTo>
                    <a:pt x="358437" y="139160"/>
                    <a:pt x="371807" y="82606"/>
                    <a:pt x="410643" y="43210"/>
                  </a:cubicBezTo>
                  <a:cubicBezTo>
                    <a:pt x="438656" y="15250"/>
                    <a:pt x="475582" y="0"/>
                    <a:pt x="514418" y="0"/>
                  </a:cubicBezTo>
                  <a:cubicBezTo>
                    <a:pt x="553254" y="0"/>
                    <a:pt x="590817" y="15250"/>
                    <a:pt x="618193" y="43210"/>
                  </a:cubicBezTo>
                  <a:cubicBezTo>
                    <a:pt x="622650" y="47658"/>
                    <a:pt x="622650" y="55918"/>
                    <a:pt x="618193" y="60366"/>
                  </a:cubicBezTo>
                  <a:cubicBezTo>
                    <a:pt x="613736" y="64814"/>
                    <a:pt x="605460" y="64814"/>
                    <a:pt x="601003" y="60366"/>
                  </a:cubicBezTo>
                  <a:cubicBezTo>
                    <a:pt x="553254" y="12709"/>
                    <a:pt x="475582" y="12709"/>
                    <a:pt x="427833" y="60366"/>
                  </a:cubicBezTo>
                  <a:cubicBezTo>
                    <a:pt x="388997" y="99128"/>
                    <a:pt x="380720" y="160129"/>
                    <a:pt x="408096" y="207787"/>
                  </a:cubicBezTo>
                  <a:cubicBezTo>
                    <a:pt x="410643" y="212870"/>
                    <a:pt x="410007" y="218589"/>
                    <a:pt x="406187" y="222402"/>
                  </a:cubicBezTo>
                  <a:cubicBezTo>
                    <a:pt x="402367" y="226215"/>
                    <a:pt x="396000" y="226850"/>
                    <a:pt x="391544" y="224308"/>
                  </a:cubicBezTo>
                  <a:cubicBezTo>
                    <a:pt x="343794" y="196985"/>
                    <a:pt x="282675" y="204610"/>
                    <a:pt x="243839" y="244007"/>
                  </a:cubicBezTo>
                  <a:cubicBezTo>
                    <a:pt x="205640" y="282133"/>
                    <a:pt x="196727" y="342499"/>
                    <a:pt x="223466" y="390157"/>
                  </a:cubicBezTo>
                  <a:cubicBezTo>
                    <a:pt x="226013" y="395240"/>
                    <a:pt x="225376" y="400959"/>
                    <a:pt x="221556" y="404772"/>
                  </a:cubicBezTo>
                  <a:cubicBezTo>
                    <a:pt x="217736" y="408584"/>
                    <a:pt x="212006" y="409220"/>
                    <a:pt x="206913" y="406678"/>
                  </a:cubicBezTo>
                  <a:cubicBezTo>
                    <a:pt x="159164" y="379990"/>
                    <a:pt x="99318" y="388886"/>
                    <a:pt x="60482" y="427012"/>
                  </a:cubicBezTo>
                  <a:cubicBezTo>
                    <a:pt x="12733" y="474669"/>
                    <a:pt x="12733" y="552192"/>
                    <a:pt x="60482" y="599850"/>
                  </a:cubicBezTo>
                  <a:cubicBezTo>
                    <a:pt x="64939" y="604298"/>
                    <a:pt x="64939" y="612559"/>
                    <a:pt x="60482" y="617007"/>
                  </a:cubicBezTo>
                  <a:cubicBezTo>
                    <a:pt x="58572" y="619548"/>
                    <a:pt x="55389" y="620819"/>
                    <a:pt x="52206" y="6208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6C6D531D-7DAD-4913-F66E-D8736661052D}"/>
                </a:ext>
              </a:extLst>
            </p:cNvPr>
            <p:cNvSpPr/>
            <p:nvPr/>
          </p:nvSpPr>
          <p:spPr>
            <a:xfrm>
              <a:off x="3166143" y="3257556"/>
              <a:ext cx="315586" cy="457366"/>
            </a:xfrm>
            <a:custGeom>
              <a:avLst/>
              <a:gdLst>
                <a:gd name="connsiteX0" fmla="*/ 22450 w 315586"/>
                <a:gd name="connsiteY0" fmla="*/ 457366 h 457366"/>
                <a:gd name="connsiteX1" fmla="*/ 10990 w 315586"/>
                <a:gd name="connsiteY1" fmla="*/ 448470 h 457366"/>
                <a:gd name="connsiteX2" fmla="*/ 45370 w 315586"/>
                <a:gd name="connsiteY2" fmla="*/ 177140 h 457366"/>
                <a:gd name="connsiteX3" fmla="*/ 300669 w 315586"/>
                <a:gd name="connsiteY3" fmla="*/ 489 h 457366"/>
                <a:gd name="connsiteX4" fmla="*/ 315312 w 315586"/>
                <a:gd name="connsiteY4" fmla="*/ 9385 h 457366"/>
                <a:gd name="connsiteX5" fmla="*/ 306399 w 315586"/>
                <a:gd name="connsiteY5" fmla="*/ 24000 h 457366"/>
                <a:gd name="connsiteX6" fmla="*/ 66379 w 315586"/>
                <a:gd name="connsiteY6" fmla="*/ 189213 h 457366"/>
                <a:gd name="connsiteX7" fmla="*/ 34547 w 315586"/>
                <a:gd name="connsiteY7" fmla="*/ 442116 h 457366"/>
                <a:gd name="connsiteX8" fmla="*/ 26270 w 315586"/>
                <a:gd name="connsiteY8" fmla="*/ 457366 h 457366"/>
                <a:gd name="connsiteX9" fmla="*/ 22450 w 315586"/>
                <a:gd name="connsiteY9" fmla="*/ 457366 h 457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86" h="457366">
                  <a:moveTo>
                    <a:pt x="22450" y="457366"/>
                  </a:moveTo>
                  <a:cubicBezTo>
                    <a:pt x="17357" y="457366"/>
                    <a:pt x="12264" y="453554"/>
                    <a:pt x="10990" y="448470"/>
                  </a:cubicBezTo>
                  <a:cubicBezTo>
                    <a:pt x="9080" y="442751"/>
                    <a:pt x="-27846" y="304862"/>
                    <a:pt x="45370" y="177140"/>
                  </a:cubicBezTo>
                  <a:cubicBezTo>
                    <a:pt x="93756" y="91992"/>
                    <a:pt x="179704" y="32896"/>
                    <a:pt x="300669" y="489"/>
                  </a:cubicBezTo>
                  <a:cubicBezTo>
                    <a:pt x="307036" y="-1417"/>
                    <a:pt x="314039" y="2395"/>
                    <a:pt x="315312" y="9385"/>
                  </a:cubicBezTo>
                  <a:cubicBezTo>
                    <a:pt x="316585" y="16375"/>
                    <a:pt x="313402" y="22729"/>
                    <a:pt x="306399" y="24000"/>
                  </a:cubicBezTo>
                  <a:cubicBezTo>
                    <a:pt x="192438" y="54501"/>
                    <a:pt x="111582" y="109784"/>
                    <a:pt x="66379" y="189213"/>
                  </a:cubicBezTo>
                  <a:cubicBezTo>
                    <a:pt x="-1743" y="308039"/>
                    <a:pt x="33910" y="440845"/>
                    <a:pt x="34547" y="442116"/>
                  </a:cubicBezTo>
                  <a:cubicBezTo>
                    <a:pt x="36457" y="448470"/>
                    <a:pt x="32637" y="455460"/>
                    <a:pt x="26270" y="457366"/>
                  </a:cubicBezTo>
                  <a:cubicBezTo>
                    <a:pt x="24360" y="457366"/>
                    <a:pt x="23723" y="457366"/>
                    <a:pt x="22450" y="4573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BF21F5F-1B95-F075-2D56-ED04F1E83E86}"/>
                </a:ext>
              </a:extLst>
            </p:cNvPr>
            <p:cNvSpPr/>
            <p:nvPr/>
          </p:nvSpPr>
          <p:spPr>
            <a:xfrm>
              <a:off x="2888485" y="3515604"/>
              <a:ext cx="309818" cy="195505"/>
            </a:xfrm>
            <a:custGeom>
              <a:avLst/>
              <a:gdLst>
                <a:gd name="connsiteX0" fmla="*/ 12339 w 309818"/>
                <a:gd name="connsiteY0" fmla="*/ 195506 h 195505"/>
                <a:gd name="connsiteX1" fmla="*/ 7882 w 309818"/>
                <a:gd name="connsiteY1" fmla="*/ 194870 h 195505"/>
                <a:gd name="connsiteX2" fmla="*/ 879 w 309818"/>
                <a:gd name="connsiteY2" fmla="*/ 178984 h 195505"/>
                <a:gd name="connsiteX3" fmla="*/ 301381 w 309818"/>
                <a:gd name="connsiteY3" fmla="*/ 9959 h 195505"/>
                <a:gd name="connsiteX4" fmla="*/ 309021 w 309818"/>
                <a:gd name="connsiteY4" fmla="*/ 25209 h 195505"/>
                <a:gd name="connsiteX5" fmla="*/ 293741 w 309818"/>
                <a:gd name="connsiteY5" fmla="*/ 32835 h 195505"/>
                <a:gd name="connsiteX6" fmla="*/ 23799 w 309818"/>
                <a:gd name="connsiteY6" fmla="*/ 187245 h 195505"/>
                <a:gd name="connsiteX7" fmla="*/ 12339 w 309818"/>
                <a:gd name="connsiteY7" fmla="*/ 195506 h 19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9818" h="195505">
                  <a:moveTo>
                    <a:pt x="12339" y="195506"/>
                  </a:moveTo>
                  <a:cubicBezTo>
                    <a:pt x="11066" y="195506"/>
                    <a:pt x="9792" y="195506"/>
                    <a:pt x="7882" y="194870"/>
                  </a:cubicBezTo>
                  <a:cubicBezTo>
                    <a:pt x="1516" y="192329"/>
                    <a:pt x="-1668" y="185339"/>
                    <a:pt x="879" y="178984"/>
                  </a:cubicBezTo>
                  <a:cubicBezTo>
                    <a:pt x="70911" y="-9104"/>
                    <a:pt x="228165" y="-13552"/>
                    <a:pt x="301381" y="9959"/>
                  </a:cubicBezTo>
                  <a:cubicBezTo>
                    <a:pt x="307747" y="11865"/>
                    <a:pt x="311567" y="18855"/>
                    <a:pt x="309021" y="25209"/>
                  </a:cubicBezTo>
                  <a:cubicBezTo>
                    <a:pt x="307111" y="31564"/>
                    <a:pt x="300108" y="35376"/>
                    <a:pt x="293741" y="32835"/>
                  </a:cubicBezTo>
                  <a:cubicBezTo>
                    <a:pt x="286101" y="30293"/>
                    <a:pt x="102744" y="-25625"/>
                    <a:pt x="23799" y="187245"/>
                  </a:cubicBezTo>
                  <a:cubicBezTo>
                    <a:pt x="21889" y="192329"/>
                    <a:pt x="17432" y="195506"/>
                    <a:pt x="12339" y="19550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0CFB817-16F7-044B-D553-C43968BBCA69}"/>
                </a:ext>
              </a:extLst>
            </p:cNvPr>
            <p:cNvSpPr/>
            <p:nvPr/>
          </p:nvSpPr>
          <p:spPr>
            <a:xfrm>
              <a:off x="3243328" y="3378536"/>
              <a:ext cx="147963" cy="211841"/>
            </a:xfrm>
            <a:custGeom>
              <a:avLst/>
              <a:gdLst>
                <a:gd name="connsiteX0" fmla="*/ 12114 w 147963"/>
                <a:gd name="connsiteY0" fmla="*/ 211842 h 211841"/>
                <a:gd name="connsiteX1" fmla="*/ 17 w 147963"/>
                <a:gd name="connsiteY1" fmla="*/ 200404 h 211841"/>
                <a:gd name="connsiteX2" fmla="*/ 131168 w 147963"/>
                <a:gd name="connsiteY2" fmla="*/ 877 h 211841"/>
                <a:gd name="connsiteX3" fmla="*/ 147085 w 147963"/>
                <a:gd name="connsiteY3" fmla="*/ 7867 h 211841"/>
                <a:gd name="connsiteX4" fmla="*/ 140081 w 147963"/>
                <a:gd name="connsiteY4" fmla="*/ 23753 h 211841"/>
                <a:gd name="connsiteX5" fmla="*/ 24210 w 147963"/>
                <a:gd name="connsiteY5" fmla="*/ 199133 h 211841"/>
                <a:gd name="connsiteX6" fmla="*/ 12114 w 147963"/>
                <a:gd name="connsiteY6" fmla="*/ 211842 h 211841"/>
                <a:gd name="connsiteX7" fmla="*/ 12114 w 147963"/>
                <a:gd name="connsiteY7" fmla="*/ 211842 h 211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7963" h="211841">
                  <a:moveTo>
                    <a:pt x="12114" y="211842"/>
                  </a:moveTo>
                  <a:cubicBezTo>
                    <a:pt x="5747" y="211842"/>
                    <a:pt x="17" y="206758"/>
                    <a:pt x="17" y="200404"/>
                  </a:cubicBezTo>
                  <a:cubicBezTo>
                    <a:pt x="17" y="199133"/>
                    <a:pt x="-4440" y="55525"/>
                    <a:pt x="131168" y="877"/>
                  </a:cubicBezTo>
                  <a:cubicBezTo>
                    <a:pt x="137535" y="-1664"/>
                    <a:pt x="144538" y="1513"/>
                    <a:pt x="147085" y="7867"/>
                  </a:cubicBezTo>
                  <a:cubicBezTo>
                    <a:pt x="149631" y="14222"/>
                    <a:pt x="146448" y="21211"/>
                    <a:pt x="140081" y="23753"/>
                  </a:cubicBezTo>
                  <a:cubicBezTo>
                    <a:pt x="19753" y="72046"/>
                    <a:pt x="24210" y="197862"/>
                    <a:pt x="24210" y="199133"/>
                  </a:cubicBezTo>
                  <a:cubicBezTo>
                    <a:pt x="24210" y="206123"/>
                    <a:pt x="19117" y="211206"/>
                    <a:pt x="12114" y="211842"/>
                  </a:cubicBezTo>
                  <a:lnTo>
                    <a:pt x="12114" y="2118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049BC44-613E-161C-8E52-BBDB172AE751}"/>
                </a:ext>
              </a:extLst>
            </p:cNvPr>
            <p:cNvSpPr/>
            <p:nvPr/>
          </p:nvSpPr>
          <p:spPr>
            <a:xfrm>
              <a:off x="4724682" y="3964648"/>
              <a:ext cx="637454" cy="688810"/>
            </a:xfrm>
            <a:custGeom>
              <a:avLst/>
              <a:gdLst>
                <a:gd name="connsiteX0" fmla="*/ 26265 w 637454"/>
                <a:gd name="connsiteY0" fmla="*/ 24147 h 688810"/>
                <a:gd name="connsiteX1" fmla="*/ 91204 w 637454"/>
                <a:gd name="connsiteY1" fmla="*/ 554734 h 688810"/>
                <a:gd name="connsiteX2" fmla="*/ 221718 w 637454"/>
                <a:gd name="connsiteY2" fmla="*/ 664029 h 688810"/>
                <a:gd name="connsiteX3" fmla="*/ 416535 w 637454"/>
                <a:gd name="connsiteY3" fmla="*/ 664029 h 688810"/>
                <a:gd name="connsiteX4" fmla="*/ 547050 w 637454"/>
                <a:gd name="connsiteY4" fmla="*/ 554734 h 688810"/>
                <a:gd name="connsiteX5" fmla="*/ 611989 w 637454"/>
                <a:gd name="connsiteY5" fmla="*/ 24147 h 688810"/>
                <a:gd name="connsiteX6" fmla="*/ 26265 w 637454"/>
                <a:gd name="connsiteY6" fmla="*/ 24147 h 688810"/>
                <a:gd name="connsiteX7" fmla="*/ 221718 w 637454"/>
                <a:gd name="connsiteY7" fmla="*/ 688811 h 688810"/>
                <a:gd name="connsiteX8" fmla="*/ 67011 w 637454"/>
                <a:gd name="connsiteY8" fmla="*/ 557911 h 688810"/>
                <a:gd name="connsiteX9" fmla="*/ 162 w 637454"/>
                <a:gd name="connsiteY9" fmla="*/ 13344 h 688810"/>
                <a:gd name="connsiteX10" fmla="*/ 3345 w 637454"/>
                <a:gd name="connsiteY10" fmla="*/ 3813 h 688810"/>
                <a:gd name="connsiteX11" fmla="*/ 12259 w 637454"/>
                <a:gd name="connsiteY11" fmla="*/ 0 h 688810"/>
                <a:gd name="connsiteX12" fmla="*/ 625359 w 637454"/>
                <a:gd name="connsiteY12" fmla="*/ 0 h 688810"/>
                <a:gd name="connsiteX13" fmla="*/ 634272 w 637454"/>
                <a:gd name="connsiteY13" fmla="*/ 3813 h 688810"/>
                <a:gd name="connsiteX14" fmla="*/ 637455 w 637454"/>
                <a:gd name="connsiteY14" fmla="*/ 13344 h 688810"/>
                <a:gd name="connsiteX15" fmla="*/ 570606 w 637454"/>
                <a:gd name="connsiteY15" fmla="*/ 557911 h 688810"/>
                <a:gd name="connsiteX16" fmla="*/ 415899 w 637454"/>
                <a:gd name="connsiteY16" fmla="*/ 688811 h 688810"/>
                <a:gd name="connsiteX17" fmla="*/ 221718 w 637454"/>
                <a:gd name="connsiteY17" fmla="*/ 688811 h 688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7454" h="688810">
                  <a:moveTo>
                    <a:pt x="26265" y="24147"/>
                  </a:moveTo>
                  <a:lnTo>
                    <a:pt x="91204" y="554734"/>
                  </a:lnTo>
                  <a:cubicBezTo>
                    <a:pt x="98844" y="617007"/>
                    <a:pt x="154870" y="664029"/>
                    <a:pt x="221718" y="664029"/>
                  </a:cubicBezTo>
                  <a:lnTo>
                    <a:pt x="416535" y="664029"/>
                  </a:lnTo>
                  <a:cubicBezTo>
                    <a:pt x="483384" y="664029"/>
                    <a:pt x="539410" y="617007"/>
                    <a:pt x="547050" y="554734"/>
                  </a:cubicBezTo>
                  <a:lnTo>
                    <a:pt x="611989" y="24147"/>
                  </a:lnTo>
                  <a:lnTo>
                    <a:pt x="26265" y="24147"/>
                  </a:lnTo>
                  <a:close/>
                  <a:moveTo>
                    <a:pt x="221718" y="688811"/>
                  </a:moveTo>
                  <a:cubicBezTo>
                    <a:pt x="142773" y="688811"/>
                    <a:pt x="75924" y="632892"/>
                    <a:pt x="67011" y="557911"/>
                  </a:cubicBezTo>
                  <a:lnTo>
                    <a:pt x="162" y="13344"/>
                  </a:lnTo>
                  <a:cubicBezTo>
                    <a:pt x="-474" y="10167"/>
                    <a:pt x="799" y="6354"/>
                    <a:pt x="3345" y="3813"/>
                  </a:cubicBezTo>
                  <a:cubicBezTo>
                    <a:pt x="5892" y="1271"/>
                    <a:pt x="9076" y="0"/>
                    <a:pt x="12259" y="0"/>
                  </a:cubicBezTo>
                  <a:lnTo>
                    <a:pt x="625359" y="0"/>
                  </a:lnTo>
                  <a:cubicBezTo>
                    <a:pt x="628542" y="0"/>
                    <a:pt x="632362" y="1271"/>
                    <a:pt x="634272" y="3813"/>
                  </a:cubicBezTo>
                  <a:cubicBezTo>
                    <a:pt x="636818" y="6354"/>
                    <a:pt x="637455" y="10167"/>
                    <a:pt x="637455" y="13344"/>
                  </a:cubicBezTo>
                  <a:lnTo>
                    <a:pt x="570606" y="557911"/>
                  </a:lnTo>
                  <a:cubicBezTo>
                    <a:pt x="561693" y="632257"/>
                    <a:pt x="494844" y="688811"/>
                    <a:pt x="415899" y="688811"/>
                  </a:cubicBezTo>
                  <a:lnTo>
                    <a:pt x="221718" y="68881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65DA89D-EAC2-3B8A-BDE9-95D0B6B1A778}"/>
                </a:ext>
              </a:extLst>
            </p:cNvPr>
            <p:cNvSpPr/>
            <p:nvPr/>
          </p:nvSpPr>
          <p:spPr>
            <a:xfrm>
              <a:off x="4613996" y="3704120"/>
              <a:ext cx="860819" cy="284674"/>
            </a:xfrm>
            <a:custGeom>
              <a:avLst/>
              <a:gdLst>
                <a:gd name="connsiteX0" fmla="*/ 429813 w 860819"/>
                <a:gd name="connsiteY0" fmla="*/ 260528 h 284674"/>
                <a:gd name="connsiteX1" fmla="*/ 788250 w 860819"/>
                <a:gd name="connsiteY1" fmla="*/ 260528 h 284674"/>
                <a:gd name="connsiteX2" fmla="*/ 788887 w 860819"/>
                <a:gd name="connsiteY2" fmla="*/ 258622 h 284674"/>
                <a:gd name="connsiteX3" fmla="*/ 835363 w 860819"/>
                <a:gd name="connsiteY3" fmla="*/ 32407 h 284674"/>
                <a:gd name="connsiteX4" fmla="*/ 834726 w 860819"/>
                <a:gd name="connsiteY4" fmla="*/ 24147 h 284674"/>
                <a:gd name="connsiteX5" fmla="*/ 25536 w 860819"/>
                <a:gd name="connsiteY5" fmla="*/ 24147 h 284674"/>
                <a:gd name="connsiteX6" fmla="*/ 24899 w 860819"/>
                <a:gd name="connsiteY6" fmla="*/ 32407 h 284674"/>
                <a:gd name="connsiteX7" fmla="*/ 71375 w 860819"/>
                <a:gd name="connsiteY7" fmla="*/ 258622 h 284674"/>
                <a:gd name="connsiteX8" fmla="*/ 72012 w 860819"/>
                <a:gd name="connsiteY8" fmla="*/ 260528 h 284674"/>
                <a:gd name="connsiteX9" fmla="*/ 429813 w 860819"/>
                <a:gd name="connsiteY9" fmla="*/ 260528 h 284674"/>
                <a:gd name="connsiteX10" fmla="*/ 790797 w 860819"/>
                <a:gd name="connsiteY10" fmla="*/ 284675 h 284674"/>
                <a:gd name="connsiteX11" fmla="*/ 68829 w 860819"/>
                <a:gd name="connsiteY11" fmla="*/ 284675 h 284674"/>
                <a:gd name="connsiteX12" fmla="*/ 47182 w 860819"/>
                <a:gd name="connsiteY12" fmla="*/ 263070 h 284674"/>
                <a:gd name="connsiteX13" fmla="*/ 707 w 860819"/>
                <a:gd name="connsiteY13" fmla="*/ 36855 h 284674"/>
                <a:gd name="connsiteX14" fmla="*/ 7073 w 860819"/>
                <a:gd name="connsiteY14" fmla="*/ 7625 h 284674"/>
                <a:gd name="connsiteX15" fmla="*/ 22990 w 860819"/>
                <a:gd name="connsiteY15" fmla="*/ 0 h 284674"/>
                <a:gd name="connsiteX16" fmla="*/ 837909 w 860819"/>
                <a:gd name="connsiteY16" fmla="*/ 0 h 284674"/>
                <a:gd name="connsiteX17" fmla="*/ 853826 w 860819"/>
                <a:gd name="connsiteY17" fmla="*/ 7625 h 284674"/>
                <a:gd name="connsiteX18" fmla="*/ 860192 w 860819"/>
                <a:gd name="connsiteY18" fmla="*/ 36855 h 284674"/>
                <a:gd name="connsiteX19" fmla="*/ 813717 w 860819"/>
                <a:gd name="connsiteY19" fmla="*/ 263070 h 284674"/>
                <a:gd name="connsiteX20" fmla="*/ 790797 w 860819"/>
                <a:gd name="connsiteY20" fmla="*/ 284675 h 284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60819" h="284674">
                  <a:moveTo>
                    <a:pt x="429813" y="260528"/>
                  </a:moveTo>
                  <a:lnTo>
                    <a:pt x="788250" y="260528"/>
                  </a:lnTo>
                  <a:cubicBezTo>
                    <a:pt x="788250" y="259893"/>
                    <a:pt x="788887" y="259257"/>
                    <a:pt x="788887" y="258622"/>
                  </a:cubicBezTo>
                  <a:lnTo>
                    <a:pt x="835363" y="32407"/>
                  </a:lnTo>
                  <a:cubicBezTo>
                    <a:pt x="835999" y="29230"/>
                    <a:pt x="835363" y="26053"/>
                    <a:pt x="834726" y="24147"/>
                  </a:cubicBezTo>
                  <a:lnTo>
                    <a:pt x="25536" y="24147"/>
                  </a:lnTo>
                  <a:cubicBezTo>
                    <a:pt x="24899" y="26053"/>
                    <a:pt x="24263" y="28595"/>
                    <a:pt x="24899" y="32407"/>
                  </a:cubicBezTo>
                  <a:lnTo>
                    <a:pt x="71375" y="258622"/>
                  </a:lnTo>
                  <a:cubicBezTo>
                    <a:pt x="71375" y="259257"/>
                    <a:pt x="72012" y="259893"/>
                    <a:pt x="72012" y="260528"/>
                  </a:cubicBezTo>
                  <a:lnTo>
                    <a:pt x="429813" y="260528"/>
                  </a:lnTo>
                  <a:close/>
                  <a:moveTo>
                    <a:pt x="790797" y="284675"/>
                  </a:moveTo>
                  <a:lnTo>
                    <a:pt x="68829" y="284675"/>
                  </a:lnTo>
                  <a:cubicBezTo>
                    <a:pt x="58642" y="284675"/>
                    <a:pt x="49729" y="275778"/>
                    <a:pt x="47182" y="263070"/>
                  </a:cubicBezTo>
                  <a:lnTo>
                    <a:pt x="707" y="36855"/>
                  </a:lnTo>
                  <a:cubicBezTo>
                    <a:pt x="-1203" y="26053"/>
                    <a:pt x="707" y="14615"/>
                    <a:pt x="7073" y="7625"/>
                  </a:cubicBezTo>
                  <a:cubicBezTo>
                    <a:pt x="11530" y="2542"/>
                    <a:pt x="16623" y="0"/>
                    <a:pt x="22990" y="0"/>
                  </a:cubicBezTo>
                  <a:lnTo>
                    <a:pt x="837909" y="0"/>
                  </a:lnTo>
                  <a:cubicBezTo>
                    <a:pt x="843639" y="0"/>
                    <a:pt x="849369" y="2542"/>
                    <a:pt x="853826" y="7625"/>
                  </a:cubicBezTo>
                  <a:cubicBezTo>
                    <a:pt x="859555" y="15250"/>
                    <a:pt x="862102" y="26053"/>
                    <a:pt x="860192" y="36855"/>
                  </a:cubicBezTo>
                  <a:lnTo>
                    <a:pt x="813717" y="263070"/>
                  </a:lnTo>
                  <a:cubicBezTo>
                    <a:pt x="809896" y="275778"/>
                    <a:pt x="800983" y="284675"/>
                    <a:pt x="790797" y="28467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A8A3A45-866D-267D-0C80-F62777DD6E84}"/>
                </a:ext>
              </a:extLst>
            </p:cNvPr>
            <p:cNvSpPr/>
            <p:nvPr/>
          </p:nvSpPr>
          <p:spPr>
            <a:xfrm>
              <a:off x="4644495" y="2826325"/>
              <a:ext cx="795443" cy="902118"/>
            </a:xfrm>
            <a:custGeom>
              <a:avLst/>
              <a:gdLst>
                <a:gd name="connsiteX0" fmla="*/ 729738 w 795443"/>
                <a:gd name="connsiteY0" fmla="*/ 901941 h 902118"/>
                <a:gd name="connsiteX1" fmla="*/ 720188 w 795443"/>
                <a:gd name="connsiteY1" fmla="*/ 897493 h 902118"/>
                <a:gd name="connsiteX2" fmla="*/ 722098 w 795443"/>
                <a:gd name="connsiteY2" fmla="*/ 880337 h 902118"/>
                <a:gd name="connsiteX3" fmla="*/ 771757 w 795443"/>
                <a:gd name="connsiteY3" fmla="*/ 784386 h 902118"/>
                <a:gd name="connsiteX4" fmla="*/ 683899 w 795443"/>
                <a:gd name="connsiteY4" fmla="*/ 657299 h 902118"/>
                <a:gd name="connsiteX5" fmla="*/ 676259 w 795443"/>
                <a:gd name="connsiteY5" fmla="*/ 648403 h 902118"/>
                <a:gd name="connsiteX6" fmla="*/ 679442 w 795443"/>
                <a:gd name="connsiteY6" fmla="*/ 636965 h 902118"/>
                <a:gd name="connsiteX7" fmla="*/ 705545 w 795443"/>
                <a:gd name="connsiteY7" fmla="*/ 566432 h 902118"/>
                <a:gd name="connsiteX8" fmla="*/ 611320 w 795443"/>
                <a:gd name="connsiteY8" fmla="*/ 482555 h 902118"/>
                <a:gd name="connsiteX9" fmla="*/ 601770 w 795443"/>
                <a:gd name="connsiteY9" fmla="*/ 482555 h 902118"/>
                <a:gd name="connsiteX10" fmla="*/ 590310 w 795443"/>
                <a:gd name="connsiteY10" fmla="*/ 474930 h 902118"/>
                <a:gd name="connsiteX11" fmla="*/ 593493 w 795443"/>
                <a:gd name="connsiteY11" fmla="*/ 461585 h 902118"/>
                <a:gd name="connsiteX12" fmla="*/ 622780 w 795443"/>
                <a:gd name="connsiteY12" fmla="*/ 390417 h 902118"/>
                <a:gd name="connsiteX13" fmla="*/ 550201 w 795443"/>
                <a:gd name="connsiteY13" fmla="*/ 305904 h 902118"/>
                <a:gd name="connsiteX14" fmla="*/ 485899 w 795443"/>
                <a:gd name="connsiteY14" fmla="*/ 275403 h 902118"/>
                <a:gd name="connsiteX15" fmla="*/ 373211 w 795443"/>
                <a:gd name="connsiteY15" fmla="*/ 44105 h 902118"/>
                <a:gd name="connsiteX16" fmla="*/ 301905 w 795443"/>
                <a:gd name="connsiteY16" fmla="*/ 261424 h 902118"/>
                <a:gd name="connsiteX17" fmla="*/ 294902 w 795443"/>
                <a:gd name="connsiteY17" fmla="*/ 290654 h 902118"/>
                <a:gd name="connsiteX18" fmla="*/ 268162 w 795443"/>
                <a:gd name="connsiteY18" fmla="*/ 303362 h 902118"/>
                <a:gd name="connsiteX19" fmla="*/ 173937 w 795443"/>
                <a:gd name="connsiteY19" fmla="*/ 390417 h 902118"/>
                <a:gd name="connsiteX20" fmla="*/ 203223 w 795443"/>
                <a:gd name="connsiteY20" fmla="*/ 461585 h 902118"/>
                <a:gd name="connsiteX21" fmla="*/ 206407 w 795443"/>
                <a:gd name="connsiteY21" fmla="*/ 474930 h 902118"/>
                <a:gd name="connsiteX22" fmla="*/ 194947 w 795443"/>
                <a:gd name="connsiteY22" fmla="*/ 482555 h 902118"/>
                <a:gd name="connsiteX23" fmla="*/ 185397 w 795443"/>
                <a:gd name="connsiteY23" fmla="*/ 482555 h 902118"/>
                <a:gd name="connsiteX24" fmla="*/ 91172 w 795443"/>
                <a:gd name="connsiteY24" fmla="*/ 566432 h 902118"/>
                <a:gd name="connsiteX25" fmla="*/ 117275 w 795443"/>
                <a:gd name="connsiteY25" fmla="*/ 636965 h 902118"/>
                <a:gd name="connsiteX26" fmla="*/ 120458 w 795443"/>
                <a:gd name="connsiteY26" fmla="*/ 648403 h 902118"/>
                <a:gd name="connsiteX27" fmla="*/ 112818 w 795443"/>
                <a:gd name="connsiteY27" fmla="*/ 657299 h 902118"/>
                <a:gd name="connsiteX28" fmla="*/ 24960 w 795443"/>
                <a:gd name="connsiteY28" fmla="*/ 784386 h 902118"/>
                <a:gd name="connsiteX29" fmla="*/ 74619 w 795443"/>
                <a:gd name="connsiteY29" fmla="*/ 880337 h 902118"/>
                <a:gd name="connsiteX30" fmla="*/ 76529 w 795443"/>
                <a:gd name="connsiteY30" fmla="*/ 897493 h 902118"/>
                <a:gd name="connsiteX31" fmla="*/ 59339 w 795443"/>
                <a:gd name="connsiteY31" fmla="*/ 899400 h 902118"/>
                <a:gd name="connsiteX32" fmla="*/ 130 w 795443"/>
                <a:gd name="connsiteY32" fmla="*/ 785657 h 902118"/>
                <a:gd name="connsiteX33" fmla="*/ 87989 w 795443"/>
                <a:gd name="connsiteY33" fmla="*/ 640778 h 902118"/>
                <a:gd name="connsiteX34" fmla="*/ 66342 w 795443"/>
                <a:gd name="connsiteY34" fmla="*/ 565161 h 902118"/>
                <a:gd name="connsiteX35" fmla="*/ 168844 w 795443"/>
                <a:gd name="connsiteY35" fmla="*/ 459679 h 902118"/>
                <a:gd name="connsiteX36" fmla="*/ 149107 w 795443"/>
                <a:gd name="connsiteY36" fmla="*/ 389781 h 902118"/>
                <a:gd name="connsiteX37" fmla="*/ 268162 w 795443"/>
                <a:gd name="connsiteY37" fmla="*/ 279851 h 902118"/>
                <a:gd name="connsiteX38" fmla="*/ 275802 w 795443"/>
                <a:gd name="connsiteY38" fmla="*/ 276039 h 902118"/>
                <a:gd name="connsiteX39" fmla="*/ 277712 w 795443"/>
                <a:gd name="connsiteY39" fmla="*/ 267143 h 902118"/>
                <a:gd name="connsiteX40" fmla="*/ 376394 w 795443"/>
                <a:gd name="connsiteY40" fmla="*/ 3437 h 902118"/>
                <a:gd name="connsiteX41" fmla="*/ 389763 w 795443"/>
                <a:gd name="connsiteY41" fmla="*/ 896 h 902118"/>
                <a:gd name="connsiteX42" fmla="*/ 396767 w 795443"/>
                <a:gd name="connsiteY42" fmla="*/ 12333 h 902118"/>
                <a:gd name="connsiteX43" fmla="*/ 501178 w 795443"/>
                <a:gd name="connsiteY43" fmla="*/ 256976 h 902118"/>
                <a:gd name="connsiteX44" fmla="*/ 554658 w 795443"/>
                <a:gd name="connsiteY44" fmla="*/ 282393 h 902118"/>
                <a:gd name="connsiteX45" fmla="*/ 646336 w 795443"/>
                <a:gd name="connsiteY45" fmla="*/ 389146 h 902118"/>
                <a:gd name="connsiteX46" fmla="*/ 626600 w 795443"/>
                <a:gd name="connsiteY46" fmla="*/ 459044 h 902118"/>
                <a:gd name="connsiteX47" fmla="*/ 729101 w 795443"/>
                <a:gd name="connsiteY47" fmla="*/ 564526 h 902118"/>
                <a:gd name="connsiteX48" fmla="*/ 707455 w 795443"/>
                <a:gd name="connsiteY48" fmla="*/ 640142 h 902118"/>
                <a:gd name="connsiteX49" fmla="*/ 795313 w 795443"/>
                <a:gd name="connsiteY49" fmla="*/ 785021 h 902118"/>
                <a:gd name="connsiteX50" fmla="*/ 736105 w 795443"/>
                <a:gd name="connsiteY50" fmla="*/ 898764 h 902118"/>
                <a:gd name="connsiteX51" fmla="*/ 729738 w 795443"/>
                <a:gd name="connsiteY51" fmla="*/ 901941 h 90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95443" h="902118">
                  <a:moveTo>
                    <a:pt x="729738" y="901941"/>
                  </a:moveTo>
                  <a:cubicBezTo>
                    <a:pt x="725918" y="901941"/>
                    <a:pt x="722735" y="900035"/>
                    <a:pt x="720188" y="897493"/>
                  </a:cubicBezTo>
                  <a:cubicBezTo>
                    <a:pt x="715731" y="892410"/>
                    <a:pt x="717005" y="884785"/>
                    <a:pt x="722098" y="880337"/>
                  </a:cubicBezTo>
                  <a:cubicBezTo>
                    <a:pt x="752657" y="856825"/>
                    <a:pt x="770484" y="821877"/>
                    <a:pt x="771757" y="784386"/>
                  </a:cubicBezTo>
                  <a:cubicBezTo>
                    <a:pt x="773667" y="727197"/>
                    <a:pt x="738651" y="675727"/>
                    <a:pt x="683899" y="657299"/>
                  </a:cubicBezTo>
                  <a:cubicBezTo>
                    <a:pt x="680079" y="656028"/>
                    <a:pt x="676896" y="652851"/>
                    <a:pt x="676259" y="648403"/>
                  </a:cubicBezTo>
                  <a:cubicBezTo>
                    <a:pt x="674986" y="644591"/>
                    <a:pt x="676259" y="640142"/>
                    <a:pt x="679442" y="636965"/>
                  </a:cubicBezTo>
                  <a:cubicBezTo>
                    <a:pt x="697905" y="618538"/>
                    <a:pt x="707455" y="592485"/>
                    <a:pt x="705545" y="566432"/>
                  </a:cubicBezTo>
                  <a:cubicBezTo>
                    <a:pt x="702362" y="519410"/>
                    <a:pt x="660979" y="482555"/>
                    <a:pt x="611320" y="482555"/>
                  </a:cubicBezTo>
                  <a:lnTo>
                    <a:pt x="601770" y="482555"/>
                  </a:lnTo>
                  <a:cubicBezTo>
                    <a:pt x="596677" y="482555"/>
                    <a:pt x="592220" y="479378"/>
                    <a:pt x="590310" y="474930"/>
                  </a:cubicBezTo>
                  <a:cubicBezTo>
                    <a:pt x="588400" y="470482"/>
                    <a:pt x="589674" y="464763"/>
                    <a:pt x="593493" y="461585"/>
                  </a:cubicBezTo>
                  <a:cubicBezTo>
                    <a:pt x="613230" y="443158"/>
                    <a:pt x="624053" y="417740"/>
                    <a:pt x="622780" y="390417"/>
                  </a:cubicBezTo>
                  <a:cubicBezTo>
                    <a:pt x="620870" y="350384"/>
                    <a:pt x="590947" y="315436"/>
                    <a:pt x="550201" y="305904"/>
                  </a:cubicBezTo>
                  <a:cubicBezTo>
                    <a:pt x="524098" y="300185"/>
                    <a:pt x="502452" y="289383"/>
                    <a:pt x="485899" y="275403"/>
                  </a:cubicBezTo>
                  <a:cubicBezTo>
                    <a:pt x="445153" y="239819"/>
                    <a:pt x="378941" y="164838"/>
                    <a:pt x="373211" y="44105"/>
                  </a:cubicBezTo>
                  <a:cubicBezTo>
                    <a:pt x="340741" y="84138"/>
                    <a:pt x="282169" y="171192"/>
                    <a:pt x="301905" y="261424"/>
                  </a:cubicBezTo>
                  <a:cubicBezTo>
                    <a:pt x="304452" y="271591"/>
                    <a:pt x="301905" y="282393"/>
                    <a:pt x="294902" y="290654"/>
                  </a:cubicBezTo>
                  <a:cubicBezTo>
                    <a:pt x="288535" y="298914"/>
                    <a:pt x="278349" y="303362"/>
                    <a:pt x="268162" y="303362"/>
                  </a:cubicBezTo>
                  <a:cubicBezTo>
                    <a:pt x="217866" y="303362"/>
                    <a:pt x="175847" y="342124"/>
                    <a:pt x="173937" y="390417"/>
                  </a:cubicBezTo>
                  <a:cubicBezTo>
                    <a:pt x="172664" y="417105"/>
                    <a:pt x="183487" y="443158"/>
                    <a:pt x="203223" y="461585"/>
                  </a:cubicBezTo>
                  <a:cubicBezTo>
                    <a:pt x="207043" y="464763"/>
                    <a:pt x="208316" y="470482"/>
                    <a:pt x="206407" y="474930"/>
                  </a:cubicBezTo>
                  <a:cubicBezTo>
                    <a:pt x="204497" y="479378"/>
                    <a:pt x="200040" y="482555"/>
                    <a:pt x="194947" y="482555"/>
                  </a:cubicBezTo>
                  <a:lnTo>
                    <a:pt x="185397" y="482555"/>
                  </a:lnTo>
                  <a:cubicBezTo>
                    <a:pt x="136374" y="482555"/>
                    <a:pt x="94992" y="519410"/>
                    <a:pt x="91172" y="566432"/>
                  </a:cubicBezTo>
                  <a:cubicBezTo>
                    <a:pt x="89262" y="592485"/>
                    <a:pt x="98812" y="618538"/>
                    <a:pt x="117275" y="636965"/>
                  </a:cubicBezTo>
                  <a:cubicBezTo>
                    <a:pt x="120458" y="640142"/>
                    <a:pt x="121731" y="643955"/>
                    <a:pt x="120458" y="648403"/>
                  </a:cubicBezTo>
                  <a:cubicBezTo>
                    <a:pt x="119185" y="652216"/>
                    <a:pt x="116638" y="656028"/>
                    <a:pt x="112818" y="657299"/>
                  </a:cubicBezTo>
                  <a:cubicBezTo>
                    <a:pt x="58066" y="675727"/>
                    <a:pt x="23050" y="727197"/>
                    <a:pt x="24960" y="784386"/>
                  </a:cubicBezTo>
                  <a:cubicBezTo>
                    <a:pt x="26233" y="821877"/>
                    <a:pt x="44696" y="856190"/>
                    <a:pt x="74619" y="880337"/>
                  </a:cubicBezTo>
                  <a:cubicBezTo>
                    <a:pt x="79712" y="884149"/>
                    <a:pt x="80985" y="892410"/>
                    <a:pt x="76529" y="897493"/>
                  </a:cubicBezTo>
                  <a:cubicBezTo>
                    <a:pt x="72709" y="902577"/>
                    <a:pt x="64432" y="903848"/>
                    <a:pt x="59339" y="899400"/>
                  </a:cubicBezTo>
                  <a:cubicBezTo>
                    <a:pt x="23050" y="871441"/>
                    <a:pt x="1403" y="830137"/>
                    <a:pt x="130" y="785657"/>
                  </a:cubicBezTo>
                  <a:cubicBezTo>
                    <a:pt x="-2417" y="723384"/>
                    <a:pt x="32599" y="666831"/>
                    <a:pt x="87989" y="640778"/>
                  </a:cubicBezTo>
                  <a:cubicBezTo>
                    <a:pt x="72072" y="619173"/>
                    <a:pt x="64432" y="591849"/>
                    <a:pt x="66342" y="565161"/>
                  </a:cubicBezTo>
                  <a:cubicBezTo>
                    <a:pt x="70162" y="510514"/>
                    <a:pt x="114091" y="466669"/>
                    <a:pt x="168844" y="459679"/>
                  </a:cubicBezTo>
                  <a:cubicBezTo>
                    <a:pt x="154838" y="439345"/>
                    <a:pt x="147834" y="415199"/>
                    <a:pt x="149107" y="389781"/>
                  </a:cubicBezTo>
                  <a:cubicBezTo>
                    <a:pt x="151654" y="328780"/>
                    <a:pt x="205133" y="279851"/>
                    <a:pt x="268162" y="279851"/>
                  </a:cubicBezTo>
                  <a:cubicBezTo>
                    <a:pt x="272619" y="279851"/>
                    <a:pt x="275165" y="277310"/>
                    <a:pt x="275802" y="276039"/>
                  </a:cubicBezTo>
                  <a:cubicBezTo>
                    <a:pt x="277712" y="273497"/>
                    <a:pt x="278349" y="270320"/>
                    <a:pt x="277712" y="267143"/>
                  </a:cubicBezTo>
                  <a:cubicBezTo>
                    <a:pt x="247789" y="131160"/>
                    <a:pt x="370664" y="9156"/>
                    <a:pt x="376394" y="3437"/>
                  </a:cubicBezTo>
                  <a:cubicBezTo>
                    <a:pt x="380214" y="260"/>
                    <a:pt x="385307" y="-1011"/>
                    <a:pt x="389763" y="896"/>
                  </a:cubicBezTo>
                  <a:cubicBezTo>
                    <a:pt x="394220" y="2802"/>
                    <a:pt x="397403" y="7250"/>
                    <a:pt x="396767" y="12333"/>
                  </a:cubicBezTo>
                  <a:cubicBezTo>
                    <a:pt x="391674" y="142597"/>
                    <a:pt x="459796" y="221391"/>
                    <a:pt x="501178" y="256976"/>
                  </a:cubicBezTo>
                  <a:cubicBezTo>
                    <a:pt x="515185" y="269049"/>
                    <a:pt x="533011" y="277310"/>
                    <a:pt x="554658" y="282393"/>
                  </a:cubicBezTo>
                  <a:cubicBezTo>
                    <a:pt x="606227" y="294466"/>
                    <a:pt x="643789" y="338311"/>
                    <a:pt x="646336" y="389146"/>
                  </a:cubicBezTo>
                  <a:cubicBezTo>
                    <a:pt x="647609" y="413928"/>
                    <a:pt x="640606" y="438710"/>
                    <a:pt x="626600" y="459044"/>
                  </a:cubicBezTo>
                  <a:cubicBezTo>
                    <a:pt x="681352" y="466033"/>
                    <a:pt x="724645" y="509878"/>
                    <a:pt x="729101" y="564526"/>
                  </a:cubicBezTo>
                  <a:cubicBezTo>
                    <a:pt x="731011" y="591849"/>
                    <a:pt x="723371" y="618538"/>
                    <a:pt x="707455" y="640142"/>
                  </a:cubicBezTo>
                  <a:cubicBezTo>
                    <a:pt x="762844" y="666195"/>
                    <a:pt x="797860" y="722113"/>
                    <a:pt x="795313" y="785021"/>
                  </a:cubicBezTo>
                  <a:cubicBezTo>
                    <a:pt x="793404" y="829502"/>
                    <a:pt x="771757" y="870805"/>
                    <a:pt x="736105" y="898764"/>
                  </a:cubicBezTo>
                  <a:cubicBezTo>
                    <a:pt x="734831" y="901306"/>
                    <a:pt x="732285" y="901941"/>
                    <a:pt x="729738" y="9019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DAA941B-6C3A-2E88-CF38-EDCA76F7BB01}"/>
                </a:ext>
              </a:extLst>
            </p:cNvPr>
            <p:cNvSpPr/>
            <p:nvPr/>
          </p:nvSpPr>
          <p:spPr>
            <a:xfrm>
              <a:off x="4239075" y="4457269"/>
              <a:ext cx="460004" cy="389362"/>
            </a:xfrm>
            <a:custGeom>
              <a:avLst/>
              <a:gdLst>
                <a:gd name="connsiteX0" fmla="*/ 226013 w 460004"/>
                <a:gd name="connsiteY0" fmla="*/ 389362 h 389362"/>
                <a:gd name="connsiteX1" fmla="*/ 56662 w 460004"/>
                <a:gd name="connsiteY1" fmla="*/ 319465 h 389362"/>
                <a:gd name="connsiteX2" fmla="*/ 0 w 460004"/>
                <a:gd name="connsiteY2" fmla="*/ 182846 h 389362"/>
                <a:gd name="connsiteX3" fmla="*/ 56662 w 460004"/>
                <a:gd name="connsiteY3" fmla="*/ 46228 h 389362"/>
                <a:gd name="connsiteX4" fmla="*/ 279492 w 460004"/>
                <a:gd name="connsiteY4" fmla="*/ 46228 h 389362"/>
                <a:gd name="connsiteX5" fmla="*/ 279492 w 460004"/>
                <a:gd name="connsiteY5" fmla="*/ 63385 h 389362"/>
                <a:gd name="connsiteX6" fmla="*/ 262302 w 460004"/>
                <a:gd name="connsiteY6" fmla="*/ 63385 h 389362"/>
                <a:gd name="connsiteX7" fmla="*/ 73852 w 460004"/>
                <a:gd name="connsiteY7" fmla="*/ 63385 h 389362"/>
                <a:gd name="connsiteX8" fmla="*/ 24193 w 460004"/>
                <a:gd name="connsiteY8" fmla="*/ 182846 h 389362"/>
                <a:gd name="connsiteX9" fmla="*/ 73852 w 460004"/>
                <a:gd name="connsiteY9" fmla="*/ 302308 h 389362"/>
                <a:gd name="connsiteX10" fmla="*/ 226013 w 460004"/>
                <a:gd name="connsiteY10" fmla="*/ 365216 h 389362"/>
                <a:gd name="connsiteX11" fmla="*/ 378174 w 460004"/>
                <a:gd name="connsiteY11" fmla="*/ 302308 h 389362"/>
                <a:gd name="connsiteX12" fmla="*/ 436746 w 460004"/>
                <a:gd name="connsiteY12" fmla="*/ 215889 h 389362"/>
                <a:gd name="connsiteX13" fmla="*/ 452662 w 460004"/>
                <a:gd name="connsiteY13" fmla="*/ 209534 h 389362"/>
                <a:gd name="connsiteX14" fmla="*/ 459029 w 460004"/>
                <a:gd name="connsiteY14" fmla="*/ 225420 h 389362"/>
                <a:gd name="connsiteX15" fmla="*/ 395363 w 460004"/>
                <a:gd name="connsiteY15" fmla="*/ 319465 h 389362"/>
                <a:gd name="connsiteX16" fmla="*/ 226013 w 460004"/>
                <a:gd name="connsiteY16" fmla="*/ 389362 h 38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60004" h="389362">
                  <a:moveTo>
                    <a:pt x="226013" y="389362"/>
                  </a:moveTo>
                  <a:cubicBezTo>
                    <a:pt x="162347" y="389362"/>
                    <a:pt x="101865" y="364580"/>
                    <a:pt x="56662" y="319465"/>
                  </a:cubicBezTo>
                  <a:cubicBezTo>
                    <a:pt x="19736" y="282609"/>
                    <a:pt x="0" y="234316"/>
                    <a:pt x="0" y="182846"/>
                  </a:cubicBezTo>
                  <a:cubicBezTo>
                    <a:pt x="0" y="131376"/>
                    <a:pt x="20373" y="82448"/>
                    <a:pt x="56662" y="46228"/>
                  </a:cubicBezTo>
                  <a:cubicBezTo>
                    <a:pt x="118418" y="-15409"/>
                    <a:pt x="218373" y="-15409"/>
                    <a:pt x="279492" y="46228"/>
                  </a:cubicBezTo>
                  <a:cubicBezTo>
                    <a:pt x="283948" y="50676"/>
                    <a:pt x="283948" y="58937"/>
                    <a:pt x="279492" y="63385"/>
                  </a:cubicBezTo>
                  <a:cubicBezTo>
                    <a:pt x="275036" y="67833"/>
                    <a:pt x="266759" y="67833"/>
                    <a:pt x="262302" y="63385"/>
                  </a:cubicBezTo>
                  <a:cubicBezTo>
                    <a:pt x="210097" y="11279"/>
                    <a:pt x="126058" y="11279"/>
                    <a:pt x="73852" y="63385"/>
                  </a:cubicBezTo>
                  <a:cubicBezTo>
                    <a:pt x="42019" y="95156"/>
                    <a:pt x="24193" y="137730"/>
                    <a:pt x="24193" y="182846"/>
                  </a:cubicBezTo>
                  <a:cubicBezTo>
                    <a:pt x="24193" y="227962"/>
                    <a:pt x="42019" y="270536"/>
                    <a:pt x="73852" y="302308"/>
                  </a:cubicBezTo>
                  <a:cubicBezTo>
                    <a:pt x="114598" y="342976"/>
                    <a:pt x="168714" y="365216"/>
                    <a:pt x="226013" y="365216"/>
                  </a:cubicBezTo>
                  <a:cubicBezTo>
                    <a:pt x="283312" y="365216"/>
                    <a:pt x="337428" y="342976"/>
                    <a:pt x="378174" y="302308"/>
                  </a:cubicBezTo>
                  <a:cubicBezTo>
                    <a:pt x="403003" y="277526"/>
                    <a:pt x="422739" y="248296"/>
                    <a:pt x="436746" y="215889"/>
                  </a:cubicBezTo>
                  <a:cubicBezTo>
                    <a:pt x="439293" y="209534"/>
                    <a:pt x="446296" y="206993"/>
                    <a:pt x="452662" y="209534"/>
                  </a:cubicBezTo>
                  <a:cubicBezTo>
                    <a:pt x="459029" y="212076"/>
                    <a:pt x="461576" y="219066"/>
                    <a:pt x="459029" y="225420"/>
                  </a:cubicBezTo>
                  <a:cubicBezTo>
                    <a:pt x="444386" y="261004"/>
                    <a:pt x="422739" y="292776"/>
                    <a:pt x="395363" y="319465"/>
                  </a:cubicBezTo>
                  <a:cubicBezTo>
                    <a:pt x="350161" y="364580"/>
                    <a:pt x="290315" y="389362"/>
                    <a:pt x="226013" y="38936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A84A268E-EBD7-D98C-BD75-8E7B12DDE248}"/>
                </a:ext>
              </a:extLst>
            </p:cNvPr>
            <p:cNvSpPr/>
            <p:nvPr/>
          </p:nvSpPr>
          <p:spPr>
            <a:xfrm>
              <a:off x="3722747" y="3995784"/>
              <a:ext cx="1334431" cy="1411934"/>
            </a:xfrm>
            <a:custGeom>
              <a:avLst/>
              <a:gdLst>
                <a:gd name="connsiteX0" fmla="*/ 749344 w 1334431"/>
                <a:gd name="connsiteY0" fmla="*/ 1411935 h 1411934"/>
                <a:gd name="connsiteX1" fmla="*/ 167441 w 1334431"/>
                <a:gd name="connsiteY1" fmla="*/ 1128531 h 1411934"/>
                <a:gd name="connsiteX2" fmla="*/ 0 w 1334431"/>
                <a:gd name="connsiteY2" fmla="*/ 665935 h 1411934"/>
                <a:gd name="connsiteX3" fmla="*/ 667216 w 1334431"/>
                <a:gd name="connsiteY3" fmla="*/ 0 h 1411934"/>
                <a:gd name="connsiteX4" fmla="*/ 1334431 w 1334431"/>
                <a:gd name="connsiteY4" fmla="*/ 665935 h 1411934"/>
                <a:gd name="connsiteX5" fmla="*/ 1251666 w 1334431"/>
                <a:gd name="connsiteY5" fmla="*/ 953151 h 1411934"/>
                <a:gd name="connsiteX6" fmla="*/ 1234476 w 1334431"/>
                <a:gd name="connsiteY6" fmla="*/ 953151 h 1411934"/>
                <a:gd name="connsiteX7" fmla="*/ 1234476 w 1334431"/>
                <a:gd name="connsiteY7" fmla="*/ 935995 h 1411934"/>
                <a:gd name="connsiteX8" fmla="*/ 1310239 w 1334431"/>
                <a:gd name="connsiteY8" fmla="*/ 665935 h 1411934"/>
                <a:gd name="connsiteX9" fmla="*/ 667216 w 1334431"/>
                <a:gd name="connsiteY9" fmla="*/ 24147 h 1411934"/>
                <a:gd name="connsiteX10" fmla="*/ 24193 w 1334431"/>
                <a:gd name="connsiteY10" fmla="*/ 665935 h 1411934"/>
                <a:gd name="connsiteX11" fmla="*/ 185904 w 1334431"/>
                <a:gd name="connsiteY11" fmla="*/ 1112645 h 1411934"/>
                <a:gd name="connsiteX12" fmla="*/ 919968 w 1334431"/>
                <a:gd name="connsiteY12" fmla="*/ 1369361 h 1411934"/>
                <a:gd name="connsiteX13" fmla="*/ 1230657 w 1334431"/>
                <a:gd name="connsiteY13" fmla="*/ 1160303 h 1411934"/>
                <a:gd name="connsiteX14" fmla="*/ 1206463 w 1334431"/>
                <a:gd name="connsiteY14" fmla="*/ 1072613 h 1411934"/>
                <a:gd name="connsiteX15" fmla="*/ 1118605 w 1334431"/>
                <a:gd name="connsiteY15" fmla="*/ 1068800 h 1411934"/>
                <a:gd name="connsiteX16" fmla="*/ 1117332 w 1334431"/>
                <a:gd name="connsiteY16" fmla="*/ 1069436 h 1411934"/>
                <a:gd name="connsiteX17" fmla="*/ 391544 w 1334431"/>
                <a:gd name="connsiteY17" fmla="*/ 1005892 h 1411934"/>
                <a:gd name="connsiteX18" fmla="*/ 257846 w 1334431"/>
                <a:gd name="connsiteY18" fmla="*/ 683727 h 1411934"/>
                <a:gd name="connsiteX19" fmla="*/ 391544 w 1334431"/>
                <a:gd name="connsiteY19" fmla="*/ 361562 h 1411934"/>
                <a:gd name="connsiteX20" fmla="*/ 651300 w 1334431"/>
                <a:gd name="connsiteY20" fmla="*/ 254174 h 1411934"/>
                <a:gd name="connsiteX21" fmla="*/ 911055 w 1334431"/>
                <a:gd name="connsiteY21" fmla="*/ 361562 h 1411934"/>
                <a:gd name="connsiteX22" fmla="*/ 974721 w 1334431"/>
                <a:gd name="connsiteY22" fmla="*/ 685634 h 1411934"/>
                <a:gd name="connsiteX23" fmla="*/ 958804 w 1334431"/>
                <a:gd name="connsiteY23" fmla="*/ 691988 h 1411934"/>
                <a:gd name="connsiteX24" fmla="*/ 952438 w 1334431"/>
                <a:gd name="connsiteY24" fmla="*/ 676102 h 1411934"/>
                <a:gd name="connsiteX25" fmla="*/ 893865 w 1334431"/>
                <a:gd name="connsiteY25" fmla="*/ 378719 h 1411934"/>
                <a:gd name="connsiteX26" fmla="*/ 651300 w 1334431"/>
                <a:gd name="connsiteY26" fmla="*/ 278320 h 1411934"/>
                <a:gd name="connsiteX27" fmla="*/ 408733 w 1334431"/>
                <a:gd name="connsiteY27" fmla="*/ 378719 h 1411934"/>
                <a:gd name="connsiteX28" fmla="*/ 282039 w 1334431"/>
                <a:gd name="connsiteY28" fmla="*/ 683092 h 1411934"/>
                <a:gd name="connsiteX29" fmla="*/ 408733 w 1334431"/>
                <a:gd name="connsiteY29" fmla="*/ 987465 h 1411934"/>
                <a:gd name="connsiteX30" fmla="*/ 1103325 w 1334431"/>
                <a:gd name="connsiteY30" fmla="*/ 1048467 h 1411934"/>
                <a:gd name="connsiteX31" fmla="*/ 1104598 w 1334431"/>
                <a:gd name="connsiteY31" fmla="*/ 1047831 h 1411934"/>
                <a:gd name="connsiteX32" fmla="*/ 1221107 w 1334431"/>
                <a:gd name="connsiteY32" fmla="*/ 1052279 h 1411934"/>
                <a:gd name="connsiteX33" fmla="*/ 1252940 w 1334431"/>
                <a:gd name="connsiteY33" fmla="*/ 1167928 h 1411934"/>
                <a:gd name="connsiteX34" fmla="*/ 924425 w 1334431"/>
                <a:gd name="connsiteY34" fmla="*/ 1392236 h 1411934"/>
                <a:gd name="connsiteX35" fmla="*/ 749344 w 1334431"/>
                <a:gd name="connsiteY35" fmla="*/ 1411935 h 1411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34431" h="1411934">
                  <a:moveTo>
                    <a:pt x="749344" y="1411935"/>
                  </a:moveTo>
                  <a:cubicBezTo>
                    <a:pt x="563441" y="1411935"/>
                    <a:pt x="348251" y="1349662"/>
                    <a:pt x="167441" y="1128531"/>
                  </a:cubicBezTo>
                  <a:cubicBezTo>
                    <a:pt x="64303" y="1000809"/>
                    <a:pt x="0" y="824158"/>
                    <a:pt x="0" y="665935"/>
                  </a:cubicBezTo>
                  <a:cubicBezTo>
                    <a:pt x="0" y="298654"/>
                    <a:pt x="299228" y="0"/>
                    <a:pt x="667216" y="0"/>
                  </a:cubicBezTo>
                  <a:cubicBezTo>
                    <a:pt x="1035203" y="0"/>
                    <a:pt x="1334431" y="298654"/>
                    <a:pt x="1334431" y="665935"/>
                  </a:cubicBezTo>
                  <a:cubicBezTo>
                    <a:pt x="1334431" y="867368"/>
                    <a:pt x="1254849" y="949974"/>
                    <a:pt x="1251666" y="953151"/>
                  </a:cubicBezTo>
                  <a:cubicBezTo>
                    <a:pt x="1247210" y="957599"/>
                    <a:pt x="1238933" y="958235"/>
                    <a:pt x="1234476" y="953151"/>
                  </a:cubicBezTo>
                  <a:cubicBezTo>
                    <a:pt x="1230020" y="948703"/>
                    <a:pt x="1229383" y="940443"/>
                    <a:pt x="1234476" y="935995"/>
                  </a:cubicBezTo>
                  <a:cubicBezTo>
                    <a:pt x="1235750" y="934724"/>
                    <a:pt x="1310239" y="855930"/>
                    <a:pt x="1310239" y="665935"/>
                  </a:cubicBezTo>
                  <a:cubicBezTo>
                    <a:pt x="1310239" y="311998"/>
                    <a:pt x="1021833" y="24147"/>
                    <a:pt x="667216" y="24147"/>
                  </a:cubicBezTo>
                  <a:cubicBezTo>
                    <a:pt x="312598" y="24147"/>
                    <a:pt x="24193" y="311998"/>
                    <a:pt x="24193" y="665935"/>
                  </a:cubicBezTo>
                  <a:cubicBezTo>
                    <a:pt x="24193" y="818439"/>
                    <a:pt x="85949" y="989371"/>
                    <a:pt x="185904" y="1112645"/>
                  </a:cubicBezTo>
                  <a:cubicBezTo>
                    <a:pt x="420193" y="1398591"/>
                    <a:pt x="714965" y="1410029"/>
                    <a:pt x="919968" y="1369361"/>
                  </a:cubicBezTo>
                  <a:cubicBezTo>
                    <a:pt x="1127518" y="1323609"/>
                    <a:pt x="1203280" y="1230201"/>
                    <a:pt x="1230657" y="1160303"/>
                  </a:cubicBezTo>
                  <a:cubicBezTo>
                    <a:pt x="1245936" y="1121541"/>
                    <a:pt x="1226836" y="1089134"/>
                    <a:pt x="1206463" y="1072613"/>
                  </a:cubicBezTo>
                  <a:cubicBezTo>
                    <a:pt x="1185454" y="1056092"/>
                    <a:pt x="1151711" y="1046560"/>
                    <a:pt x="1118605" y="1068800"/>
                  </a:cubicBezTo>
                  <a:lnTo>
                    <a:pt x="1117332" y="1069436"/>
                  </a:lnTo>
                  <a:cubicBezTo>
                    <a:pt x="891955" y="1227024"/>
                    <a:pt x="586361" y="1200335"/>
                    <a:pt x="391544" y="1005892"/>
                  </a:cubicBezTo>
                  <a:cubicBezTo>
                    <a:pt x="305595" y="920109"/>
                    <a:pt x="257846" y="805731"/>
                    <a:pt x="257846" y="683727"/>
                  </a:cubicBezTo>
                  <a:cubicBezTo>
                    <a:pt x="257846" y="561724"/>
                    <a:pt x="305595" y="447981"/>
                    <a:pt x="391544" y="361562"/>
                  </a:cubicBezTo>
                  <a:cubicBezTo>
                    <a:pt x="460939" y="292300"/>
                    <a:pt x="553254" y="254174"/>
                    <a:pt x="651300" y="254174"/>
                  </a:cubicBezTo>
                  <a:cubicBezTo>
                    <a:pt x="749344" y="254174"/>
                    <a:pt x="841659" y="292300"/>
                    <a:pt x="911055" y="361562"/>
                  </a:cubicBezTo>
                  <a:cubicBezTo>
                    <a:pt x="996367" y="446710"/>
                    <a:pt x="1021833" y="574433"/>
                    <a:pt x="974721" y="685634"/>
                  </a:cubicBezTo>
                  <a:cubicBezTo>
                    <a:pt x="972174" y="691988"/>
                    <a:pt x="965171" y="694530"/>
                    <a:pt x="958804" y="691988"/>
                  </a:cubicBezTo>
                  <a:cubicBezTo>
                    <a:pt x="952438" y="689446"/>
                    <a:pt x="949891" y="682456"/>
                    <a:pt x="952438" y="676102"/>
                  </a:cubicBezTo>
                  <a:cubicBezTo>
                    <a:pt x="995730" y="573797"/>
                    <a:pt x="972811" y="457513"/>
                    <a:pt x="893865" y="378719"/>
                  </a:cubicBezTo>
                  <a:cubicBezTo>
                    <a:pt x="828926" y="313905"/>
                    <a:pt x="742978" y="278320"/>
                    <a:pt x="651300" y="278320"/>
                  </a:cubicBezTo>
                  <a:cubicBezTo>
                    <a:pt x="559621" y="278320"/>
                    <a:pt x="473672" y="313905"/>
                    <a:pt x="408733" y="378719"/>
                  </a:cubicBezTo>
                  <a:cubicBezTo>
                    <a:pt x="327241" y="460054"/>
                    <a:pt x="282039" y="568078"/>
                    <a:pt x="282039" y="683092"/>
                  </a:cubicBezTo>
                  <a:cubicBezTo>
                    <a:pt x="282039" y="798105"/>
                    <a:pt x="327241" y="906129"/>
                    <a:pt x="408733" y="987465"/>
                  </a:cubicBezTo>
                  <a:cubicBezTo>
                    <a:pt x="595273" y="1173647"/>
                    <a:pt x="887499" y="1199700"/>
                    <a:pt x="1103325" y="1048467"/>
                  </a:cubicBezTo>
                  <a:lnTo>
                    <a:pt x="1104598" y="1047831"/>
                  </a:lnTo>
                  <a:cubicBezTo>
                    <a:pt x="1140888" y="1023049"/>
                    <a:pt x="1186727" y="1024955"/>
                    <a:pt x="1221107" y="1052279"/>
                  </a:cubicBezTo>
                  <a:cubicBezTo>
                    <a:pt x="1256759" y="1080874"/>
                    <a:pt x="1269492" y="1125989"/>
                    <a:pt x="1252940" y="1167928"/>
                  </a:cubicBezTo>
                  <a:cubicBezTo>
                    <a:pt x="1223653" y="1243545"/>
                    <a:pt x="1142798" y="1343308"/>
                    <a:pt x="924425" y="1392236"/>
                  </a:cubicBezTo>
                  <a:cubicBezTo>
                    <a:pt x="872219" y="1404945"/>
                    <a:pt x="812373" y="1411935"/>
                    <a:pt x="749344" y="14119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28DA3ED-72E4-6878-FEFD-34DB257A1F76}"/>
                </a:ext>
              </a:extLst>
            </p:cNvPr>
            <p:cNvSpPr/>
            <p:nvPr/>
          </p:nvSpPr>
          <p:spPr>
            <a:xfrm>
              <a:off x="6114664" y="3710475"/>
              <a:ext cx="1403190" cy="292935"/>
            </a:xfrm>
            <a:custGeom>
              <a:avLst/>
              <a:gdLst>
                <a:gd name="connsiteX0" fmla="*/ 1319788 w 1403190"/>
                <a:gd name="connsiteY0" fmla="*/ 292935 h 292935"/>
                <a:gd name="connsiteX1" fmla="*/ 1308328 w 1403190"/>
                <a:gd name="connsiteY1" fmla="*/ 284675 h 292935"/>
                <a:gd name="connsiteX2" fmla="*/ 1315969 w 1403190"/>
                <a:gd name="connsiteY2" fmla="*/ 269424 h 292935"/>
                <a:gd name="connsiteX3" fmla="*/ 1378997 w 1403190"/>
                <a:gd name="connsiteY3" fmla="*/ 189359 h 292935"/>
                <a:gd name="connsiteX4" fmla="*/ 1378997 w 1403190"/>
                <a:gd name="connsiteY4" fmla="*/ 86419 h 292935"/>
                <a:gd name="connsiteX5" fmla="*/ 1317242 w 1403190"/>
                <a:gd name="connsiteY5" fmla="*/ 24782 h 292935"/>
                <a:gd name="connsiteX6" fmla="*/ 85949 w 1403190"/>
                <a:gd name="connsiteY6" fmla="*/ 24782 h 292935"/>
                <a:gd name="connsiteX7" fmla="*/ 24193 w 1403190"/>
                <a:gd name="connsiteY7" fmla="*/ 86419 h 292935"/>
                <a:gd name="connsiteX8" fmla="*/ 24193 w 1403190"/>
                <a:gd name="connsiteY8" fmla="*/ 189359 h 292935"/>
                <a:gd name="connsiteX9" fmla="*/ 87222 w 1403190"/>
                <a:gd name="connsiteY9" fmla="*/ 269424 h 292935"/>
                <a:gd name="connsiteX10" fmla="*/ 94862 w 1403190"/>
                <a:gd name="connsiteY10" fmla="*/ 284675 h 292935"/>
                <a:gd name="connsiteX11" fmla="*/ 79582 w 1403190"/>
                <a:gd name="connsiteY11" fmla="*/ 292300 h 292935"/>
                <a:gd name="connsiteX12" fmla="*/ 0 w 1403190"/>
                <a:gd name="connsiteY12" fmla="*/ 189359 h 292935"/>
                <a:gd name="connsiteX13" fmla="*/ 0 w 1403190"/>
                <a:gd name="connsiteY13" fmla="*/ 86419 h 292935"/>
                <a:gd name="connsiteX14" fmla="*/ 86585 w 1403190"/>
                <a:gd name="connsiteY14" fmla="*/ 0 h 292935"/>
                <a:gd name="connsiteX15" fmla="*/ 1316605 w 1403190"/>
                <a:gd name="connsiteY15" fmla="*/ 0 h 292935"/>
                <a:gd name="connsiteX16" fmla="*/ 1403190 w 1403190"/>
                <a:gd name="connsiteY16" fmla="*/ 86419 h 292935"/>
                <a:gd name="connsiteX17" fmla="*/ 1403190 w 1403190"/>
                <a:gd name="connsiteY17" fmla="*/ 189359 h 292935"/>
                <a:gd name="connsiteX18" fmla="*/ 1323608 w 1403190"/>
                <a:gd name="connsiteY18" fmla="*/ 292300 h 292935"/>
                <a:gd name="connsiteX19" fmla="*/ 1319788 w 1403190"/>
                <a:gd name="connsiteY19" fmla="*/ 292935 h 292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03190" h="292935">
                  <a:moveTo>
                    <a:pt x="1319788" y="292935"/>
                  </a:moveTo>
                  <a:cubicBezTo>
                    <a:pt x="1314695" y="292935"/>
                    <a:pt x="1310239" y="289758"/>
                    <a:pt x="1308328" y="284675"/>
                  </a:cubicBezTo>
                  <a:cubicBezTo>
                    <a:pt x="1306419" y="278320"/>
                    <a:pt x="1309602" y="271330"/>
                    <a:pt x="1315969" y="269424"/>
                  </a:cubicBezTo>
                  <a:cubicBezTo>
                    <a:pt x="1377724" y="248455"/>
                    <a:pt x="1378997" y="189995"/>
                    <a:pt x="1378997" y="189359"/>
                  </a:cubicBezTo>
                  <a:lnTo>
                    <a:pt x="1378997" y="86419"/>
                  </a:lnTo>
                  <a:cubicBezTo>
                    <a:pt x="1378997" y="52106"/>
                    <a:pt x="1350985" y="24782"/>
                    <a:pt x="1317242" y="24782"/>
                  </a:cubicBezTo>
                  <a:lnTo>
                    <a:pt x="85949" y="24782"/>
                  </a:lnTo>
                  <a:cubicBezTo>
                    <a:pt x="51569" y="24782"/>
                    <a:pt x="24193" y="52741"/>
                    <a:pt x="24193" y="86419"/>
                  </a:cubicBezTo>
                  <a:lnTo>
                    <a:pt x="24193" y="189359"/>
                  </a:lnTo>
                  <a:cubicBezTo>
                    <a:pt x="24193" y="191901"/>
                    <a:pt x="25466" y="248455"/>
                    <a:pt x="87222" y="269424"/>
                  </a:cubicBezTo>
                  <a:cubicBezTo>
                    <a:pt x="93589" y="271330"/>
                    <a:pt x="96772" y="278320"/>
                    <a:pt x="94862" y="284675"/>
                  </a:cubicBezTo>
                  <a:cubicBezTo>
                    <a:pt x="92952" y="291029"/>
                    <a:pt x="85949" y="294206"/>
                    <a:pt x="79582" y="292300"/>
                  </a:cubicBezTo>
                  <a:cubicBezTo>
                    <a:pt x="17190" y="270695"/>
                    <a:pt x="0" y="215412"/>
                    <a:pt x="0" y="189359"/>
                  </a:cubicBezTo>
                  <a:lnTo>
                    <a:pt x="0" y="86419"/>
                  </a:lnTo>
                  <a:cubicBezTo>
                    <a:pt x="0" y="38762"/>
                    <a:pt x="38836" y="0"/>
                    <a:pt x="86585" y="0"/>
                  </a:cubicBezTo>
                  <a:lnTo>
                    <a:pt x="1316605" y="0"/>
                  </a:lnTo>
                  <a:cubicBezTo>
                    <a:pt x="1364354" y="0"/>
                    <a:pt x="1403190" y="38762"/>
                    <a:pt x="1403190" y="86419"/>
                  </a:cubicBezTo>
                  <a:lnTo>
                    <a:pt x="1403190" y="189359"/>
                  </a:lnTo>
                  <a:cubicBezTo>
                    <a:pt x="1403190" y="215412"/>
                    <a:pt x="1386637" y="270695"/>
                    <a:pt x="1323608" y="292300"/>
                  </a:cubicBezTo>
                  <a:cubicBezTo>
                    <a:pt x="1322335" y="292935"/>
                    <a:pt x="1321061" y="292935"/>
                    <a:pt x="1319788" y="2929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EB3930E2-3E08-5218-C89B-845D544BE408}"/>
                </a:ext>
              </a:extLst>
            </p:cNvPr>
            <p:cNvSpPr/>
            <p:nvPr/>
          </p:nvSpPr>
          <p:spPr>
            <a:xfrm>
              <a:off x="6114028" y="4603734"/>
              <a:ext cx="1401946" cy="289918"/>
            </a:xfrm>
            <a:custGeom>
              <a:avLst/>
              <a:gdLst>
                <a:gd name="connsiteX0" fmla="*/ 1317242 w 1401946"/>
                <a:gd name="connsiteY0" fmla="*/ 289919 h 289918"/>
                <a:gd name="connsiteX1" fmla="*/ 86585 w 1401946"/>
                <a:gd name="connsiteY1" fmla="*/ 289919 h 289918"/>
                <a:gd name="connsiteX2" fmla="*/ 0 w 1401946"/>
                <a:gd name="connsiteY2" fmla="*/ 203500 h 289918"/>
                <a:gd name="connsiteX3" fmla="*/ 0 w 1401946"/>
                <a:gd name="connsiteY3" fmla="*/ 82767 h 289918"/>
                <a:gd name="connsiteX4" fmla="*/ 59845 w 1401946"/>
                <a:gd name="connsiteY4" fmla="*/ 796 h 289918"/>
                <a:gd name="connsiteX5" fmla="*/ 75125 w 1401946"/>
                <a:gd name="connsiteY5" fmla="*/ 8421 h 289918"/>
                <a:gd name="connsiteX6" fmla="*/ 67485 w 1401946"/>
                <a:gd name="connsiteY6" fmla="*/ 23672 h 289918"/>
                <a:gd name="connsiteX7" fmla="*/ 24193 w 1401946"/>
                <a:gd name="connsiteY7" fmla="*/ 82767 h 289918"/>
                <a:gd name="connsiteX8" fmla="*/ 24193 w 1401946"/>
                <a:gd name="connsiteY8" fmla="*/ 203500 h 289918"/>
                <a:gd name="connsiteX9" fmla="*/ 85949 w 1401946"/>
                <a:gd name="connsiteY9" fmla="*/ 265137 h 289918"/>
                <a:gd name="connsiteX10" fmla="*/ 1315968 w 1401946"/>
                <a:gd name="connsiteY10" fmla="*/ 265137 h 289918"/>
                <a:gd name="connsiteX11" fmla="*/ 1377724 w 1401946"/>
                <a:gd name="connsiteY11" fmla="*/ 203500 h 289918"/>
                <a:gd name="connsiteX12" fmla="*/ 1377724 w 1401946"/>
                <a:gd name="connsiteY12" fmla="*/ 82767 h 289918"/>
                <a:gd name="connsiteX13" fmla="*/ 1334431 w 1401946"/>
                <a:gd name="connsiteY13" fmla="*/ 23672 h 289918"/>
                <a:gd name="connsiteX14" fmla="*/ 1326792 w 1401946"/>
                <a:gd name="connsiteY14" fmla="*/ 8421 h 289918"/>
                <a:gd name="connsiteX15" fmla="*/ 1342071 w 1401946"/>
                <a:gd name="connsiteY15" fmla="*/ 796 h 289918"/>
                <a:gd name="connsiteX16" fmla="*/ 1401916 w 1401946"/>
                <a:gd name="connsiteY16" fmla="*/ 82767 h 289918"/>
                <a:gd name="connsiteX17" fmla="*/ 1401916 w 1401946"/>
                <a:gd name="connsiteY17" fmla="*/ 203500 h 289918"/>
                <a:gd name="connsiteX18" fmla="*/ 1317242 w 1401946"/>
                <a:gd name="connsiteY18" fmla="*/ 289919 h 289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01946" h="289918">
                  <a:moveTo>
                    <a:pt x="1317242" y="289919"/>
                  </a:moveTo>
                  <a:lnTo>
                    <a:pt x="86585" y="289919"/>
                  </a:lnTo>
                  <a:cubicBezTo>
                    <a:pt x="38836" y="289919"/>
                    <a:pt x="0" y="251157"/>
                    <a:pt x="0" y="203500"/>
                  </a:cubicBezTo>
                  <a:lnTo>
                    <a:pt x="0" y="82767"/>
                  </a:lnTo>
                  <a:cubicBezTo>
                    <a:pt x="0" y="45277"/>
                    <a:pt x="24193" y="12234"/>
                    <a:pt x="59845" y="796"/>
                  </a:cubicBezTo>
                  <a:cubicBezTo>
                    <a:pt x="66212" y="-1110"/>
                    <a:pt x="73215" y="2067"/>
                    <a:pt x="75125" y="8421"/>
                  </a:cubicBezTo>
                  <a:cubicBezTo>
                    <a:pt x="77035" y="14776"/>
                    <a:pt x="73852" y="21766"/>
                    <a:pt x="67485" y="23672"/>
                  </a:cubicBezTo>
                  <a:cubicBezTo>
                    <a:pt x="42019" y="31932"/>
                    <a:pt x="24193" y="55444"/>
                    <a:pt x="24193" y="82767"/>
                  </a:cubicBezTo>
                  <a:lnTo>
                    <a:pt x="24193" y="203500"/>
                  </a:lnTo>
                  <a:cubicBezTo>
                    <a:pt x="24193" y="237813"/>
                    <a:pt x="52206" y="265137"/>
                    <a:pt x="85949" y="265137"/>
                  </a:cubicBezTo>
                  <a:lnTo>
                    <a:pt x="1315968" y="265137"/>
                  </a:lnTo>
                  <a:cubicBezTo>
                    <a:pt x="1350348" y="265137"/>
                    <a:pt x="1377724" y="237178"/>
                    <a:pt x="1377724" y="203500"/>
                  </a:cubicBezTo>
                  <a:lnTo>
                    <a:pt x="1377724" y="82767"/>
                  </a:lnTo>
                  <a:cubicBezTo>
                    <a:pt x="1377724" y="55444"/>
                    <a:pt x="1360534" y="31932"/>
                    <a:pt x="1334431" y="23672"/>
                  </a:cubicBezTo>
                  <a:cubicBezTo>
                    <a:pt x="1328065" y="21766"/>
                    <a:pt x="1324245" y="14776"/>
                    <a:pt x="1326792" y="8421"/>
                  </a:cubicBezTo>
                  <a:cubicBezTo>
                    <a:pt x="1328701" y="2067"/>
                    <a:pt x="1335705" y="-1746"/>
                    <a:pt x="1342071" y="796"/>
                  </a:cubicBezTo>
                  <a:cubicBezTo>
                    <a:pt x="1377724" y="12234"/>
                    <a:pt x="1401916" y="45277"/>
                    <a:pt x="1401916" y="82767"/>
                  </a:cubicBezTo>
                  <a:lnTo>
                    <a:pt x="1401916" y="203500"/>
                  </a:lnTo>
                  <a:cubicBezTo>
                    <a:pt x="1403190" y="251157"/>
                    <a:pt x="1364354" y="289919"/>
                    <a:pt x="1317242" y="2899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589DC180-41B8-2CFF-203B-39FB826F2A4E}"/>
                </a:ext>
              </a:extLst>
            </p:cNvPr>
            <p:cNvSpPr/>
            <p:nvPr/>
          </p:nvSpPr>
          <p:spPr>
            <a:xfrm>
              <a:off x="6113391" y="4431057"/>
              <a:ext cx="1405736" cy="245436"/>
            </a:xfrm>
            <a:custGeom>
              <a:avLst/>
              <a:gdLst>
                <a:gd name="connsiteX0" fmla="*/ 978541 w 1405736"/>
                <a:gd name="connsiteY0" fmla="*/ 245278 h 245436"/>
                <a:gd name="connsiteX1" fmla="*/ 900869 w 1405736"/>
                <a:gd name="connsiteY1" fmla="*/ 213506 h 245436"/>
                <a:gd name="connsiteX2" fmla="*/ 780541 w 1405736"/>
                <a:gd name="connsiteY2" fmla="*/ 213506 h 245436"/>
                <a:gd name="connsiteX3" fmla="*/ 702869 w 1405736"/>
                <a:gd name="connsiteY3" fmla="*/ 245278 h 245436"/>
                <a:gd name="connsiteX4" fmla="*/ 625196 w 1405736"/>
                <a:gd name="connsiteY4" fmla="*/ 213506 h 245436"/>
                <a:gd name="connsiteX5" fmla="*/ 564714 w 1405736"/>
                <a:gd name="connsiteY5" fmla="*/ 188724 h 245436"/>
                <a:gd name="connsiteX6" fmla="*/ 504232 w 1405736"/>
                <a:gd name="connsiteY6" fmla="*/ 213506 h 245436"/>
                <a:gd name="connsiteX7" fmla="*/ 426560 w 1405736"/>
                <a:gd name="connsiteY7" fmla="*/ 245278 h 245436"/>
                <a:gd name="connsiteX8" fmla="*/ 348888 w 1405736"/>
                <a:gd name="connsiteY8" fmla="*/ 213506 h 245436"/>
                <a:gd name="connsiteX9" fmla="*/ 288406 w 1405736"/>
                <a:gd name="connsiteY9" fmla="*/ 188724 h 245436"/>
                <a:gd name="connsiteX10" fmla="*/ 227923 w 1405736"/>
                <a:gd name="connsiteY10" fmla="*/ 213506 h 245436"/>
                <a:gd name="connsiteX11" fmla="*/ 150251 w 1405736"/>
                <a:gd name="connsiteY11" fmla="*/ 245278 h 245436"/>
                <a:gd name="connsiteX12" fmla="*/ 72579 w 1405736"/>
                <a:gd name="connsiteY12" fmla="*/ 213506 h 245436"/>
                <a:gd name="connsiteX13" fmla="*/ 0 w 1405736"/>
                <a:gd name="connsiteY13" fmla="*/ 38762 h 245436"/>
                <a:gd name="connsiteX14" fmla="*/ 0 w 1405736"/>
                <a:gd name="connsiteY14" fmla="*/ 12073 h 245436"/>
                <a:gd name="connsiteX15" fmla="*/ 12097 w 1405736"/>
                <a:gd name="connsiteY15" fmla="*/ 0 h 245436"/>
                <a:gd name="connsiteX16" fmla="*/ 1000187 w 1405736"/>
                <a:gd name="connsiteY16" fmla="*/ 0 h 245436"/>
                <a:gd name="connsiteX17" fmla="*/ 1012284 w 1405736"/>
                <a:gd name="connsiteY17" fmla="*/ 12073 h 245436"/>
                <a:gd name="connsiteX18" fmla="*/ 1000187 w 1405736"/>
                <a:gd name="connsiteY18" fmla="*/ 24147 h 245436"/>
                <a:gd name="connsiteX19" fmla="*/ 25466 w 1405736"/>
                <a:gd name="connsiteY19" fmla="*/ 24147 h 245436"/>
                <a:gd name="connsiteX20" fmla="*/ 25466 w 1405736"/>
                <a:gd name="connsiteY20" fmla="*/ 38762 h 245436"/>
                <a:gd name="connsiteX21" fmla="*/ 91042 w 1405736"/>
                <a:gd name="connsiteY21" fmla="*/ 196349 h 245436"/>
                <a:gd name="connsiteX22" fmla="*/ 211370 w 1405736"/>
                <a:gd name="connsiteY22" fmla="*/ 196349 h 245436"/>
                <a:gd name="connsiteX23" fmla="*/ 289042 w 1405736"/>
                <a:gd name="connsiteY23" fmla="*/ 164578 h 245436"/>
                <a:gd name="connsiteX24" fmla="*/ 366714 w 1405736"/>
                <a:gd name="connsiteY24" fmla="*/ 196349 h 245436"/>
                <a:gd name="connsiteX25" fmla="*/ 427196 w 1405736"/>
                <a:gd name="connsiteY25" fmla="*/ 221131 h 245436"/>
                <a:gd name="connsiteX26" fmla="*/ 487679 w 1405736"/>
                <a:gd name="connsiteY26" fmla="*/ 196349 h 245436"/>
                <a:gd name="connsiteX27" fmla="*/ 565351 w 1405736"/>
                <a:gd name="connsiteY27" fmla="*/ 164578 h 245436"/>
                <a:gd name="connsiteX28" fmla="*/ 643023 w 1405736"/>
                <a:gd name="connsiteY28" fmla="*/ 196349 h 245436"/>
                <a:gd name="connsiteX29" fmla="*/ 703505 w 1405736"/>
                <a:gd name="connsiteY29" fmla="*/ 221131 h 245436"/>
                <a:gd name="connsiteX30" fmla="*/ 763988 w 1405736"/>
                <a:gd name="connsiteY30" fmla="*/ 196349 h 245436"/>
                <a:gd name="connsiteX31" fmla="*/ 919332 w 1405736"/>
                <a:gd name="connsiteY31" fmla="*/ 196349 h 245436"/>
                <a:gd name="connsiteX32" fmla="*/ 979814 w 1405736"/>
                <a:gd name="connsiteY32" fmla="*/ 221131 h 245436"/>
                <a:gd name="connsiteX33" fmla="*/ 1040297 w 1405736"/>
                <a:gd name="connsiteY33" fmla="*/ 196349 h 245436"/>
                <a:gd name="connsiteX34" fmla="*/ 1117968 w 1405736"/>
                <a:gd name="connsiteY34" fmla="*/ 164578 h 245436"/>
                <a:gd name="connsiteX35" fmla="*/ 1195640 w 1405736"/>
                <a:gd name="connsiteY35" fmla="*/ 196349 h 245436"/>
                <a:gd name="connsiteX36" fmla="*/ 1315968 w 1405736"/>
                <a:gd name="connsiteY36" fmla="*/ 196349 h 245436"/>
                <a:gd name="connsiteX37" fmla="*/ 1381544 w 1405736"/>
                <a:gd name="connsiteY37" fmla="*/ 38762 h 245436"/>
                <a:gd name="connsiteX38" fmla="*/ 1381544 w 1405736"/>
                <a:gd name="connsiteY38" fmla="*/ 24147 h 245436"/>
                <a:gd name="connsiteX39" fmla="*/ 1289866 w 1405736"/>
                <a:gd name="connsiteY39" fmla="*/ 24147 h 245436"/>
                <a:gd name="connsiteX40" fmla="*/ 1277769 w 1405736"/>
                <a:gd name="connsiteY40" fmla="*/ 12073 h 245436"/>
                <a:gd name="connsiteX41" fmla="*/ 1289866 w 1405736"/>
                <a:gd name="connsiteY41" fmla="*/ 0 h 245436"/>
                <a:gd name="connsiteX42" fmla="*/ 1393641 w 1405736"/>
                <a:gd name="connsiteY42" fmla="*/ 0 h 245436"/>
                <a:gd name="connsiteX43" fmla="*/ 1405737 w 1405736"/>
                <a:gd name="connsiteY43" fmla="*/ 12073 h 245436"/>
                <a:gd name="connsiteX44" fmla="*/ 1405737 w 1405736"/>
                <a:gd name="connsiteY44" fmla="*/ 38762 h 245436"/>
                <a:gd name="connsiteX45" fmla="*/ 1333158 w 1405736"/>
                <a:gd name="connsiteY45" fmla="*/ 213506 h 245436"/>
                <a:gd name="connsiteX46" fmla="*/ 1177814 w 1405736"/>
                <a:gd name="connsiteY46" fmla="*/ 213506 h 245436"/>
                <a:gd name="connsiteX47" fmla="*/ 1117332 w 1405736"/>
                <a:gd name="connsiteY47" fmla="*/ 188724 h 245436"/>
                <a:gd name="connsiteX48" fmla="*/ 1056850 w 1405736"/>
                <a:gd name="connsiteY48" fmla="*/ 213506 h 245436"/>
                <a:gd name="connsiteX49" fmla="*/ 978541 w 1405736"/>
                <a:gd name="connsiteY49" fmla="*/ 245278 h 24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405736" h="245436">
                  <a:moveTo>
                    <a:pt x="978541" y="245278"/>
                  </a:moveTo>
                  <a:cubicBezTo>
                    <a:pt x="949255" y="245278"/>
                    <a:pt x="921878" y="233840"/>
                    <a:pt x="900869" y="213506"/>
                  </a:cubicBezTo>
                  <a:cubicBezTo>
                    <a:pt x="867762" y="180463"/>
                    <a:pt x="813646" y="180463"/>
                    <a:pt x="780541" y="213506"/>
                  </a:cubicBezTo>
                  <a:cubicBezTo>
                    <a:pt x="759531" y="234475"/>
                    <a:pt x="732155" y="245278"/>
                    <a:pt x="702869" y="245278"/>
                  </a:cubicBezTo>
                  <a:cubicBezTo>
                    <a:pt x="673582" y="245278"/>
                    <a:pt x="646206" y="233840"/>
                    <a:pt x="625196" y="213506"/>
                  </a:cubicBezTo>
                  <a:cubicBezTo>
                    <a:pt x="609280" y="197620"/>
                    <a:pt x="587634" y="188724"/>
                    <a:pt x="564714" y="188724"/>
                  </a:cubicBezTo>
                  <a:cubicBezTo>
                    <a:pt x="541795" y="188724"/>
                    <a:pt x="520785" y="197620"/>
                    <a:pt x="504232" y="213506"/>
                  </a:cubicBezTo>
                  <a:cubicBezTo>
                    <a:pt x="483223" y="234475"/>
                    <a:pt x="455846" y="245278"/>
                    <a:pt x="426560" y="245278"/>
                  </a:cubicBezTo>
                  <a:cubicBezTo>
                    <a:pt x="397274" y="245278"/>
                    <a:pt x="369897" y="233840"/>
                    <a:pt x="348888" y="213506"/>
                  </a:cubicBezTo>
                  <a:cubicBezTo>
                    <a:pt x="332971" y="197620"/>
                    <a:pt x="311325" y="188724"/>
                    <a:pt x="288406" y="188724"/>
                  </a:cubicBezTo>
                  <a:cubicBezTo>
                    <a:pt x="265486" y="188724"/>
                    <a:pt x="244476" y="197620"/>
                    <a:pt x="227923" y="213506"/>
                  </a:cubicBezTo>
                  <a:cubicBezTo>
                    <a:pt x="206913" y="234475"/>
                    <a:pt x="179537" y="245278"/>
                    <a:pt x="150251" y="245278"/>
                  </a:cubicBezTo>
                  <a:cubicBezTo>
                    <a:pt x="120965" y="245278"/>
                    <a:pt x="93589" y="233840"/>
                    <a:pt x="72579" y="213506"/>
                  </a:cubicBezTo>
                  <a:cubicBezTo>
                    <a:pt x="26103" y="167119"/>
                    <a:pt x="0" y="104847"/>
                    <a:pt x="0" y="38762"/>
                  </a:cubicBezTo>
                  <a:lnTo>
                    <a:pt x="0" y="12073"/>
                  </a:lnTo>
                  <a:cubicBezTo>
                    <a:pt x="0" y="5083"/>
                    <a:pt x="5730" y="0"/>
                    <a:pt x="12097" y="0"/>
                  </a:cubicBezTo>
                  <a:lnTo>
                    <a:pt x="1000187" y="0"/>
                  </a:lnTo>
                  <a:cubicBezTo>
                    <a:pt x="1007190" y="0"/>
                    <a:pt x="1012284" y="5719"/>
                    <a:pt x="1012284" y="12073"/>
                  </a:cubicBezTo>
                  <a:cubicBezTo>
                    <a:pt x="1012284" y="19063"/>
                    <a:pt x="1006554" y="24147"/>
                    <a:pt x="1000187" y="24147"/>
                  </a:cubicBezTo>
                  <a:lnTo>
                    <a:pt x="25466" y="24147"/>
                  </a:lnTo>
                  <a:lnTo>
                    <a:pt x="25466" y="38762"/>
                  </a:lnTo>
                  <a:cubicBezTo>
                    <a:pt x="25466" y="98492"/>
                    <a:pt x="48386" y="154411"/>
                    <a:pt x="91042" y="196349"/>
                  </a:cubicBezTo>
                  <a:cubicBezTo>
                    <a:pt x="124148" y="229392"/>
                    <a:pt x="178264" y="229392"/>
                    <a:pt x="211370" y="196349"/>
                  </a:cubicBezTo>
                  <a:cubicBezTo>
                    <a:pt x="232379" y="175380"/>
                    <a:pt x="259756" y="164578"/>
                    <a:pt x="289042" y="164578"/>
                  </a:cubicBezTo>
                  <a:cubicBezTo>
                    <a:pt x="318328" y="164578"/>
                    <a:pt x="345705" y="176015"/>
                    <a:pt x="366714" y="196349"/>
                  </a:cubicBezTo>
                  <a:cubicBezTo>
                    <a:pt x="382631" y="212235"/>
                    <a:pt x="404277" y="221131"/>
                    <a:pt x="427196" y="221131"/>
                  </a:cubicBezTo>
                  <a:cubicBezTo>
                    <a:pt x="450116" y="221131"/>
                    <a:pt x="471126" y="212235"/>
                    <a:pt x="487679" y="196349"/>
                  </a:cubicBezTo>
                  <a:cubicBezTo>
                    <a:pt x="508689" y="175380"/>
                    <a:pt x="536065" y="164578"/>
                    <a:pt x="565351" y="164578"/>
                  </a:cubicBezTo>
                  <a:cubicBezTo>
                    <a:pt x="594637" y="164578"/>
                    <a:pt x="622013" y="176015"/>
                    <a:pt x="643023" y="196349"/>
                  </a:cubicBezTo>
                  <a:cubicBezTo>
                    <a:pt x="658939" y="212235"/>
                    <a:pt x="680586" y="221131"/>
                    <a:pt x="703505" y="221131"/>
                  </a:cubicBezTo>
                  <a:cubicBezTo>
                    <a:pt x="726425" y="221131"/>
                    <a:pt x="747435" y="212235"/>
                    <a:pt x="763988" y="196349"/>
                  </a:cubicBezTo>
                  <a:cubicBezTo>
                    <a:pt x="806643" y="153775"/>
                    <a:pt x="876676" y="153775"/>
                    <a:pt x="919332" y="196349"/>
                  </a:cubicBezTo>
                  <a:cubicBezTo>
                    <a:pt x="935248" y="212235"/>
                    <a:pt x="956894" y="221131"/>
                    <a:pt x="979814" y="221131"/>
                  </a:cubicBezTo>
                  <a:cubicBezTo>
                    <a:pt x="1002734" y="221131"/>
                    <a:pt x="1023743" y="212235"/>
                    <a:pt x="1040297" y="196349"/>
                  </a:cubicBezTo>
                  <a:cubicBezTo>
                    <a:pt x="1061306" y="175380"/>
                    <a:pt x="1088682" y="164578"/>
                    <a:pt x="1117968" y="164578"/>
                  </a:cubicBezTo>
                  <a:cubicBezTo>
                    <a:pt x="1147254" y="164578"/>
                    <a:pt x="1174631" y="176015"/>
                    <a:pt x="1195640" y="196349"/>
                  </a:cubicBezTo>
                  <a:cubicBezTo>
                    <a:pt x="1228747" y="229392"/>
                    <a:pt x="1282863" y="229392"/>
                    <a:pt x="1315968" y="196349"/>
                  </a:cubicBezTo>
                  <a:cubicBezTo>
                    <a:pt x="1357987" y="154411"/>
                    <a:pt x="1381544" y="98492"/>
                    <a:pt x="1381544" y="38762"/>
                  </a:cubicBezTo>
                  <a:lnTo>
                    <a:pt x="1381544" y="24147"/>
                  </a:lnTo>
                  <a:lnTo>
                    <a:pt x="1289866" y="24147"/>
                  </a:lnTo>
                  <a:cubicBezTo>
                    <a:pt x="1282863" y="24147"/>
                    <a:pt x="1277769" y="18428"/>
                    <a:pt x="1277769" y="12073"/>
                  </a:cubicBezTo>
                  <a:cubicBezTo>
                    <a:pt x="1277769" y="5083"/>
                    <a:pt x="1283499" y="0"/>
                    <a:pt x="1289866" y="0"/>
                  </a:cubicBezTo>
                  <a:lnTo>
                    <a:pt x="1393641" y="0"/>
                  </a:lnTo>
                  <a:cubicBezTo>
                    <a:pt x="1400644" y="0"/>
                    <a:pt x="1405737" y="5719"/>
                    <a:pt x="1405737" y="12073"/>
                  </a:cubicBezTo>
                  <a:lnTo>
                    <a:pt x="1405737" y="38762"/>
                  </a:lnTo>
                  <a:cubicBezTo>
                    <a:pt x="1405737" y="104847"/>
                    <a:pt x="1380270" y="166484"/>
                    <a:pt x="1333158" y="213506"/>
                  </a:cubicBezTo>
                  <a:cubicBezTo>
                    <a:pt x="1290502" y="256080"/>
                    <a:pt x="1221106" y="256080"/>
                    <a:pt x="1177814" y="213506"/>
                  </a:cubicBezTo>
                  <a:cubicBezTo>
                    <a:pt x="1161898" y="197620"/>
                    <a:pt x="1140251" y="188724"/>
                    <a:pt x="1117332" y="188724"/>
                  </a:cubicBezTo>
                  <a:cubicBezTo>
                    <a:pt x="1094412" y="188724"/>
                    <a:pt x="1073402" y="197620"/>
                    <a:pt x="1056850" y="213506"/>
                  </a:cubicBezTo>
                  <a:cubicBezTo>
                    <a:pt x="1035203" y="233840"/>
                    <a:pt x="1007827" y="245278"/>
                    <a:pt x="978541" y="2452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2BDC45C-A7CF-369F-C7C3-3154B39C43F9}"/>
                </a:ext>
              </a:extLst>
            </p:cNvPr>
            <p:cNvSpPr/>
            <p:nvPr/>
          </p:nvSpPr>
          <p:spPr>
            <a:xfrm>
              <a:off x="6114028" y="3978628"/>
              <a:ext cx="1403190" cy="514701"/>
            </a:xfrm>
            <a:custGeom>
              <a:avLst/>
              <a:gdLst>
                <a:gd name="connsiteX0" fmla="*/ 83402 w 1403190"/>
                <a:gd name="connsiteY0" fmla="*/ 24782 h 514701"/>
                <a:gd name="connsiteX1" fmla="*/ 24829 w 1403190"/>
                <a:gd name="connsiteY1" fmla="*/ 83242 h 514701"/>
                <a:gd name="connsiteX2" fmla="*/ 83402 w 1403190"/>
                <a:gd name="connsiteY2" fmla="*/ 141702 h 514701"/>
                <a:gd name="connsiteX3" fmla="*/ 730244 w 1403190"/>
                <a:gd name="connsiteY3" fmla="*/ 141702 h 514701"/>
                <a:gd name="connsiteX4" fmla="*/ 1031383 w 1403190"/>
                <a:gd name="connsiteY4" fmla="*/ 303738 h 514701"/>
                <a:gd name="connsiteX5" fmla="*/ 1147891 w 1403190"/>
                <a:gd name="connsiteY5" fmla="*/ 480388 h 514701"/>
                <a:gd name="connsiteX6" fmla="*/ 1342708 w 1403190"/>
                <a:gd name="connsiteY6" fmla="*/ 201433 h 514701"/>
                <a:gd name="connsiteX7" fmla="*/ 1378361 w 1403190"/>
                <a:gd name="connsiteY7" fmla="*/ 88325 h 514701"/>
                <a:gd name="connsiteX8" fmla="*/ 1378361 w 1403190"/>
                <a:gd name="connsiteY8" fmla="*/ 83242 h 514701"/>
                <a:gd name="connsiteX9" fmla="*/ 1319788 w 1403190"/>
                <a:gd name="connsiteY9" fmla="*/ 24782 h 514701"/>
                <a:gd name="connsiteX10" fmla="*/ 83402 w 1403190"/>
                <a:gd name="connsiteY10" fmla="*/ 24782 h 514701"/>
                <a:gd name="connsiteX11" fmla="*/ 1147891 w 1403190"/>
                <a:gd name="connsiteY11" fmla="*/ 514702 h 514701"/>
                <a:gd name="connsiteX12" fmla="*/ 1147891 w 1403190"/>
                <a:gd name="connsiteY12" fmla="*/ 514702 h 514701"/>
                <a:gd name="connsiteX13" fmla="*/ 1137704 w 1403190"/>
                <a:gd name="connsiteY13" fmla="*/ 508983 h 514701"/>
                <a:gd name="connsiteX14" fmla="*/ 1011647 w 1403190"/>
                <a:gd name="connsiteY14" fmla="*/ 317717 h 514701"/>
                <a:gd name="connsiteX15" fmla="*/ 730882 w 1403190"/>
                <a:gd name="connsiteY15" fmla="*/ 166484 h 514701"/>
                <a:gd name="connsiteX16" fmla="*/ 83402 w 1403190"/>
                <a:gd name="connsiteY16" fmla="*/ 166484 h 514701"/>
                <a:gd name="connsiteX17" fmla="*/ 0 w 1403190"/>
                <a:gd name="connsiteY17" fmla="*/ 83242 h 514701"/>
                <a:gd name="connsiteX18" fmla="*/ 83402 w 1403190"/>
                <a:gd name="connsiteY18" fmla="*/ 0 h 514701"/>
                <a:gd name="connsiteX19" fmla="*/ 1319788 w 1403190"/>
                <a:gd name="connsiteY19" fmla="*/ 0 h 514701"/>
                <a:gd name="connsiteX20" fmla="*/ 1403190 w 1403190"/>
                <a:gd name="connsiteY20" fmla="*/ 83242 h 514701"/>
                <a:gd name="connsiteX21" fmla="*/ 1403190 w 1403190"/>
                <a:gd name="connsiteY21" fmla="*/ 88325 h 514701"/>
                <a:gd name="connsiteX22" fmla="*/ 1363081 w 1403190"/>
                <a:gd name="connsiteY22" fmla="*/ 215412 h 514701"/>
                <a:gd name="connsiteX23" fmla="*/ 1158078 w 1403190"/>
                <a:gd name="connsiteY23" fmla="*/ 509618 h 514701"/>
                <a:gd name="connsiteX24" fmla="*/ 1147891 w 1403190"/>
                <a:gd name="connsiteY24" fmla="*/ 514702 h 514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3190" h="514701">
                  <a:moveTo>
                    <a:pt x="83402" y="24782"/>
                  </a:moveTo>
                  <a:cubicBezTo>
                    <a:pt x="50932" y="24782"/>
                    <a:pt x="24829" y="50835"/>
                    <a:pt x="24829" y="83242"/>
                  </a:cubicBezTo>
                  <a:cubicBezTo>
                    <a:pt x="24829" y="115649"/>
                    <a:pt x="50932" y="141702"/>
                    <a:pt x="83402" y="141702"/>
                  </a:cubicBezTo>
                  <a:lnTo>
                    <a:pt x="730244" y="141702"/>
                  </a:lnTo>
                  <a:cubicBezTo>
                    <a:pt x="851846" y="141702"/>
                    <a:pt x="964534" y="202068"/>
                    <a:pt x="1031383" y="303738"/>
                  </a:cubicBezTo>
                  <a:lnTo>
                    <a:pt x="1147891" y="480388"/>
                  </a:lnTo>
                  <a:lnTo>
                    <a:pt x="1342708" y="201433"/>
                  </a:lnTo>
                  <a:cubicBezTo>
                    <a:pt x="1366264" y="168390"/>
                    <a:pt x="1378361" y="128993"/>
                    <a:pt x="1378361" y="88325"/>
                  </a:cubicBezTo>
                  <a:lnTo>
                    <a:pt x="1378361" y="83242"/>
                  </a:lnTo>
                  <a:cubicBezTo>
                    <a:pt x="1378361" y="50835"/>
                    <a:pt x="1352258" y="24782"/>
                    <a:pt x="1319788" y="24782"/>
                  </a:cubicBezTo>
                  <a:lnTo>
                    <a:pt x="83402" y="24782"/>
                  </a:lnTo>
                  <a:close/>
                  <a:moveTo>
                    <a:pt x="1147891" y="514702"/>
                  </a:moveTo>
                  <a:lnTo>
                    <a:pt x="1147891" y="514702"/>
                  </a:lnTo>
                  <a:cubicBezTo>
                    <a:pt x="1143434" y="514702"/>
                    <a:pt x="1140251" y="512795"/>
                    <a:pt x="1137704" y="508983"/>
                  </a:cubicBezTo>
                  <a:lnTo>
                    <a:pt x="1011647" y="317717"/>
                  </a:lnTo>
                  <a:cubicBezTo>
                    <a:pt x="949254" y="223037"/>
                    <a:pt x="844206" y="166484"/>
                    <a:pt x="730882" y="166484"/>
                  </a:cubicBezTo>
                  <a:lnTo>
                    <a:pt x="83402" y="166484"/>
                  </a:lnTo>
                  <a:cubicBezTo>
                    <a:pt x="37562" y="166484"/>
                    <a:pt x="0" y="128993"/>
                    <a:pt x="0" y="83242"/>
                  </a:cubicBezTo>
                  <a:cubicBezTo>
                    <a:pt x="0" y="37491"/>
                    <a:pt x="37562" y="0"/>
                    <a:pt x="83402" y="0"/>
                  </a:cubicBezTo>
                  <a:lnTo>
                    <a:pt x="1319788" y="0"/>
                  </a:lnTo>
                  <a:cubicBezTo>
                    <a:pt x="1365627" y="0"/>
                    <a:pt x="1403190" y="37491"/>
                    <a:pt x="1403190" y="83242"/>
                  </a:cubicBezTo>
                  <a:lnTo>
                    <a:pt x="1403190" y="88325"/>
                  </a:lnTo>
                  <a:cubicBezTo>
                    <a:pt x="1403190" y="134077"/>
                    <a:pt x="1389183" y="177922"/>
                    <a:pt x="1363081" y="215412"/>
                  </a:cubicBezTo>
                  <a:lnTo>
                    <a:pt x="1158078" y="509618"/>
                  </a:lnTo>
                  <a:cubicBezTo>
                    <a:pt x="1156167" y="512795"/>
                    <a:pt x="1152348" y="514702"/>
                    <a:pt x="1147891" y="51470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EA275D58-1FFC-6B1C-C511-1FADF960327C}"/>
                </a:ext>
              </a:extLst>
            </p:cNvPr>
            <p:cNvSpPr/>
            <p:nvPr/>
          </p:nvSpPr>
          <p:spPr>
            <a:xfrm>
              <a:off x="6114028" y="4248052"/>
              <a:ext cx="492771" cy="85783"/>
            </a:xfrm>
            <a:custGeom>
              <a:avLst/>
              <a:gdLst>
                <a:gd name="connsiteX0" fmla="*/ 480675 w 492771"/>
                <a:gd name="connsiteY0" fmla="*/ 85784 h 85783"/>
                <a:gd name="connsiteX1" fmla="*/ 468579 w 492771"/>
                <a:gd name="connsiteY1" fmla="*/ 73710 h 85783"/>
                <a:gd name="connsiteX2" fmla="*/ 418920 w 492771"/>
                <a:gd name="connsiteY2" fmla="*/ 24146 h 85783"/>
                <a:gd name="connsiteX3" fmla="*/ 73852 w 492771"/>
                <a:gd name="connsiteY3" fmla="*/ 24146 h 85783"/>
                <a:gd name="connsiteX4" fmla="*/ 24193 w 492771"/>
                <a:gd name="connsiteY4" fmla="*/ 73710 h 85783"/>
                <a:gd name="connsiteX5" fmla="*/ 12096 w 492771"/>
                <a:gd name="connsiteY5" fmla="*/ 85784 h 85783"/>
                <a:gd name="connsiteX6" fmla="*/ 0 w 492771"/>
                <a:gd name="connsiteY6" fmla="*/ 73710 h 85783"/>
                <a:gd name="connsiteX7" fmla="*/ 73852 w 492771"/>
                <a:gd name="connsiteY7" fmla="*/ 0 h 85783"/>
                <a:gd name="connsiteX8" fmla="*/ 418920 w 492771"/>
                <a:gd name="connsiteY8" fmla="*/ 0 h 85783"/>
                <a:gd name="connsiteX9" fmla="*/ 492772 w 492771"/>
                <a:gd name="connsiteY9" fmla="*/ 73710 h 85783"/>
                <a:gd name="connsiteX10" fmla="*/ 480675 w 492771"/>
                <a:gd name="connsiteY10" fmla="*/ 85784 h 85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92771" h="85783">
                  <a:moveTo>
                    <a:pt x="480675" y="85784"/>
                  </a:moveTo>
                  <a:cubicBezTo>
                    <a:pt x="473672" y="85784"/>
                    <a:pt x="468579" y="80065"/>
                    <a:pt x="468579" y="73710"/>
                  </a:cubicBezTo>
                  <a:cubicBezTo>
                    <a:pt x="468579" y="46387"/>
                    <a:pt x="446296" y="24146"/>
                    <a:pt x="418920" y="24146"/>
                  </a:cubicBezTo>
                  <a:lnTo>
                    <a:pt x="73852" y="24146"/>
                  </a:lnTo>
                  <a:cubicBezTo>
                    <a:pt x="46476" y="24146"/>
                    <a:pt x="24193" y="46387"/>
                    <a:pt x="24193" y="73710"/>
                  </a:cubicBezTo>
                  <a:cubicBezTo>
                    <a:pt x="24193" y="80700"/>
                    <a:pt x="18463" y="85784"/>
                    <a:pt x="12096" y="85784"/>
                  </a:cubicBezTo>
                  <a:cubicBezTo>
                    <a:pt x="5093" y="85784"/>
                    <a:pt x="0" y="80065"/>
                    <a:pt x="0" y="73710"/>
                  </a:cubicBezTo>
                  <a:cubicBezTo>
                    <a:pt x="0" y="33043"/>
                    <a:pt x="33106" y="0"/>
                    <a:pt x="73852" y="0"/>
                  </a:cubicBezTo>
                  <a:lnTo>
                    <a:pt x="418920" y="0"/>
                  </a:lnTo>
                  <a:cubicBezTo>
                    <a:pt x="459666" y="0"/>
                    <a:pt x="492772" y="33043"/>
                    <a:pt x="492772" y="73710"/>
                  </a:cubicBezTo>
                  <a:cubicBezTo>
                    <a:pt x="492772" y="80065"/>
                    <a:pt x="487678" y="85784"/>
                    <a:pt x="480675" y="8578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38A97E30-FB57-AC1E-3259-C11C7B820E4D}"/>
                </a:ext>
              </a:extLst>
            </p:cNvPr>
            <p:cNvSpPr/>
            <p:nvPr/>
          </p:nvSpPr>
          <p:spPr>
            <a:xfrm>
              <a:off x="6662825" y="4248052"/>
              <a:ext cx="358437" cy="85783"/>
            </a:xfrm>
            <a:custGeom>
              <a:avLst/>
              <a:gdLst>
                <a:gd name="connsiteX0" fmla="*/ 12097 w 358437"/>
                <a:gd name="connsiteY0" fmla="*/ 85784 h 85783"/>
                <a:gd name="connsiteX1" fmla="*/ 0 w 358437"/>
                <a:gd name="connsiteY1" fmla="*/ 73710 h 85783"/>
                <a:gd name="connsiteX2" fmla="*/ 73853 w 358437"/>
                <a:gd name="connsiteY2" fmla="*/ 0 h 85783"/>
                <a:gd name="connsiteX3" fmla="*/ 346341 w 358437"/>
                <a:gd name="connsiteY3" fmla="*/ 0 h 85783"/>
                <a:gd name="connsiteX4" fmla="*/ 358438 w 358437"/>
                <a:gd name="connsiteY4" fmla="*/ 12073 h 85783"/>
                <a:gd name="connsiteX5" fmla="*/ 346341 w 358437"/>
                <a:gd name="connsiteY5" fmla="*/ 24146 h 85783"/>
                <a:gd name="connsiteX6" fmla="*/ 73853 w 358437"/>
                <a:gd name="connsiteY6" fmla="*/ 24146 h 85783"/>
                <a:gd name="connsiteX7" fmla="*/ 24193 w 358437"/>
                <a:gd name="connsiteY7" fmla="*/ 73710 h 85783"/>
                <a:gd name="connsiteX8" fmla="*/ 12097 w 358437"/>
                <a:gd name="connsiteY8" fmla="*/ 85784 h 85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8437" h="85783">
                  <a:moveTo>
                    <a:pt x="12097" y="85784"/>
                  </a:moveTo>
                  <a:cubicBezTo>
                    <a:pt x="5094" y="85784"/>
                    <a:pt x="0" y="80065"/>
                    <a:pt x="0" y="73710"/>
                  </a:cubicBezTo>
                  <a:cubicBezTo>
                    <a:pt x="0" y="33043"/>
                    <a:pt x="33107" y="0"/>
                    <a:pt x="73853" y="0"/>
                  </a:cubicBezTo>
                  <a:lnTo>
                    <a:pt x="346341" y="0"/>
                  </a:lnTo>
                  <a:cubicBezTo>
                    <a:pt x="353344" y="0"/>
                    <a:pt x="358438" y="5719"/>
                    <a:pt x="358438" y="12073"/>
                  </a:cubicBezTo>
                  <a:cubicBezTo>
                    <a:pt x="358438" y="18428"/>
                    <a:pt x="352708" y="24146"/>
                    <a:pt x="346341" y="24146"/>
                  </a:cubicBezTo>
                  <a:lnTo>
                    <a:pt x="73853" y="24146"/>
                  </a:lnTo>
                  <a:cubicBezTo>
                    <a:pt x="46476" y="24146"/>
                    <a:pt x="24193" y="46387"/>
                    <a:pt x="24193" y="73710"/>
                  </a:cubicBezTo>
                  <a:cubicBezTo>
                    <a:pt x="24193" y="80065"/>
                    <a:pt x="19100" y="85784"/>
                    <a:pt x="12097" y="8578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8883A76-22ED-C2BD-384B-0895F4F9283E}"/>
                </a:ext>
              </a:extLst>
            </p:cNvPr>
            <p:cNvSpPr/>
            <p:nvPr/>
          </p:nvSpPr>
          <p:spPr>
            <a:xfrm>
              <a:off x="7385112" y="4442495"/>
              <a:ext cx="1452848" cy="1460863"/>
            </a:xfrm>
            <a:custGeom>
              <a:avLst/>
              <a:gdLst>
                <a:gd name="connsiteX0" fmla="*/ 183675 w 1452848"/>
                <a:gd name="connsiteY0" fmla="*/ 1196523 h 1460863"/>
                <a:gd name="connsiteX1" fmla="*/ 195135 w 1452848"/>
                <a:gd name="connsiteY1" fmla="*/ 1204148 h 1460863"/>
                <a:gd name="connsiteX2" fmla="*/ 191315 w 1452848"/>
                <a:gd name="connsiteY2" fmla="*/ 1218127 h 1460863"/>
                <a:gd name="connsiteX3" fmla="*/ 182402 w 1452848"/>
                <a:gd name="connsiteY3" fmla="*/ 1226388 h 1460863"/>
                <a:gd name="connsiteX4" fmla="*/ 182402 w 1452848"/>
                <a:gd name="connsiteY4" fmla="*/ 1400497 h 1460863"/>
                <a:gd name="connsiteX5" fmla="*/ 268987 w 1452848"/>
                <a:gd name="connsiteY5" fmla="*/ 1436717 h 1460863"/>
                <a:gd name="connsiteX6" fmla="*/ 355572 w 1452848"/>
                <a:gd name="connsiteY6" fmla="*/ 1400497 h 1460863"/>
                <a:gd name="connsiteX7" fmla="*/ 388042 w 1452848"/>
                <a:gd name="connsiteY7" fmla="*/ 1285483 h 1460863"/>
                <a:gd name="connsiteX8" fmla="*/ 393772 w 1452848"/>
                <a:gd name="connsiteY8" fmla="*/ 1272139 h 1460863"/>
                <a:gd name="connsiteX9" fmla="*/ 428788 w 1452848"/>
                <a:gd name="connsiteY9" fmla="*/ 1251805 h 1460863"/>
                <a:gd name="connsiteX10" fmla="*/ 898640 w 1452848"/>
                <a:gd name="connsiteY10" fmla="*/ 903587 h 1460863"/>
                <a:gd name="connsiteX11" fmla="*/ 1244981 w 1452848"/>
                <a:gd name="connsiteY11" fmla="*/ 430824 h 1460863"/>
                <a:gd name="connsiteX12" fmla="*/ 1265354 w 1452848"/>
                <a:gd name="connsiteY12" fmla="*/ 395876 h 1460863"/>
                <a:gd name="connsiteX13" fmla="*/ 1278724 w 1452848"/>
                <a:gd name="connsiteY13" fmla="*/ 390157 h 1460863"/>
                <a:gd name="connsiteX14" fmla="*/ 1392685 w 1452848"/>
                <a:gd name="connsiteY14" fmla="*/ 357750 h 1460863"/>
                <a:gd name="connsiteX15" fmla="*/ 1392685 w 1452848"/>
                <a:gd name="connsiteY15" fmla="*/ 183640 h 1460863"/>
                <a:gd name="connsiteX16" fmla="*/ 1306100 w 1452848"/>
                <a:gd name="connsiteY16" fmla="*/ 147421 h 1460863"/>
                <a:gd name="connsiteX17" fmla="*/ 1219514 w 1452848"/>
                <a:gd name="connsiteY17" fmla="*/ 183640 h 1460863"/>
                <a:gd name="connsiteX18" fmla="*/ 1219514 w 1452848"/>
                <a:gd name="connsiteY18" fmla="*/ 183640 h 1460863"/>
                <a:gd name="connsiteX19" fmla="*/ 1211238 w 1452848"/>
                <a:gd name="connsiteY19" fmla="*/ 193172 h 1460863"/>
                <a:gd name="connsiteX20" fmla="*/ 1197231 w 1452848"/>
                <a:gd name="connsiteY20" fmla="*/ 196985 h 1460863"/>
                <a:gd name="connsiteX21" fmla="*/ 1189592 w 1452848"/>
                <a:gd name="connsiteY21" fmla="*/ 184911 h 1460863"/>
                <a:gd name="connsiteX22" fmla="*/ 1153939 w 1452848"/>
                <a:gd name="connsiteY22" fmla="*/ 91502 h 1460863"/>
                <a:gd name="connsiteX23" fmla="*/ 1067354 w 1452848"/>
                <a:gd name="connsiteY23" fmla="*/ 55283 h 1460863"/>
                <a:gd name="connsiteX24" fmla="*/ 980768 w 1452848"/>
                <a:gd name="connsiteY24" fmla="*/ 91502 h 1460863"/>
                <a:gd name="connsiteX25" fmla="*/ 959759 w 1452848"/>
                <a:gd name="connsiteY25" fmla="*/ 120097 h 1460863"/>
                <a:gd name="connsiteX26" fmla="*/ 947662 w 1452848"/>
                <a:gd name="connsiteY26" fmla="*/ 126451 h 1460863"/>
                <a:gd name="connsiteX27" fmla="*/ 937476 w 1452848"/>
                <a:gd name="connsiteY27" fmla="*/ 117555 h 1460863"/>
                <a:gd name="connsiteX28" fmla="*/ 905643 w 1452848"/>
                <a:gd name="connsiteY28" fmla="*/ 61637 h 1460863"/>
                <a:gd name="connsiteX29" fmla="*/ 819058 w 1452848"/>
                <a:gd name="connsiteY29" fmla="*/ 25417 h 1460863"/>
                <a:gd name="connsiteX30" fmla="*/ 732472 w 1452848"/>
                <a:gd name="connsiteY30" fmla="*/ 61637 h 1460863"/>
                <a:gd name="connsiteX31" fmla="*/ 696820 w 1452848"/>
                <a:gd name="connsiteY31" fmla="*/ 146785 h 1460863"/>
                <a:gd name="connsiteX32" fmla="*/ 687906 w 1452848"/>
                <a:gd name="connsiteY32" fmla="*/ 158223 h 1460863"/>
                <a:gd name="connsiteX33" fmla="*/ 674537 w 1452848"/>
                <a:gd name="connsiteY33" fmla="*/ 153775 h 1460863"/>
                <a:gd name="connsiteX34" fmla="*/ 661167 w 1452848"/>
                <a:gd name="connsiteY34" fmla="*/ 137889 h 1460863"/>
                <a:gd name="connsiteX35" fmla="*/ 574582 w 1452848"/>
                <a:gd name="connsiteY35" fmla="*/ 101669 h 1460863"/>
                <a:gd name="connsiteX36" fmla="*/ 487997 w 1452848"/>
                <a:gd name="connsiteY36" fmla="*/ 137889 h 1460863"/>
                <a:gd name="connsiteX37" fmla="*/ 457437 w 1452848"/>
                <a:gd name="connsiteY37" fmla="*/ 260528 h 1460863"/>
                <a:gd name="connsiteX38" fmla="*/ 452981 w 1452848"/>
                <a:gd name="connsiteY38" fmla="*/ 273872 h 1460863"/>
                <a:gd name="connsiteX39" fmla="*/ 438974 w 1452848"/>
                <a:gd name="connsiteY39" fmla="*/ 273872 h 1460863"/>
                <a:gd name="connsiteX40" fmla="*/ 284904 w 1452848"/>
                <a:gd name="connsiteY40" fmla="*/ 289123 h 1460863"/>
                <a:gd name="connsiteX41" fmla="*/ 269624 w 1452848"/>
                <a:gd name="connsiteY41" fmla="*/ 444168 h 1460863"/>
                <a:gd name="connsiteX42" fmla="*/ 268987 w 1452848"/>
                <a:gd name="connsiteY42" fmla="*/ 458148 h 1460863"/>
                <a:gd name="connsiteX43" fmla="*/ 255618 w 1452848"/>
                <a:gd name="connsiteY43" fmla="*/ 462596 h 1460863"/>
                <a:gd name="connsiteX44" fmla="*/ 134016 w 1452848"/>
                <a:gd name="connsiteY44" fmla="*/ 493097 h 1460863"/>
                <a:gd name="connsiteX45" fmla="*/ 134016 w 1452848"/>
                <a:gd name="connsiteY45" fmla="*/ 667206 h 1460863"/>
                <a:gd name="connsiteX46" fmla="*/ 149932 w 1452848"/>
                <a:gd name="connsiteY46" fmla="*/ 680550 h 1460863"/>
                <a:gd name="connsiteX47" fmla="*/ 154389 w 1452848"/>
                <a:gd name="connsiteY47" fmla="*/ 693894 h 1460863"/>
                <a:gd name="connsiteX48" fmla="*/ 142929 w 1452848"/>
                <a:gd name="connsiteY48" fmla="*/ 702155 h 1460863"/>
                <a:gd name="connsiteX49" fmla="*/ 58254 w 1452848"/>
                <a:gd name="connsiteY49" fmla="*/ 737739 h 1460863"/>
                <a:gd name="connsiteX50" fmla="*/ 58254 w 1452848"/>
                <a:gd name="connsiteY50" fmla="*/ 911848 h 1460863"/>
                <a:gd name="connsiteX51" fmla="*/ 113643 w 1452848"/>
                <a:gd name="connsiteY51" fmla="*/ 943620 h 1460863"/>
                <a:gd name="connsiteX52" fmla="*/ 122556 w 1452848"/>
                <a:gd name="connsiteY52" fmla="*/ 953787 h 1460863"/>
                <a:gd name="connsiteX53" fmla="*/ 116190 w 1452848"/>
                <a:gd name="connsiteY53" fmla="*/ 965860 h 1460863"/>
                <a:gd name="connsiteX54" fmla="*/ 88177 w 1452848"/>
                <a:gd name="connsiteY54" fmla="*/ 986829 h 1460863"/>
                <a:gd name="connsiteX55" fmla="*/ 88177 w 1452848"/>
                <a:gd name="connsiteY55" fmla="*/ 1160938 h 1460863"/>
                <a:gd name="connsiteX56" fmla="*/ 181128 w 1452848"/>
                <a:gd name="connsiteY56" fmla="*/ 1196523 h 1460863"/>
                <a:gd name="connsiteX57" fmla="*/ 183675 w 1452848"/>
                <a:gd name="connsiteY57" fmla="*/ 1196523 h 1460863"/>
                <a:gd name="connsiteX58" fmla="*/ 268987 w 1452848"/>
                <a:gd name="connsiteY58" fmla="*/ 1460863 h 1460863"/>
                <a:gd name="connsiteX59" fmla="*/ 165212 w 1452848"/>
                <a:gd name="connsiteY59" fmla="*/ 1417654 h 1460863"/>
                <a:gd name="connsiteX60" fmla="*/ 155662 w 1452848"/>
                <a:gd name="connsiteY60" fmla="*/ 1220034 h 1460863"/>
                <a:gd name="connsiteX61" fmla="*/ 72897 w 1452848"/>
                <a:gd name="connsiteY61" fmla="*/ 1178730 h 1460863"/>
                <a:gd name="connsiteX62" fmla="*/ 72897 w 1452848"/>
                <a:gd name="connsiteY62" fmla="*/ 970308 h 1460863"/>
                <a:gd name="connsiteX63" fmla="*/ 85630 w 1452848"/>
                <a:gd name="connsiteY63" fmla="*/ 958870 h 1460863"/>
                <a:gd name="connsiteX64" fmla="*/ 42974 w 1452848"/>
                <a:gd name="connsiteY64" fmla="*/ 929005 h 1460863"/>
                <a:gd name="connsiteX65" fmla="*/ 42974 w 1452848"/>
                <a:gd name="connsiteY65" fmla="*/ 720582 h 1460863"/>
                <a:gd name="connsiteX66" fmla="*/ 116190 w 1452848"/>
                <a:gd name="connsiteY66" fmla="*/ 680550 h 1460863"/>
                <a:gd name="connsiteX67" fmla="*/ 118737 w 1452848"/>
                <a:gd name="connsiteY67" fmla="*/ 475305 h 1460863"/>
                <a:gd name="connsiteX68" fmla="*/ 238427 w 1452848"/>
                <a:gd name="connsiteY68" fmla="*/ 432731 h 1460863"/>
                <a:gd name="connsiteX69" fmla="*/ 269624 w 1452848"/>
                <a:gd name="connsiteY69" fmla="*/ 270695 h 1460863"/>
                <a:gd name="connsiteX70" fmla="*/ 430698 w 1452848"/>
                <a:gd name="connsiteY70" fmla="*/ 239559 h 1460863"/>
                <a:gd name="connsiteX71" fmla="*/ 472717 w 1452848"/>
                <a:gd name="connsiteY71" fmla="*/ 119462 h 1460863"/>
                <a:gd name="connsiteX72" fmla="*/ 576492 w 1452848"/>
                <a:gd name="connsiteY72" fmla="*/ 76252 h 1460863"/>
                <a:gd name="connsiteX73" fmla="*/ 576492 w 1452848"/>
                <a:gd name="connsiteY73" fmla="*/ 76252 h 1460863"/>
                <a:gd name="connsiteX74" fmla="*/ 677084 w 1452848"/>
                <a:gd name="connsiteY74" fmla="*/ 116285 h 1460863"/>
                <a:gd name="connsiteX75" fmla="*/ 716556 w 1452848"/>
                <a:gd name="connsiteY75" fmla="*/ 43210 h 1460863"/>
                <a:gd name="connsiteX76" fmla="*/ 820331 w 1452848"/>
                <a:gd name="connsiteY76" fmla="*/ 0 h 1460863"/>
                <a:gd name="connsiteX77" fmla="*/ 924107 w 1452848"/>
                <a:gd name="connsiteY77" fmla="*/ 43210 h 1460863"/>
                <a:gd name="connsiteX78" fmla="*/ 953393 w 1452848"/>
                <a:gd name="connsiteY78" fmla="*/ 85784 h 1460863"/>
                <a:gd name="connsiteX79" fmla="*/ 964215 w 1452848"/>
                <a:gd name="connsiteY79" fmla="*/ 73075 h 1460863"/>
                <a:gd name="connsiteX80" fmla="*/ 1067991 w 1452848"/>
                <a:gd name="connsiteY80" fmla="*/ 29865 h 1460863"/>
                <a:gd name="connsiteX81" fmla="*/ 1171765 w 1452848"/>
                <a:gd name="connsiteY81" fmla="*/ 73075 h 1460863"/>
                <a:gd name="connsiteX82" fmla="*/ 1213148 w 1452848"/>
                <a:gd name="connsiteY82" fmla="*/ 156317 h 1460863"/>
                <a:gd name="connsiteX83" fmla="*/ 1306100 w 1452848"/>
                <a:gd name="connsiteY83" fmla="*/ 122639 h 1460863"/>
                <a:gd name="connsiteX84" fmla="*/ 1409875 w 1452848"/>
                <a:gd name="connsiteY84" fmla="*/ 165848 h 1460863"/>
                <a:gd name="connsiteX85" fmla="*/ 1409875 w 1452848"/>
                <a:gd name="connsiteY85" fmla="*/ 374271 h 1460863"/>
                <a:gd name="connsiteX86" fmla="*/ 1281907 w 1452848"/>
                <a:gd name="connsiteY86" fmla="*/ 415574 h 1460863"/>
                <a:gd name="connsiteX87" fmla="*/ 1265991 w 1452848"/>
                <a:gd name="connsiteY87" fmla="*/ 442898 h 1460863"/>
                <a:gd name="connsiteX88" fmla="*/ 915830 w 1452848"/>
                <a:gd name="connsiteY88" fmla="*/ 920744 h 1460863"/>
                <a:gd name="connsiteX89" fmla="*/ 440884 w 1452848"/>
                <a:gd name="connsiteY89" fmla="*/ 1272775 h 1460863"/>
                <a:gd name="connsiteX90" fmla="*/ 413508 w 1452848"/>
                <a:gd name="connsiteY90" fmla="*/ 1288661 h 1460863"/>
                <a:gd name="connsiteX91" fmla="*/ 372762 w 1452848"/>
                <a:gd name="connsiteY91" fmla="*/ 1417018 h 1460863"/>
                <a:gd name="connsiteX92" fmla="*/ 268987 w 1452848"/>
                <a:gd name="connsiteY92" fmla="*/ 1460863 h 1460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452848" h="1460863">
                  <a:moveTo>
                    <a:pt x="183675" y="1196523"/>
                  </a:moveTo>
                  <a:cubicBezTo>
                    <a:pt x="188769" y="1196523"/>
                    <a:pt x="193225" y="1199700"/>
                    <a:pt x="195135" y="1204148"/>
                  </a:cubicBezTo>
                  <a:cubicBezTo>
                    <a:pt x="197045" y="1209231"/>
                    <a:pt x="195772" y="1214950"/>
                    <a:pt x="191315" y="1218127"/>
                  </a:cubicBezTo>
                  <a:cubicBezTo>
                    <a:pt x="188131" y="1220669"/>
                    <a:pt x="184948" y="1223211"/>
                    <a:pt x="182402" y="1226388"/>
                  </a:cubicBezTo>
                  <a:cubicBezTo>
                    <a:pt x="134653" y="1274046"/>
                    <a:pt x="134653" y="1352204"/>
                    <a:pt x="182402" y="1400497"/>
                  </a:cubicBezTo>
                  <a:cubicBezTo>
                    <a:pt x="205322" y="1424008"/>
                    <a:pt x="235881" y="1436717"/>
                    <a:pt x="268987" y="1436717"/>
                  </a:cubicBezTo>
                  <a:cubicBezTo>
                    <a:pt x="302093" y="1436717"/>
                    <a:pt x="332016" y="1424008"/>
                    <a:pt x="355572" y="1400497"/>
                  </a:cubicBezTo>
                  <a:cubicBezTo>
                    <a:pt x="385495" y="1370632"/>
                    <a:pt x="397591" y="1327422"/>
                    <a:pt x="388042" y="1285483"/>
                  </a:cubicBezTo>
                  <a:cubicBezTo>
                    <a:pt x="386769" y="1280400"/>
                    <a:pt x="389315" y="1274681"/>
                    <a:pt x="393772" y="1272139"/>
                  </a:cubicBezTo>
                  <a:cubicBezTo>
                    <a:pt x="404595" y="1265785"/>
                    <a:pt x="416055" y="1258795"/>
                    <a:pt x="428788" y="1251805"/>
                  </a:cubicBezTo>
                  <a:cubicBezTo>
                    <a:pt x="536383" y="1190168"/>
                    <a:pt x="717193" y="1085957"/>
                    <a:pt x="898640" y="903587"/>
                  </a:cubicBezTo>
                  <a:cubicBezTo>
                    <a:pt x="1080087" y="720582"/>
                    <a:pt x="1183225" y="538848"/>
                    <a:pt x="1244981" y="430824"/>
                  </a:cubicBezTo>
                  <a:cubicBezTo>
                    <a:pt x="1251984" y="418116"/>
                    <a:pt x="1258988" y="406678"/>
                    <a:pt x="1265354" y="395876"/>
                  </a:cubicBezTo>
                  <a:cubicBezTo>
                    <a:pt x="1267901" y="391428"/>
                    <a:pt x="1273630" y="388886"/>
                    <a:pt x="1278724" y="390157"/>
                  </a:cubicBezTo>
                  <a:cubicBezTo>
                    <a:pt x="1320106" y="399688"/>
                    <a:pt x="1362762" y="387615"/>
                    <a:pt x="1392685" y="357750"/>
                  </a:cubicBezTo>
                  <a:cubicBezTo>
                    <a:pt x="1440435" y="310092"/>
                    <a:pt x="1440435" y="231933"/>
                    <a:pt x="1392685" y="183640"/>
                  </a:cubicBezTo>
                  <a:cubicBezTo>
                    <a:pt x="1369766" y="160129"/>
                    <a:pt x="1339206" y="147421"/>
                    <a:pt x="1306100" y="147421"/>
                  </a:cubicBezTo>
                  <a:cubicBezTo>
                    <a:pt x="1272994" y="147421"/>
                    <a:pt x="1243071" y="160129"/>
                    <a:pt x="1219514" y="183640"/>
                  </a:cubicBezTo>
                  <a:lnTo>
                    <a:pt x="1219514" y="183640"/>
                  </a:lnTo>
                  <a:cubicBezTo>
                    <a:pt x="1216331" y="186818"/>
                    <a:pt x="1213785" y="189995"/>
                    <a:pt x="1211238" y="193172"/>
                  </a:cubicBezTo>
                  <a:cubicBezTo>
                    <a:pt x="1208055" y="196985"/>
                    <a:pt x="1202325" y="198891"/>
                    <a:pt x="1197231" y="196985"/>
                  </a:cubicBezTo>
                  <a:cubicBezTo>
                    <a:pt x="1192139" y="195078"/>
                    <a:pt x="1188955" y="189995"/>
                    <a:pt x="1189592" y="184911"/>
                  </a:cubicBezTo>
                  <a:cubicBezTo>
                    <a:pt x="1191502" y="149963"/>
                    <a:pt x="1178769" y="115649"/>
                    <a:pt x="1153939" y="91502"/>
                  </a:cubicBezTo>
                  <a:cubicBezTo>
                    <a:pt x="1131020" y="68627"/>
                    <a:pt x="1100460" y="55283"/>
                    <a:pt x="1067354" y="55283"/>
                  </a:cubicBezTo>
                  <a:cubicBezTo>
                    <a:pt x="1034248" y="55283"/>
                    <a:pt x="1004325" y="67992"/>
                    <a:pt x="980768" y="91502"/>
                  </a:cubicBezTo>
                  <a:cubicBezTo>
                    <a:pt x="972492" y="99763"/>
                    <a:pt x="965489" y="109295"/>
                    <a:pt x="959759" y="120097"/>
                  </a:cubicBezTo>
                  <a:cubicBezTo>
                    <a:pt x="957212" y="124545"/>
                    <a:pt x="952756" y="127087"/>
                    <a:pt x="947662" y="126451"/>
                  </a:cubicBezTo>
                  <a:cubicBezTo>
                    <a:pt x="942569" y="125816"/>
                    <a:pt x="938749" y="122003"/>
                    <a:pt x="937476" y="117555"/>
                  </a:cubicBezTo>
                  <a:cubicBezTo>
                    <a:pt x="931746" y="96586"/>
                    <a:pt x="920923" y="76888"/>
                    <a:pt x="905643" y="61637"/>
                  </a:cubicBezTo>
                  <a:cubicBezTo>
                    <a:pt x="882724" y="38126"/>
                    <a:pt x="852164" y="25417"/>
                    <a:pt x="819058" y="25417"/>
                  </a:cubicBezTo>
                  <a:cubicBezTo>
                    <a:pt x="785952" y="25417"/>
                    <a:pt x="756029" y="38126"/>
                    <a:pt x="732472" y="61637"/>
                  </a:cubicBezTo>
                  <a:cubicBezTo>
                    <a:pt x="709553" y="84513"/>
                    <a:pt x="697456" y="114378"/>
                    <a:pt x="696820" y="146785"/>
                  </a:cubicBezTo>
                  <a:cubicBezTo>
                    <a:pt x="696820" y="151869"/>
                    <a:pt x="693000" y="156952"/>
                    <a:pt x="687906" y="158223"/>
                  </a:cubicBezTo>
                  <a:cubicBezTo>
                    <a:pt x="682814" y="159494"/>
                    <a:pt x="677084" y="158223"/>
                    <a:pt x="674537" y="153775"/>
                  </a:cubicBezTo>
                  <a:cubicBezTo>
                    <a:pt x="670081" y="147421"/>
                    <a:pt x="665624" y="142337"/>
                    <a:pt x="661167" y="137889"/>
                  </a:cubicBezTo>
                  <a:cubicBezTo>
                    <a:pt x="638248" y="114378"/>
                    <a:pt x="607688" y="101669"/>
                    <a:pt x="574582" y="101669"/>
                  </a:cubicBezTo>
                  <a:cubicBezTo>
                    <a:pt x="541476" y="101669"/>
                    <a:pt x="511553" y="114378"/>
                    <a:pt x="487997" y="137889"/>
                  </a:cubicBezTo>
                  <a:cubicBezTo>
                    <a:pt x="456164" y="170296"/>
                    <a:pt x="444704" y="217319"/>
                    <a:pt x="457437" y="260528"/>
                  </a:cubicBezTo>
                  <a:cubicBezTo>
                    <a:pt x="458710" y="265612"/>
                    <a:pt x="457437" y="270695"/>
                    <a:pt x="452981" y="273872"/>
                  </a:cubicBezTo>
                  <a:cubicBezTo>
                    <a:pt x="448524" y="277049"/>
                    <a:pt x="443431" y="277049"/>
                    <a:pt x="438974" y="273872"/>
                  </a:cubicBezTo>
                  <a:cubicBezTo>
                    <a:pt x="390588" y="241465"/>
                    <a:pt x="326286" y="247819"/>
                    <a:pt x="284904" y="289123"/>
                  </a:cubicBezTo>
                  <a:cubicBezTo>
                    <a:pt x="243521" y="330426"/>
                    <a:pt x="237154" y="395876"/>
                    <a:pt x="269624" y="444168"/>
                  </a:cubicBezTo>
                  <a:cubicBezTo>
                    <a:pt x="272171" y="448617"/>
                    <a:pt x="272171" y="454335"/>
                    <a:pt x="268987" y="458148"/>
                  </a:cubicBezTo>
                  <a:cubicBezTo>
                    <a:pt x="265804" y="462596"/>
                    <a:pt x="260710" y="463867"/>
                    <a:pt x="255618" y="462596"/>
                  </a:cubicBezTo>
                  <a:cubicBezTo>
                    <a:pt x="212325" y="449252"/>
                    <a:pt x="165848" y="461325"/>
                    <a:pt x="134016" y="493097"/>
                  </a:cubicBezTo>
                  <a:cubicBezTo>
                    <a:pt x="86266" y="540755"/>
                    <a:pt x="86266" y="618913"/>
                    <a:pt x="134016" y="667206"/>
                  </a:cubicBezTo>
                  <a:cubicBezTo>
                    <a:pt x="138473" y="671654"/>
                    <a:pt x="143565" y="676102"/>
                    <a:pt x="149932" y="680550"/>
                  </a:cubicBezTo>
                  <a:cubicBezTo>
                    <a:pt x="154389" y="683727"/>
                    <a:pt x="156299" y="688811"/>
                    <a:pt x="154389" y="693894"/>
                  </a:cubicBezTo>
                  <a:cubicBezTo>
                    <a:pt x="153115" y="698978"/>
                    <a:pt x="148023" y="702155"/>
                    <a:pt x="142929" y="702155"/>
                  </a:cubicBezTo>
                  <a:cubicBezTo>
                    <a:pt x="111096" y="702790"/>
                    <a:pt x="80537" y="715499"/>
                    <a:pt x="58254" y="737739"/>
                  </a:cubicBezTo>
                  <a:cubicBezTo>
                    <a:pt x="10505" y="785397"/>
                    <a:pt x="10505" y="863555"/>
                    <a:pt x="58254" y="911848"/>
                  </a:cubicBezTo>
                  <a:cubicBezTo>
                    <a:pt x="73533" y="927098"/>
                    <a:pt x="92633" y="937901"/>
                    <a:pt x="113643" y="943620"/>
                  </a:cubicBezTo>
                  <a:cubicBezTo>
                    <a:pt x="118737" y="944891"/>
                    <a:pt x="121920" y="948703"/>
                    <a:pt x="122556" y="953787"/>
                  </a:cubicBezTo>
                  <a:cubicBezTo>
                    <a:pt x="123193" y="958870"/>
                    <a:pt x="120646" y="963318"/>
                    <a:pt x="116190" y="965860"/>
                  </a:cubicBezTo>
                  <a:cubicBezTo>
                    <a:pt x="106003" y="971579"/>
                    <a:pt x="96454" y="978569"/>
                    <a:pt x="88177" y="986829"/>
                  </a:cubicBezTo>
                  <a:cubicBezTo>
                    <a:pt x="40428" y="1034487"/>
                    <a:pt x="40428" y="1112645"/>
                    <a:pt x="88177" y="1160938"/>
                  </a:cubicBezTo>
                  <a:cubicBezTo>
                    <a:pt x="112370" y="1185720"/>
                    <a:pt x="146749" y="1198429"/>
                    <a:pt x="181128" y="1196523"/>
                  </a:cubicBezTo>
                  <a:lnTo>
                    <a:pt x="183675" y="1196523"/>
                  </a:lnTo>
                  <a:moveTo>
                    <a:pt x="268987" y="1460863"/>
                  </a:moveTo>
                  <a:cubicBezTo>
                    <a:pt x="230151" y="1460863"/>
                    <a:pt x="193225" y="1445613"/>
                    <a:pt x="165212" y="1417654"/>
                  </a:cubicBezTo>
                  <a:cubicBezTo>
                    <a:pt x="111733" y="1363642"/>
                    <a:pt x="108549" y="1277858"/>
                    <a:pt x="155662" y="1220034"/>
                  </a:cubicBezTo>
                  <a:cubicBezTo>
                    <a:pt x="124466" y="1215586"/>
                    <a:pt x="95180" y="1200971"/>
                    <a:pt x="72897" y="1178730"/>
                  </a:cubicBezTo>
                  <a:cubicBezTo>
                    <a:pt x="15598" y="1121541"/>
                    <a:pt x="15598" y="1028133"/>
                    <a:pt x="72897" y="970308"/>
                  </a:cubicBezTo>
                  <a:cubicBezTo>
                    <a:pt x="76717" y="966495"/>
                    <a:pt x="81174" y="962683"/>
                    <a:pt x="85630" y="958870"/>
                  </a:cubicBezTo>
                  <a:cubicBezTo>
                    <a:pt x="69714" y="951881"/>
                    <a:pt x="55071" y="941714"/>
                    <a:pt x="42974" y="929005"/>
                  </a:cubicBezTo>
                  <a:cubicBezTo>
                    <a:pt x="-14325" y="871816"/>
                    <a:pt x="-14325" y="778407"/>
                    <a:pt x="42974" y="720582"/>
                  </a:cubicBezTo>
                  <a:cubicBezTo>
                    <a:pt x="63347" y="700249"/>
                    <a:pt x="88177" y="686269"/>
                    <a:pt x="116190" y="680550"/>
                  </a:cubicBezTo>
                  <a:cubicBezTo>
                    <a:pt x="62074" y="622726"/>
                    <a:pt x="62710" y="531859"/>
                    <a:pt x="118737" y="475305"/>
                  </a:cubicBezTo>
                  <a:cubicBezTo>
                    <a:pt x="150569" y="443533"/>
                    <a:pt x="194498" y="428283"/>
                    <a:pt x="238427" y="432731"/>
                  </a:cubicBezTo>
                  <a:cubicBezTo>
                    <a:pt x="215508" y="378083"/>
                    <a:pt x="226968" y="313904"/>
                    <a:pt x="269624" y="270695"/>
                  </a:cubicBezTo>
                  <a:cubicBezTo>
                    <a:pt x="312279" y="227486"/>
                    <a:pt x="376582" y="216048"/>
                    <a:pt x="430698" y="239559"/>
                  </a:cubicBezTo>
                  <a:cubicBezTo>
                    <a:pt x="425604" y="195714"/>
                    <a:pt x="440884" y="151233"/>
                    <a:pt x="472717" y="119462"/>
                  </a:cubicBezTo>
                  <a:cubicBezTo>
                    <a:pt x="500093" y="91502"/>
                    <a:pt x="537019" y="76252"/>
                    <a:pt x="576492" y="76252"/>
                  </a:cubicBezTo>
                  <a:lnTo>
                    <a:pt x="576492" y="76252"/>
                  </a:lnTo>
                  <a:cubicBezTo>
                    <a:pt x="614055" y="76252"/>
                    <a:pt x="649707" y="90232"/>
                    <a:pt x="677084" y="116285"/>
                  </a:cubicBezTo>
                  <a:cubicBezTo>
                    <a:pt x="682814" y="88961"/>
                    <a:pt x="696183" y="63543"/>
                    <a:pt x="716556" y="43210"/>
                  </a:cubicBezTo>
                  <a:cubicBezTo>
                    <a:pt x="743933" y="15250"/>
                    <a:pt x="780859" y="0"/>
                    <a:pt x="820331" y="0"/>
                  </a:cubicBezTo>
                  <a:cubicBezTo>
                    <a:pt x="859804" y="0"/>
                    <a:pt x="896093" y="15250"/>
                    <a:pt x="924107" y="43210"/>
                  </a:cubicBezTo>
                  <a:cubicBezTo>
                    <a:pt x="936202" y="55283"/>
                    <a:pt x="946389" y="69898"/>
                    <a:pt x="953393" y="85784"/>
                  </a:cubicBezTo>
                  <a:cubicBezTo>
                    <a:pt x="956576" y="81336"/>
                    <a:pt x="960396" y="76888"/>
                    <a:pt x="964215" y="73075"/>
                  </a:cubicBezTo>
                  <a:cubicBezTo>
                    <a:pt x="991592" y="45116"/>
                    <a:pt x="1028518" y="29865"/>
                    <a:pt x="1067991" y="29865"/>
                  </a:cubicBezTo>
                  <a:cubicBezTo>
                    <a:pt x="1107463" y="29865"/>
                    <a:pt x="1143753" y="45116"/>
                    <a:pt x="1171765" y="73075"/>
                  </a:cubicBezTo>
                  <a:cubicBezTo>
                    <a:pt x="1194048" y="95951"/>
                    <a:pt x="1208692" y="125181"/>
                    <a:pt x="1213148" y="156317"/>
                  </a:cubicBezTo>
                  <a:cubicBezTo>
                    <a:pt x="1239251" y="134712"/>
                    <a:pt x="1271721" y="122639"/>
                    <a:pt x="1306100" y="122639"/>
                  </a:cubicBezTo>
                  <a:cubicBezTo>
                    <a:pt x="1344936" y="122639"/>
                    <a:pt x="1381862" y="137889"/>
                    <a:pt x="1409875" y="165848"/>
                  </a:cubicBezTo>
                  <a:cubicBezTo>
                    <a:pt x="1467174" y="223037"/>
                    <a:pt x="1467174" y="316446"/>
                    <a:pt x="1409875" y="374271"/>
                  </a:cubicBezTo>
                  <a:cubicBezTo>
                    <a:pt x="1376132" y="407949"/>
                    <a:pt x="1329020" y="423199"/>
                    <a:pt x="1281907" y="415574"/>
                  </a:cubicBezTo>
                  <a:cubicBezTo>
                    <a:pt x="1276813" y="424470"/>
                    <a:pt x="1271721" y="433366"/>
                    <a:pt x="1265991" y="442898"/>
                  </a:cubicBezTo>
                  <a:cubicBezTo>
                    <a:pt x="1203598" y="552192"/>
                    <a:pt x="1099823" y="735833"/>
                    <a:pt x="915830" y="920744"/>
                  </a:cubicBezTo>
                  <a:cubicBezTo>
                    <a:pt x="731836" y="1105656"/>
                    <a:pt x="549752" y="1210502"/>
                    <a:pt x="440884" y="1272775"/>
                  </a:cubicBezTo>
                  <a:cubicBezTo>
                    <a:pt x="431335" y="1278494"/>
                    <a:pt x="421785" y="1283577"/>
                    <a:pt x="413508" y="1288661"/>
                  </a:cubicBezTo>
                  <a:cubicBezTo>
                    <a:pt x="421148" y="1335683"/>
                    <a:pt x="406505" y="1383340"/>
                    <a:pt x="372762" y="1417018"/>
                  </a:cubicBezTo>
                  <a:cubicBezTo>
                    <a:pt x="344749" y="1445613"/>
                    <a:pt x="307823" y="1460863"/>
                    <a:pt x="268987" y="14608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4A3E76E-899C-55CA-7F0B-920D86ED8357}"/>
                </a:ext>
              </a:extLst>
            </p:cNvPr>
            <p:cNvSpPr/>
            <p:nvPr/>
          </p:nvSpPr>
          <p:spPr>
            <a:xfrm>
              <a:off x="7556473" y="5511734"/>
              <a:ext cx="138568" cy="152700"/>
            </a:xfrm>
            <a:custGeom>
              <a:avLst/>
              <a:gdLst>
                <a:gd name="connsiteX0" fmla="*/ 12314 w 138568"/>
                <a:gd name="connsiteY0" fmla="*/ 152065 h 152700"/>
                <a:gd name="connsiteX1" fmla="*/ 218 w 138568"/>
                <a:gd name="connsiteY1" fmla="*/ 141898 h 152700"/>
                <a:gd name="connsiteX2" fmla="*/ 9768 w 138568"/>
                <a:gd name="connsiteY2" fmla="*/ 127918 h 152700"/>
                <a:gd name="connsiteX3" fmla="*/ 114179 w 138568"/>
                <a:gd name="connsiteY3" fmla="*/ 10363 h 152700"/>
                <a:gd name="connsiteX4" fmla="*/ 128185 w 138568"/>
                <a:gd name="connsiteY4" fmla="*/ 196 h 152700"/>
                <a:gd name="connsiteX5" fmla="*/ 138373 w 138568"/>
                <a:gd name="connsiteY5" fmla="*/ 14176 h 152700"/>
                <a:gd name="connsiteX6" fmla="*/ 14225 w 138568"/>
                <a:gd name="connsiteY6" fmla="*/ 152700 h 152700"/>
                <a:gd name="connsiteX7" fmla="*/ 12314 w 138568"/>
                <a:gd name="connsiteY7" fmla="*/ 152065 h 15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568" h="152700">
                  <a:moveTo>
                    <a:pt x="12314" y="152065"/>
                  </a:moveTo>
                  <a:cubicBezTo>
                    <a:pt x="6584" y="152065"/>
                    <a:pt x="1491" y="148252"/>
                    <a:pt x="218" y="141898"/>
                  </a:cubicBezTo>
                  <a:cubicBezTo>
                    <a:pt x="-1055" y="135543"/>
                    <a:pt x="3401" y="129189"/>
                    <a:pt x="9768" y="127918"/>
                  </a:cubicBezTo>
                  <a:cubicBezTo>
                    <a:pt x="13587" y="127283"/>
                    <a:pt x="100173" y="109491"/>
                    <a:pt x="114179" y="10363"/>
                  </a:cubicBezTo>
                  <a:cubicBezTo>
                    <a:pt x="114816" y="4009"/>
                    <a:pt x="121182" y="-1075"/>
                    <a:pt x="128185" y="196"/>
                  </a:cubicBezTo>
                  <a:cubicBezTo>
                    <a:pt x="134552" y="831"/>
                    <a:pt x="139646" y="7186"/>
                    <a:pt x="138373" y="14176"/>
                  </a:cubicBezTo>
                  <a:cubicBezTo>
                    <a:pt x="121819" y="131095"/>
                    <a:pt x="15498" y="152065"/>
                    <a:pt x="14225" y="152700"/>
                  </a:cubicBezTo>
                  <a:cubicBezTo>
                    <a:pt x="13587" y="152065"/>
                    <a:pt x="12951" y="152065"/>
                    <a:pt x="12314" y="1520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9ACAD3AB-A62A-F854-8D40-54AD7302E378}"/>
                </a:ext>
              </a:extLst>
            </p:cNvPr>
            <p:cNvSpPr/>
            <p:nvPr/>
          </p:nvSpPr>
          <p:spPr>
            <a:xfrm>
              <a:off x="7485325" y="5294698"/>
              <a:ext cx="165504" cy="116833"/>
            </a:xfrm>
            <a:custGeom>
              <a:avLst/>
              <a:gdLst>
                <a:gd name="connsiteX0" fmla="*/ 19796 w 165504"/>
                <a:gd name="connsiteY0" fmla="*/ 116834 h 116833"/>
                <a:gd name="connsiteX1" fmla="*/ 10883 w 165504"/>
                <a:gd name="connsiteY1" fmla="*/ 116198 h 116833"/>
                <a:gd name="connsiteX2" fmla="*/ 60 w 165504"/>
                <a:gd name="connsiteY2" fmla="*/ 102854 h 116833"/>
                <a:gd name="connsiteX3" fmla="*/ 13430 w 165504"/>
                <a:gd name="connsiteY3" fmla="*/ 92052 h 116833"/>
                <a:gd name="connsiteX4" fmla="*/ 142034 w 165504"/>
                <a:gd name="connsiteY4" fmla="*/ 8175 h 116833"/>
                <a:gd name="connsiteX5" fmla="*/ 157314 w 165504"/>
                <a:gd name="connsiteY5" fmla="*/ 549 h 116833"/>
                <a:gd name="connsiteX6" fmla="*/ 164954 w 165504"/>
                <a:gd name="connsiteY6" fmla="*/ 15800 h 116833"/>
                <a:gd name="connsiteX7" fmla="*/ 19796 w 165504"/>
                <a:gd name="connsiteY7" fmla="*/ 116834 h 11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5504" h="116833">
                  <a:moveTo>
                    <a:pt x="19796" y="116834"/>
                  </a:moveTo>
                  <a:cubicBezTo>
                    <a:pt x="14066" y="116834"/>
                    <a:pt x="10883" y="116834"/>
                    <a:pt x="10883" y="116198"/>
                  </a:cubicBezTo>
                  <a:cubicBezTo>
                    <a:pt x="3880" y="115563"/>
                    <a:pt x="-576" y="109209"/>
                    <a:pt x="60" y="102854"/>
                  </a:cubicBezTo>
                  <a:cubicBezTo>
                    <a:pt x="697" y="95865"/>
                    <a:pt x="6427" y="91416"/>
                    <a:pt x="13430" y="92052"/>
                  </a:cubicBezTo>
                  <a:cubicBezTo>
                    <a:pt x="17250" y="92687"/>
                    <a:pt x="110201" y="100948"/>
                    <a:pt x="142034" y="8175"/>
                  </a:cubicBezTo>
                  <a:cubicBezTo>
                    <a:pt x="143944" y="1820"/>
                    <a:pt x="150947" y="-1357"/>
                    <a:pt x="157314" y="549"/>
                  </a:cubicBezTo>
                  <a:cubicBezTo>
                    <a:pt x="163681" y="2456"/>
                    <a:pt x="166864" y="9446"/>
                    <a:pt x="164954" y="15800"/>
                  </a:cubicBezTo>
                  <a:cubicBezTo>
                    <a:pt x="133122" y="108573"/>
                    <a:pt x="47810" y="116834"/>
                    <a:pt x="19796" y="1168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432B9A4B-E194-4C5A-283D-AD36D0F2C192}"/>
                </a:ext>
              </a:extLst>
            </p:cNvPr>
            <p:cNvSpPr/>
            <p:nvPr/>
          </p:nvSpPr>
          <p:spPr>
            <a:xfrm>
              <a:off x="7690714" y="5000146"/>
              <a:ext cx="1072700" cy="1004881"/>
            </a:xfrm>
            <a:custGeom>
              <a:avLst/>
              <a:gdLst>
                <a:gd name="connsiteX0" fmla="*/ 91989 w 1072700"/>
                <a:gd name="connsiteY0" fmla="*/ 1004881 h 1004881"/>
                <a:gd name="connsiteX1" fmla="*/ 4768 w 1072700"/>
                <a:gd name="connsiteY1" fmla="*/ 975651 h 1004881"/>
                <a:gd name="connsiteX2" fmla="*/ 2221 w 1072700"/>
                <a:gd name="connsiteY2" fmla="*/ 958494 h 1004881"/>
                <a:gd name="connsiteX3" fmla="*/ 19410 w 1072700"/>
                <a:gd name="connsiteY3" fmla="*/ 955953 h 1004881"/>
                <a:gd name="connsiteX4" fmla="*/ 178574 w 1072700"/>
                <a:gd name="connsiteY4" fmla="*/ 944515 h 1004881"/>
                <a:gd name="connsiteX5" fmla="*/ 211045 w 1072700"/>
                <a:gd name="connsiteY5" fmla="*/ 829501 h 1004881"/>
                <a:gd name="connsiteX6" fmla="*/ 216774 w 1072700"/>
                <a:gd name="connsiteY6" fmla="*/ 816157 h 1004881"/>
                <a:gd name="connsiteX7" fmla="*/ 251790 w 1072700"/>
                <a:gd name="connsiteY7" fmla="*/ 795823 h 1004881"/>
                <a:gd name="connsiteX8" fmla="*/ 722279 w 1072700"/>
                <a:gd name="connsiteY8" fmla="*/ 446970 h 1004881"/>
                <a:gd name="connsiteX9" fmla="*/ 1050157 w 1072700"/>
                <a:gd name="connsiteY9" fmla="*/ 5979 h 1004881"/>
                <a:gd name="connsiteX10" fmla="*/ 1066710 w 1072700"/>
                <a:gd name="connsiteY10" fmla="*/ 1531 h 1004881"/>
                <a:gd name="connsiteX11" fmla="*/ 1071167 w 1072700"/>
                <a:gd name="connsiteY11" fmla="*/ 18052 h 1004881"/>
                <a:gd name="connsiteX12" fmla="*/ 739469 w 1072700"/>
                <a:gd name="connsiteY12" fmla="*/ 464127 h 1004881"/>
                <a:gd name="connsiteX13" fmla="*/ 263887 w 1072700"/>
                <a:gd name="connsiteY13" fmla="*/ 816793 h 1004881"/>
                <a:gd name="connsiteX14" fmla="*/ 236511 w 1072700"/>
                <a:gd name="connsiteY14" fmla="*/ 832679 h 1004881"/>
                <a:gd name="connsiteX15" fmla="*/ 195765 w 1072700"/>
                <a:gd name="connsiteY15" fmla="*/ 961036 h 1004881"/>
                <a:gd name="connsiteX16" fmla="*/ 91989 w 1072700"/>
                <a:gd name="connsiteY16" fmla="*/ 1004881 h 1004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72700" h="1004881">
                  <a:moveTo>
                    <a:pt x="91989" y="1004881"/>
                  </a:moveTo>
                  <a:cubicBezTo>
                    <a:pt x="61430" y="1004881"/>
                    <a:pt x="30234" y="995350"/>
                    <a:pt x="4768" y="975651"/>
                  </a:cubicBezTo>
                  <a:cubicBezTo>
                    <a:pt x="-326" y="971839"/>
                    <a:pt x="-1599" y="964213"/>
                    <a:pt x="2221" y="958494"/>
                  </a:cubicBezTo>
                  <a:cubicBezTo>
                    <a:pt x="6041" y="953411"/>
                    <a:pt x="13681" y="952140"/>
                    <a:pt x="19410" y="955953"/>
                  </a:cubicBezTo>
                  <a:cubicBezTo>
                    <a:pt x="67797" y="992172"/>
                    <a:pt x="135919" y="987089"/>
                    <a:pt x="178574" y="944515"/>
                  </a:cubicBezTo>
                  <a:cubicBezTo>
                    <a:pt x="208498" y="914650"/>
                    <a:pt x="220594" y="871440"/>
                    <a:pt x="211045" y="829501"/>
                  </a:cubicBezTo>
                  <a:cubicBezTo>
                    <a:pt x="209771" y="824418"/>
                    <a:pt x="212318" y="818699"/>
                    <a:pt x="216774" y="816157"/>
                  </a:cubicBezTo>
                  <a:cubicBezTo>
                    <a:pt x="227597" y="809803"/>
                    <a:pt x="239057" y="803449"/>
                    <a:pt x="251790" y="795823"/>
                  </a:cubicBezTo>
                  <a:cubicBezTo>
                    <a:pt x="360021" y="733551"/>
                    <a:pt x="540195" y="629975"/>
                    <a:pt x="722279" y="446970"/>
                  </a:cubicBezTo>
                  <a:cubicBezTo>
                    <a:pt x="879534" y="288747"/>
                    <a:pt x="976305" y="135607"/>
                    <a:pt x="1050157" y="5979"/>
                  </a:cubicBezTo>
                  <a:cubicBezTo>
                    <a:pt x="1053340" y="260"/>
                    <a:pt x="1060981" y="-1647"/>
                    <a:pt x="1066710" y="1531"/>
                  </a:cubicBezTo>
                  <a:cubicBezTo>
                    <a:pt x="1072440" y="4708"/>
                    <a:pt x="1074350" y="12333"/>
                    <a:pt x="1071167" y="18052"/>
                  </a:cubicBezTo>
                  <a:cubicBezTo>
                    <a:pt x="996678" y="148316"/>
                    <a:pt x="898633" y="303362"/>
                    <a:pt x="739469" y="464127"/>
                  </a:cubicBezTo>
                  <a:cubicBezTo>
                    <a:pt x="555475" y="649673"/>
                    <a:pt x="372755" y="753885"/>
                    <a:pt x="263887" y="816793"/>
                  </a:cubicBezTo>
                  <a:cubicBezTo>
                    <a:pt x="254337" y="822512"/>
                    <a:pt x="245423" y="827595"/>
                    <a:pt x="236511" y="832679"/>
                  </a:cubicBezTo>
                  <a:cubicBezTo>
                    <a:pt x="244150" y="879701"/>
                    <a:pt x="229507" y="927358"/>
                    <a:pt x="195765" y="961036"/>
                  </a:cubicBezTo>
                  <a:cubicBezTo>
                    <a:pt x="167752" y="990266"/>
                    <a:pt x="130189" y="1004881"/>
                    <a:pt x="91989" y="100488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C71E89E0-DF45-019C-08D6-C14CA51D9F30}"/>
                </a:ext>
              </a:extLst>
            </p:cNvPr>
            <p:cNvSpPr/>
            <p:nvPr/>
          </p:nvSpPr>
          <p:spPr>
            <a:xfrm>
              <a:off x="8172448" y="4785386"/>
              <a:ext cx="101998" cy="143851"/>
            </a:xfrm>
            <a:custGeom>
              <a:avLst/>
              <a:gdLst>
                <a:gd name="connsiteX0" fmla="*/ 15169 w 101998"/>
                <a:gd name="connsiteY0" fmla="*/ 143852 h 143851"/>
                <a:gd name="connsiteX1" fmla="*/ 3073 w 101998"/>
                <a:gd name="connsiteY1" fmla="*/ 134320 h 143851"/>
                <a:gd name="connsiteX2" fmla="*/ 17079 w 101998"/>
                <a:gd name="connsiteY2" fmla="*/ 49807 h 143851"/>
                <a:gd name="connsiteX3" fmla="*/ 87111 w 101998"/>
                <a:gd name="connsiteY3" fmla="*/ 243 h 143851"/>
                <a:gd name="connsiteX4" fmla="*/ 101755 w 101998"/>
                <a:gd name="connsiteY4" fmla="*/ 9140 h 143851"/>
                <a:gd name="connsiteX5" fmla="*/ 92841 w 101998"/>
                <a:gd name="connsiteY5" fmla="*/ 23755 h 143851"/>
                <a:gd name="connsiteX6" fmla="*/ 38089 w 101998"/>
                <a:gd name="connsiteY6" fmla="*/ 62516 h 143851"/>
                <a:gd name="connsiteX7" fmla="*/ 27265 w 101998"/>
                <a:gd name="connsiteY7" fmla="*/ 128601 h 143851"/>
                <a:gd name="connsiteX8" fmla="*/ 18352 w 101998"/>
                <a:gd name="connsiteY8" fmla="*/ 143216 h 143851"/>
                <a:gd name="connsiteX9" fmla="*/ 15169 w 101998"/>
                <a:gd name="connsiteY9" fmla="*/ 143852 h 143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998" h="143851">
                  <a:moveTo>
                    <a:pt x="15169" y="143852"/>
                  </a:moveTo>
                  <a:cubicBezTo>
                    <a:pt x="9439" y="143852"/>
                    <a:pt x="4346" y="140039"/>
                    <a:pt x="3073" y="134320"/>
                  </a:cubicBezTo>
                  <a:cubicBezTo>
                    <a:pt x="-3931" y="105090"/>
                    <a:pt x="1163" y="75225"/>
                    <a:pt x="17079" y="49807"/>
                  </a:cubicBezTo>
                  <a:cubicBezTo>
                    <a:pt x="32995" y="24390"/>
                    <a:pt x="57825" y="6598"/>
                    <a:pt x="87111" y="243"/>
                  </a:cubicBezTo>
                  <a:cubicBezTo>
                    <a:pt x="93478" y="-1027"/>
                    <a:pt x="100481" y="2785"/>
                    <a:pt x="101755" y="9140"/>
                  </a:cubicBezTo>
                  <a:cubicBezTo>
                    <a:pt x="103028" y="15494"/>
                    <a:pt x="99208" y="22484"/>
                    <a:pt x="92841" y="23755"/>
                  </a:cubicBezTo>
                  <a:cubicBezTo>
                    <a:pt x="69922" y="28838"/>
                    <a:pt x="50822" y="42818"/>
                    <a:pt x="38089" y="62516"/>
                  </a:cubicBezTo>
                  <a:cubicBezTo>
                    <a:pt x="25356" y="82214"/>
                    <a:pt x="21535" y="105726"/>
                    <a:pt x="27265" y="128601"/>
                  </a:cubicBezTo>
                  <a:cubicBezTo>
                    <a:pt x="28539" y="134956"/>
                    <a:pt x="24719" y="141945"/>
                    <a:pt x="18352" y="143216"/>
                  </a:cubicBezTo>
                  <a:cubicBezTo>
                    <a:pt x="16442" y="143852"/>
                    <a:pt x="15806" y="143852"/>
                    <a:pt x="15169" y="1438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58BDE07F-746C-F3E6-42C3-D43FC12FA3A0}"/>
                </a:ext>
              </a:extLst>
            </p:cNvPr>
            <p:cNvSpPr/>
            <p:nvPr/>
          </p:nvSpPr>
          <p:spPr>
            <a:xfrm>
              <a:off x="7890409" y="4874982"/>
              <a:ext cx="101998" cy="143851"/>
            </a:xfrm>
            <a:custGeom>
              <a:avLst/>
              <a:gdLst>
                <a:gd name="connsiteX0" fmla="*/ 15169 w 101998"/>
                <a:gd name="connsiteY0" fmla="*/ 143852 h 143851"/>
                <a:gd name="connsiteX1" fmla="*/ 3072 w 101998"/>
                <a:gd name="connsiteY1" fmla="*/ 134320 h 143851"/>
                <a:gd name="connsiteX2" fmla="*/ 17079 w 101998"/>
                <a:gd name="connsiteY2" fmla="*/ 49807 h 143851"/>
                <a:gd name="connsiteX3" fmla="*/ 87111 w 101998"/>
                <a:gd name="connsiteY3" fmla="*/ 244 h 143851"/>
                <a:gd name="connsiteX4" fmla="*/ 101754 w 101998"/>
                <a:gd name="connsiteY4" fmla="*/ 9140 h 143851"/>
                <a:gd name="connsiteX5" fmla="*/ 92841 w 101998"/>
                <a:gd name="connsiteY5" fmla="*/ 23755 h 143851"/>
                <a:gd name="connsiteX6" fmla="*/ 38089 w 101998"/>
                <a:gd name="connsiteY6" fmla="*/ 62516 h 143851"/>
                <a:gd name="connsiteX7" fmla="*/ 27266 w 101998"/>
                <a:gd name="connsiteY7" fmla="*/ 128601 h 143851"/>
                <a:gd name="connsiteX8" fmla="*/ 18352 w 101998"/>
                <a:gd name="connsiteY8" fmla="*/ 143216 h 143851"/>
                <a:gd name="connsiteX9" fmla="*/ 15169 w 101998"/>
                <a:gd name="connsiteY9" fmla="*/ 143852 h 143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998" h="143851">
                  <a:moveTo>
                    <a:pt x="15169" y="143852"/>
                  </a:moveTo>
                  <a:cubicBezTo>
                    <a:pt x="9439" y="143852"/>
                    <a:pt x="4345" y="140039"/>
                    <a:pt x="3072" y="134320"/>
                  </a:cubicBezTo>
                  <a:cubicBezTo>
                    <a:pt x="-3931" y="105090"/>
                    <a:pt x="1162" y="75225"/>
                    <a:pt x="17079" y="49807"/>
                  </a:cubicBezTo>
                  <a:cubicBezTo>
                    <a:pt x="32995" y="24390"/>
                    <a:pt x="57825" y="6598"/>
                    <a:pt x="87111" y="244"/>
                  </a:cubicBezTo>
                  <a:cubicBezTo>
                    <a:pt x="93477" y="-1027"/>
                    <a:pt x="100481" y="2785"/>
                    <a:pt x="101754" y="9140"/>
                  </a:cubicBezTo>
                  <a:cubicBezTo>
                    <a:pt x="103027" y="15494"/>
                    <a:pt x="99207" y="22484"/>
                    <a:pt x="92841" y="23755"/>
                  </a:cubicBezTo>
                  <a:cubicBezTo>
                    <a:pt x="69921" y="28838"/>
                    <a:pt x="50822" y="42818"/>
                    <a:pt x="38089" y="62516"/>
                  </a:cubicBezTo>
                  <a:cubicBezTo>
                    <a:pt x="25355" y="82214"/>
                    <a:pt x="21536" y="105726"/>
                    <a:pt x="27266" y="128601"/>
                  </a:cubicBezTo>
                  <a:cubicBezTo>
                    <a:pt x="28539" y="134956"/>
                    <a:pt x="24719" y="141945"/>
                    <a:pt x="18352" y="143216"/>
                  </a:cubicBezTo>
                  <a:cubicBezTo>
                    <a:pt x="17079" y="143852"/>
                    <a:pt x="15806" y="143852"/>
                    <a:pt x="15169" y="1438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8ADFE3CC-4F2E-D17C-F559-6765F7A117D5}"/>
                </a:ext>
              </a:extLst>
            </p:cNvPr>
            <p:cNvSpPr/>
            <p:nvPr/>
          </p:nvSpPr>
          <p:spPr>
            <a:xfrm>
              <a:off x="8032383" y="5122801"/>
              <a:ext cx="101998" cy="143851"/>
            </a:xfrm>
            <a:custGeom>
              <a:avLst/>
              <a:gdLst>
                <a:gd name="connsiteX0" fmla="*/ 15169 w 101998"/>
                <a:gd name="connsiteY0" fmla="*/ 143852 h 143851"/>
                <a:gd name="connsiteX1" fmla="*/ 3073 w 101998"/>
                <a:gd name="connsiteY1" fmla="*/ 134320 h 143851"/>
                <a:gd name="connsiteX2" fmla="*/ 17079 w 101998"/>
                <a:gd name="connsiteY2" fmla="*/ 49807 h 143851"/>
                <a:gd name="connsiteX3" fmla="*/ 87111 w 101998"/>
                <a:gd name="connsiteY3" fmla="*/ 244 h 143851"/>
                <a:gd name="connsiteX4" fmla="*/ 101755 w 101998"/>
                <a:gd name="connsiteY4" fmla="*/ 9140 h 143851"/>
                <a:gd name="connsiteX5" fmla="*/ 92841 w 101998"/>
                <a:gd name="connsiteY5" fmla="*/ 23755 h 143851"/>
                <a:gd name="connsiteX6" fmla="*/ 38089 w 101998"/>
                <a:gd name="connsiteY6" fmla="*/ 62516 h 143851"/>
                <a:gd name="connsiteX7" fmla="*/ 27265 w 101998"/>
                <a:gd name="connsiteY7" fmla="*/ 128601 h 143851"/>
                <a:gd name="connsiteX8" fmla="*/ 18352 w 101998"/>
                <a:gd name="connsiteY8" fmla="*/ 143216 h 143851"/>
                <a:gd name="connsiteX9" fmla="*/ 15169 w 101998"/>
                <a:gd name="connsiteY9" fmla="*/ 143852 h 143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998" h="143851">
                  <a:moveTo>
                    <a:pt x="15169" y="143852"/>
                  </a:moveTo>
                  <a:cubicBezTo>
                    <a:pt x="9439" y="143852"/>
                    <a:pt x="4346" y="140039"/>
                    <a:pt x="3073" y="134320"/>
                  </a:cubicBezTo>
                  <a:cubicBezTo>
                    <a:pt x="-3931" y="105090"/>
                    <a:pt x="1163" y="75225"/>
                    <a:pt x="17079" y="49807"/>
                  </a:cubicBezTo>
                  <a:cubicBezTo>
                    <a:pt x="32995" y="24390"/>
                    <a:pt x="57825" y="6598"/>
                    <a:pt x="87111" y="244"/>
                  </a:cubicBezTo>
                  <a:cubicBezTo>
                    <a:pt x="93478" y="-1027"/>
                    <a:pt x="100481" y="2785"/>
                    <a:pt x="101755" y="9140"/>
                  </a:cubicBezTo>
                  <a:cubicBezTo>
                    <a:pt x="103028" y="15494"/>
                    <a:pt x="99208" y="22484"/>
                    <a:pt x="92841" y="23755"/>
                  </a:cubicBezTo>
                  <a:cubicBezTo>
                    <a:pt x="69922" y="28838"/>
                    <a:pt x="50822" y="42818"/>
                    <a:pt x="38089" y="62516"/>
                  </a:cubicBezTo>
                  <a:cubicBezTo>
                    <a:pt x="25356" y="82214"/>
                    <a:pt x="21535" y="105726"/>
                    <a:pt x="27265" y="128601"/>
                  </a:cubicBezTo>
                  <a:cubicBezTo>
                    <a:pt x="28539" y="134956"/>
                    <a:pt x="24719" y="141945"/>
                    <a:pt x="18352" y="143216"/>
                  </a:cubicBezTo>
                  <a:cubicBezTo>
                    <a:pt x="16442" y="143852"/>
                    <a:pt x="15806" y="143852"/>
                    <a:pt x="15169" y="1438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C088EBE6-50D6-62DC-688D-57967BC281C0}"/>
                </a:ext>
              </a:extLst>
            </p:cNvPr>
            <p:cNvSpPr/>
            <p:nvPr/>
          </p:nvSpPr>
          <p:spPr>
            <a:xfrm>
              <a:off x="4864272" y="5415344"/>
              <a:ext cx="1364990" cy="724394"/>
            </a:xfrm>
            <a:custGeom>
              <a:avLst/>
              <a:gdLst>
                <a:gd name="connsiteX0" fmla="*/ 682495 w 1364990"/>
                <a:gd name="connsiteY0" fmla="*/ 724395 h 724394"/>
                <a:gd name="connsiteX1" fmla="*/ 130515 w 1364990"/>
                <a:gd name="connsiteY1" fmla="*/ 653862 h 724394"/>
                <a:gd name="connsiteX2" fmla="*/ 0 w 1364990"/>
                <a:gd name="connsiteY2" fmla="*/ 485472 h 724394"/>
                <a:gd name="connsiteX3" fmla="*/ 0 w 1364990"/>
                <a:gd name="connsiteY3" fmla="*/ 12073 h 724394"/>
                <a:gd name="connsiteX4" fmla="*/ 12096 w 1364990"/>
                <a:gd name="connsiteY4" fmla="*/ 0 h 724394"/>
                <a:gd name="connsiteX5" fmla="*/ 24193 w 1364990"/>
                <a:gd name="connsiteY5" fmla="*/ 12073 h 724394"/>
                <a:gd name="connsiteX6" fmla="*/ 24193 w 1364990"/>
                <a:gd name="connsiteY6" fmla="*/ 485472 h 724394"/>
                <a:gd name="connsiteX7" fmla="*/ 136881 w 1364990"/>
                <a:gd name="connsiteY7" fmla="*/ 630351 h 724394"/>
                <a:gd name="connsiteX8" fmla="*/ 1228109 w 1364990"/>
                <a:gd name="connsiteY8" fmla="*/ 630351 h 724394"/>
                <a:gd name="connsiteX9" fmla="*/ 1340798 w 1364990"/>
                <a:gd name="connsiteY9" fmla="*/ 485472 h 724394"/>
                <a:gd name="connsiteX10" fmla="*/ 1340798 w 1364990"/>
                <a:gd name="connsiteY10" fmla="*/ 12073 h 724394"/>
                <a:gd name="connsiteX11" fmla="*/ 1352894 w 1364990"/>
                <a:gd name="connsiteY11" fmla="*/ 0 h 724394"/>
                <a:gd name="connsiteX12" fmla="*/ 1364991 w 1364990"/>
                <a:gd name="connsiteY12" fmla="*/ 12073 h 724394"/>
                <a:gd name="connsiteX13" fmla="*/ 1364991 w 1364990"/>
                <a:gd name="connsiteY13" fmla="*/ 485472 h 724394"/>
                <a:gd name="connsiteX14" fmla="*/ 1234476 w 1364990"/>
                <a:gd name="connsiteY14" fmla="*/ 653862 h 724394"/>
                <a:gd name="connsiteX15" fmla="*/ 682495 w 1364990"/>
                <a:gd name="connsiteY15" fmla="*/ 724395 h 72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64990" h="724394">
                  <a:moveTo>
                    <a:pt x="682495" y="724395"/>
                  </a:moveTo>
                  <a:cubicBezTo>
                    <a:pt x="496592" y="724395"/>
                    <a:pt x="311325" y="700884"/>
                    <a:pt x="130515" y="653862"/>
                  </a:cubicBezTo>
                  <a:cubicBezTo>
                    <a:pt x="53479" y="633528"/>
                    <a:pt x="0" y="564265"/>
                    <a:pt x="0" y="485472"/>
                  </a:cubicBezTo>
                  <a:lnTo>
                    <a:pt x="0" y="12073"/>
                  </a:lnTo>
                  <a:cubicBezTo>
                    <a:pt x="0" y="5083"/>
                    <a:pt x="5730" y="0"/>
                    <a:pt x="12096" y="0"/>
                  </a:cubicBezTo>
                  <a:cubicBezTo>
                    <a:pt x="19100" y="0"/>
                    <a:pt x="24193" y="5719"/>
                    <a:pt x="24193" y="12073"/>
                  </a:cubicBezTo>
                  <a:lnTo>
                    <a:pt x="24193" y="485472"/>
                  </a:lnTo>
                  <a:cubicBezTo>
                    <a:pt x="24193" y="553463"/>
                    <a:pt x="70669" y="613194"/>
                    <a:pt x="136881" y="630351"/>
                  </a:cubicBezTo>
                  <a:cubicBezTo>
                    <a:pt x="494045" y="723760"/>
                    <a:pt x="870946" y="723760"/>
                    <a:pt x="1228109" y="630351"/>
                  </a:cubicBezTo>
                  <a:cubicBezTo>
                    <a:pt x="1294322" y="613194"/>
                    <a:pt x="1340798" y="553463"/>
                    <a:pt x="1340798" y="485472"/>
                  </a:cubicBezTo>
                  <a:lnTo>
                    <a:pt x="1340798" y="12073"/>
                  </a:lnTo>
                  <a:cubicBezTo>
                    <a:pt x="1340798" y="5083"/>
                    <a:pt x="1346528" y="0"/>
                    <a:pt x="1352894" y="0"/>
                  </a:cubicBezTo>
                  <a:cubicBezTo>
                    <a:pt x="1359897" y="0"/>
                    <a:pt x="1364991" y="5719"/>
                    <a:pt x="1364991" y="12073"/>
                  </a:cubicBezTo>
                  <a:lnTo>
                    <a:pt x="1364991" y="485472"/>
                  </a:lnTo>
                  <a:cubicBezTo>
                    <a:pt x="1364991" y="564901"/>
                    <a:pt x="1311512" y="634163"/>
                    <a:pt x="1234476" y="653862"/>
                  </a:cubicBezTo>
                  <a:cubicBezTo>
                    <a:pt x="1053666" y="700884"/>
                    <a:pt x="868399" y="724395"/>
                    <a:pt x="682495" y="72439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CF58BF3F-9833-EDA7-91B0-CE910F341346}"/>
                </a:ext>
              </a:extLst>
            </p:cNvPr>
            <p:cNvSpPr/>
            <p:nvPr/>
          </p:nvSpPr>
          <p:spPr>
            <a:xfrm>
              <a:off x="4863635" y="5295194"/>
              <a:ext cx="1364353" cy="562412"/>
            </a:xfrm>
            <a:custGeom>
              <a:avLst/>
              <a:gdLst>
                <a:gd name="connsiteX0" fmla="*/ 1161261 w 1364353"/>
                <a:gd name="connsiteY0" fmla="*/ 561777 h 562412"/>
                <a:gd name="connsiteX1" fmla="*/ 1104598 w 1364353"/>
                <a:gd name="connsiteY1" fmla="*/ 538902 h 562412"/>
                <a:gd name="connsiteX2" fmla="*/ 1079769 w 1364353"/>
                <a:gd name="connsiteY2" fmla="*/ 480442 h 562412"/>
                <a:gd name="connsiteX3" fmla="*/ 1079769 w 1364353"/>
                <a:gd name="connsiteY3" fmla="*/ 281551 h 562412"/>
                <a:gd name="connsiteX4" fmla="*/ 1069582 w 1364353"/>
                <a:gd name="connsiteY4" fmla="*/ 259946 h 562412"/>
                <a:gd name="connsiteX5" fmla="*/ 1046663 w 1364353"/>
                <a:gd name="connsiteY5" fmla="*/ 252956 h 562412"/>
                <a:gd name="connsiteX6" fmla="*/ 1019923 w 1364353"/>
                <a:gd name="connsiteY6" fmla="*/ 282186 h 562412"/>
                <a:gd name="connsiteX7" fmla="*/ 1019923 w 1364353"/>
                <a:gd name="connsiteY7" fmla="*/ 394023 h 562412"/>
                <a:gd name="connsiteX8" fmla="*/ 996367 w 1364353"/>
                <a:gd name="connsiteY8" fmla="*/ 449941 h 562412"/>
                <a:gd name="connsiteX9" fmla="*/ 939705 w 1364353"/>
                <a:gd name="connsiteY9" fmla="*/ 472181 h 562412"/>
                <a:gd name="connsiteX10" fmla="*/ 863942 w 1364353"/>
                <a:gd name="connsiteY10" fmla="*/ 391481 h 562412"/>
                <a:gd name="connsiteX11" fmla="*/ 863942 w 1364353"/>
                <a:gd name="connsiteY11" fmla="*/ 299978 h 562412"/>
                <a:gd name="connsiteX12" fmla="*/ 855029 w 1364353"/>
                <a:gd name="connsiteY12" fmla="*/ 279009 h 562412"/>
                <a:gd name="connsiteX13" fmla="*/ 833383 w 1364353"/>
                <a:gd name="connsiteY13" fmla="*/ 270749 h 562412"/>
                <a:gd name="connsiteX14" fmla="*/ 682495 w 1364353"/>
                <a:gd name="connsiteY14" fmla="*/ 273926 h 562412"/>
                <a:gd name="connsiteX15" fmla="*/ 0 w 1364353"/>
                <a:gd name="connsiteY15" fmla="*/ 132859 h 562412"/>
                <a:gd name="connsiteX16" fmla="*/ 439293 w 1364353"/>
                <a:gd name="connsiteY16" fmla="*/ 54 h 562412"/>
                <a:gd name="connsiteX17" fmla="*/ 452663 w 1364353"/>
                <a:gd name="connsiteY17" fmla="*/ 11491 h 562412"/>
                <a:gd name="connsiteX18" fmla="*/ 441203 w 1364353"/>
                <a:gd name="connsiteY18" fmla="*/ 24836 h 562412"/>
                <a:gd name="connsiteX19" fmla="*/ 24193 w 1364353"/>
                <a:gd name="connsiteY19" fmla="*/ 132859 h 562412"/>
                <a:gd name="connsiteX20" fmla="*/ 681859 w 1364353"/>
                <a:gd name="connsiteY20" fmla="*/ 249779 h 562412"/>
                <a:gd name="connsiteX21" fmla="*/ 831473 w 1364353"/>
                <a:gd name="connsiteY21" fmla="*/ 246602 h 562412"/>
                <a:gd name="connsiteX22" fmla="*/ 870946 w 1364353"/>
                <a:gd name="connsiteY22" fmla="*/ 261217 h 562412"/>
                <a:gd name="connsiteX23" fmla="*/ 887499 w 1364353"/>
                <a:gd name="connsiteY23" fmla="*/ 299978 h 562412"/>
                <a:gd name="connsiteX24" fmla="*/ 887499 w 1364353"/>
                <a:gd name="connsiteY24" fmla="*/ 391481 h 562412"/>
                <a:gd name="connsiteX25" fmla="*/ 939705 w 1364353"/>
                <a:gd name="connsiteY25" fmla="*/ 448035 h 562412"/>
                <a:gd name="connsiteX26" fmla="*/ 978541 w 1364353"/>
                <a:gd name="connsiteY26" fmla="*/ 432784 h 562412"/>
                <a:gd name="connsiteX27" fmla="*/ 995093 w 1364353"/>
                <a:gd name="connsiteY27" fmla="*/ 394658 h 562412"/>
                <a:gd name="connsiteX28" fmla="*/ 995093 w 1364353"/>
                <a:gd name="connsiteY28" fmla="*/ 282822 h 562412"/>
                <a:gd name="connsiteX29" fmla="*/ 1042206 w 1364353"/>
                <a:gd name="connsiteY29" fmla="*/ 229445 h 562412"/>
                <a:gd name="connsiteX30" fmla="*/ 1084862 w 1364353"/>
                <a:gd name="connsiteY30" fmla="*/ 242154 h 562412"/>
                <a:gd name="connsiteX31" fmla="*/ 1102689 w 1364353"/>
                <a:gd name="connsiteY31" fmla="*/ 282186 h 562412"/>
                <a:gd name="connsiteX32" fmla="*/ 1102689 w 1364353"/>
                <a:gd name="connsiteY32" fmla="*/ 481077 h 562412"/>
                <a:gd name="connsiteX33" fmla="*/ 1119878 w 1364353"/>
                <a:gd name="connsiteY33" fmla="*/ 521745 h 562412"/>
                <a:gd name="connsiteX34" fmla="*/ 1161261 w 1364353"/>
                <a:gd name="connsiteY34" fmla="*/ 537631 h 562412"/>
                <a:gd name="connsiteX35" fmla="*/ 1216650 w 1364353"/>
                <a:gd name="connsiteY35" fmla="*/ 477900 h 562412"/>
                <a:gd name="connsiteX36" fmla="*/ 1216650 w 1364353"/>
                <a:gd name="connsiteY36" fmla="*/ 237706 h 562412"/>
                <a:gd name="connsiteX37" fmla="*/ 1253576 w 1364353"/>
                <a:gd name="connsiteY37" fmla="*/ 186871 h 562412"/>
                <a:gd name="connsiteX38" fmla="*/ 1339525 w 1364353"/>
                <a:gd name="connsiteY38" fmla="*/ 132224 h 562412"/>
                <a:gd name="connsiteX39" fmla="*/ 961988 w 1364353"/>
                <a:gd name="connsiteY39" fmla="*/ 27377 h 562412"/>
                <a:gd name="connsiteX40" fmla="*/ 951164 w 1364353"/>
                <a:gd name="connsiteY40" fmla="*/ 14033 h 562412"/>
                <a:gd name="connsiteX41" fmla="*/ 964534 w 1364353"/>
                <a:gd name="connsiteY41" fmla="*/ 3231 h 562412"/>
                <a:gd name="connsiteX42" fmla="*/ 1364354 w 1364353"/>
                <a:gd name="connsiteY42" fmla="*/ 132224 h 562412"/>
                <a:gd name="connsiteX43" fmla="*/ 1261216 w 1364353"/>
                <a:gd name="connsiteY43" fmla="*/ 209747 h 562412"/>
                <a:gd name="connsiteX44" fmla="*/ 1240843 w 1364353"/>
                <a:gd name="connsiteY44" fmla="*/ 237706 h 562412"/>
                <a:gd name="connsiteX45" fmla="*/ 1240843 w 1364353"/>
                <a:gd name="connsiteY45" fmla="*/ 477900 h 562412"/>
                <a:gd name="connsiteX46" fmla="*/ 1161897 w 1364353"/>
                <a:gd name="connsiteY46" fmla="*/ 562413 h 562412"/>
                <a:gd name="connsiteX47" fmla="*/ 1161261 w 1364353"/>
                <a:gd name="connsiteY47" fmla="*/ 561777 h 562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364353" h="562412">
                  <a:moveTo>
                    <a:pt x="1161261" y="561777"/>
                  </a:moveTo>
                  <a:cubicBezTo>
                    <a:pt x="1139614" y="561777"/>
                    <a:pt x="1119878" y="553517"/>
                    <a:pt x="1104598" y="538902"/>
                  </a:cubicBezTo>
                  <a:cubicBezTo>
                    <a:pt x="1088682" y="523651"/>
                    <a:pt x="1079769" y="502682"/>
                    <a:pt x="1079769" y="480442"/>
                  </a:cubicBezTo>
                  <a:lnTo>
                    <a:pt x="1079769" y="281551"/>
                  </a:lnTo>
                  <a:cubicBezTo>
                    <a:pt x="1079769" y="273290"/>
                    <a:pt x="1075949" y="265030"/>
                    <a:pt x="1069582" y="259946"/>
                  </a:cubicBezTo>
                  <a:cubicBezTo>
                    <a:pt x="1063216" y="254227"/>
                    <a:pt x="1054939" y="251686"/>
                    <a:pt x="1046663" y="252956"/>
                  </a:cubicBezTo>
                  <a:cubicBezTo>
                    <a:pt x="1031383" y="254863"/>
                    <a:pt x="1019923" y="267571"/>
                    <a:pt x="1019923" y="282186"/>
                  </a:cubicBezTo>
                  <a:lnTo>
                    <a:pt x="1019923" y="394023"/>
                  </a:lnTo>
                  <a:cubicBezTo>
                    <a:pt x="1019923" y="414992"/>
                    <a:pt x="1011647" y="435326"/>
                    <a:pt x="996367" y="449941"/>
                  </a:cubicBezTo>
                  <a:cubicBezTo>
                    <a:pt x="981087" y="464556"/>
                    <a:pt x="960714" y="472181"/>
                    <a:pt x="939705" y="472181"/>
                  </a:cubicBezTo>
                  <a:cubicBezTo>
                    <a:pt x="897685" y="470910"/>
                    <a:pt x="863942" y="434691"/>
                    <a:pt x="863942" y="391481"/>
                  </a:cubicBezTo>
                  <a:lnTo>
                    <a:pt x="863942" y="299978"/>
                  </a:lnTo>
                  <a:cubicBezTo>
                    <a:pt x="863942" y="291718"/>
                    <a:pt x="860759" y="284728"/>
                    <a:pt x="855029" y="279009"/>
                  </a:cubicBezTo>
                  <a:cubicBezTo>
                    <a:pt x="849299" y="273290"/>
                    <a:pt x="841659" y="270749"/>
                    <a:pt x="833383" y="270749"/>
                  </a:cubicBezTo>
                  <a:cubicBezTo>
                    <a:pt x="784360" y="272655"/>
                    <a:pt x="733428" y="273926"/>
                    <a:pt x="682495" y="273926"/>
                  </a:cubicBezTo>
                  <a:cubicBezTo>
                    <a:pt x="351434" y="273926"/>
                    <a:pt x="0" y="224362"/>
                    <a:pt x="0" y="132859"/>
                  </a:cubicBezTo>
                  <a:cubicBezTo>
                    <a:pt x="0" y="41357"/>
                    <a:pt x="336154" y="8314"/>
                    <a:pt x="439293" y="54"/>
                  </a:cubicBezTo>
                  <a:cubicBezTo>
                    <a:pt x="446296" y="-582"/>
                    <a:pt x="452026" y="4502"/>
                    <a:pt x="452663" y="11491"/>
                  </a:cubicBezTo>
                  <a:cubicBezTo>
                    <a:pt x="453299" y="18481"/>
                    <a:pt x="448206" y="24200"/>
                    <a:pt x="441203" y="24836"/>
                  </a:cubicBezTo>
                  <a:cubicBezTo>
                    <a:pt x="170624" y="45169"/>
                    <a:pt x="24193" y="95369"/>
                    <a:pt x="24193" y="132859"/>
                  </a:cubicBezTo>
                  <a:cubicBezTo>
                    <a:pt x="24193" y="180517"/>
                    <a:pt x="258483" y="249779"/>
                    <a:pt x="681859" y="249779"/>
                  </a:cubicBezTo>
                  <a:cubicBezTo>
                    <a:pt x="732155" y="249779"/>
                    <a:pt x="782451" y="248508"/>
                    <a:pt x="831473" y="246602"/>
                  </a:cubicBezTo>
                  <a:cubicBezTo>
                    <a:pt x="846116" y="245967"/>
                    <a:pt x="860123" y="251050"/>
                    <a:pt x="870946" y="261217"/>
                  </a:cubicBezTo>
                  <a:cubicBezTo>
                    <a:pt x="881769" y="271384"/>
                    <a:pt x="887499" y="285364"/>
                    <a:pt x="887499" y="299978"/>
                  </a:cubicBezTo>
                  <a:lnTo>
                    <a:pt x="887499" y="391481"/>
                  </a:lnTo>
                  <a:cubicBezTo>
                    <a:pt x="887499" y="421346"/>
                    <a:pt x="911055" y="446764"/>
                    <a:pt x="939705" y="448035"/>
                  </a:cubicBezTo>
                  <a:cubicBezTo>
                    <a:pt x="954348" y="448670"/>
                    <a:pt x="968354" y="442951"/>
                    <a:pt x="978541" y="432784"/>
                  </a:cubicBezTo>
                  <a:cubicBezTo>
                    <a:pt x="989364" y="422617"/>
                    <a:pt x="995093" y="409273"/>
                    <a:pt x="995093" y="394658"/>
                  </a:cubicBezTo>
                  <a:lnTo>
                    <a:pt x="995093" y="282822"/>
                  </a:lnTo>
                  <a:cubicBezTo>
                    <a:pt x="995093" y="256134"/>
                    <a:pt x="1015467" y="233258"/>
                    <a:pt x="1042206" y="229445"/>
                  </a:cubicBezTo>
                  <a:cubicBezTo>
                    <a:pt x="1058123" y="227539"/>
                    <a:pt x="1073402" y="231987"/>
                    <a:pt x="1084862" y="242154"/>
                  </a:cubicBezTo>
                  <a:cubicBezTo>
                    <a:pt x="1096322" y="252321"/>
                    <a:pt x="1102689" y="266936"/>
                    <a:pt x="1102689" y="282186"/>
                  </a:cubicBezTo>
                  <a:lnTo>
                    <a:pt x="1102689" y="481077"/>
                  </a:lnTo>
                  <a:cubicBezTo>
                    <a:pt x="1102689" y="496328"/>
                    <a:pt x="1109055" y="510943"/>
                    <a:pt x="1119878" y="521745"/>
                  </a:cubicBezTo>
                  <a:cubicBezTo>
                    <a:pt x="1131338" y="532547"/>
                    <a:pt x="1145981" y="538266"/>
                    <a:pt x="1161261" y="537631"/>
                  </a:cubicBezTo>
                  <a:cubicBezTo>
                    <a:pt x="1191820" y="536996"/>
                    <a:pt x="1216650" y="509672"/>
                    <a:pt x="1216650" y="477900"/>
                  </a:cubicBezTo>
                  <a:lnTo>
                    <a:pt x="1216650" y="237706"/>
                  </a:lnTo>
                  <a:cubicBezTo>
                    <a:pt x="1216650" y="214195"/>
                    <a:pt x="1231293" y="193861"/>
                    <a:pt x="1253576" y="186871"/>
                  </a:cubicBezTo>
                  <a:cubicBezTo>
                    <a:pt x="1333158" y="161454"/>
                    <a:pt x="1339525" y="138578"/>
                    <a:pt x="1339525" y="132224"/>
                  </a:cubicBezTo>
                  <a:cubicBezTo>
                    <a:pt x="1339525" y="96640"/>
                    <a:pt x="1209647" y="49617"/>
                    <a:pt x="961988" y="27377"/>
                  </a:cubicBezTo>
                  <a:cubicBezTo>
                    <a:pt x="954984" y="26742"/>
                    <a:pt x="950528" y="21023"/>
                    <a:pt x="951164" y="14033"/>
                  </a:cubicBezTo>
                  <a:cubicBezTo>
                    <a:pt x="951801" y="7043"/>
                    <a:pt x="957531" y="2595"/>
                    <a:pt x="964534" y="3231"/>
                  </a:cubicBezTo>
                  <a:cubicBezTo>
                    <a:pt x="1084862" y="14033"/>
                    <a:pt x="1364354" y="47711"/>
                    <a:pt x="1364354" y="132224"/>
                  </a:cubicBezTo>
                  <a:cubicBezTo>
                    <a:pt x="1364354" y="162089"/>
                    <a:pt x="1330611" y="187507"/>
                    <a:pt x="1261216" y="209747"/>
                  </a:cubicBezTo>
                  <a:cubicBezTo>
                    <a:pt x="1249119" y="213560"/>
                    <a:pt x="1240843" y="224997"/>
                    <a:pt x="1240843" y="237706"/>
                  </a:cubicBezTo>
                  <a:lnTo>
                    <a:pt x="1240843" y="477900"/>
                  </a:lnTo>
                  <a:cubicBezTo>
                    <a:pt x="1240843" y="523016"/>
                    <a:pt x="1205190" y="561142"/>
                    <a:pt x="1161897" y="562413"/>
                  </a:cubicBezTo>
                  <a:cubicBezTo>
                    <a:pt x="1162534" y="561777"/>
                    <a:pt x="1161897" y="561777"/>
                    <a:pt x="1161261" y="5617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89CBC20F-655D-75EE-4A7B-E6D0E243FDDC}"/>
                </a:ext>
              </a:extLst>
            </p:cNvPr>
            <p:cNvSpPr/>
            <p:nvPr/>
          </p:nvSpPr>
          <p:spPr>
            <a:xfrm>
              <a:off x="5274158" y="4321127"/>
              <a:ext cx="799384" cy="1040205"/>
            </a:xfrm>
            <a:custGeom>
              <a:avLst/>
              <a:gdLst>
                <a:gd name="connsiteX0" fmla="*/ 108989 w 799384"/>
                <a:gd name="connsiteY0" fmla="*/ 832419 h 1040205"/>
                <a:gd name="connsiteX1" fmla="*/ 129362 w 799384"/>
                <a:gd name="connsiteY1" fmla="*/ 834961 h 1040205"/>
                <a:gd name="connsiteX2" fmla="*/ 173291 w 799384"/>
                <a:gd name="connsiteY2" fmla="*/ 869909 h 1040205"/>
                <a:gd name="connsiteX3" fmla="*/ 191117 w 799384"/>
                <a:gd name="connsiteY3" fmla="*/ 902316 h 1040205"/>
                <a:gd name="connsiteX4" fmla="*/ 200667 w 799384"/>
                <a:gd name="connsiteY4" fmla="*/ 958870 h 1040205"/>
                <a:gd name="connsiteX5" fmla="*/ 212127 w 799384"/>
                <a:gd name="connsiteY5" fmla="*/ 997632 h 1040205"/>
                <a:gd name="connsiteX6" fmla="*/ 266880 w 799384"/>
                <a:gd name="connsiteY6" fmla="*/ 1013517 h 1040205"/>
                <a:gd name="connsiteX7" fmla="*/ 299349 w 799384"/>
                <a:gd name="connsiteY7" fmla="*/ 983652 h 1040205"/>
                <a:gd name="connsiteX8" fmla="*/ 296803 w 799384"/>
                <a:gd name="connsiteY8" fmla="*/ 940442 h 1040205"/>
                <a:gd name="connsiteX9" fmla="*/ 271973 w 799384"/>
                <a:gd name="connsiteY9" fmla="*/ 918202 h 1040205"/>
                <a:gd name="connsiteX10" fmla="*/ 230590 w 799384"/>
                <a:gd name="connsiteY10" fmla="*/ 880712 h 1040205"/>
                <a:gd name="connsiteX11" fmla="*/ 212764 w 799384"/>
                <a:gd name="connsiteY11" fmla="*/ 848305 h 1040205"/>
                <a:gd name="connsiteX12" fmla="*/ 241413 w 799384"/>
                <a:gd name="connsiteY12" fmla="*/ 749177 h 1040205"/>
                <a:gd name="connsiteX13" fmla="*/ 268153 w 799384"/>
                <a:gd name="connsiteY13" fmla="*/ 734562 h 1040205"/>
                <a:gd name="connsiteX14" fmla="*/ 303806 w 799384"/>
                <a:gd name="connsiteY14" fmla="*/ 730749 h 1040205"/>
                <a:gd name="connsiteX15" fmla="*/ 331819 w 799384"/>
                <a:gd name="connsiteY15" fmla="*/ 752989 h 1040205"/>
                <a:gd name="connsiteX16" fmla="*/ 341369 w 799384"/>
                <a:gd name="connsiteY16" fmla="*/ 809543 h 1040205"/>
                <a:gd name="connsiteX17" fmla="*/ 352828 w 799384"/>
                <a:gd name="connsiteY17" fmla="*/ 848305 h 1040205"/>
                <a:gd name="connsiteX18" fmla="*/ 407581 w 799384"/>
                <a:gd name="connsiteY18" fmla="*/ 864190 h 1040205"/>
                <a:gd name="connsiteX19" fmla="*/ 440050 w 799384"/>
                <a:gd name="connsiteY19" fmla="*/ 834325 h 1040205"/>
                <a:gd name="connsiteX20" fmla="*/ 437503 w 799384"/>
                <a:gd name="connsiteY20" fmla="*/ 791115 h 1040205"/>
                <a:gd name="connsiteX21" fmla="*/ 415857 w 799384"/>
                <a:gd name="connsiteY21" fmla="*/ 770146 h 1040205"/>
                <a:gd name="connsiteX22" fmla="*/ 370018 w 799384"/>
                <a:gd name="connsiteY22" fmla="*/ 728208 h 1040205"/>
                <a:gd name="connsiteX23" fmla="*/ 366198 w 799384"/>
                <a:gd name="connsiteY23" fmla="*/ 695800 h 1040205"/>
                <a:gd name="connsiteX24" fmla="*/ 386571 w 799384"/>
                <a:gd name="connsiteY24" fmla="*/ 670383 h 1040205"/>
                <a:gd name="connsiteX25" fmla="*/ 436867 w 799384"/>
                <a:gd name="connsiteY25" fmla="*/ 642424 h 1040205"/>
                <a:gd name="connsiteX26" fmla="*/ 527909 w 799384"/>
                <a:gd name="connsiteY26" fmla="*/ 668477 h 1040205"/>
                <a:gd name="connsiteX27" fmla="*/ 566108 w 799384"/>
                <a:gd name="connsiteY27" fmla="*/ 789209 h 1040205"/>
                <a:gd name="connsiteX28" fmla="*/ 576931 w 799384"/>
                <a:gd name="connsiteY28" fmla="*/ 813991 h 1040205"/>
                <a:gd name="connsiteX29" fmla="*/ 631684 w 799384"/>
                <a:gd name="connsiteY29" fmla="*/ 829877 h 1040205"/>
                <a:gd name="connsiteX30" fmla="*/ 664153 w 799384"/>
                <a:gd name="connsiteY30" fmla="*/ 800012 h 1040205"/>
                <a:gd name="connsiteX31" fmla="*/ 661606 w 799384"/>
                <a:gd name="connsiteY31" fmla="*/ 756802 h 1040205"/>
                <a:gd name="connsiteX32" fmla="*/ 649510 w 799384"/>
                <a:gd name="connsiteY32" fmla="*/ 742187 h 1040205"/>
                <a:gd name="connsiteX33" fmla="*/ 560378 w 799384"/>
                <a:gd name="connsiteY33" fmla="*/ 633528 h 1040205"/>
                <a:gd name="connsiteX34" fmla="*/ 555921 w 799384"/>
                <a:gd name="connsiteY34" fmla="*/ 594131 h 1040205"/>
                <a:gd name="connsiteX35" fmla="*/ 580751 w 799384"/>
                <a:gd name="connsiteY35" fmla="*/ 562995 h 1040205"/>
                <a:gd name="connsiteX36" fmla="*/ 774931 w 799384"/>
                <a:gd name="connsiteY36" fmla="*/ 455606 h 1040205"/>
                <a:gd name="connsiteX37" fmla="*/ 139548 w 799384"/>
                <a:gd name="connsiteY37" fmla="*/ 25417 h 1040205"/>
                <a:gd name="connsiteX38" fmla="*/ 31317 w 799384"/>
                <a:gd name="connsiteY38" fmla="*/ 867368 h 1040205"/>
                <a:gd name="connsiteX39" fmla="*/ 77793 w 799384"/>
                <a:gd name="connsiteY39" fmla="*/ 841950 h 1040205"/>
                <a:gd name="connsiteX40" fmla="*/ 108989 w 799384"/>
                <a:gd name="connsiteY40" fmla="*/ 832419 h 1040205"/>
                <a:gd name="connsiteX41" fmla="*/ 250963 w 799384"/>
                <a:gd name="connsiteY41" fmla="*/ 1040206 h 1040205"/>
                <a:gd name="connsiteX42" fmla="*/ 193027 w 799384"/>
                <a:gd name="connsiteY42" fmla="*/ 1012882 h 1040205"/>
                <a:gd name="connsiteX43" fmla="*/ 176474 w 799384"/>
                <a:gd name="connsiteY43" fmla="*/ 955693 h 1040205"/>
                <a:gd name="connsiteX44" fmla="*/ 169471 w 799384"/>
                <a:gd name="connsiteY44" fmla="*/ 914390 h 1040205"/>
                <a:gd name="connsiteX45" fmla="*/ 151645 w 799384"/>
                <a:gd name="connsiteY45" fmla="*/ 881983 h 1040205"/>
                <a:gd name="connsiteX46" fmla="*/ 122359 w 799384"/>
                <a:gd name="connsiteY46" fmla="*/ 859107 h 1040205"/>
                <a:gd name="connsiteX47" fmla="*/ 85433 w 799384"/>
                <a:gd name="connsiteY47" fmla="*/ 863555 h 1040205"/>
                <a:gd name="connsiteX48" fmla="*/ 17947 w 799384"/>
                <a:gd name="connsiteY48" fmla="*/ 901046 h 1040205"/>
                <a:gd name="connsiteX49" fmla="*/ 5214 w 799384"/>
                <a:gd name="connsiteY49" fmla="*/ 900410 h 1040205"/>
                <a:gd name="connsiteX50" fmla="*/ 121 w 799384"/>
                <a:gd name="connsiteY50" fmla="*/ 888972 h 1040205"/>
                <a:gd name="connsiteX51" fmla="*/ 112809 w 799384"/>
                <a:gd name="connsiteY51" fmla="*/ 10802 h 1040205"/>
                <a:gd name="connsiteX52" fmla="*/ 117265 w 799384"/>
                <a:gd name="connsiteY52" fmla="*/ 2542 h 1040205"/>
                <a:gd name="connsiteX53" fmla="*/ 126178 w 799384"/>
                <a:gd name="connsiteY53" fmla="*/ 0 h 1040205"/>
                <a:gd name="connsiteX54" fmla="*/ 797851 w 799384"/>
                <a:gd name="connsiteY54" fmla="*/ 454971 h 1040205"/>
                <a:gd name="connsiteX55" fmla="*/ 793394 w 799384"/>
                <a:gd name="connsiteY55" fmla="*/ 471492 h 1040205"/>
                <a:gd name="connsiteX56" fmla="*/ 588391 w 799384"/>
                <a:gd name="connsiteY56" fmla="*/ 585235 h 1040205"/>
                <a:gd name="connsiteX57" fmla="*/ 575021 w 799384"/>
                <a:gd name="connsiteY57" fmla="*/ 601756 h 1040205"/>
                <a:gd name="connsiteX58" fmla="*/ 577568 w 799384"/>
                <a:gd name="connsiteY58" fmla="*/ 622725 h 1040205"/>
                <a:gd name="connsiteX59" fmla="*/ 660970 w 799384"/>
                <a:gd name="connsiteY59" fmla="*/ 724395 h 1040205"/>
                <a:gd name="connsiteX60" fmla="*/ 679433 w 799384"/>
                <a:gd name="connsiteY60" fmla="*/ 746000 h 1040205"/>
                <a:gd name="connsiteX61" fmla="*/ 683889 w 799384"/>
                <a:gd name="connsiteY61" fmla="*/ 810178 h 1040205"/>
                <a:gd name="connsiteX62" fmla="*/ 636777 w 799384"/>
                <a:gd name="connsiteY62" fmla="*/ 854659 h 1040205"/>
                <a:gd name="connsiteX63" fmla="*/ 555921 w 799384"/>
                <a:gd name="connsiteY63" fmla="*/ 830512 h 1040205"/>
                <a:gd name="connsiteX64" fmla="*/ 539368 w 799384"/>
                <a:gd name="connsiteY64" fmla="*/ 793657 h 1040205"/>
                <a:gd name="connsiteX65" fmla="*/ 504352 w 799384"/>
                <a:gd name="connsiteY65" fmla="*/ 681185 h 1040205"/>
                <a:gd name="connsiteX66" fmla="*/ 446417 w 799384"/>
                <a:gd name="connsiteY66" fmla="*/ 664664 h 1040205"/>
                <a:gd name="connsiteX67" fmla="*/ 396121 w 799384"/>
                <a:gd name="connsiteY67" fmla="*/ 692623 h 1040205"/>
                <a:gd name="connsiteX68" fmla="*/ 387207 w 799384"/>
                <a:gd name="connsiteY68" fmla="*/ 704061 h 1040205"/>
                <a:gd name="connsiteX69" fmla="*/ 389118 w 799384"/>
                <a:gd name="connsiteY69" fmla="*/ 718041 h 1040205"/>
                <a:gd name="connsiteX70" fmla="*/ 424134 w 799384"/>
                <a:gd name="connsiteY70" fmla="*/ 749812 h 1040205"/>
                <a:gd name="connsiteX71" fmla="*/ 456603 w 799384"/>
                <a:gd name="connsiteY71" fmla="*/ 780949 h 1040205"/>
                <a:gd name="connsiteX72" fmla="*/ 461060 w 799384"/>
                <a:gd name="connsiteY72" fmla="*/ 845127 h 1040205"/>
                <a:gd name="connsiteX73" fmla="*/ 413311 w 799384"/>
                <a:gd name="connsiteY73" fmla="*/ 889608 h 1040205"/>
                <a:gd name="connsiteX74" fmla="*/ 332455 w 799384"/>
                <a:gd name="connsiteY74" fmla="*/ 865461 h 1040205"/>
                <a:gd name="connsiteX75" fmla="*/ 315902 w 799384"/>
                <a:gd name="connsiteY75" fmla="*/ 808272 h 1040205"/>
                <a:gd name="connsiteX76" fmla="*/ 308899 w 799384"/>
                <a:gd name="connsiteY76" fmla="*/ 766969 h 1040205"/>
                <a:gd name="connsiteX77" fmla="*/ 295529 w 799384"/>
                <a:gd name="connsiteY77" fmla="*/ 756167 h 1040205"/>
                <a:gd name="connsiteX78" fmla="*/ 278339 w 799384"/>
                <a:gd name="connsiteY78" fmla="*/ 758073 h 1040205"/>
                <a:gd name="connsiteX79" fmla="*/ 251600 w 799384"/>
                <a:gd name="connsiteY79" fmla="*/ 772688 h 1040205"/>
                <a:gd name="connsiteX80" fmla="*/ 232500 w 799384"/>
                <a:gd name="connsiteY80" fmla="*/ 838773 h 1040205"/>
                <a:gd name="connsiteX81" fmla="*/ 250326 w 799384"/>
                <a:gd name="connsiteY81" fmla="*/ 871180 h 1040205"/>
                <a:gd name="connsiteX82" fmla="*/ 279613 w 799384"/>
                <a:gd name="connsiteY82" fmla="*/ 897869 h 1040205"/>
                <a:gd name="connsiteX83" fmla="*/ 315902 w 799384"/>
                <a:gd name="connsiteY83" fmla="*/ 930276 h 1040205"/>
                <a:gd name="connsiteX84" fmla="*/ 320359 w 799384"/>
                <a:gd name="connsiteY84" fmla="*/ 994454 h 1040205"/>
                <a:gd name="connsiteX85" fmla="*/ 273246 w 799384"/>
                <a:gd name="connsiteY85" fmla="*/ 1038935 h 1040205"/>
                <a:gd name="connsiteX86" fmla="*/ 250963 w 799384"/>
                <a:gd name="connsiteY86" fmla="*/ 1040206 h 1040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799384" h="1040205">
                  <a:moveTo>
                    <a:pt x="108989" y="832419"/>
                  </a:moveTo>
                  <a:cubicBezTo>
                    <a:pt x="115992" y="832419"/>
                    <a:pt x="122359" y="833054"/>
                    <a:pt x="129362" y="834961"/>
                  </a:cubicBezTo>
                  <a:cubicBezTo>
                    <a:pt x="147825" y="840044"/>
                    <a:pt x="163741" y="852753"/>
                    <a:pt x="173291" y="869909"/>
                  </a:cubicBezTo>
                  <a:lnTo>
                    <a:pt x="191117" y="902316"/>
                  </a:lnTo>
                  <a:cubicBezTo>
                    <a:pt x="200031" y="918202"/>
                    <a:pt x="203214" y="937901"/>
                    <a:pt x="200667" y="958870"/>
                  </a:cubicBezTo>
                  <a:cubicBezTo>
                    <a:pt x="198757" y="972850"/>
                    <a:pt x="202577" y="986829"/>
                    <a:pt x="212127" y="997632"/>
                  </a:cubicBezTo>
                  <a:cubicBezTo>
                    <a:pt x="224860" y="1013517"/>
                    <a:pt x="247143" y="1019872"/>
                    <a:pt x="266880" y="1013517"/>
                  </a:cubicBezTo>
                  <a:cubicBezTo>
                    <a:pt x="282159" y="1008434"/>
                    <a:pt x="293619" y="998267"/>
                    <a:pt x="299349" y="983652"/>
                  </a:cubicBezTo>
                  <a:cubicBezTo>
                    <a:pt x="305079" y="969673"/>
                    <a:pt x="303806" y="953787"/>
                    <a:pt x="296803" y="940442"/>
                  </a:cubicBezTo>
                  <a:cubicBezTo>
                    <a:pt x="291073" y="930276"/>
                    <a:pt x="282796" y="922650"/>
                    <a:pt x="271973" y="918202"/>
                  </a:cubicBezTo>
                  <a:cubicBezTo>
                    <a:pt x="254783" y="910577"/>
                    <a:pt x="240140" y="897869"/>
                    <a:pt x="230590" y="880712"/>
                  </a:cubicBezTo>
                  <a:lnTo>
                    <a:pt x="212764" y="848305"/>
                  </a:lnTo>
                  <a:cubicBezTo>
                    <a:pt x="193027" y="813356"/>
                    <a:pt x="205760" y="768875"/>
                    <a:pt x="241413" y="749177"/>
                  </a:cubicBezTo>
                  <a:lnTo>
                    <a:pt x="268153" y="734562"/>
                  </a:lnTo>
                  <a:cubicBezTo>
                    <a:pt x="278976" y="728843"/>
                    <a:pt x="291709" y="726937"/>
                    <a:pt x="303806" y="730749"/>
                  </a:cubicBezTo>
                  <a:cubicBezTo>
                    <a:pt x="315902" y="733926"/>
                    <a:pt x="325452" y="742187"/>
                    <a:pt x="331819" y="752989"/>
                  </a:cubicBezTo>
                  <a:cubicBezTo>
                    <a:pt x="340732" y="768875"/>
                    <a:pt x="343915" y="788574"/>
                    <a:pt x="341369" y="809543"/>
                  </a:cubicBezTo>
                  <a:cubicBezTo>
                    <a:pt x="339458" y="823523"/>
                    <a:pt x="343278" y="837502"/>
                    <a:pt x="352828" y="848305"/>
                  </a:cubicBezTo>
                  <a:cubicBezTo>
                    <a:pt x="365561" y="864190"/>
                    <a:pt x="387844" y="870545"/>
                    <a:pt x="407581" y="864190"/>
                  </a:cubicBezTo>
                  <a:cubicBezTo>
                    <a:pt x="422860" y="859107"/>
                    <a:pt x="434320" y="848940"/>
                    <a:pt x="440050" y="834325"/>
                  </a:cubicBezTo>
                  <a:cubicBezTo>
                    <a:pt x="445780" y="820345"/>
                    <a:pt x="444506" y="804460"/>
                    <a:pt x="437503" y="791115"/>
                  </a:cubicBezTo>
                  <a:cubicBezTo>
                    <a:pt x="432410" y="782219"/>
                    <a:pt x="424770" y="774594"/>
                    <a:pt x="415857" y="770146"/>
                  </a:cubicBezTo>
                  <a:cubicBezTo>
                    <a:pt x="395484" y="759979"/>
                    <a:pt x="379568" y="745364"/>
                    <a:pt x="370018" y="728208"/>
                  </a:cubicBezTo>
                  <a:cubicBezTo>
                    <a:pt x="364288" y="718041"/>
                    <a:pt x="363015" y="706603"/>
                    <a:pt x="366198" y="695800"/>
                  </a:cubicBezTo>
                  <a:cubicBezTo>
                    <a:pt x="369381" y="684998"/>
                    <a:pt x="376385" y="675467"/>
                    <a:pt x="386571" y="670383"/>
                  </a:cubicBezTo>
                  <a:lnTo>
                    <a:pt x="436867" y="642424"/>
                  </a:lnTo>
                  <a:cubicBezTo>
                    <a:pt x="469336" y="624632"/>
                    <a:pt x="510082" y="636070"/>
                    <a:pt x="527909" y="668477"/>
                  </a:cubicBezTo>
                  <a:cubicBezTo>
                    <a:pt x="546371" y="701519"/>
                    <a:pt x="559105" y="741552"/>
                    <a:pt x="566108" y="789209"/>
                  </a:cubicBezTo>
                  <a:cubicBezTo>
                    <a:pt x="567381" y="798105"/>
                    <a:pt x="571201" y="807001"/>
                    <a:pt x="576931" y="813991"/>
                  </a:cubicBezTo>
                  <a:cubicBezTo>
                    <a:pt x="589664" y="829877"/>
                    <a:pt x="611947" y="836231"/>
                    <a:pt x="631684" y="829877"/>
                  </a:cubicBezTo>
                  <a:cubicBezTo>
                    <a:pt x="646963" y="824794"/>
                    <a:pt x="658423" y="814627"/>
                    <a:pt x="664153" y="800012"/>
                  </a:cubicBezTo>
                  <a:cubicBezTo>
                    <a:pt x="669883" y="786032"/>
                    <a:pt x="668610" y="770146"/>
                    <a:pt x="661606" y="756802"/>
                  </a:cubicBezTo>
                  <a:cubicBezTo>
                    <a:pt x="658423" y="751083"/>
                    <a:pt x="654603" y="746000"/>
                    <a:pt x="649510" y="742187"/>
                  </a:cubicBezTo>
                  <a:cubicBezTo>
                    <a:pt x="614494" y="713593"/>
                    <a:pt x="584571" y="677373"/>
                    <a:pt x="560378" y="633528"/>
                  </a:cubicBezTo>
                  <a:cubicBezTo>
                    <a:pt x="553375" y="621455"/>
                    <a:pt x="552102" y="607475"/>
                    <a:pt x="555921" y="594131"/>
                  </a:cubicBezTo>
                  <a:cubicBezTo>
                    <a:pt x="559742" y="580787"/>
                    <a:pt x="568654" y="569984"/>
                    <a:pt x="580751" y="562995"/>
                  </a:cubicBezTo>
                  <a:lnTo>
                    <a:pt x="774931" y="455606"/>
                  </a:lnTo>
                  <a:cubicBezTo>
                    <a:pt x="641233" y="223037"/>
                    <a:pt x="405671" y="63543"/>
                    <a:pt x="139548" y="25417"/>
                  </a:cubicBezTo>
                  <a:lnTo>
                    <a:pt x="31317" y="867368"/>
                  </a:lnTo>
                  <a:lnTo>
                    <a:pt x="77793" y="841950"/>
                  </a:lnTo>
                  <a:cubicBezTo>
                    <a:pt x="84796" y="834961"/>
                    <a:pt x="96892" y="832419"/>
                    <a:pt x="108989" y="832419"/>
                  </a:cubicBezTo>
                  <a:moveTo>
                    <a:pt x="250963" y="1040206"/>
                  </a:moveTo>
                  <a:cubicBezTo>
                    <a:pt x="228680" y="1040206"/>
                    <a:pt x="207034" y="1030039"/>
                    <a:pt x="193027" y="1012882"/>
                  </a:cubicBezTo>
                  <a:cubicBezTo>
                    <a:pt x="179658" y="996361"/>
                    <a:pt x="173928" y="976027"/>
                    <a:pt x="176474" y="955693"/>
                  </a:cubicBezTo>
                  <a:cubicBezTo>
                    <a:pt x="178384" y="940442"/>
                    <a:pt x="175838" y="925828"/>
                    <a:pt x="169471" y="914390"/>
                  </a:cubicBezTo>
                  <a:lnTo>
                    <a:pt x="151645" y="881983"/>
                  </a:lnTo>
                  <a:cubicBezTo>
                    <a:pt x="145278" y="870545"/>
                    <a:pt x="135092" y="862284"/>
                    <a:pt x="122359" y="859107"/>
                  </a:cubicBezTo>
                  <a:cubicBezTo>
                    <a:pt x="109626" y="855294"/>
                    <a:pt x="96892" y="857201"/>
                    <a:pt x="85433" y="863555"/>
                  </a:cubicBezTo>
                  <a:lnTo>
                    <a:pt x="17947" y="901046"/>
                  </a:lnTo>
                  <a:cubicBezTo>
                    <a:pt x="14127" y="903587"/>
                    <a:pt x="9034" y="902952"/>
                    <a:pt x="5214" y="900410"/>
                  </a:cubicBezTo>
                  <a:cubicBezTo>
                    <a:pt x="1394" y="897869"/>
                    <a:pt x="-516" y="893420"/>
                    <a:pt x="121" y="888972"/>
                  </a:cubicBezTo>
                  <a:lnTo>
                    <a:pt x="112809" y="10802"/>
                  </a:lnTo>
                  <a:cubicBezTo>
                    <a:pt x="113445" y="7625"/>
                    <a:pt x="114719" y="4448"/>
                    <a:pt x="117265" y="2542"/>
                  </a:cubicBezTo>
                  <a:cubicBezTo>
                    <a:pt x="119812" y="635"/>
                    <a:pt x="122995" y="0"/>
                    <a:pt x="126178" y="0"/>
                  </a:cubicBezTo>
                  <a:cubicBezTo>
                    <a:pt x="408854" y="36220"/>
                    <a:pt x="660333" y="206516"/>
                    <a:pt x="797851" y="454971"/>
                  </a:cubicBezTo>
                  <a:cubicBezTo>
                    <a:pt x="801034" y="460690"/>
                    <a:pt x="799124" y="468315"/>
                    <a:pt x="793394" y="471492"/>
                  </a:cubicBezTo>
                  <a:lnTo>
                    <a:pt x="588391" y="585235"/>
                  </a:lnTo>
                  <a:cubicBezTo>
                    <a:pt x="582024" y="589047"/>
                    <a:pt x="577568" y="594766"/>
                    <a:pt x="575021" y="601756"/>
                  </a:cubicBezTo>
                  <a:cubicBezTo>
                    <a:pt x="573111" y="608746"/>
                    <a:pt x="573748" y="616371"/>
                    <a:pt x="577568" y="622725"/>
                  </a:cubicBezTo>
                  <a:cubicBezTo>
                    <a:pt x="600487" y="664029"/>
                    <a:pt x="628500" y="697707"/>
                    <a:pt x="660970" y="724395"/>
                  </a:cubicBezTo>
                  <a:cubicBezTo>
                    <a:pt x="668610" y="730114"/>
                    <a:pt x="674340" y="737739"/>
                    <a:pt x="679433" y="746000"/>
                  </a:cubicBezTo>
                  <a:cubicBezTo>
                    <a:pt x="690256" y="765698"/>
                    <a:pt x="692166" y="789209"/>
                    <a:pt x="683889" y="810178"/>
                  </a:cubicBezTo>
                  <a:cubicBezTo>
                    <a:pt x="675613" y="831148"/>
                    <a:pt x="658423" y="847034"/>
                    <a:pt x="636777" y="854659"/>
                  </a:cubicBezTo>
                  <a:cubicBezTo>
                    <a:pt x="607491" y="864190"/>
                    <a:pt x="575021" y="854659"/>
                    <a:pt x="555921" y="830512"/>
                  </a:cubicBezTo>
                  <a:cubicBezTo>
                    <a:pt x="547008" y="819710"/>
                    <a:pt x="541278" y="807001"/>
                    <a:pt x="539368" y="793657"/>
                  </a:cubicBezTo>
                  <a:cubicBezTo>
                    <a:pt x="533002" y="748541"/>
                    <a:pt x="520905" y="711686"/>
                    <a:pt x="504352" y="681185"/>
                  </a:cubicBezTo>
                  <a:cubicBezTo>
                    <a:pt x="492893" y="660851"/>
                    <a:pt x="466789" y="653226"/>
                    <a:pt x="446417" y="664664"/>
                  </a:cubicBezTo>
                  <a:lnTo>
                    <a:pt x="396121" y="692623"/>
                  </a:lnTo>
                  <a:cubicBezTo>
                    <a:pt x="391664" y="695165"/>
                    <a:pt x="388481" y="698978"/>
                    <a:pt x="387207" y="704061"/>
                  </a:cubicBezTo>
                  <a:cubicBezTo>
                    <a:pt x="385934" y="709145"/>
                    <a:pt x="386571" y="713593"/>
                    <a:pt x="389118" y="718041"/>
                  </a:cubicBezTo>
                  <a:cubicBezTo>
                    <a:pt x="396121" y="731385"/>
                    <a:pt x="408217" y="741552"/>
                    <a:pt x="424134" y="749812"/>
                  </a:cubicBezTo>
                  <a:cubicBezTo>
                    <a:pt x="438140" y="756802"/>
                    <a:pt x="448963" y="766969"/>
                    <a:pt x="456603" y="780949"/>
                  </a:cubicBezTo>
                  <a:cubicBezTo>
                    <a:pt x="467426" y="800647"/>
                    <a:pt x="469336" y="824158"/>
                    <a:pt x="461060" y="845127"/>
                  </a:cubicBezTo>
                  <a:cubicBezTo>
                    <a:pt x="452783" y="866097"/>
                    <a:pt x="435594" y="881983"/>
                    <a:pt x="413311" y="889608"/>
                  </a:cubicBezTo>
                  <a:cubicBezTo>
                    <a:pt x="384024" y="899139"/>
                    <a:pt x="351555" y="889608"/>
                    <a:pt x="332455" y="865461"/>
                  </a:cubicBezTo>
                  <a:cubicBezTo>
                    <a:pt x="319086" y="848940"/>
                    <a:pt x="313355" y="828606"/>
                    <a:pt x="315902" y="808272"/>
                  </a:cubicBezTo>
                  <a:cubicBezTo>
                    <a:pt x="317812" y="793022"/>
                    <a:pt x="315265" y="778407"/>
                    <a:pt x="308899" y="766969"/>
                  </a:cubicBezTo>
                  <a:cubicBezTo>
                    <a:pt x="305716" y="761886"/>
                    <a:pt x="301259" y="758073"/>
                    <a:pt x="295529" y="756167"/>
                  </a:cubicBezTo>
                  <a:cubicBezTo>
                    <a:pt x="289799" y="754260"/>
                    <a:pt x="284069" y="754896"/>
                    <a:pt x="278339" y="758073"/>
                  </a:cubicBezTo>
                  <a:lnTo>
                    <a:pt x="251600" y="772688"/>
                  </a:lnTo>
                  <a:cubicBezTo>
                    <a:pt x="228043" y="785397"/>
                    <a:pt x="219767" y="815262"/>
                    <a:pt x="232500" y="838773"/>
                  </a:cubicBezTo>
                  <a:lnTo>
                    <a:pt x="250326" y="871180"/>
                  </a:lnTo>
                  <a:cubicBezTo>
                    <a:pt x="256693" y="883253"/>
                    <a:pt x="267516" y="892785"/>
                    <a:pt x="279613" y="897869"/>
                  </a:cubicBezTo>
                  <a:cubicBezTo>
                    <a:pt x="294892" y="904223"/>
                    <a:pt x="307625" y="915661"/>
                    <a:pt x="315902" y="930276"/>
                  </a:cubicBezTo>
                  <a:cubicBezTo>
                    <a:pt x="326725" y="949974"/>
                    <a:pt x="328635" y="973485"/>
                    <a:pt x="320359" y="994454"/>
                  </a:cubicBezTo>
                  <a:cubicBezTo>
                    <a:pt x="312082" y="1015424"/>
                    <a:pt x="294892" y="1031310"/>
                    <a:pt x="273246" y="1038935"/>
                  </a:cubicBezTo>
                  <a:cubicBezTo>
                    <a:pt x="266243" y="1038935"/>
                    <a:pt x="258603" y="1040206"/>
                    <a:pt x="250963" y="104020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724A1EB-D050-124D-7B1B-E89C4D275B4B}"/>
                </a:ext>
              </a:extLst>
            </p:cNvPr>
            <p:cNvSpPr/>
            <p:nvPr/>
          </p:nvSpPr>
          <p:spPr>
            <a:xfrm>
              <a:off x="5576468" y="4589628"/>
              <a:ext cx="41892" cy="42225"/>
            </a:xfrm>
            <a:custGeom>
              <a:avLst/>
              <a:gdLst>
                <a:gd name="connsiteX0" fmla="*/ 21231 w 41892"/>
                <a:gd name="connsiteY0" fmla="*/ 42226 h 42225"/>
                <a:gd name="connsiteX1" fmla="*/ 16775 w 41892"/>
                <a:gd name="connsiteY1" fmla="*/ 41590 h 42225"/>
                <a:gd name="connsiteX2" fmla="*/ 3405 w 41892"/>
                <a:gd name="connsiteY2" fmla="*/ 32694 h 42225"/>
                <a:gd name="connsiteX3" fmla="*/ 222 w 41892"/>
                <a:gd name="connsiteY3" fmla="*/ 16809 h 42225"/>
                <a:gd name="connsiteX4" fmla="*/ 9135 w 41892"/>
                <a:gd name="connsiteY4" fmla="*/ 3464 h 42225"/>
                <a:gd name="connsiteX5" fmla="*/ 38421 w 41892"/>
                <a:gd name="connsiteY5" fmla="*/ 9819 h 42225"/>
                <a:gd name="connsiteX6" fmla="*/ 32055 w 41892"/>
                <a:gd name="connsiteY6" fmla="*/ 39049 h 42225"/>
                <a:gd name="connsiteX7" fmla="*/ 32055 w 41892"/>
                <a:gd name="connsiteY7" fmla="*/ 39049 h 42225"/>
                <a:gd name="connsiteX8" fmla="*/ 21231 w 41892"/>
                <a:gd name="connsiteY8" fmla="*/ 42226 h 4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892" h="42225">
                  <a:moveTo>
                    <a:pt x="21231" y="42226"/>
                  </a:moveTo>
                  <a:cubicBezTo>
                    <a:pt x="19958" y="42226"/>
                    <a:pt x="18048" y="42226"/>
                    <a:pt x="16775" y="41590"/>
                  </a:cubicBezTo>
                  <a:cubicBezTo>
                    <a:pt x="11045" y="40319"/>
                    <a:pt x="6588" y="37142"/>
                    <a:pt x="3405" y="32694"/>
                  </a:cubicBezTo>
                  <a:cubicBezTo>
                    <a:pt x="222" y="28246"/>
                    <a:pt x="-415" y="22527"/>
                    <a:pt x="222" y="16809"/>
                  </a:cubicBezTo>
                  <a:cubicBezTo>
                    <a:pt x="1495" y="11089"/>
                    <a:pt x="4678" y="6642"/>
                    <a:pt x="9135" y="3464"/>
                  </a:cubicBezTo>
                  <a:cubicBezTo>
                    <a:pt x="18685" y="-2890"/>
                    <a:pt x="32055" y="-348"/>
                    <a:pt x="38421" y="9819"/>
                  </a:cubicBezTo>
                  <a:cubicBezTo>
                    <a:pt x="44788" y="19350"/>
                    <a:pt x="42241" y="32694"/>
                    <a:pt x="32055" y="39049"/>
                  </a:cubicBezTo>
                  <a:lnTo>
                    <a:pt x="32055" y="39049"/>
                  </a:lnTo>
                  <a:cubicBezTo>
                    <a:pt x="28871" y="40955"/>
                    <a:pt x="25052" y="42226"/>
                    <a:pt x="21231" y="422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52EA7F2B-F50C-5C42-60C4-3F9E45D3CC28}"/>
                </a:ext>
              </a:extLst>
            </p:cNvPr>
            <p:cNvSpPr/>
            <p:nvPr/>
          </p:nvSpPr>
          <p:spPr>
            <a:xfrm>
              <a:off x="5552846" y="4748487"/>
              <a:ext cx="42594" cy="42225"/>
            </a:xfrm>
            <a:custGeom>
              <a:avLst/>
              <a:gdLst>
                <a:gd name="connsiteX0" fmla="*/ 21298 w 42594"/>
                <a:gd name="connsiteY0" fmla="*/ 42226 h 42225"/>
                <a:gd name="connsiteX1" fmla="*/ 3471 w 42594"/>
                <a:gd name="connsiteY1" fmla="*/ 32694 h 42225"/>
                <a:gd name="connsiteX2" fmla="*/ 9838 w 42594"/>
                <a:gd name="connsiteY2" fmla="*/ 3464 h 42225"/>
                <a:gd name="connsiteX3" fmla="*/ 39124 w 42594"/>
                <a:gd name="connsiteY3" fmla="*/ 9819 h 42225"/>
                <a:gd name="connsiteX4" fmla="*/ 32757 w 42594"/>
                <a:gd name="connsiteY4" fmla="*/ 39049 h 42225"/>
                <a:gd name="connsiteX5" fmla="*/ 32757 w 42594"/>
                <a:gd name="connsiteY5" fmla="*/ 39049 h 42225"/>
                <a:gd name="connsiteX6" fmla="*/ 21298 w 42594"/>
                <a:gd name="connsiteY6" fmla="*/ 42226 h 4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594" h="42225">
                  <a:moveTo>
                    <a:pt x="21298" y="42226"/>
                  </a:moveTo>
                  <a:cubicBezTo>
                    <a:pt x="14294" y="42226"/>
                    <a:pt x="7928" y="39049"/>
                    <a:pt x="3471" y="32694"/>
                  </a:cubicBezTo>
                  <a:cubicBezTo>
                    <a:pt x="-2896" y="23163"/>
                    <a:pt x="-349" y="9819"/>
                    <a:pt x="9838" y="3464"/>
                  </a:cubicBezTo>
                  <a:cubicBezTo>
                    <a:pt x="19387" y="-2890"/>
                    <a:pt x="32757" y="-348"/>
                    <a:pt x="39124" y="9819"/>
                  </a:cubicBezTo>
                  <a:cubicBezTo>
                    <a:pt x="45491" y="19350"/>
                    <a:pt x="42944" y="32694"/>
                    <a:pt x="32757" y="39049"/>
                  </a:cubicBezTo>
                  <a:lnTo>
                    <a:pt x="32757" y="39049"/>
                  </a:lnTo>
                  <a:cubicBezTo>
                    <a:pt x="28937" y="40955"/>
                    <a:pt x="25117" y="42226"/>
                    <a:pt x="21298" y="422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71C9B944-05D7-AA95-0ABB-9BEC0ABA8045}"/>
                </a:ext>
              </a:extLst>
            </p:cNvPr>
            <p:cNvSpPr/>
            <p:nvPr/>
          </p:nvSpPr>
          <p:spPr>
            <a:xfrm>
              <a:off x="5698004" y="4694541"/>
              <a:ext cx="42528" cy="42160"/>
            </a:xfrm>
            <a:custGeom>
              <a:avLst/>
              <a:gdLst>
                <a:gd name="connsiteX0" fmla="*/ 21297 w 42528"/>
                <a:gd name="connsiteY0" fmla="*/ 42160 h 42160"/>
                <a:gd name="connsiteX1" fmla="*/ 3471 w 42528"/>
                <a:gd name="connsiteY1" fmla="*/ 32629 h 42160"/>
                <a:gd name="connsiteX2" fmla="*/ 9838 w 42528"/>
                <a:gd name="connsiteY2" fmla="*/ 3399 h 42160"/>
                <a:gd name="connsiteX3" fmla="*/ 25754 w 42528"/>
                <a:gd name="connsiteY3" fmla="*/ 221 h 42160"/>
                <a:gd name="connsiteX4" fmla="*/ 39124 w 42528"/>
                <a:gd name="connsiteY4" fmla="*/ 9117 h 42160"/>
                <a:gd name="connsiteX5" fmla="*/ 42307 w 42528"/>
                <a:gd name="connsiteY5" fmla="*/ 25003 h 42160"/>
                <a:gd name="connsiteX6" fmla="*/ 33394 w 42528"/>
                <a:gd name="connsiteY6" fmla="*/ 38347 h 42160"/>
                <a:gd name="connsiteX7" fmla="*/ 33394 w 42528"/>
                <a:gd name="connsiteY7" fmla="*/ 38347 h 42160"/>
                <a:gd name="connsiteX8" fmla="*/ 21297 w 42528"/>
                <a:gd name="connsiteY8" fmla="*/ 42160 h 4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28" h="42160">
                  <a:moveTo>
                    <a:pt x="21297" y="42160"/>
                  </a:moveTo>
                  <a:cubicBezTo>
                    <a:pt x="14294" y="42160"/>
                    <a:pt x="7927" y="38983"/>
                    <a:pt x="3471" y="32629"/>
                  </a:cubicBezTo>
                  <a:cubicBezTo>
                    <a:pt x="-2895" y="23097"/>
                    <a:pt x="-349" y="9753"/>
                    <a:pt x="9838" y="3399"/>
                  </a:cubicBezTo>
                  <a:cubicBezTo>
                    <a:pt x="14294" y="221"/>
                    <a:pt x="20024" y="-414"/>
                    <a:pt x="25754" y="221"/>
                  </a:cubicBezTo>
                  <a:cubicBezTo>
                    <a:pt x="31484" y="1492"/>
                    <a:pt x="35940" y="4669"/>
                    <a:pt x="39124" y="9117"/>
                  </a:cubicBezTo>
                  <a:cubicBezTo>
                    <a:pt x="42307" y="13566"/>
                    <a:pt x="42943" y="19284"/>
                    <a:pt x="42307" y="25003"/>
                  </a:cubicBezTo>
                  <a:cubicBezTo>
                    <a:pt x="41034" y="30722"/>
                    <a:pt x="37850" y="35170"/>
                    <a:pt x="33394" y="38347"/>
                  </a:cubicBezTo>
                  <a:lnTo>
                    <a:pt x="33394" y="38347"/>
                  </a:lnTo>
                  <a:cubicBezTo>
                    <a:pt x="28937" y="40889"/>
                    <a:pt x="25117" y="42160"/>
                    <a:pt x="21297" y="421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B4E86E35-224A-C3D6-397D-984818737729}"/>
                </a:ext>
              </a:extLst>
            </p:cNvPr>
            <p:cNvSpPr/>
            <p:nvPr/>
          </p:nvSpPr>
          <p:spPr>
            <a:xfrm>
              <a:off x="8871882" y="4514299"/>
              <a:ext cx="1127160" cy="751083"/>
            </a:xfrm>
            <a:custGeom>
              <a:avLst/>
              <a:gdLst>
                <a:gd name="connsiteX0" fmla="*/ 68899 w 1127160"/>
                <a:gd name="connsiteY0" fmla="*/ 24782 h 751083"/>
                <a:gd name="connsiteX1" fmla="*/ 33246 w 1127160"/>
                <a:gd name="connsiteY1" fmla="*/ 41939 h 751083"/>
                <a:gd name="connsiteX2" fmla="*/ 24969 w 1127160"/>
                <a:gd name="connsiteY2" fmla="*/ 80065 h 751083"/>
                <a:gd name="connsiteX3" fmla="*/ 175857 w 1127160"/>
                <a:gd name="connsiteY3" fmla="*/ 690081 h 751083"/>
                <a:gd name="connsiteX4" fmla="*/ 223606 w 1127160"/>
                <a:gd name="connsiteY4" fmla="*/ 726937 h 751083"/>
                <a:gd name="connsiteX5" fmla="*/ 901645 w 1127160"/>
                <a:gd name="connsiteY5" fmla="*/ 726937 h 751083"/>
                <a:gd name="connsiteX6" fmla="*/ 949394 w 1127160"/>
                <a:gd name="connsiteY6" fmla="*/ 690081 h 751083"/>
                <a:gd name="connsiteX7" fmla="*/ 1100281 w 1127160"/>
                <a:gd name="connsiteY7" fmla="*/ 80065 h 751083"/>
                <a:gd name="connsiteX8" fmla="*/ 1092005 w 1127160"/>
                <a:gd name="connsiteY8" fmla="*/ 41939 h 751083"/>
                <a:gd name="connsiteX9" fmla="*/ 1056352 w 1127160"/>
                <a:gd name="connsiteY9" fmla="*/ 24782 h 751083"/>
                <a:gd name="connsiteX10" fmla="*/ 932204 w 1127160"/>
                <a:gd name="connsiteY10" fmla="*/ 24782 h 751083"/>
                <a:gd name="connsiteX11" fmla="*/ 885091 w 1127160"/>
                <a:gd name="connsiteY11" fmla="*/ 61002 h 751083"/>
                <a:gd name="connsiteX12" fmla="*/ 562307 w 1127160"/>
                <a:gd name="connsiteY12" fmla="*/ 284039 h 751083"/>
                <a:gd name="connsiteX13" fmla="*/ 239523 w 1127160"/>
                <a:gd name="connsiteY13" fmla="*/ 61002 h 751083"/>
                <a:gd name="connsiteX14" fmla="*/ 192410 w 1127160"/>
                <a:gd name="connsiteY14" fmla="*/ 24782 h 751083"/>
                <a:gd name="connsiteX15" fmla="*/ 68899 w 1127160"/>
                <a:gd name="connsiteY15" fmla="*/ 24782 h 751083"/>
                <a:gd name="connsiteX16" fmla="*/ 902282 w 1127160"/>
                <a:gd name="connsiteY16" fmla="*/ 751083 h 751083"/>
                <a:gd name="connsiteX17" fmla="*/ 224243 w 1127160"/>
                <a:gd name="connsiteY17" fmla="*/ 751083 h 751083"/>
                <a:gd name="connsiteX18" fmla="*/ 152937 w 1127160"/>
                <a:gd name="connsiteY18" fmla="*/ 695800 h 751083"/>
                <a:gd name="connsiteX19" fmla="*/ 2050 w 1127160"/>
                <a:gd name="connsiteY19" fmla="*/ 85784 h 751083"/>
                <a:gd name="connsiteX20" fmla="*/ 14783 w 1127160"/>
                <a:gd name="connsiteY20" fmla="*/ 26688 h 751083"/>
                <a:gd name="connsiteX21" fmla="*/ 69535 w 1127160"/>
                <a:gd name="connsiteY21" fmla="*/ 0 h 751083"/>
                <a:gd name="connsiteX22" fmla="*/ 193683 w 1127160"/>
                <a:gd name="connsiteY22" fmla="*/ 0 h 751083"/>
                <a:gd name="connsiteX23" fmla="*/ 264352 w 1127160"/>
                <a:gd name="connsiteY23" fmla="*/ 53376 h 751083"/>
                <a:gd name="connsiteX24" fmla="*/ 563580 w 1127160"/>
                <a:gd name="connsiteY24" fmla="*/ 259257 h 751083"/>
                <a:gd name="connsiteX25" fmla="*/ 862808 w 1127160"/>
                <a:gd name="connsiteY25" fmla="*/ 53376 h 751083"/>
                <a:gd name="connsiteX26" fmla="*/ 933478 w 1127160"/>
                <a:gd name="connsiteY26" fmla="*/ 0 h 751083"/>
                <a:gd name="connsiteX27" fmla="*/ 1057626 w 1127160"/>
                <a:gd name="connsiteY27" fmla="*/ 0 h 751083"/>
                <a:gd name="connsiteX28" fmla="*/ 1112378 w 1127160"/>
                <a:gd name="connsiteY28" fmla="*/ 26688 h 751083"/>
                <a:gd name="connsiteX29" fmla="*/ 1125111 w 1127160"/>
                <a:gd name="connsiteY29" fmla="*/ 85784 h 751083"/>
                <a:gd name="connsiteX30" fmla="*/ 974223 w 1127160"/>
                <a:gd name="connsiteY30" fmla="*/ 695800 h 751083"/>
                <a:gd name="connsiteX31" fmla="*/ 902282 w 1127160"/>
                <a:gd name="connsiteY31" fmla="*/ 751083 h 75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27160" h="751083">
                  <a:moveTo>
                    <a:pt x="68899" y="24782"/>
                  </a:moveTo>
                  <a:cubicBezTo>
                    <a:pt x="54892" y="24782"/>
                    <a:pt x="41522" y="31136"/>
                    <a:pt x="33246" y="41939"/>
                  </a:cubicBezTo>
                  <a:cubicBezTo>
                    <a:pt x="24969" y="52741"/>
                    <a:pt x="21786" y="66721"/>
                    <a:pt x="24969" y="80065"/>
                  </a:cubicBezTo>
                  <a:lnTo>
                    <a:pt x="175857" y="690081"/>
                  </a:lnTo>
                  <a:cubicBezTo>
                    <a:pt x="180950" y="711686"/>
                    <a:pt x="200686" y="726937"/>
                    <a:pt x="223606" y="726937"/>
                  </a:cubicBezTo>
                  <a:lnTo>
                    <a:pt x="901645" y="726937"/>
                  </a:lnTo>
                  <a:cubicBezTo>
                    <a:pt x="924565" y="726937"/>
                    <a:pt x="943664" y="711686"/>
                    <a:pt x="949394" y="690081"/>
                  </a:cubicBezTo>
                  <a:lnTo>
                    <a:pt x="1100281" y="80065"/>
                  </a:lnTo>
                  <a:cubicBezTo>
                    <a:pt x="1103465" y="66721"/>
                    <a:pt x="1100918" y="52741"/>
                    <a:pt x="1092005" y="41939"/>
                  </a:cubicBezTo>
                  <a:cubicBezTo>
                    <a:pt x="1083092" y="31136"/>
                    <a:pt x="1070359" y="24782"/>
                    <a:pt x="1056352" y="24782"/>
                  </a:cubicBezTo>
                  <a:lnTo>
                    <a:pt x="932204" y="24782"/>
                  </a:lnTo>
                  <a:cubicBezTo>
                    <a:pt x="910558" y="24782"/>
                    <a:pt x="891458" y="39397"/>
                    <a:pt x="885091" y="61002"/>
                  </a:cubicBezTo>
                  <a:cubicBezTo>
                    <a:pt x="846256" y="192536"/>
                    <a:pt x="713832" y="284039"/>
                    <a:pt x="562307" y="284039"/>
                  </a:cubicBezTo>
                  <a:cubicBezTo>
                    <a:pt x="410783" y="284039"/>
                    <a:pt x="278359" y="192536"/>
                    <a:pt x="239523" y="61002"/>
                  </a:cubicBezTo>
                  <a:cubicBezTo>
                    <a:pt x="233156" y="39397"/>
                    <a:pt x="214056" y="24782"/>
                    <a:pt x="192410" y="24782"/>
                  </a:cubicBezTo>
                  <a:lnTo>
                    <a:pt x="68899" y="24782"/>
                  </a:lnTo>
                  <a:close/>
                  <a:moveTo>
                    <a:pt x="902282" y="751083"/>
                  </a:moveTo>
                  <a:lnTo>
                    <a:pt x="224243" y="751083"/>
                  </a:lnTo>
                  <a:cubicBezTo>
                    <a:pt x="190500" y="751083"/>
                    <a:pt x="161214" y="728207"/>
                    <a:pt x="152937" y="695800"/>
                  </a:cubicBezTo>
                  <a:lnTo>
                    <a:pt x="2050" y="85784"/>
                  </a:lnTo>
                  <a:cubicBezTo>
                    <a:pt x="-3044" y="65450"/>
                    <a:pt x="1413" y="43845"/>
                    <a:pt x="14783" y="26688"/>
                  </a:cubicBezTo>
                  <a:cubicBezTo>
                    <a:pt x="28152" y="9532"/>
                    <a:pt x="47889" y="0"/>
                    <a:pt x="69535" y="0"/>
                  </a:cubicBezTo>
                  <a:lnTo>
                    <a:pt x="193683" y="0"/>
                  </a:lnTo>
                  <a:cubicBezTo>
                    <a:pt x="226152" y="0"/>
                    <a:pt x="254802" y="21605"/>
                    <a:pt x="264352" y="53376"/>
                  </a:cubicBezTo>
                  <a:cubicBezTo>
                    <a:pt x="300005" y="174744"/>
                    <a:pt x="423516" y="259257"/>
                    <a:pt x="563580" y="259257"/>
                  </a:cubicBezTo>
                  <a:cubicBezTo>
                    <a:pt x="703644" y="259257"/>
                    <a:pt x="827156" y="174744"/>
                    <a:pt x="862808" y="53376"/>
                  </a:cubicBezTo>
                  <a:cubicBezTo>
                    <a:pt x="872358" y="21605"/>
                    <a:pt x="900371" y="0"/>
                    <a:pt x="933478" y="0"/>
                  </a:cubicBezTo>
                  <a:lnTo>
                    <a:pt x="1057626" y="0"/>
                  </a:lnTo>
                  <a:cubicBezTo>
                    <a:pt x="1079272" y="0"/>
                    <a:pt x="1099008" y="9532"/>
                    <a:pt x="1112378" y="26688"/>
                  </a:cubicBezTo>
                  <a:cubicBezTo>
                    <a:pt x="1125748" y="43209"/>
                    <a:pt x="1130204" y="64814"/>
                    <a:pt x="1125111" y="85784"/>
                  </a:cubicBezTo>
                  <a:lnTo>
                    <a:pt x="974223" y="695800"/>
                  </a:lnTo>
                  <a:cubicBezTo>
                    <a:pt x="965311" y="728207"/>
                    <a:pt x="936024" y="751083"/>
                    <a:pt x="902282" y="751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540A39F4-DDDC-441E-F3F6-E7762E3AF7E0}"/>
                </a:ext>
              </a:extLst>
            </p:cNvPr>
            <p:cNvSpPr/>
            <p:nvPr/>
          </p:nvSpPr>
          <p:spPr>
            <a:xfrm>
              <a:off x="9045746" y="5097627"/>
              <a:ext cx="779433" cy="154493"/>
            </a:xfrm>
            <a:custGeom>
              <a:avLst/>
              <a:gdLst>
                <a:gd name="connsiteX0" fmla="*/ 766617 w 779433"/>
                <a:gd name="connsiteY0" fmla="*/ 154410 h 154493"/>
                <a:gd name="connsiteX1" fmla="*/ 757704 w 779433"/>
                <a:gd name="connsiteY1" fmla="*/ 150598 h 154493"/>
                <a:gd name="connsiteX2" fmla="*/ 662206 w 779433"/>
                <a:gd name="connsiteY2" fmla="*/ 45751 h 154493"/>
                <a:gd name="connsiteX3" fmla="*/ 613184 w 779433"/>
                <a:gd name="connsiteY3" fmla="*/ 24146 h 154493"/>
                <a:gd name="connsiteX4" fmla="*/ 165614 w 779433"/>
                <a:gd name="connsiteY4" fmla="*/ 24146 h 154493"/>
                <a:gd name="connsiteX5" fmla="*/ 116592 w 779433"/>
                <a:gd name="connsiteY5" fmla="*/ 45751 h 154493"/>
                <a:gd name="connsiteX6" fmla="*/ 21093 w 779433"/>
                <a:gd name="connsiteY6" fmla="*/ 150598 h 154493"/>
                <a:gd name="connsiteX7" fmla="*/ 3903 w 779433"/>
                <a:gd name="connsiteY7" fmla="*/ 151233 h 154493"/>
                <a:gd name="connsiteX8" fmla="*/ 3267 w 779433"/>
                <a:gd name="connsiteY8" fmla="*/ 134077 h 154493"/>
                <a:gd name="connsiteX9" fmla="*/ 98765 w 779433"/>
                <a:gd name="connsiteY9" fmla="*/ 29230 h 154493"/>
                <a:gd name="connsiteX10" fmla="*/ 166250 w 779433"/>
                <a:gd name="connsiteY10" fmla="*/ 0 h 154493"/>
                <a:gd name="connsiteX11" fmla="*/ 613820 w 779433"/>
                <a:gd name="connsiteY11" fmla="*/ 0 h 154493"/>
                <a:gd name="connsiteX12" fmla="*/ 680669 w 779433"/>
                <a:gd name="connsiteY12" fmla="*/ 29230 h 154493"/>
                <a:gd name="connsiteX13" fmla="*/ 776167 w 779433"/>
                <a:gd name="connsiteY13" fmla="*/ 134077 h 154493"/>
                <a:gd name="connsiteX14" fmla="*/ 775531 w 779433"/>
                <a:gd name="connsiteY14" fmla="*/ 151233 h 154493"/>
                <a:gd name="connsiteX15" fmla="*/ 766617 w 779433"/>
                <a:gd name="connsiteY15" fmla="*/ 154410 h 154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9433" h="154493">
                  <a:moveTo>
                    <a:pt x="766617" y="154410"/>
                  </a:moveTo>
                  <a:cubicBezTo>
                    <a:pt x="763434" y="154410"/>
                    <a:pt x="760251" y="153140"/>
                    <a:pt x="757704" y="150598"/>
                  </a:cubicBezTo>
                  <a:lnTo>
                    <a:pt x="662206" y="45751"/>
                  </a:lnTo>
                  <a:cubicBezTo>
                    <a:pt x="649473" y="31772"/>
                    <a:pt x="631646" y="24146"/>
                    <a:pt x="613184" y="24146"/>
                  </a:cubicBezTo>
                  <a:lnTo>
                    <a:pt x="165614" y="24146"/>
                  </a:lnTo>
                  <a:cubicBezTo>
                    <a:pt x="147151" y="24146"/>
                    <a:pt x="128688" y="31772"/>
                    <a:pt x="116592" y="45751"/>
                  </a:cubicBezTo>
                  <a:lnTo>
                    <a:pt x="21093" y="150598"/>
                  </a:lnTo>
                  <a:cubicBezTo>
                    <a:pt x="16636" y="155681"/>
                    <a:pt x="8997" y="155681"/>
                    <a:pt x="3903" y="151233"/>
                  </a:cubicBezTo>
                  <a:cubicBezTo>
                    <a:pt x="-1190" y="146785"/>
                    <a:pt x="-1190" y="139160"/>
                    <a:pt x="3267" y="134077"/>
                  </a:cubicBezTo>
                  <a:lnTo>
                    <a:pt x="98765" y="29230"/>
                  </a:lnTo>
                  <a:cubicBezTo>
                    <a:pt x="115954" y="10167"/>
                    <a:pt x="140148" y="0"/>
                    <a:pt x="166250" y="0"/>
                  </a:cubicBezTo>
                  <a:lnTo>
                    <a:pt x="613820" y="0"/>
                  </a:lnTo>
                  <a:cubicBezTo>
                    <a:pt x="639286" y="0"/>
                    <a:pt x="664116" y="10802"/>
                    <a:pt x="680669" y="29230"/>
                  </a:cubicBezTo>
                  <a:lnTo>
                    <a:pt x="776167" y="134077"/>
                  </a:lnTo>
                  <a:cubicBezTo>
                    <a:pt x="780624" y="139160"/>
                    <a:pt x="780624" y="146785"/>
                    <a:pt x="775531" y="151233"/>
                  </a:cubicBezTo>
                  <a:cubicBezTo>
                    <a:pt x="772348" y="153140"/>
                    <a:pt x="769801" y="154410"/>
                    <a:pt x="766617" y="1544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12E35E7-A55C-3D67-C08C-CF3CF1757C9E}"/>
                </a:ext>
              </a:extLst>
            </p:cNvPr>
            <p:cNvSpPr/>
            <p:nvPr/>
          </p:nvSpPr>
          <p:spPr>
            <a:xfrm>
              <a:off x="8891287" y="3703557"/>
              <a:ext cx="570135" cy="447909"/>
            </a:xfrm>
            <a:custGeom>
              <a:avLst/>
              <a:gdLst>
                <a:gd name="connsiteX0" fmla="*/ 303520 w 570135"/>
                <a:gd name="connsiteY0" fmla="*/ 24075 h 447909"/>
                <a:gd name="connsiteX1" fmla="*/ 269140 w 570135"/>
                <a:gd name="connsiteY1" fmla="*/ 25981 h 447909"/>
                <a:gd name="connsiteX2" fmla="*/ 89603 w 570135"/>
                <a:gd name="connsiteY2" fmla="*/ 73639 h 447909"/>
                <a:gd name="connsiteX3" fmla="*/ 24664 w 570135"/>
                <a:gd name="connsiteY3" fmla="*/ 156881 h 447909"/>
                <a:gd name="connsiteX4" fmla="*/ 41217 w 570135"/>
                <a:gd name="connsiteY4" fmla="*/ 336073 h 447909"/>
                <a:gd name="connsiteX5" fmla="*/ 121436 w 570135"/>
                <a:gd name="connsiteY5" fmla="*/ 406606 h 447909"/>
                <a:gd name="connsiteX6" fmla="*/ 303520 w 570135"/>
                <a:gd name="connsiteY6" fmla="*/ 423127 h 447909"/>
                <a:gd name="connsiteX7" fmla="*/ 479873 w 570135"/>
                <a:gd name="connsiteY7" fmla="*/ 373564 h 447909"/>
                <a:gd name="connsiteX8" fmla="*/ 545449 w 570135"/>
                <a:gd name="connsiteY8" fmla="*/ 290322 h 447909"/>
                <a:gd name="connsiteX9" fmla="*/ 528896 w 570135"/>
                <a:gd name="connsiteY9" fmla="*/ 111129 h 447909"/>
                <a:gd name="connsiteX10" fmla="*/ 449314 w 570135"/>
                <a:gd name="connsiteY10" fmla="*/ 41231 h 447909"/>
                <a:gd name="connsiteX11" fmla="*/ 303520 w 570135"/>
                <a:gd name="connsiteY11" fmla="*/ 24075 h 447909"/>
                <a:gd name="connsiteX12" fmla="*/ 271687 w 570135"/>
                <a:gd name="connsiteY12" fmla="*/ 447909 h 447909"/>
                <a:gd name="connsiteX13" fmla="*/ 115070 w 570135"/>
                <a:gd name="connsiteY13" fmla="*/ 429482 h 447909"/>
                <a:gd name="connsiteX14" fmla="*/ 17024 w 570135"/>
                <a:gd name="connsiteY14" fmla="*/ 337979 h 447909"/>
                <a:gd name="connsiteX15" fmla="*/ 471 w 570135"/>
                <a:gd name="connsiteY15" fmla="*/ 158787 h 447909"/>
                <a:gd name="connsiteX16" fmla="*/ 80690 w 570135"/>
                <a:gd name="connsiteY16" fmla="*/ 50763 h 447909"/>
                <a:gd name="connsiteX17" fmla="*/ 267230 w 570135"/>
                <a:gd name="connsiteY17" fmla="*/ 1835 h 447909"/>
                <a:gd name="connsiteX18" fmla="*/ 454407 w 570135"/>
                <a:gd name="connsiteY18" fmla="*/ 17085 h 447909"/>
                <a:gd name="connsiteX19" fmla="*/ 553089 w 570135"/>
                <a:gd name="connsiteY19" fmla="*/ 108588 h 447909"/>
                <a:gd name="connsiteX20" fmla="*/ 569641 w 570135"/>
                <a:gd name="connsiteY20" fmla="*/ 287780 h 447909"/>
                <a:gd name="connsiteX21" fmla="*/ 490059 w 570135"/>
                <a:gd name="connsiteY21" fmla="*/ 395168 h 447909"/>
                <a:gd name="connsiteX22" fmla="*/ 305429 w 570135"/>
                <a:gd name="connsiteY22" fmla="*/ 446639 h 447909"/>
                <a:gd name="connsiteX23" fmla="*/ 271687 w 570135"/>
                <a:gd name="connsiteY23" fmla="*/ 447909 h 447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70135" h="447909">
                  <a:moveTo>
                    <a:pt x="303520" y="24075"/>
                  </a:moveTo>
                  <a:cubicBezTo>
                    <a:pt x="291423" y="24075"/>
                    <a:pt x="279963" y="24710"/>
                    <a:pt x="269140" y="25981"/>
                  </a:cubicBezTo>
                  <a:cubicBezTo>
                    <a:pt x="183828" y="34877"/>
                    <a:pt x="90240" y="73003"/>
                    <a:pt x="89603" y="73639"/>
                  </a:cubicBezTo>
                  <a:cubicBezTo>
                    <a:pt x="42491" y="92702"/>
                    <a:pt x="20844" y="119390"/>
                    <a:pt x="24664" y="156881"/>
                  </a:cubicBezTo>
                  <a:lnTo>
                    <a:pt x="41217" y="336073"/>
                  </a:lnTo>
                  <a:cubicBezTo>
                    <a:pt x="45037" y="375470"/>
                    <a:pt x="76233" y="392627"/>
                    <a:pt x="121436" y="406606"/>
                  </a:cubicBezTo>
                  <a:cubicBezTo>
                    <a:pt x="122073" y="406606"/>
                    <a:pt x="216935" y="429482"/>
                    <a:pt x="303520" y="423127"/>
                  </a:cubicBezTo>
                  <a:cubicBezTo>
                    <a:pt x="376735" y="418044"/>
                    <a:pt x="478600" y="374199"/>
                    <a:pt x="479873" y="373564"/>
                  </a:cubicBezTo>
                  <a:cubicBezTo>
                    <a:pt x="529533" y="350053"/>
                    <a:pt x="548632" y="325906"/>
                    <a:pt x="545449" y="290322"/>
                  </a:cubicBezTo>
                  <a:lnTo>
                    <a:pt x="528896" y="111129"/>
                  </a:lnTo>
                  <a:cubicBezTo>
                    <a:pt x="525713" y="74910"/>
                    <a:pt x="501520" y="53940"/>
                    <a:pt x="449314" y="41231"/>
                  </a:cubicBezTo>
                  <a:cubicBezTo>
                    <a:pt x="447404" y="39961"/>
                    <a:pt x="371642" y="24075"/>
                    <a:pt x="303520" y="24075"/>
                  </a:cubicBezTo>
                  <a:moveTo>
                    <a:pt x="271687" y="447909"/>
                  </a:moveTo>
                  <a:cubicBezTo>
                    <a:pt x="192741" y="447909"/>
                    <a:pt x="118253" y="430117"/>
                    <a:pt x="115070" y="429482"/>
                  </a:cubicBezTo>
                  <a:cubicBezTo>
                    <a:pt x="69230" y="415502"/>
                    <a:pt x="22117" y="393897"/>
                    <a:pt x="17024" y="337979"/>
                  </a:cubicBezTo>
                  <a:lnTo>
                    <a:pt x="471" y="158787"/>
                  </a:lnTo>
                  <a:cubicBezTo>
                    <a:pt x="-2712" y="125109"/>
                    <a:pt x="8748" y="79358"/>
                    <a:pt x="80690" y="50763"/>
                  </a:cubicBezTo>
                  <a:cubicBezTo>
                    <a:pt x="84510" y="49492"/>
                    <a:pt x="178098" y="10731"/>
                    <a:pt x="267230" y="1835"/>
                  </a:cubicBezTo>
                  <a:cubicBezTo>
                    <a:pt x="345539" y="-6426"/>
                    <a:pt x="449951" y="15814"/>
                    <a:pt x="454407" y="17085"/>
                  </a:cubicBezTo>
                  <a:cubicBezTo>
                    <a:pt x="493880" y="27252"/>
                    <a:pt x="547358" y="47586"/>
                    <a:pt x="553089" y="108588"/>
                  </a:cubicBezTo>
                  <a:lnTo>
                    <a:pt x="569641" y="287780"/>
                  </a:lnTo>
                  <a:cubicBezTo>
                    <a:pt x="575372" y="347511"/>
                    <a:pt x="530169" y="376741"/>
                    <a:pt x="490059" y="395168"/>
                  </a:cubicBezTo>
                  <a:cubicBezTo>
                    <a:pt x="485603" y="397075"/>
                    <a:pt x="383102" y="441555"/>
                    <a:pt x="305429" y="446639"/>
                  </a:cubicBezTo>
                  <a:cubicBezTo>
                    <a:pt x="293970" y="447274"/>
                    <a:pt x="282510" y="447909"/>
                    <a:pt x="271687" y="44790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D87D88D9-26A8-6CC4-9E0D-BD5E0CBC939A}"/>
                </a:ext>
              </a:extLst>
            </p:cNvPr>
            <p:cNvSpPr/>
            <p:nvPr/>
          </p:nvSpPr>
          <p:spPr>
            <a:xfrm>
              <a:off x="9178885" y="3998957"/>
              <a:ext cx="17836" cy="17802"/>
            </a:xfrm>
            <a:custGeom>
              <a:avLst/>
              <a:gdLst>
                <a:gd name="connsiteX0" fmla="*/ 5735 w 17836"/>
                <a:gd name="connsiteY0" fmla="*/ 640 h 17802"/>
                <a:gd name="connsiteX1" fmla="*/ 17195 w 17836"/>
                <a:gd name="connsiteY1" fmla="*/ 5724 h 17802"/>
                <a:gd name="connsiteX2" fmla="*/ 12102 w 17836"/>
                <a:gd name="connsiteY2" fmla="*/ 17162 h 17802"/>
                <a:gd name="connsiteX3" fmla="*/ 642 w 17836"/>
                <a:gd name="connsiteY3" fmla="*/ 12078 h 17802"/>
                <a:gd name="connsiteX4" fmla="*/ 5735 w 17836"/>
                <a:gd name="connsiteY4" fmla="*/ 640 h 1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36" h="17802">
                  <a:moveTo>
                    <a:pt x="5735" y="640"/>
                  </a:moveTo>
                  <a:cubicBezTo>
                    <a:pt x="10192" y="-1266"/>
                    <a:pt x="15285" y="1276"/>
                    <a:pt x="17195" y="5724"/>
                  </a:cubicBezTo>
                  <a:cubicBezTo>
                    <a:pt x="19105" y="10172"/>
                    <a:pt x="16558" y="15255"/>
                    <a:pt x="12102" y="17162"/>
                  </a:cubicBezTo>
                  <a:cubicBezTo>
                    <a:pt x="7645" y="19068"/>
                    <a:pt x="2552" y="16526"/>
                    <a:pt x="642" y="12078"/>
                  </a:cubicBezTo>
                  <a:cubicBezTo>
                    <a:pt x="-1269" y="6995"/>
                    <a:pt x="1278" y="1911"/>
                    <a:pt x="5735" y="64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F734F4CE-E0D6-3CDD-3FBD-DE4BEA26902E}"/>
                </a:ext>
              </a:extLst>
            </p:cNvPr>
            <p:cNvSpPr/>
            <p:nvPr/>
          </p:nvSpPr>
          <p:spPr>
            <a:xfrm>
              <a:off x="9166706" y="3986901"/>
              <a:ext cx="41458" cy="41291"/>
            </a:xfrm>
            <a:custGeom>
              <a:avLst/>
              <a:gdLst>
                <a:gd name="connsiteX0" fmla="*/ 21098 w 41458"/>
                <a:gd name="connsiteY0" fmla="*/ 41291 h 41291"/>
                <a:gd name="connsiteX1" fmla="*/ 12185 w 41458"/>
                <a:gd name="connsiteY1" fmla="*/ 39385 h 41291"/>
                <a:gd name="connsiteX2" fmla="*/ 1361 w 41458"/>
                <a:gd name="connsiteY2" fmla="*/ 27947 h 41291"/>
                <a:gd name="connsiteX3" fmla="*/ 1998 w 41458"/>
                <a:gd name="connsiteY3" fmla="*/ 12061 h 41291"/>
                <a:gd name="connsiteX4" fmla="*/ 13458 w 41458"/>
                <a:gd name="connsiteY4" fmla="*/ 1259 h 41291"/>
                <a:gd name="connsiteX5" fmla="*/ 40198 w 41458"/>
                <a:gd name="connsiteY5" fmla="*/ 13332 h 41291"/>
                <a:gd name="connsiteX6" fmla="*/ 28101 w 41458"/>
                <a:gd name="connsiteY6" fmla="*/ 40020 h 41291"/>
                <a:gd name="connsiteX7" fmla="*/ 21098 w 41458"/>
                <a:gd name="connsiteY7" fmla="*/ 41291 h 4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458" h="41291">
                  <a:moveTo>
                    <a:pt x="21098" y="41291"/>
                  </a:moveTo>
                  <a:cubicBezTo>
                    <a:pt x="17915" y="41291"/>
                    <a:pt x="15368" y="40656"/>
                    <a:pt x="12185" y="39385"/>
                  </a:cubicBezTo>
                  <a:cubicBezTo>
                    <a:pt x="7091" y="36843"/>
                    <a:pt x="3271" y="33030"/>
                    <a:pt x="1361" y="27947"/>
                  </a:cubicBezTo>
                  <a:cubicBezTo>
                    <a:pt x="-548" y="22863"/>
                    <a:pt x="-548" y="17145"/>
                    <a:pt x="1998" y="12061"/>
                  </a:cubicBezTo>
                  <a:cubicBezTo>
                    <a:pt x="4544" y="6978"/>
                    <a:pt x="8365" y="3165"/>
                    <a:pt x="13458" y="1259"/>
                  </a:cubicBezTo>
                  <a:cubicBezTo>
                    <a:pt x="24281" y="-2554"/>
                    <a:pt x="36377" y="2530"/>
                    <a:pt x="40198" y="13332"/>
                  </a:cubicBezTo>
                  <a:cubicBezTo>
                    <a:pt x="44017" y="24134"/>
                    <a:pt x="38924" y="36208"/>
                    <a:pt x="28101" y="40020"/>
                  </a:cubicBezTo>
                  <a:cubicBezTo>
                    <a:pt x="25554" y="41291"/>
                    <a:pt x="23008" y="41291"/>
                    <a:pt x="21098" y="412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8B4A381A-8EF6-401F-CF51-AB69EA0E83C8}"/>
                </a:ext>
              </a:extLst>
            </p:cNvPr>
            <p:cNvSpPr/>
            <p:nvPr/>
          </p:nvSpPr>
          <p:spPr>
            <a:xfrm>
              <a:off x="9224105" y="3836838"/>
              <a:ext cx="41458" cy="41391"/>
            </a:xfrm>
            <a:custGeom>
              <a:avLst/>
              <a:gdLst>
                <a:gd name="connsiteX0" fmla="*/ 20998 w 41458"/>
                <a:gd name="connsiteY0" fmla="*/ 41391 h 41391"/>
                <a:gd name="connsiteX1" fmla="*/ 12085 w 41458"/>
                <a:gd name="connsiteY1" fmla="*/ 39485 h 41391"/>
                <a:gd name="connsiteX2" fmla="*/ 1261 w 41458"/>
                <a:gd name="connsiteY2" fmla="*/ 28047 h 41391"/>
                <a:gd name="connsiteX3" fmla="*/ 13358 w 41458"/>
                <a:gd name="connsiteY3" fmla="*/ 1359 h 41391"/>
                <a:gd name="connsiteX4" fmla="*/ 13358 w 41458"/>
                <a:gd name="connsiteY4" fmla="*/ 1359 h 41391"/>
                <a:gd name="connsiteX5" fmla="*/ 29274 w 41458"/>
                <a:gd name="connsiteY5" fmla="*/ 1994 h 41391"/>
                <a:gd name="connsiteX6" fmla="*/ 40098 w 41458"/>
                <a:gd name="connsiteY6" fmla="*/ 13432 h 41391"/>
                <a:gd name="connsiteX7" fmla="*/ 39460 w 41458"/>
                <a:gd name="connsiteY7" fmla="*/ 29318 h 41391"/>
                <a:gd name="connsiteX8" fmla="*/ 28001 w 41458"/>
                <a:gd name="connsiteY8" fmla="*/ 40120 h 41391"/>
                <a:gd name="connsiteX9" fmla="*/ 20998 w 41458"/>
                <a:gd name="connsiteY9" fmla="*/ 41391 h 4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458" h="41391">
                  <a:moveTo>
                    <a:pt x="20998" y="41391"/>
                  </a:moveTo>
                  <a:cubicBezTo>
                    <a:pt x="17815" y="41391"/>
                    <a:pt x="15268" y="40756"/>
                    <a:pt x="12085" y="39485"/>
                  </a:cubicBezTo>
                  <a:cubicBezTo>
                    <a:pt x="6991" y="36943"/>
                    <a:pt x="3171" y="33131"/>
                    <a:pt x="1261" y="28047"/>
                  </a:cubicBezTo>
                  <a:cubicBezTo>
                    <a:pt x="-2559" y="17245"/>
                    <a:pt x="2535" y="5171"/>
                    <a:pt x="13358" y="1359"/>
                  </a:cubicBezTo>
                  <a:lnTo>
                    <a:pt x="13358" y="1359"/>
                  </a:lnTo>
                  <a:cubicBezTo>
                    <a:pt x="18451" y="-547"/>
                    <a:pt x="24181" y="-547"/>
                    <a:pt x="29274" y="1994"/>
                  </a:cubicBezTo>
                  <a:cubicBezTo>
                    <a:pt x="34368" y="4536"/>
                    <a:pt x="38187" y="8349"/>
                    <a:pt x="40098" y="13432"/>
                  </a:cubicBezTo>
                  <a:cubicBezTo>
                    <a:pt x="42007" y="18516"/>
                    <a:pt x="42007" y="24234"/>
                    <a:pt x="39460" y="29318"/>
                  </a:cubicBezTo>
                  <a:cubicBezTo>
                    <a:pt x="36914" y="34401"/>
                    <a:pt x="33094" y="38214"/>
                    <a:pt x="28001" y="40120"/>
                  </a:cubicBezTo>
                  <a:cubicBezTo>
                    <a:pt x="26091" y="40756"/>
                    <a:pt x="23544" y="41391"/>
                    <a:pt x="20998" y="41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B3A21BA5-7975-40C7-2000-DD2ECEAF339F}"/>
                </a:ext>
              </a:extLst>
            </p:cNvPr>
            <p:cNvSpPr/>
            <p:nvPr/>
          </p:nvSpPr>
          <p:spPr>
            <a:xfrm>
              <a:off x="9241442" y="3854083"/>
              <a:ext cx="4934" cy="6830"/>
            </a:xfrm>
            <a:custGeom>
              <a:avLst/>
              <a:gdLst>
                <a:gd name="connsiteX0" fmla="*/ 2387 w 4934"/>
                <a:gd name="connsiteY0" fmla="*/ 0 h 6830"/>
                <a:gd name="connsiteX1" fmla="*/ 2387 w 4934"/>
                <a:gd name="connsiteY1" fmla="*/ 0 h 6830"/>
                <a:gd name="connsiteX2" fmla="*/ 478 w 4934"/>
                <a:gd name="connsiteY2" fmla="*/ 1906 h 6830"/>
                <a:gd name="connsiteX3" fmla="*/ 478 w 4934"/>
                <a:gd name="connsiteY3" fmla="*/ 4448 h 6830"/>
                <a:gd name="connsiteX4" fmla="*/ 2387 w 4934"/>
                <a:gd name="connsiteY4" fmla="*/ 6354 h 6830"/>
                <a:gd name="connsiteX5" fmla="*/ 4934 w 4934"/>
                <a:gd name="connsiteY5" fmla="*/ 6354 h 6830"/>
                <a:gd name="connsiteX6" fmla="*/ 2387 w 4934"/>
                <a:gd name="connsiteY6" fmla="*/ 0 h 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34" h="6830">
                  <a:moveTo>
                    <a:pt x="2387" y="0"/>
                  </a:moveTo>
                  <a:lnTo>
                    <a:pt x="2387" y="0"/>
                  </a:lnTo>
                  <a:cubicBezTo>
                    <a:pt x="1751" y="635"/>
                    <a:pt x="1114" y="1271"/>
                    <a:pt x="478" y="1906"/>
                  </a:cubicBezTo>
                  <a:cubicBezTo>
                    <a:pt x="-159" y="2542"/>
                    <a:pt x="-159" y="3813"/>
                    <a:pt x="478" y="4448"/>
                  </a:cubicBezTo>
                  <a:cubicBezTo>
                    <a:pt x="478" y="5083"/>
                    <a:pt x="1751" y="5719"/>
                    <a:pt x="2387" y="6354"/>
                  </a:cubicBezTo>
                  <a:cubicBezTo>
                    <a:pt x="3024" y="6990"/>
                    <a:pt x="4298" y="6990"/>
                    <a:pt x="4934" y="6354"/>
                  </a:cubicBezTo>
                  <a:lnTo>
                    <a:pt x="2387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1ED706C0-9DA9-48D5-A836-E3C88D35DDE4}"/>
                </a:ext>
              </a:extLst>
            </p:cNvPr>
            <p:cNvSpPr/>
            <p:nvPr/>
          </p:nvSpPr>
          <p:spPr>
            <a:xfrm>
              <a:off x="9082750" y="3869964"/>
              <a:ext cx="17836" cy="17802"/>
            </a:xfrm>
            <a:custGeom>
              <a:avLst/>
              <a:gdLst>
                <a:gd name="connsiteX0" fmla="*/ 5735 w 17836"/>
                <a:gd name="connsiteY0" fmla="*/ 640 h 17802"/>
                <a:gd name="connsiteX1" fmla="*/ 17195 w 17836"/>
                <a:gd name="connsiteY1" fmla="*/ 5724 h 17802"/>
                <a:gd name="connsiteX2" fmla="*/ 12101 w 17836"/>
                <a:gd name="connsiteY2" fmla="*/ 17162 h 17802"/>
                <a:gd name="connsiteX3" fmla="*/ 642 w 17836"/>
                <a:gd name="connsiteY3" fmla="*/ 12078 h 17802"/>
                <a:gd name="connsiteX4" fmla="*/ 5735 w 17836"/>
                <a:gd name="connsiteY4" fmla="*/ 640 h 1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36" h="17802">
                  <a:moveTo>
                    <a:pt x="5735" y="640"/>
                  </a:moveTo>
                  <a:cubicBezTo>
                    <a:pt x="10192" y="-1266"/>
                    <a:pt x="15284" y="1276"/>
                    <a:pt x="17195" y="5724"/>
                  </a:cubicBezTo>
                  <a:cubicBezTo>
                    <a:pt x="19105" y="10172"/>
                    <a:pt x="16558" y="15255"/>
                    <a:pt x="12101" y="17162"/>
                  </a:cubicBezTo>
                  <a:cubicBezTo>
                    <a:pt x="7645" y="19068"/>
                    <a:pt x="2551" y="16526"/>
                    <a:pt x="642" y="12078"/>
                  </a:cubicBezTo>
                  <a:cubicBezTo>
                    <a:pt x="-1269" y="6995"/>
                    <a:pt x="1278" y="1911"/>
                    <a:pt x="5735" y="64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7AF3F007-B636-EC3F-CE0C-0C835EA50A30}"/>
                </a:ext>
              </a:extLst>
            </p:cNvPr>
            <p:cNvSpPr/>
            <p:nvPr/>
          </p:nvSpPr>
          <p:spPr>
            <a:xfrm>
              <a:off x="9070671" y="3857172"/>
              <a:ext cx="41458" cy="42026"/>
            </a:xfrm>
            <a:custGeom>
              <a:avLst/>
              <a:gdLst>
                <a:gd name="connsiteX0" fmla="*/ 20997 w 41458"/>
                <a:gd name="connsiteY0" fmla="*/ 42027 h 42026"/>
                <a:gd name="connsiteX1" fmla="*/ 12085 w 41458"/>
                <a:gd name="connsiteY1" fmla="*/ 40120 h 42026"/>
                <a:gd name="connsiteX2" fmla="*/ 1261 w 41458"/>
                <a:gd name="connsiteY2" fmla="*/ 28047 h 42026"/>
                <a:gd name="connsiteX3" fmla="*/ 13358 w 41458"/>
                <a:gd name="connsiteY3" fmla="*/ 1359 h 42026"/>
                <a:gd name="connsiteX4" fmla="*/ 13358 w 41458"/>
                <a:gd name="connsiteY4" fmla="*/ 1359 h 42026"/>
                <a:gd name="connsiteX5" fmla="*/ 29274 w 41458"/>
                <a:gd name="connsiteY5" fmla="*/ 1994 h 42026"/>
                <a:gd name="connsiteX6" fmla="*/ 40097 w 41458"/>
                <a:gd name="connsiteY6" fmla="*/ 13432 h 42026"/>
                <a:gd name="connsiteX7" fmla="*/ 39460 w 41458"/>
                <a:gd name="connsiteY7" fmla="*/ 29318 h 42026"/>
                <a:gd name="connsiteX8" fmla="*/ 28001 w 41458"/>
                <a:gd name="connsiteY8" fmla="*/ 40120 h 42026"/>
                <a:gd name="connsiteX9" fmla="*/ 20997 w 41458"/>
                <a:gd name="connsiteY9" fmla="*/ 42027 h 42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458" h="42026">
                  <a:moveTo>
                    <a:pt x="20997" y="42027"/>
                  </a:moveTo>
                  <a:cubicBezTo>
                    <a:pt x="17814" y="42027"/>
                    <a:pt x="15268" y="41391"/>
                    <a:pt x="12085" y="40120"/>
                  </a:cubicBezTo>
                  <a:cubicBezTo>
                    <a:pt x="6991" y="37579"/>
                    <a:pt x="3171" y="33766"/>
                    <a:pt x="1261" y="28047"/>
                  </a:cubicBezTo>
                  <a:cubicBezTo>
                    <a:pt x="-2559" y="17245"/>
                    <a:pt x="2535" y="5171"/>
                    <a:pt x="13358" y="1359"/>
                  </a:cubicBezTo>
                  <a:lnTo>
                    <a:pt x="13358" y="1359"/>
                  </a:lnTo>
                  <a:cubicBezTo>
                    <a:pt x="18451" y="-547"/>
                    <a:pt x="24180" y="-547"/>
                    <a:pt x="29274" y="1994"/>
                  </a:cubicBezTo>
                  <a:cubicBezTo>
                    <a:pt x="34368" y="4536"/>
                    <a:pt x="38187" y="8349"/>
                    <a:pt x="40097" y="13432"/>
                  </a:cubicBezTo>
                  <a:cubicBezTo>
                    <a:pt x="42007" y="18516"/>
                    <a:pt x="42007" y="24234"/>
                    <a:pt x="39460" y="29318"/>
                  </a:cubicBezTo>
                  <a:cubicBezTo>
                    <a:pt x="36914" y="34401"/>
                    <a:pt x="33094" y="38214"/>
                    <a:pt x="28001" y="40120"/>
                  </a:cubicBezTo>
                  <a:cubicBezTo>
                    <a:pt x="25454" y="42027"/>
                    <a:pt x="23544" y="42027"/>
                    <a:pt x="20997" y="420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5EAFBBEA-A904-48A7-7E8D-B93517BCCB92}"/>
                </a:ext>
              </a:extLst>
            </p:cNvPr>
            <p:cNvSpPr/>
            <p:nvPr/>
          </p:nvSpPr>
          <p:spPr>
            <a:xfrm>
              <a:off x="9493301" y="3736639"/>
              <a:ext cx="562008" cy="580039"/>
            </a:xfrm>
            <a:custGeom>
              <a:avLst/>
              <a:gdLst>
                <a:gd name="connsiteX0" fmla="*/ 331159 w 562008"/>
                <a:gd name="connsiteY0" fmla="*/ 24035 h 580039"/>
                <a:gd name="connsiteX1" fmla="*/ 266856 w 562008"/>
                <a:gd name="connsiteY1" fmla="*/ 46275 h 580039"/>
                <a:gd name="connsiteX2" fmla="*/ 129338 w 562008"/>
                <a:gd name="connsiteY2" fmla="*/ 161289 h 580039"/>
                <a:gd name="connsiteX3" fmla="*/ 36386 w 562008"/>
                <a:gd name="connsiteY3" fmla="*/ 320783 h 580039"/>
                <a:gd name="connsiteX4" fmla="*/ 49756 w 562008"/>
                <a:gd name="connsiteY4" fmla="*/ 424994 h 580039"/>
                <a:gd name="connsiteX5" fmla="*/ 189184 w 562008"/>
                <a:gd name="connsiteY5" fmla="*/ 540008 h 580039"/>
                <a:gd name="connsiteX6" fmla="*/ 296142 w 562008"/>
                <a:gd name="connsiteY6" fmla="*/ 533653 h 580039"/>
                <a:gd name="connsiteX7" fmla="*/ 436843 w 562008"/>
                <a:gd name="connsiteY7" fmla="*/ 418004 h 580039"/>
                <a:gd name="connsiteX8" fmla="*/ 525975 w 562008"/>
                <a:gd name="connsiteY8" fmla="*/ 259781 h 580039"/>
                <a:gd name="connsiteX9" fmla="*/ 512605 w 562008"/>
                <a:gd name="connsiteY9" fmla="*/ 154935 h 580039"/>
                <a:gd name="connsiteX10" fmla="*/ 373178 w 562008"/>
                <a:gd name="connsiteY10" fmla="*/ 39921 h 580039"/>
                <a:gd name="connsiteX11" fmla="*/ 331159 w 562008"/>
                <a:gd name="connsiteY11" fmla="*/ 24035 h 580039"/>
                <a:gd name="connsiteX12" fmla="*/ 229930 w 562008"/>
                <a:gd name="connsiteY12" fmla="*/ 580040 h 580039"/>
                <a:gd name="connsiteX13" fmla="*/ 173904 w 562008"/>
                <a:gd name="connsiteY13" fmla="*/ 559706 h 580039"/>
                <a:gd name="connsiteX14" fmla="*/ 34476 w 562008"/>
                <a:gd name="connsiteY14" fmla="*/ 444693 h 580039"/>
                <a:gd name="connsiteX15" fmla="*/ 14103 w 562008"/>
                <a:gd name="connsiteY15" fmla="*/ 311887 h 580039"/>
                <a:gd name="connsiteX16" fmla="*/ 110875 w 562008"/>
                <a:gd name="connsiteY16" fmla="*/ 146674 h 580039"/>
                <a:gd name="connsiteX17" fmla="*/ 254122 w 562008"/>
                <a:gd name="connsiteY17" fmla="*/ 25941 h 580039"/>
                <a:gd name="connsiteX18" fmla="*/ 389094 w 562008"/>
                <a:gd name="connsiteY18" fmla="*/ 21493 h 580039"/>
                <a:gd name="connsiteX19" fmla="*/ 528522 w 562008"/>
                <a:gd name="connsiteY19" fmla="*/ 136507 h 580039"/>
                <a:gd name="connsiteX20" fmla="*/ 548895 w 562008"/>
                <a:gd name="connsiteY20" fmla="*/ 268677 h 580039"/>
                <a:gd name="connsiteX21" fmla="*/ 455306 w 562008"/>
                <a:gd name="connsiteY21" fmla="*/ 434526 h 580039"/>
                <a:gd name="connsiteX22" fmla="*/ 308238 w 562008"/>
                <a:gd name="connsiteY22" fmla="*/ 555258 h 580039"/>
                <a:gd name="connsiteX23" fmla="*/ 229930 w 562008"/>
                <a:gd name="connsiteY23" fmla="*/ 580040 h 58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62008" h="580039">
                  <a:moveTo>
                    <a:pt x="331159" y="24035"/>
                  </a:moveTo>
                  <a:cubicBezTo>
                    <a:pt x="312695" y="24035"/>
                    <a:pt x="291685" y="31660"/>
                    <a:pt x="266856" y="46275"/>
                  </a:cubicBezTo>
                  <a:cubicBezTo>
                    <a:pt x="266219" y="46911"/>
                    <a:pt x="176451" y="104100"/>
                    <a:pt x="129338" y="161289"/>
                  </a:cubicBezTo>
                  <a:cubicBezTo>
                    <a:pt x="75222" y="227374"/>
                    <a:pt x="36386" y="320147"/>
                    <a:pt x="36386" y="320783"/>
                  </a:cubicBezTo>
                  <a:cubicBezTo>
                    <a:pt x="16650" y="367170"/>
                    <a:pt x="21107" y="401483"/>
                    <a:pt x="49756" y="424994"/>
                  </a:cubicBezTo>
                  <a:lnTo>
                    <a:pt x="189184" y="540008"/>
                  </a:lnTo>
                  <a:cubicBezTo>
                    <a:pt x="219744" y="565425"/>
                    <a:pt x="254122" y="555894"/>
                    <a:pt x="296142" y="533653"/>
                  </a:cubicBezTo>
                  <a:cubicBezTo>
                    <a:pt x="296142" y="533653"/>
                    <a:pt x="380181" y="482819"/>
                    <a:pt x="436843" y="418004"/>
                  </a:cubicBezTo>
                  <a:cubicBezTo>
                    <a:pt x="485229" y="362722"/>
                    <a:pt x="525339" y="260417"/>
                    <a:pt x="525975" y="259781"/>
                  </a:cubicBezTo>
                  <a:cubicBezTo>
                    <a:pt x="544438" y="208311"/>
                    <a:pt x="540618" y="178446"/>
                    <a:pt x="512605" y="154935"/>
                  </a:cubicBezTo>
                  <a:lnTo>
                    <a:pt x="373178" y="39921"/>
                  </a:lnTo>
                  <a:cubicBezTo>
                    <a:pt x="360445" y="29754"/>
                    <a:pt x="346438" y="24035"/>
                    <a:pt x="331159" y="24035"/>
                  </a:cubicBezTo>
                  <a:moveTo>
                    <a:pt x="229930" y="580040"/>
                  </a:moveTo>
                  <a:cubicBezTo>
                    <a:pt x="210830" y="580040"/>
                    <a:pt x="192367" y="574321"/>
                    <a:pt x="173904" y="559706"/>
                  </a:cubicBezTo>
                  <a:lnTo>
                    <a:pt x="34476" y="444693"/>
                  </a:lnTo>
                  <a:cubicBezTo>
                    <a:pt x="8373" y="423088"/>
                    <a:pt x="-16456" y="383055"/>
                    <a:pt x="14103" y="311887"/>
                  </a:cubicBezTo>
                  <a:cubicBezTo>
                    <a:pt x="15376" y="308074"/>
                    <a:pt x="54213" y="215301"/>
                    <a:pt x="110875" y="146674"/>
                  </a:cubicBezTo>
                  <a:cubicBezTo>
                    <a:pt x="160534" y="85672"/>
                    <a:pt x="250303" y="28483"/>
                    <a:pt x="254122" y="25941"/>
                  </a:cubicBezTo>
                  <a:cubicBezTo>
                    <a:pt x="289139" y="4972"/>
                    <a:pt x="341345" y="-17903"/>
                    <a:pt x="389094" y="21493"/>
                  </a:cubicBezTo>
                  <a:lnTo>
                    <a:pt x="528522" y="136507"/>
                  </a:lnTo>
                  <a:cubicBezTo>
                    <a:pt x="574997" y="174633"/>
                    <a:pt x="564175" y="227374"/>
                    <a:pt x="548895" y="268677"/>
                  </a:cubicBezTo>
                  <a:cubicBezTo>
                    <a:pt x="546984" y="273125"/>
                    <a:pt x="506239" y="376066"/>
                    <a:pt x="455306" y="434526"/>
                  </a:cubicBezTo>
                  <a:cubicBezTo>
                    <a:pt x="396097" y="502517"/>
                    <a:pt x="311422" y="553352"/>
                    <a:pt x="308238" y="555258"/>
                  </a:cubicBezTo>
                  <a:cubicBezTo>
                    <a:pt x="283409" y="568602"/>
                    <a:pt x="256669" y="580040"/>
                    <a:pt x="229930" y="58004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A98132C7-38E3-8746-D745-12FE41D57A7D}"/>
                </a:ext>
              </a:extLst>
            </p:cNvPr>
            <p:cNvSpPr/>
            <p:nvPr/>
          </p:nvSpPr>
          <p:spPr>
            <a:xfrm>
              <a:off x="9773527" y="4046587"/>
              <a:ext cx="42019" cy="41970"/>
            </a:xfrm>
            <a:custGeom>
              <a:avLst/>
              <a:gdLst>
                <a:gd name="connsiteX0" fmla="*/ 21009 w 42019"/>
                <a:gd name="connsiteY0" fmla="*/ 41971 h 41970"/>
                <a:gd name="connsiteX1" fmla="*/ 20373 w 42019"/>
                <a:gd name="connsiteY1" fmla="*/ 41971 h 41970"/>
                <a:gd name="connsiteX2" fmla="*/ 5729 w 42019"/>
                <a:gd name="connsiteY2" fmla="*/ 34981 h 41970"/>
                <a:gd name="connsiteX3" fmla="*/ 0 w 42019"/>
                <a:gd name="connsiteY3" fmla="*/ 19731 h 41970"/>
                <a:gd name="connsiteX4" fmla="*/ 21646 w 42019"/>
                <a:gd name="connsiteY4" fmla="*/ 32 h 41970"/>
                <a:gd name="connsiteX5" fmla="*/ 36289 w 42019"/>
                <a:gd name="connsiteY5" fmla="*/ 7022 h 41970"/>
                <a:gd name="connsiteX6" fmla="*/ 42019 w 42019"/>
                <a:gd name="connsiteY6" fmla="*/ 22272 h 41970"/>
                <a:gd name="connsiteX7" fmla="*/ 21009 w 42019"/>
                <a:gd name="connsiteY7" fmla="*/ 41971 h 41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19" h="41970">
                  <a:moveTo>
                    <a:pt x="21009" y="41971"/>
                  </a:moveTo>
                  <a:lnTo>
                    <a:pt x="20373" y="41971"/>
                  </a:lnTo>
                  <a:cubicBezTo>
                    <a:pt x="14643" y="41971"/>
                    <a:pt x="9550" y="39429"/>
                    <a:pt x="5729" y="34981"/>
                  </a:cubicBezTo>
                  <a:cubicBezTo>
                    <a:pt x="1910" y="31168"/>
                    <a:pt x="0" y="25449"/>
                    <a:pt x="0" y="19731"/>
                  </a:cubicBezTo>
                  <a:cubicBezTo>
                    <a:pt x="637" y="8293"/>
                    <a:pt x="10186" y="-603"/>
                    <a:pt x="21646" y="32"/>
                  </a:cubicBezTo>
                  <a:cubicBezTo>
                    <a:pt x="27376" y="32"/>
                    <a:pt x="32469" y="2574"/>
                    <a:pt x="36289" y="7022"/>
                  </a:cubicBezTo>
                  <a:cubicBezTo>
                    <a:pt x="40109" y="10834"/>
                    <a:pt x="42019" y="16553"/>
                    <a:pt x="42019" y="22272"/>
                  </a:cubicBezTo>
                  <a:cubicBezTo>
                    <a:pt x="42019" y="33075"/>
                    <a:pt x="32469" y="41971"/>
                    <a:pt x="21009" y="41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F3EEFF36-BE88-3CB1-F237-A7588A209DE7}"/>
                </a:ext>
              </a:extLst>
            </p:cNvPr>
            <p:cNvSpPr/>
            <p:nvPr/>
          </p:nvSpPr>
          <p:spPr>
            <a:xfrm>
              <a:off x="9886183" y="3931574"/>
              <a:ext cx="42051" cy="41335"/>
            </a:xfrm>
            <a:custGeom>
              <a:avLst/>
              <a:gdLst>
                <a:gd name="connsiteX0" fmla="*/ 20405 w 42051"/>
                <a:gd name="connsiteY0" fmla="*/ 41335 h 41335"/>
                <a:gd name="connsiteX1" fmla="*/ 19768 w 42051"/>
                <a:gd name="connsiteY1" fmla="*/ 41335 h 41335"/>
                <a:gd name="connsiteX2" fmla="*/ 32 w 42051"/>
                <a:gd name="connsiteY2" fmla="*/ 19730 h 41335"/>
                <a:gd name="connsiteX3" fmla="*/ 21679 w 42051"/>
                <a:gd name="connsiteY3" fmla="*/ 32 h 41335"/>
                <a:gd name="connsiteX4" fmla="*/ 36321 w 42051"/>
                <a:gd name="connsiteY4" fmla="*/ 7022 h 41335"/>
                <a:gd name="connsiteX5" fmla="*/ 42051 w 42051"/>
                <a:gd name="connsiteY5" fmla="*/ 22272 h 41335"/>
                <a:gd name="connsiteX6" fmla="*/ 35048 w 42051"/>
                <a:gd name="connsiteY6" fmla="*/ 36887 h 41335"/>
                <a:gd name="connsiteX7" fmla="*/ 20405 w 42051"/>
                <a:gd name="connsiteY7" fmla="*/ 41335 h 4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51" h="41335">
                  <a:moveTo>
                    <a:pt x="20405" y="41335"/>
                  </a:moveTo>
                  <a:lnTo>
                    <a:pt x="19768" y="41335"/>
                  </a:lnTo>
                  <a:cubicBezTo>
                    <a:pt x="8309" y="40700"/>
                    <a:pt x="-604" y="31168"/>
                    <a:pt x="32" y="19730"/>
                  </a:cubicBezTo>
                  <a:cubicBezTo>
                    <a:pt x="669" y="8293"/>
                    <a:pt x="10218" y="-603"/>
                    <a:pt x="21679" y="32"/>
                  </a:cubicBezTo>
                  <a:cubicBezTo>
                    <a:pt x="27409" y="32"/>
                    <a:pt x="32501" y="2574"/>
                    <a:pt x="36321" y="7022"/>
                  </a:cubicBezTo>
                  <a:cubicBezTo>
                    <a:pt x="40142" y="10834"/>
                    <a:pt x="42051" y="16553"/>
                    <a:pt x="42051" y="22272"/>
                  </a:cubicBezTo>
                  <a:cubicBezTo>
                    <a:pt x="42051" y="27991"/>
                    <a:pt x="39504" y="33075"/>
                    <a:pt x="35048" y="36887"/>
                  </a:cubicBezTo>
                  <a:cubicBezTo>
                    <a:pt x="30592" y="39429"/>
                    <a:pt x="25498" y="41335"/>
                    <a:pt x="20405" y="41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186F6BAC-4A59-30E7-D346-880D2E1C9FA4}"/>
                </a:ext>
              </a:extLst>
            </p:cNvPr>
            <p:cNvSpPr/>
            <p:nvPr/>
          </p:nvSpPr>
          <p:spPr>
            <a:xfrm>
              <a:off x="9736569" y="3890906"/>
              <a:ext cx="41446" cy="41335"/>
            </a:xfrm>
            <a:custGeom>
              <a:avLst/>
              <a:gdLst>
                <a:gd name="connsiteX0" fmla="*/ 20405 w 41446"/>
                <a:gd name="connsiteY0" fmla="*/ 41335 h 41335"/>
                <a:gd name="connsiteX1" fmla="*/ 19768 w 41446"/>
                <a:gd name="connsiteY1" fmla="*/ 41335 h 41335"/>
                <a:gd name="connsiteX2" fmla="*/ 32 w 41446"/>
                <a:gd name="connsiteY2" fmla="*/ 19731 h 41335"/>
                <a:gd name="connsiteX3" fmla="*/ 21679 w 41446"/>
                <a:gd name="connsiteY3" fmla="*/ 32 h 41335"/>
                <a:gd name="connsiteX4" fmla="*/ 41415 w 41446"/>
                <a:gd name="connsiteY4" fmla="*/ 21637 h 41335"/>
                <a:gd name="connsiteX5" fmla="*/ 34412 w 41446"/>
                <a:gd name="connsiteY5" fmla="*/ 36252 h 41335"/>
                <a:gd name="connsiteX6" fmla="*/ 20405 w 41446"/>
                <a:gd name="connsiteY6" fmla="*/ 41335 h 4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446" h="41335">
                  <a:moveTo>
                    <a:pt x="20405" y="41335"/>
                  </a:moveTo>
                  <a:lnTo>
                    <a:pt x="19768" y="41335"/>
                  </a:lnTo>
                  <a:cubicBezTo>
                    <a:pt x="8309" y="40700"/>
                    <a:pt x="-604" y="31168"/>
                    <a:pt x="32" y="19731"/>
                  </a:cubicBezTo>
                  <a:cubicBezTo>
                    <a:pt x="669" y="8293"/>
                    <a:pt x="9582" y="-603"/>
                    <a:pt x="21679" y="32"/>
                  </a:cubicBezTo>
                  <a:cubicBezTo>
                    <a:pt x="33138" y="668"/>
                    <a:pt x="42051" y="10199"/>
                    <a:pt x="41415" y="21637"/>
                  </a:cubicBezTo>
                  <a:cubicBezTo>
                    <a:pt x="41415" y="27356"/>
                    <a:pt x="38868" y="32439"/>
                    <a:pt x="34412" y="36252"/>
                  </a:cubicBezTo>
                  <a:cubicBezTo>
                    <a:pt x="30592" y="39429"/>
                    <a:pt x="25498" y="41335"/>
                    <a:pt x="20405" y="41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3C48366-798D-EECD-9E36-73F1231553BC}"/>
                </a:ext>
              </a:extLst>
            </p:cNvPr>
            <p:cNvSpPr/>
            <p:nvPr/>
          </p:nvSpPr>
          <p:spPr>
            <a:xfrm>
              <a:off x="9100969" y="4171673"/>
              <a:ext cx="596313" cy="504026"/>
            </a:xfrm>
            <a:custGeom>
              <a:avLst/>
              <a:gdLst>
                <a:gd name="connsiteX0" fmla="*/ 180423 w 596313"/>
                <a:gd name="connsiteY0" fmla="*/ 23638 h 504026"/>
                <a:gd name="connsiteX1" fmla="*/ 107208 w 596313"/>
                <a:gd name="connsiteY1" fmla="*/ 65577 h 504026"/>
                <a:gd name="connsiteX2" fmla="*/ 31445 w 596313"/>
                <a:gd name="connsiteY2" fmla="*/ 228883 h 504026"/>
                <a:gd name="connsiteX3" fmla="*/ 65188 w 596313"/>
                <a:gd name="connsiteY3" fmla="*/ 329282 h 504026"/>
                <a:gd name="connsiteX4" fmla="*/ 214166 w 596313"/>
                <a:gd name="connsiteY4" fmla="*/ 434129 h 504026"/>
                <a:gd name="connsiteX5" fmla="*/ 391792 w 596313"/>
                <a:gd name="connsiteY5" fmla="*/ 478609 h 504026"/>
                <a:gd name="connsiteX6" fmla="*/ 490474 w 596313"/>
                <a:gd name="connsiteY6" fmla="*/ 438577 h 504026"/>
                <a:gd name="connsiteX7" fmla="*/ 566236 w 596313"/>
                <a:gd name="connsiteY7" fmla="*/ 275270 h 504026"/>
                <a:gd name="connsiteX8" fmla="*/ 532494 w 596313"/>
                <a:gd name="connsiteY8" fmla="*/ 174871 h 504026"/>
                <a:gd name="connsiteX9" fmla="*/ 384789 w 596313"/>
                <a:gd name="connsiteY9" fmla="*/ 73202 h 504026"/>
                <a:gd name="connsiteX10" fmla="*/ 205253 w 596313"/>
                <a:gd name="connsiteY10" fmla="*/ 25544 h 504026"/>
                <a:gd name="connsiteX11" fmla="*/ 180423 w 596313"/>
                <a:gd name="connsiteY11" fmla="*/ 23638 h 504026"/>
                <a:gd name="connsiteX12" fmla="*/ 412802 w 596313"/>
                <a:gd name="connsiteY12" fmla="*/ 504026 h 504026"/>
                <a:gd name="connsiteX13" fmla="*/ 389246 w 596313"/>
                <a:gd name="connsiteY13" fmla="*/ 502755 h 504026"/>
                <a:gd name="connsiteX14" fmla="*/ 203342 w 596313"/>
                <a:gd name="connsiteY14" fmla="*/ 456369 h 504026"/>
                <a:gd name="connsiteX15" fmla="*/ 47362 w 596313"/>
                <a:gd name="connsiteY15" fmla="*/ 347074 h 504026"/>
                <a:gd name="connsiteX16" fmla="*/ 8526 w 596313"/>
                <a:gd name="connsiteY16" fmla="*/ 219352 h 504026"/>
                <a:gd name="connsiteX17" fmla="*/ 84288 w 596313"/>
                <a:gd name="connsiteY17" fmla="*/ 56045 h 504026"/>
                <a:gd name="connsiteX18" fmla="*/ 207799 w 596313"/>
                <a:gd name="connsiteY18" fmla="*/ 2033 h 504026"/>
                <a:gd name="connsiteX19" fmla="*/ 393703 w 596313"/>
                <a:gd name="connsiteY19" fmla="*/ 51597 h 504026"/>
                <a:gd name="connsiteX20" fmla="*/ 548411 w 596313"/>
                <a:gd name="connsiteY20" fmla="*/ 157715 h 504026"/>
                <a:gd name="connsiteX21" fmla="*/ 587246 w 596313"/>
                <a:gd name="connsiteY21" fmla="*/ 286072 h 504026"/>
                <a:gd name="connsiteX22" fmla="*/ 511484 w 596313"/>
                <a:gd name="connsiteY22" fmla="*/ 449379 h 504026"/>
                <a:gd name="connsiteX23" fmla="*/ 412802 w 596313"/>
                <a:gd name="connsiteY23" fmla="*/ 504026 h 504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96313" h="504026">
                  <a:moveTo>
                    <a:pt x="180423" y="23638"/>
                  </a:moveTo>
                  <a:cubicBezTo>
                    <a:pt x="144134" y="23638"/>
                    <a:pt x="119941" y="37618"/>
                    <a:pt x="107208" y="65577"/>
                  </a:cubicBezTo>
                  <a:lnTo>
                    <a:pt x="31445" y="228883"/>
                  </a:lnTo>
                  <a:cubicBezTo>
                    <a:pt x="14892" y="264468"/>
                    <a:pt x="32719" y="294969"/>
                    <a:pt x="65188" y="329282"/>
                  </a:cubicBezTo>
                  <a:cubicBezTo>
                    <a:pt x="65188" y="329282"/>
                    <a:pt x="136494" y="396638"/>
                    <a:pt x="214166" y="434129"/>
                  </a:cubicBezTo>
                  <a:cubicBezTo>
                    <a:pt x="280378" y="465900"/>
                    <a:pt x="390519" y="477974"/>
                    <a:pt x="391792" y="478609"/>
                  </a:cubicBezTo>
                  <a:cubicBezTo>
                    <a:pt x="446546" y="483057"/>
                    <a:pt x="475195" y="471619"/>
                    <a:pt x="490474" y="438577"/>
                  </a:cubicBezTo>
                  <a:lnTo>
                    <a:pt x="566236" y="275270"/>
                  </a:lnTo>
                  <a:cubicBezTo>
                    <a:pt x="581516" y="242227"/>
                    <a:pt x="571330" y="212362"/>
                    <a:pt x="532494" y="174871"/>
                  </a:cubicBezTo>
                  <a:cubicBezTo>
                    <a:pt x="531857" y="174236"/>
                    <a:pt x="452912" y="103067"/>
                    <a:pt x="384789" y="73202"/>
                  </a:cubicBezTo>
                  <a:cubicBezTo>
                    <a:pt x="305844" y="38253"/>
                    <a:pt x="205889" y="25544"/>
                    <a:pt x="205253" y="25544"/>
                  </a:cubicBezTo>
                  <a:cubicBezTo>
                    <a:pt x="196339" y="24273"/>
                    <a:pt x="188063" y="23638"/>
                    <a:pt x="180423" y="23638"/>
                  </a:cubicBezTo>
                  <a:moveTo>
                    <a:pt x="412802" y="504026"/>
                  </a:moveTo>
                  <a:cubicBezTo>
                    <a:pt x="405163" y="504026"/>
                    <a:pt x="396886" y="503391"/>
                    <a:pt x="389246" y="502755"/>
                  </a:cubicBezTo>
                  <a:cubicBezTo>
                    <a:pt x="384153" y="502120"/>
                    <a:pt x="273375" y="490047"/>
                    <a:pt x="203342" y="456369"/>
                  </a:cubicBezTo>
                  <a:cubicBezTo>
                    <a:pt x="121851" y="416972"/>
                    <a:pt x="50545" y="349616"/>
                    <a:pt x="47362" y="347074"/>
                  </a:cubicBezTo>
                  <a:cubicBezTo>
                    <a:pt x="14256" y="312125"/>
                    <a:pt x="-15030" y="270187"/>
                    <a:pt x="8526" y="219352"/>
                  </a:cubicBezTo>
                  <a:lnTo>
                    <a:pt x="84288" y="56045"/>
                  </a:lnTo>
                  <a:cubicBezTo>
                    <a:pt x="98294" y="25544"/>
                    <a:pt x="131401" y="-8769"/>
                    <a:pt x="207799" y="2033"/>
                  </a:cubicBezTo>
                  <a:cubicBezTo>
                    <a:pt x="211619" y="2669"/>
                    <a:pt x="312210" y="15377"/>
                    <a:pt x="393703" y="51597"/>
                  </a:cubicBezTo>
                  <a:cubicBezTo>
                    <a:pt x="465645" y="83369"/>
                    <a:pt x="545227" y="154537"/>
                    <a:pt x="548411" y="157715"/>
                  </a:cubicBezTo>
                  <a:cubicBezTo>
                    <a:pt x="577697" y="186309"/>
                    <a:pt x="613349" y="230154"/>
                    <a:pt x="587246" y="286072"/>
                  </a:cubicBezTo>
                  <a:lnTo>
                    <a:pt x="511484" y="449379"/>
                  </a:lnTo>
                  <a:cubicBezTo>
                    <a:pt x="491748" y="493859"/>
                    <a:pt x="451002" y="504026"/>
                    <a:pt x="412802" y="504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2B720C6E-DC77-193E-FAF5-51FD2217A6CC}"/>
                </a:ext>
              </a:extLst>
            </p:cNvPr>
            <p:cNvSpPr/>
            <p:nvPr/>
          </p:nvSpPr>
          <p:spPr>
            <a:xfrm>
              <a:off x="9365593" y="4452184"/>
              <a:ext cx="42330" cy="41781"/>
            </a:xfrm>
            <a:custGeom>
              <a:avLst/>
              <a:gdLst>
                <a:gd name="connsiteX0" fmla="*/ 21484 w 42330"/>
                <a:gd name="connsiteY0" fmla="*/ 41781 h 41781"/>
                <a:gd name="connsiteX1" fmla="*/ 11934 w 42330"/>
                <a:gd name="connsiteY1" fmla="*/ 39875 h 41781"/>
                <a:gd name="connsiteX2" fmla="*/ 1111 w 42330"/>
                <a:gd name="connsiteY2" fmla="*/ 27801 h 41781"/>
                <a:gd name="connsiteX3" fmla="*/ 2384 w 42330"/>
                <a:gd name="connsiteY3" fmla="*/ 11916 h 41781"/>
                <a:gd name="connsiteX4" fmla="*/ 14480 w 42330"/>
                <a:gd name="connsiteY4" fmla="*/ 1113 h 41781"/>
                <a:gd name="connsiteX5" fmla="*/ 14480 w 42330"/>
                <a:gd name="connsiteY5" fmla="*/ 1113 h 41781"/>
                <a:gd name="connsiteX6" fmla="*/ 41220 w 42330"/>
                <a:gd name="connsiteY6" fmla="*/ 14458 h 41781"/>
                <a:gd name="connsiteX7" fmla="*/ 39947 w 42330"/>
                <a:gd name="connsiteY7" fmla="*/ 30343 h 41781"/>
                <a:gd name="connsiteX8" fmla="*/ 27850 w 42330"/>
                <a:gd name="connsiteY8" fmla="*/ 41146 h 41781"/>
                <a:gd name="connsiteX9" fmla="*/ 21484 w 42330"/>
                <a:gd name="connsiteY9" fmla="*/ 41781 h 41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330" h="41781">
                  <a:moveTo>
                    <a:pt x="21484" y="41781"/>
                  </a:moveTo>
                  <a:cubicBezTo>
                    <a:pt x="18300" y="41781"/>
                    <a:pt x="15117" y="41146"/>
                    <a:pt x="11934" y="39875"/>
                  </a:cubicBezTo>
                  <a:cubicBezTo>
                    <a:pt x="6841" y="37333"/>
                    <a:pt x="3020" y="32885"/>
                    <a:pt x="1111" y="27801"/>
                  </a:cubicBezTo>
                  <a:cubicBezTo>
                    <a:pt x="-799" y="22718"/>
                    <a:pt x="-163" y="16999"/>
                    <a:pt x="2384" y="11916"/>
                  </a:cubicBezTo>
                  <a:cubicBezTo>
                    <a:pt x="4931" y="6832"/>
                    <a:pt x="9387" y="3020"/>
                    <a:pt x="14480" y="1113"/>
                  </a:cubicBezTo>
                  <a:lnTo>
                    <a:pt x="14480" y="1113"/>
                  </a:lnTo>
                  <a:cubicBezTo>
                    <a:pt x="25303" y="-2699"/>
                    <a:pt x="37400" y="3655"/>
                    <a:pt x="41220" y="14458"/>
                  </a:cubicBezTo>
                  <a:cubicBezTo>
                    <a:pt x="43130" y="19541"/>
                    <a:pt x="42493" y="25260"/>
                    <a:pt x="39947" y="30343"/>
                  </a:cubicBezTo>
                  <a:cubicBezTo>
                    <a:pt x="37400" y="35427"/>
                    <a:pt x="32944" y="39239"/>
                    <a:pt x="27850" y="41146"/>
                  </a:cubicBezTo>
                  <a:cubicBezTo>
                    <a:pt x="25941" y="41781"/>
                    <a:pt x="23394" y="41781"/>
                    <a:pt x="21484" y="4178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5C187E7E-0767-C994-E3F7-920DE14102BD}"/>
                </a:ext>
              </a:extLst>
            </p:cNvPr>
            <p:cNvSpPr/>
            <p:nvPr/>
          </p:nvSpPr>
          <p:spPr>
            <a:xfrm>
              <a:off x="9274546" y="4320014"/>
              <a:ext cx="42335" cy="41781"/>
            </a:xfrm>
            <a:custGeom>
              <a:avLst/>
              <a:gdLst>
                <a:gd name="connsiteX0" fmla="*/ 20852 w 42335"/>
                <a:gd name="connsiteY0" fmla="*/ 41781 h 41781"/>
                <a:gd name="connsiteX1" fmla="*/ 1115 w 42335"/>
                <a:gd name="connsiteY1" fmla="*/ 27802 h 41781"/>
                <a:gd name="connsiteX2" fmla="*/ 14485 w 42335"/>
                <a:gd name="connsiteY2" fmla="*/ 1113 h 41781"/>
                <a:gd name="connsiteX3" fmla="*/ 14485 w 42335"/>
                <a:gd name="connsiteY3" fmla="*/ 1113 h 41781"/>
                <a:gd name="connsiteX4" fmla="*/ 41225 w 42335"/>
                <a:gd name="connsiteY4" fmla="*/ 14457 h 41781"/>
                <a:gd name="connsiteX5" fmla="*/ 39951 w 42335"/>
                <a:gd name="connsiteY5" fmla="*/ 30343 h 41781"/>
                <a:gd name="connsiteX6" fmla="*/ 27855 w 42335"/>
                <a:gd name="connsiteY6" fmla="*/ 41146 h 41781"/>
                <a:gd name="connsiteX7" fmla="*/ 20852 w 42335"/>
                <a:gd name="connsiteY7" fmla="*/ 41781 h 41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335" h="41781">
                  <a:moveTo>
                    <a:pt x="20852" y="41781"/>
                  </a:moveTo>
                  <a:cubicBezTo>
                    <a:pt x="11939" y="41781"/>
                    <a:pt x="3662" y="36062"/>
                    <a:pt x="1115" y="27802"/>
                  </a:cubicBezTo>
                  <a:cubicBezTo>
                    <a:pt x="-2704" y="16999"/>
                    <a:pt x="3662" y="4926"/>
                    <a:pt x="14485" y="1113"/>
                  </a:cubicBezTo>
                  <a:lnTo>
                    <a:pt x="14485" y="1113"/>
                  </a:lnTo>
                  <a:cubicBezTo>
                    <a:pt x="25309" y="-2699"/>
                    <a:pt x="37405" y="3655"/>
                    <a:pt x="41225" y="14457"/>
                  </a:cubicBezTo>
                  <a:cubicBezTo>
                    <a:pt x="43135" y="19541"/>
                    <a:pt x="42498" y="25260"/>
                    <a:pt x="39951" y="30343"/>
                  </a:cubicBezTo>
                  <a:cubicBezTo>
                    <a:pt x="37405" y="35427"/>
                    <a:pt x="32948" y="39239"/>
                    <a:pt x="27855" y="41146"/>
                  </a:cubicBezTo>
                  <a:cubicBezTo>
                    <a:pt x="25309" y="41781"/>
                    <a:pt x="22762" y="41781"/>
                    <a:pt x="20852" y="4178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2A433DA9-61ED-A00A-0B7E-F1B590C9461F}"/>
                </a:ext>
              </a:extLst>
            </p:cNvPr>
            <p:cNvSpPr/>
            <p:nvPr/>
          </p:nvSpPr>
          <p:spPr>
            <a:xfrm>
              <a:off x="10314685" y="4628042"/>
              <a:ext cx="709871" cy="97856"/>
            </a:xfrm>
            <a:custGeom>
              <a:avLst/>
              <a:gdLst>
                <a:gd name="connsiteX0" fmla="*/ 697775 w 709871"/>
                <a:gd name="connsiteY0" fmla="*/ 97857 h 97856"/>
                <a:gd name="connsiteX1" fmla="*/ 685678 w 709871"/>
                <a:gd name="connsiteY1" fmla="*/ 85784 h 97856"/>
                <a:gd name="connsiteX2" fmla="*/ 632836 w 709871"/>
                <a:gd name="connsiteY2" fmla="*/ 24146 h 97856"/>
                <a:gd name="connsiteX3" fmla="*/ 77035 w 709871"/>
                <a:gd name="connsiteY3" fmla="*/ 24146 h 97856"/>
                <a:gd name="connsiteX4" fmla="*/ 24192 w 709871"/>
                <a:gd name="connsiteY4" fmla="*/ 85784 h 97856"/>
                <a:gd name="connsiteX5" fmla="*/ 12096 w 709871"/>
                <a:gd name="connsiteY5" fmla="*/ 97857 h 97856"/>
                <a:gd name="connsiteX6" fmla="*/ 0 w 709871"/>
                <a:gd name="connsiteY6" fmla="*/ 85784 h 97856"/>
                <a:gd name="connsiteX7" fmla="*/ 77035 w 709871"/>
                <a:gd name="connsiteY7" fmla="*/ 0 h 97856"/>
                <a:gd name="connsiteX8" fmla="*/ 632836 w 709871"/>
                <a:gd name="connsiteY8" fmla="*/ 0 h 97856"/>
                <a:gd name="connsiteX9" fmla="*/ 709872 w 709871"/>
                <a:gd name="connsiteY9" fmla="*/ 85784 h 97856"/>
                <a:gd name="connsiteX10" fmla="*/ 697775 w 709871"/>
                <a:gd name="connsiteY10" fmla="*/ 97857 h 97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9871" h="97856">
                  <a:moveTo>
                    <a:pt x="697775" y="97857"/>
                  </a:moveTo>
                  <a:cubicBezTo>
                    <a:pt x="690772" y="97857"/>
                    <a:pt x="685678" y="92138"/>
                    <a:pt x="685678" y="85784"/>
                  </a:cubicBezTo>
                  <a:cubicBezTo>
                    <a:pt x="685678" y="52105"/>
                    <a:pt x="662122" y="24146"/>
                    <a:pt x="632836" y="24146"/>
                  </a:cubicBezTo>
                  <a:lnTo>
                    <a:pt x="77035" y="24146"/>
                  </a:lnTo>
                  <a:cubicBezTo>
                    <a:pt x="47749" y="24146"/>
                    <a:pt x="24192" y="51470"/>
                    <a:pt x="24192" y="85784"/>
                  </a:cubicBezTo>
                  <a:cubicBezTo>
                    <a:pt x="24192" y="92773"/>
                    <a:pt x="18462" y="97857"/>
                    <a:pt x="12096" y="97857"/>
                  </a:cubicBezTo>
                  <a:cubicBezTo>
                    <a:pt x="5093" y="97857"/>
                    <a:pt x="0" y="92138"/>
                    <a:pt x="0" y="85784"/>
                  </a:cubicBezTo>
                  <a:cubicBezTo>
                    <a:pt x="0" y="38762"/>
                    <a:pt x="34379" y="0"/>
                    <a:pt x="77035" y="0"/>
                  </a:cubicBezTo>
                  <a:lnTo>
                    <a:pt x="632836" y="0"/>
                  </a:lnTo>
                  <a:cubicBezTo>
                    <a:pt x="675492" y="0"/>
                    <a:pt x="709872" y="38126"/>
                    <a:pt x="709872" y="85784"/>
                  </a:cubicBezTo>
                  <a:cubicBezTo>
                    <a:pt x="709872" y="92138"/>
                    <a:pt x="704142" y="97857"/>
                    <a:pt x="697775" y="978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C73417CA-1C75-3084-8B2E-7EE6E1F18F07}"/>
                </a:ext>
              </a:extLst>
            </p:cNvPr>
            <p:cNvSpPr/>
            <p:nvPr/>
          </p:nvSpPr>
          <p:spPr>
            <a:xfrm>
              <a:off x="10234466" y="4772920"/>
              <a:ext cx="856302" cy="24146"/>
            </a:xfrm>
            <a:custGeom>
              <a:avLst/>
              <a:gdLst>
                <a:gd name="connsiteX0" fmla="*/ 844207 w 856302"/>
                <a:gd name="connsiteY0" fmla="*/ 24147 h 24146"/>
                <a:gd name="connsiteX1" fmla="*/ 12097 w 856302"/>
                <a:gd name="connsiteY1" fmla="*/ 24147 h 24146"/>
                <a:gd name="connsiteX2" fmla="*/ 0 w 856302"/>
                <a:gd name="connsiteY2" fmla="*/ 12073 h 24146"/>
                <a:gd name="connsiteX3" fmla="*/ 12097 w 856302"/>
                <a:gd name="connsiteY3" fmla="*/ 0 h 24146"/>
                <a:gd name="connsiteX4" fmla="*/ 844207 w 856302"/>
                <a:gd name="connsiteY4" fmla="*/ 0 h 24146"/>
                <a:gd name="connsiteX5" fmla="*/ 856302 w 856302"/>
                <a:gd name="connsiteY5" fmla="*/ 12073 h 24146"/>
                <a:gd name="connsiteX6" fmla="*/ 844207 w 856302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6302" h="24146">
                  <a:moveTo>
                    <a:pt x="844207" y="24147"/>
                  </a:moveTo>
                  <a:lnTo>
                    <a:pt x="12097" y="24147"/>
                  </a:lnTo>
                  <a:cubicBezTo>
                    <a:pt x="5094" y="24147"/>
                    <a:pt x="0" y="18428"/>
                    <a:pt x="0" y="12073"/>
                  </a:cubicBezTo>
                  <a:cubicBezTo>
                    <a:pt x="0" y="5084"/>
                    <a:pt x="5730" y="0"/>
                    <a:pt x="12097" y="0"/>
                  </a:cubicBezTo>
                  <a:lnTo>
                    <a:pt x="844207" y="0"/>
                  </a:lnTo>
                  <a:cubicBezTo>
                    <a:pt x="851210" y="0"/>
                    <a:pt x="856302" y="5719"/>
                    <a:pt x="856302" y="12073"/>
                  </a:cubicBezTo>
                  <a:cubicBezTo>
                    <a:pt x="856302" y="18428"/>
                    <a:pt x="851210" y="24147"/>
                    <a:pt x="844207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89494A79-07B6-CFFF-4644-FEDC3558E84A}"/>
                </a:ext>
              </a:extLst>
            </p:cNvPr>
            <p:cNvSpPr/>
            <p:nvPr/>
          </p:nvSpPr>
          <p:spPr>
            <a:xfrm>
              <a:off x="10149791" y="3570044"/>
              <a:ext cx="1040932" cy="220495"/>
            </a:xfrm>
            <a:custGeom>
              <a:avLst/>
              <a:gdLst>
                <a:gd name="connsiteX0" fmla="*/ 1027563 w 1040932"/>
                <a:gd name="connsiteY0" fmla="*/ 220496 h 220495"/>
                <a:gd name="connsiteX1" fmla="*/ 1015467 w 1040932"/>
                <a:gd name="connsiteY1" fmla="*/ 208422 h 220495"/>
                <a:gd name="connsiteX2" fmla="*/ 1015467 w 1040932"/>
                <a:gd name="connsiteY2" fmla="*/ 142337 h 220495"/>
                <a:gd name="connsiteX3" fmla="*/ 902778 w 1040932"/>
                <a:gd name="connsiteY3" fmla="*/ 24146 h 220495"/>
                <a:gd name="connsiteX4" fmla="*/ 136881 w 1040932"/>
                <a:gd name="connsiteY4" fmla="*/ 24146 h 220495"/>
                <a:gd name="connsiteX5" fmla="*/ 24192 w 1040932"/>
                <a:gd name="connsiteY5" fmla="*/ 142337 h 220495"/>
                <a:gd name="connsiteX6" fmla="*/ 24192 w 1040932"/>
                <a:gd name="connsiteY6" fmla="*/ 208422 h 220495"/>
                <a:gd name="connsiteX7" fmla="*/ 12097 w 1040932"/>
                <a:gd name="connsiteY7" fmla="*/ 220496 h 220495"/>
                <a:gd name="connsiteX8" fmla="*/ 0 w 1040932"/>
                <a:gd name="connsiteY8" fmla="*/ 208422 h 220495"/>
                <a:gd name="connsiteX9" fmla="*/ 0 w 1040932"/>
                <a:gd name="connsiteY9" fmla="*/ 142337 h 220495"/>
                <a:gd name="connsiteX10" fmla="*/ 137518 w 1040932"/>
                <a:gd name="connsiteY10" fmla="*/ 0 h 220495"/>
                <a:gd name="connsiteX11" fmla="*/ 903415 w 1040932"/>
                <a:gd name="connsiteY11" fmla="*/ 0 h 220495"/>
                <a:gd name="connsiteX12" fmla="*/ 1040933 w 1040932"/>
                <a:gd name="connsiteY12" fmla="*/ 142337 h 220495"/>
                <a:gd name="connsiteX13" fmla="*/ 1040933 w 1040932"/>
                <a:gd name="connsiteY13" fmla="*/ 208422 h 220495"/>
                <a:gd name="connsiteX14" fmla="*/ 1027563 w 1040932"/>
                <a:gd name="connsiteY14" fmla="*/ 220496 h 220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40932" h="220495">
                  <a:moveTo>
                    <a:pt x="1027563" y="220496"/>
                  </a:moveTo>
                  <a:cubicBezTo>
                    <a:pt x="1020559" y="220496"/>
                    <a:pt x="1015467" y="214777"/>
                    <a:pt x="1015467" y="208422"/>
                  </a:cubicBezTo>
                  <a:lnTo>
                    <a:pt x="1015467" y="142337"/>
                  </a:lnTo>
                  <a:cubicBezTo>
                    <a:pt x="1015467" y="77523"/>
                    <a:pt x="964534" y="24146"/>
                    <a:pt x="902778" y="24146"/>
                  </a:cubicBezTo>
                  <a:lnTo>
                    <a:pt x="136881" y="24146"/>
                  </a:lnTo>
                  <a:cubicBezTo>
                    <a:pt x="74488" y="24146"/>
                    <a:pt x="24192" y="76888"/>
                    <a:pt x="24192" y="142337"/>
                  </a:cubicBezTo>
                  <a:lnTo>
                    <a:pt x="24192" y="208422"/>
                  </a:lnTo>
                  <a:cubicBezTo>
                    <a:pt x="24192" y="215412"/>
                    <a:pt x="18463" y="220496"/>
                    <a:pt x="12097" y="220496"/>
                  </a:cubicBezTo>
                  <a:cubicBezTo>
                    <a:pt x="5093" y="220496"/>
                    <a:pt x="0" y="214777"/>
                    <a:pt x="0" y="208422"/>
                  </a:cubicBezTo>
                  <a:lnTo>
                    <a:pt x="0" y="142337"/>
                  </a:lnTo>
                  <a:cubicBezTo>
                    <a:pt x="0" y="63543"/>
                    <a:pt x="61755" y="0"/>
                    <a:pt x="137518" y="0"/>
                  </a:cubicBezTo>
                  <a:lnTo>
                    <a:pt x="903415" y="0"/>
                  </a:lnTo>
                  <a:cubicBezTo>
                    <a:pt x="979177" y="0"/>
                    <a:pt x="1040933" y="63543"/>
                    <a:pt x="1040933" y="142337"/>
                  </a:cubicBezTo>
                  <a:lnTo>
                    <a:pt x="1040933" y="208422"/>
                  </a:lnTo>
                  <a:cubicBezTo>
                    <a:pt x="1040296" y="214777"/>
                    <a:pt x="1034566" y="220496"/>
                    <a:pt x="1027563" y="2204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3E376481-8E4F-7796-E111-D5B64B7DEF89}"/>
                </a:ext>
              </a:extLst>
            </p:cNvPr>
            <p:cNvSpPr/>
            <p:nvPr/>
          </p:nvSpPr>
          <p:spPr>
            <a:xfrm>
              <a:off x="10230585" y="3722352"/>
              <a:ext cx="875659" cy="939367"/>
            </a:xfrm>
            <a:custGeom>
              <a:avLst/>
              <a:gdLst>
                <a:gd name="connsiteX0" fmla="*/ 734125 w 875659"/>
                <a:gd name="connsiteY0" fmla="*/ 939368 h 939367"/>
                <a:gd name="connsiteX1" fmla="*/ 142672 w 875659"/>
                <a:gd name="connsiteY1" fmla="*/ 939368 h 939367"/>
                <a:gd name="connsiteX2" fmla="*/ 130575 w 875659"/>
                <a:gd name="connsiteY2" fmla="*/ 929201 h 939367"/>
                <a:gd name="connsiteX3" fmla="*/ 60 w 875659"/>
                <a:gd name="connsiteY3" fmla="*/ 14176 h 939367"/>
                <a:gd name="connsiteX4" fmla="*/ 10247 w 875659"/>
                <a:gd name="connsiteY4" fmla="*/ 196 h 939367"/>
                <a:gd name="connsiteX5" fmla="*/ 24254 w 875659"/>
                <a:gd name="connsiteY5" fmla="*/ 10363 h 939367"/>
                <a:gd name="connsiteX6" fmla="*/ 152858 w 875659"/>
                <a:gd name="connsiteY6" fmla="*/ 914586 h 939367"/>
                <a:gd name="connsiteX7" fmla="*/ 722665 w 875659"/>
                <a:gd name="connsiteY7" fmla="*/ 914586 h 939367"/>
                <a:gd name="connsiteX8" fmla="*/ 851270 w 875659"/>
                <a:gd name="connsiteY8" fmla="*/ 10363 h 939367"/>
                <a:gd name="connsiteX9" fmla="*/ 865276 w 875659"/>
                <a:gd name="connsiteY9" fmla="*/ 196 h 939367"/>
                <a:gd name="connsiteX10" fmla="*/ 875463 w 875659"/>
                <a:gd name="connsiteY10" fmla="*/ 14176 h 939367"/>
                <a:gd name="connsiteX11" fmla="*/ 744948 w 875659"/>
                <a:gd name="connsiteY11" fmla="*/ 929201 h 939367"/>
                <a:gd name="connsiteX12" fmla="*/ 734125 w 875659"/>
                <a:gd name="connsiteY12" fmla="*/ 939368 h 93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5659" h="939367">
                  <a:moveTo>
                    <a:pt x="734125" y="939368"/>
                  </a:moveTo>
                  <a:lnTo>
                    <a:pt x="142672" y="939368"/>
                  </a:lnTo>
                  <a:cubicBezTo>
                    <a:pt x="136305" y="939368"/>
                    <a:pt x="131211" y="934920"/>
                    <a:pt x="130575" y="929201"/>
                  </a:cubicBezTo>
                  <a:lnTo>
                    <a:pt x="60" y="14176"/>
                  </a:lnTo>
                  <a:cubicBezTo>
                    <a:pt x="-576" y="7821"/>
                    <a:pt x="3880" y="1467"/>
                    <a:pt x="10247" y="196"/>
                  </a:cubicBezTo>
                  <a:cubicBezTo>
                    <a:pt x="17251" y="-1075"/>
                    <a:pt x="22980" y="4009"/>
                    <a:pt x="24254" y="10363"/>
                  </a:cubicBezTo>
                  <a:lnTo>
                    <a:pt x="152858" y="914586"/>
                  </a:lnTo>
                  <a:lnTo>
                    <a:pt x="722665" y="914586"/>
                  </a:lnTo>
                  <a:lnTo>
                    <a:pt x="851270" y="10363"/>
                  </a:lnTo>
                  <a:cubicBezTo>
                    <a:pt x="851907" y="4009"/>
                    <a:pt x="858273" y="-1075"/>
                    <a:pt x="865276" y="196"/>
                  </a:cubicBezTo>
                  <a:cubicBezTo>
                    <a:pt x="871643" y="832"/>
                    <a:pt x="876736" y="7186"/>
                    <a:pt x="875463" y="14176"/>
                  </a:cubicBezTo>
                  <a:lnTo>
                    <a:pt x="744948" y="929201"/>
                  </a:lnTo>
                  <a:cubicBezTo>
                    <a:pt x="745585" y="934920"/>
                    <a:pt x="740492" y="939368"/>
                    <a:pt x="734125" y="9393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94A55A99-00A2-B60C-3D16-6CC558E3C02C}"/>
                </a:ext>
              </a:extLst>
            </p:cNvPr>
            <p:cNvSpPr/>
            <p:nvPr/>
          </p:nvSpPr>
          <p:spPr>
            <a:xfrm>
              <a:off x="10317231" y="3422623"/>
              <a:ext cx="443113" cy="244642"/>
            </a:xfrm>
            <a:custGeom>
              <a:avLst/>
              <a:gdLst>
                <a:gd name="connsiteX0" fmla="*/ 429743 w 443113"/>
                <a:gd name="connsiteY0" fmla="*/ 244642 h 244642"/>
                <a:gd name="connsiteX1" fmla="*/ 417647 w 443113"/>
                <a:gd name="connsiteY1" fmla="*/ 232569 h 244642"/>
                <a:gd name="connsiteX2" fmla="*/ 220920 w 443113"/>
                <a:gd name="connsiteY2" fmla="*/ 24782 h 244642"/>
                <a:gd name="connsiteX3" fmla="*/ 24193 w 443113"/>
                <a:gd name="connsiteY3" fmla="*/ 232569 h 244642"/>
                <a:gd name="connsiteX4" fmla="*/ 12097 w 443113"/>
                <a:gd name="connsiteY4" fmla="*/ 244642 h 244642"/>
                <a:gd name="connsiteX5" fmla="*/ 0 w 443113"/>
                <a:gd name="connsiteY5" fmla="*/ 232569 h 244642"/>
                <a:gd name="connsiteX6" fmla="*/ 221557 w 443113"/>
                <a:gd name="connsiteY6" fmla="*/ 0 h 244642"/>
                <a:gd name="connsiteX7" fmla="*/ 443113 w 443113"/>
                <a:gd name="connsiteY7" fmla="*/ 232569 h 244642"/>
                <a:gd name="connsiteX8" fmla="*/ 429743 w 443113"/>
                <a:gd name="connsiteY8" fmla="*/ 244642 h 24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3113" h="244642">
                  <a:moveTo>
                    <a:pt x="429743" y="244642"/>
                  </a:moveTo>
                  <a:cubicBezTo>
                    <a:pt x="422740" y="244642"/>
                    <a:pt x="417647" y="238923"/>
                    <a:pt x="417647" y="232569"/>
                  </a:cubicBezTo>
                  <a:cubicBezTo>
                    <a:pt x="417647" y="117555"/>
                    <a:pt x="329152" y="24782"/>
                    <a:pt x="220920" y="24782"/>
                  </a:cubicBezTo>
                  <a:cubicBezTo>
                    <a:pt x="112689" y="24782"/>
                    <a:pt x="24193" y="118191"/>
                    <a:pt x="24193" y="232569"/>
                  </a:cubicBezTo>
                  <a:cubicBezTo>
                    <a:pt x="24193" y="239559"/>
                    <a:pt x="18463" y="244642"/>
                    <a:pt x="12097" y="244642"/>
                  </a:cubicBezTo>
                  <a:cubicBezTo>
                    <a:pt x="5094" y="244642"/>
                    <a:pt x="0" y="238923"/>
                    <a:pt x="0" y="232569"/>
                  </a:cubicBezTo>
                  <a:cubicBezTo>
                    <a:pt x="0" y="104211"/>
                    <a:pt x="99319" y="0"/>
                    <a:pt x="221557" y="0"/>
                  </a:cubicBezTo>
                  <a:cubicBezTo>
                    <a:pt x="343794" y="0"/>
                    <a:pt x="443113" y="104211"/>
                    <a:pt x="443113" y="232569"/>
                  </a:cubicBezTo>
                  <a:cubicBezTo>
                    <a:pt x="442476" y="238923"/>
                    <a:pt x="436747" y="244642"/>
                    <a:pt x="429743" y="2446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BCB0945E-BC69-F74E-82C2-4D8899C8D6F5}"/>
                </a:ext>
              </a:extLst>
            </p:cNvPr>
            <p:cNvSpPr/>
            <p:nvPr/>
          </p:nvSpPr>
          <p:spPr>
            <a:xfrm>
              <a:off x="10352884" y="3727631"/>
              <a:ext cx="632835" cy="24146"/>
            </a:xfrm>
            <a:custGeom>
              <a:avLst/>
              <a:gdLst>
                <a:gd name="connsiteX0" fmla="*/ 620740 w 632835"/>
                <a:gd name="connsiteY0" fmla="*/ 24147 h 24146"/>
                <a:gd name="connsiteX1" fmla="*/ 12096 w 632835"/>
                <a:gd name="connsiteY1" fmla="*/ 24147 h 24146"/>
                <a:gd name="connsiteX2" fmla="*/ 0 w 632835"/>
                <a:gd name="connsiteY2" fmla="*/ 12073 h 24146"/>
                <a:gd name="connsiteX3" fmla="*/ 12096 w 632835"/>
                <a:gd name="connsiteY3" fmla="*/ 0 h 24146"/>
                <a:gd name="connsiteX4" fmla="*/ 620740 w 632835"/>
                <a:gd name="connsiteY4" fmla="*/ 0 h 24146"/>
                <a:gd name="connsiteX5" fmla="*/ 632836 w 632835"/>
                <a:gd name="connsiteY5" fmla="*/ 12073 h 24146"/>
                <a:gd name="connsiteX6" fmla="*/ 620740 w 6328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2835" h="24146">
                  <a:moveTo>
                    <a:pt x="620740" y="24147"/>
                  </a:moveTo>
                  <a:lnTo>
                    <a:pt x="12096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29" y="0"/>
                    <a:pt x="12096" y="0"/>
                  </a:cubicBezTo>
                  <a:lnTo>
                    <a:pt x="620740" y="0"/>
                  </a:lnTo>
                  <a:cubicBezTo>
                    <a:pt x="627743" y="0"/>
                    <a:pt x="632836" y="5719"/>
                    <a:pt x="632836" y="12073"/>
                  </a:cubicBezTo>
                  <a:cubicBezTo>
                    <a:pt x="632836" y="18428"/>
                    <a:pt x="627743" y="24147"/>
                    <a:pt x="620740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CB780B53-8005-4AE8-D49B-781C864FFAB4}"/>
                </a:ext>
              </a:extLst>
            </p:cNvPr>
            <p:cNvSpPr/>
            <p:nvPr/>
          </p:nvSpPr>
          <p:spPr>
            <a:xfrm>
              <a:off x="10831793" y="3093611"/>
              <a:ext cx="372157" cy="372221"/>
            </a:xfrm>
            <a:custGeom>
              <a:avLst/>
              <a:gdLst>
                <a:gd name="connsiteX0" fmla="*/ 11953 w 372157"/>
                <a:gd name="connsiteY0" fmla="*/ 372221 h 372221"/>
                <a:gd name="connsiteX1" fmla="*/ 8770 w 372157"/>
                <a:gd name="connsiteY1" fmla="*/ 371586 h 372221"/>
                <a:gd name="connsiteX2" fmla="*/ 493 w 372157"/>
                <a:gd name="connsiteY2" fmla="*/ 356336 h 372221"/>
                <a:gd name="connsiteX3" fmla="*/ 61612 w 372157"/>
                <a:gd name="connsiteY3" fmla="*/ 144736 h 372221"/>
                <a:gd name="connsiteX4" fmla="*/ 141831 w 372157"/>
                <a:gd name="connsiteY4" fmla="*/ 64036 h 372221"/>
                <a:gd name="connsiteX5" fmla="*/ 356384 w 372157"/>
                <a:gd name="connsiteY5" fmla="*/ 492 h 372221"/>
                <a:gd name="connsiteX6" fmla="*/ 371664 w 372157"/>
                <a:gd name="connsiteY6" fmla="*/ 8753 h 372221"/>
                <a:gd name="connsiteX7" fmla="*/ 363387 w 372157"/>
                <a:gd name="connsiteY7" fmla="*/ 24003 h 372221"/>
                <a:gd name="connsiteX8" fmla="*/ 148834 w 372157"/>
                <a:gd name="connsiteY8" fmla="*/ 87547 h 372221"/>
                <a:gd name="connsiteX9" fmla="*/ 85169 w 372157"/>
                <a:gd name="connsiteY9" fmla="*/ 151726 h 372221"/>
                <a:gd name="connsiteX10" fmla="*/ 24050 w 372157"/>
                <a:gd name="connsiteY10" fmla="*/ 363325 h 372221"/>
                <a:gd name="connsiteX11" fmla="*/ 11953 w 372157"/>
                <a:gd name="connsiteY11" fmla="*/ 372221 h 372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157" h="372221">
                  <a:moveTo>
                    <a:pt x="11953" y="372221"/>
                  </a:moveTo>
                  <a:cubicBezTo>
                    <a:pt x="10680" y="372221"/>
                    <a:pt x="9407" y="372221"/>
                    <a:pt x="8770" y="371586"/>
                  </a:cubicBezTo>
                  <a:cubicBezTo>
                    <a:pt x="2403" y="369680"/>
                    <a:pt x="-1416" y="362690"/>
                    <a:pt x="493" y="356336"/>
                  </a:cubicBezTo>
                  <a:lnTo>
                    <a:pt x="61612" y="144736"/>
                  </a:lnTo>
                  <a:cubicBezTo>
                    <a:pt x="73072" y="105339"/>
                    <a:pt x="102995" y="75474"/>
                    <a:pt x="141831" y="64036"/>
                  </a:cubicBezTo>
                  <a:lnTo>
                    <a:pt x="356384" y="492"/>
                  </a:lnTo>
                  <a:cubicBezTo>
                    <a:pt x="362751" y="-1414"/>
                    <a:pt x="369754" y="2399"/>
                    <a:pt x="371664" y="8753"/>
                  </a:cubicBezTo>
                  <a:cubicBezTo>
                    <a:pt x="373574" y="15107"/>
                    <a:pt x="369754" y="22097"/>
                    <a:pt x="363387" y="24003"/>
                  </a:cubicBezTo>
                  <a:lnTo>
                    <a:pt x="148834" y="87547"/>
                  </a:lnTo>
                  <a:cubicBezTo>
                    <a:pt x="117638" y="97078"/>
                    <a:pt x="94082" y="120589"/>
                    <a:pt x="85169" y="151726"/>
                  </a:cubicBezTo>
                  <a:lnTo>
                    <a:pt x="24050" y="363325"/>
                  </a:lnTo>
                  <a:cubicBezTo>
                    <a:pt x="22140" y="369044"/>
                    <a:pt x="17683" y="372221"/>
                    <a:pt x="11953" y="37222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67B41F03-878F-F910-6E2C-47A152301D5D}"/>
                </a:ext>
              </a:extLst>
            </p:cNvPr>
            <p:cNvSpPr/>
            <p:nvPr/>
          </p:nvSpPr>
          <p:spPr>
            <a:xfrm>
              <a:off x="10548337" y="3336839"/>
              <a:ext cx="443112" cy="244642"/>
            </a:xfrm>
            <a:custGeom>
              <a:avLst/>
              <a:gdLst>
                <a:gd name="connsiteX0" fmla="*/ 429743 w 443112"/>
                <a:gd name="connsiteY0" fmla="*/ 244642 h 244642"/>
                <a:gd name="connsiteX1" fmla="*/ 417646 w 443112"/>
                <a:gd name="connsiteY1" fmla="*/ 232569 h 244642"/>
                <a:gd name="connsiteX2" fmla="*/ 220919 w 443112"/>
                <a:gd name="connsiteY2" fmla="*/ 24782 h 244642"/>
                <a:gd name="connsiteX3" fmla="*/ 24193 w 443112"/>
                <a:gd name="connsiteY3" fmla="*/ 232569 h 244642"/>
                <a:gd name="connsiteX4" fmla="*/ 12097 w 443112"/>
                <a:gd name="connsiteY4" fmla="*/ 244642 h 244642"/>
                <a:gd name="connsiteX5" fmla="*/ 0 w 443112"/>
                <a:gd name="connsiteY5" fmla="*/ 232569 h 244642"/>
                <a:gd name="connsiteX6" fmla="*/ 221557 w 443112"/>
                <a:gd name="connsiteY6" fmla="*/ 0 h 244642"/>
                <a:gd name="connsiteX7" fmla="*/ 443113 w 443112"/>
                <a:gd name="connsiteY7" fmla="*/ 232569 h 244642"/>
                <a:gd name="connsiteX8" fmla="*/ 429743 w 443112"/>
                <a:gd name="connsiteY8" fmla="*/ 244642 h 24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3112" h="244642">
                  <a:moveTo>
                    <a:pt x="429743" y="244642"/>
                  </a:moveTo>
                  <a:cubicBezTo>
                    <a:pt x="422740" y="244642"/>
                    <a:pt x="417646" y="238923"/>
                    <a:pt x="417646" y="232569"/>
                  </a:cubicBezTo>
                  <a:cubicBezTo>
                    <a:pt x="417646" y="117555"/>
                    <a:pt x="329151" y="24782"/>
                    <a:pt x="220919" y="24782"/>
                  </a:cubicBezTo>
                  <a:cubicBezTo>
                    <a:pt x="112688" y="24782"/>
                    <a:pt x="24193" y="118191"/>
                    <a:pt x="24193" y="232569"/>
                  </a:cubicBezTo>
                  <a:cubicBezTo>
                    <a:pt x="24193" y="239559"/>
                    <a:pt x="18463" y="244642"/>
                    <a:pt x="12097" y="244642"/>
                  </a:cubicBezTo>
                  <a:cubicBezTo>
                    <a:pt x="5094" y="244642"/>
                    <a:pt x="0" y="238923"/>
                    <a:pt x="0" y="232569"/>
                  </a:cubicBezTo>
                  <a:cubicBezTo>
                    <a:pt x="0" y="104211"/>
                    <a:pt x="99318" y="0"/>
                    <a:pt x="221557" y="0"/>
                  </a:cubicBezTo>
                  <a:cubicBezTo>
                    <a:pt x="343794" y="0"/>
                    <a:pt x="443113" y="104211"/>
                    <a:pt x="443113" y="232569"/>
                  </a:cubicBezTo>
                  <a:cubicBezTo>
                    <a:pt x="441840" y="238923"/>
                    <a:pt x="436109" y="244642"/>
                    <a:pt x="429743" y="2446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13C8C95C-CD3F-13B4-C44B-F707ACBAC11C}"/>
                </a:ext>
              </a:extLst>
            </p:cNvPr>
            <p:cNvSpPr/>
            <p:nvPr/>
          </p:nvSpPr>
          <p:spPr>
            <a:xfrm>
              <a:off x="458907" y="4908751"/>
              <a:ext cx="701639" cy="558063"/>
            </a:xfrm>
            <a:custGeom>
              <a:avLst/>
              <a:gdLst>
                <a:gd name="connsiteX0" fmla="*/ 532585 w 701639"/>
                <a:gd name="connsiteY0" fmla="*/ 24299 h 558063"/>
                <a:gd name="connsiteX1" fmla="*/ 513486 w 701639"/>
                <a:gd name="connsiteY1" fmla="*/ 26841 h 558063"/>
                <a:gd name="connsiteX2" fmla="*/ 86289 w 701639"/>
                <a:gd name="connsiteY2" fmla="*/ 137406 h 558063"/>
                <a:gd name="connsiteX3" fmla="*/ 27717 w 701639"/>
                <a:gd name="connsiteY3" fmla="*/ 250514 h 558063"/>
                <a:gd name="connsiteX4" fmla="*/ 82469 w 701639"/>
                <a:gd name="connsiteY4" fmla="*/ 460842 h 558063"/>
                <a:gd name="connsiteX5" fmla="*/ 123852 w 701639"/>
                <a:gd name="connsiteY5" fmla="*/ 519938 h 558063"/>
                <a:gd name="connsiteX6" fmla="*/ 188154 w 701639"/>
                <a:gd name="connsiteY6" fmla="*/ 531376 h 558063"/>
                <a:gd name="connsiteX7" fmla="*/ 615351 w 701639"/>
                <a:gd name="connsiteY7" fmla="*/ 420810 h 558063"/>
                <a:gd name="connsiteX8" fmla="*/ 673923 w 701639"/>
                <a:gd name="connsiteY8" fmla="*/ 307703 h 558063"/>
                <a:gd name="connsiteX9" fmla="*/ 619171 w 701639"/>
                <a:gd name="connsiteY9" fmla="*/ 97374 h 558063"/>
                <a:gd name="connsiteX10" fmla="*/ 577788 w 701639"/>
                <a:gd name="connsiteY10" fmla="*/ 38279 h 558063"/>
                <a:gd name="connsiteX11" fmla="*/ 532585 w 701639"/>
                <a:gd name="connsiteY11" fmla="*/ 24299 h 558063"/>
                <a:gd name="connsiteX12" fmla="*/ 169055 w 701639"/>
                <a:gd name="connsiteY12" fmla="*/ 558064 h 558063"/>
                <a:gd name="connsiteX13" fmla="*/ 110482 w 701639"/>
                <a:gd name="connsiteY13" fmla="*/ 540272 h 558063"/>
                <a:gd name="connsiteX14" fmla="*/ 58913 w 701639"/>
                <a:gd name="connsiteY14" fmla="*/ 467197 h 558063"/>
                <a:gd name="connsiteX15" fmla="*/ 4161 w 701639"/>
                <a:gd name="connsiteY15" fmla="*/ 256868 h 558063"/>
                <a:gd name="connsiteX16" fmla="*/ 79923 w 701639"/>
                <a:gd name="connsiteY16" fmla="*/ 113895 h 558063"/>
                <a:gd name="connsiteX17" fmla="*/ 507119 w 701639"/>
                <a:gd name="connsiteY17" fmla="*/ 3330 h 558063"/>
                <a:gd name="connsiteX18" fmla="*/ 591158 w 701639"/>
                <a:gd name="connsiteY18" fmla="*/ 17945 h 558063"/>
                <a:gd name="connsiteX19" fmla="*/ 642727 w 701639"/>
                <a:gd name="connsiteY19" fmla="*/ 91020 h 558063"/>
                <a:gd name="connsiteX20" fmla="*/ 697479 w 701639"/>
                <a:gd name="connsiteY20" fmla="*/ 301349 h 558063"/>
                <a:gd name="connsiteX21" fmla="*/ 621717 w 701639"/>
                <a:gd name="connsiteY21" fmla="*/ 444321 h 558063"/>
                <a:gd name="connsiteX22" fmla="*/ 194521 w 701639"/>
                <a:gd name="connsiteY22" fmla="*/ 554887 h 558063"/>
                <a:gd name="connsiteX23" fmla="*/ 169055 w 701639"/>
                <a:gd name="connsiteY23" fmla="*/ 558064 h 558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01639" h="558063">
                  <a:moveTo>
                    <a:pt x="532585" y="24299"/>
                  </a:moveTo>
                  <a:cubicBezTo>
                    <a:pt x="526219" y="24299"/>
                    <a:pt x="519852" y="24935"/>
                    <a:pt x="513486" y="26841"/>
                  </a:cubicBezTo>
                  <a:lnTo>
                    <a:pt x="86289" y="137406"/>
                  </a:lnTo>
                  <a:cubicBezTo>
                    <a:pt x="41087" y="148844"/>
                    <a:pt x="14984" y="199679"/>
                    <a:pt x="27717" y="250514"/>
                  </a:cubicBezTo>
                  <a:lnTo>
                    <a:pt x="82469" y="460842"/>
                  </a:lnTo>
                  <a:cubicBezTo>
                    <a:pt x="88836" y="485624"/>
                    <a:pt x="103479" y="506594"/>
                    <a:pt x="123852" y="519938"/>
                  </a:cubicBezTo>
                  <a:cubicBezTo>
                    <a:pt x="143588" y="533282"/>
                    <a:pt x="166508" y="537094"/>
                    <a:pt x="188154" y="531376"/>
                  </a:cubicBezTo>
                  <a:lnTo>
                    <a:pt x="615351" y="420810"/>
                  </a:lnTo>
                  <a:cubicBezTo>
                    <a:pt x="660553" y="409372"/>
                    <a:pt x="686656" y="358538"/>
                    <a:pt x="673923" y="307703"/>
                  </a:cubicBezTo>
                  <a:lnTo>
                    <a:pt x="619171" y="97374"/>
                  </a:lnTo>
                  <a:cubicBezTo>
                    <a:pt x="612804" y="72592"/>
                    <a:pt x="598161" y="51623"/>
                    <a:pt x="577788" y="38279"/>
                  </a:cubicBezTo>
                  <a:cubicBezTo>
                    <a:pt x="563781" y="28747"/>
                    <a:pt x="548502" y="24299"/>
                    <a:pt x="532585" y="24299"/>
                  </a:cubicBezTo>
                  <a:moveTo>
                    <a:pt x="169055" y="558064"/>
                  </a:moveTo>
                  <a:cubicBezTo>
                    <a:pt x="148682" y="558064"/>
                    <a:pt x="128309" y="551710"/>
                    <a:pt x="110482" y="540272"/>
                  </a:cubicBezTo>
                  <a:cubicBezTo>
                    <a:pt x="85016" y="523750"/>
                    <a:pt x="66553" y="497698"/>
                    <a:pt x="58913" y="467197"/>
                  </a:cubicBezTo>
                  <a:lnTo>
                    <a:pt x="4161" y="256868"/>
                  </a:lnTo>
                  <a:cubicBezTo>
                    <a:pt x="-12392" y="193325"/>
                    <a:pt x="21987" y="129146"/>
                    <a:pt x="79923" y="113895"/>
                  </a:cubicBezTo>
                  <a:lnTo>
                    <a:pt x="507119" y="3330"/>
                  </a:lnTo>
                  <a:cubicBezTo>
                    <a:pt x="535769" y="-4295"/>
                    <a:pt x="565691" y="1423"/>
                    <a:pt x="591158" y="17945"/>
                  </a:cubicBezTo>
                  <a:cubicBezTo>
                    <a:pt x="616624" y="34466"/>
                    <a:pt x="635087" y="60519"/>
                    <a:pt x="642727" y="91020"/>
                  </a:cubicBezTo>
                  <a:lnTo>
                    <a:pt x="697479" y="301349"/>
                  </a:lnTo>
                  <a:cubicBezTo>
                    <a:pt x="714032" y="364892"/>
                    <a:pt x="679653" y="429071"/>
                    <a:pt x="621717" y="444321"/>
                  </a:cubicBezTo>
                  <a:lnTo>
                    <a:pt x="194521" y="554887"/>
                  </a:lnTo>
                  <a:cubicBezTo>
                    <a:pt x="186244" y="556793"/>
                    <a:pt x="177331" y="558064"/>
                    <a:pt x="169055" y="55806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AA197EB2-1F27-378E-93D5-9A47E247A50E}"/>
                </a:ext>
              </a:extLst>
            </p:cNvPr>
            <p:cNvSpPr/>
            <p:nvPr/>
          </p:nvSpPr>
          <p:spPr>
            <a:xfrm>
              <a:off x="981306" y="5178328"/>
              <a:ext cx="42019" cy="41938"/>
            </a:xfrm>
            <a:custGeom>
              <a:avLst/>
              <a:gdLst>
                <a:gd name="connsiteX0" fmla="*/ 21010 w 42019"/>
                <a:gd name="connsiteY0" fmla="*/ 41939 h 41938"/>
                <a:gd name="connsiteX1" fmla="*/ 0 w 42019"/>
                <a:gd name="connsiteY1" fmla="*/ 21605 h 41938"/>
                <a:gd name="connsiteX2" fmla="*/ 0 w 42019"/>
                <a:gd name="connsiteY2" fmla="*/ 21605 h 41938"/>
                <a:gd name="connsiteX3" fmla="*/ 20373 w 42019"/>
                <a:gd name="connsiteY3" fmla="*/ 0 h 41938"/>
                <a:gd name="connsiteX4" fmla="*/ 21010 w 42019"/>
                <a:gd name="connsiteY4" fmla="*/ 0 h 41938"/>
                <a:gd name="connsiteX5" fmla="*/ 42019 w 42019"/>
                <a:gd name="connsiteY5" fmla="*/ 20334 h 41938"/>
                <a:gd name="connsiteX6" fmla="*/ 21010 w 42019"/>
                <a:gd name="connsiteY6" fmla="*/ 41939 h 41938"/>
                <a:gd name="connsiteX7" fmla="*/ 21010 w 42019"/>
                <a:gd name="connsiteY7" fmla="*/ 41939 h 4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19" h="41938">
                  <a:moveTo>
                    <a:pt x="21010" y="41939"/>
                  </a:moveTo>
                  <a:cubicBezTo>
                    <a:pt x="9550" y="41939"/>
                    <a:pt x="0" y="33042"/>
                    <a:pt x="0" y="21605"/>
                  </a:cubicBezTo>
                  <a:lnTo>
                    <a:pt x="0" y="21605"/>
                  </a:lnTo>
                  <a:cubicBezTo>
                    <a:pt x="0" y="10167"/>
                    <a:pt x="8913" y="635"/>
                    <a:pt x="20373" y="0"/>
                  </a:cubicBezTo>
                  <a:lnTo>
                    <a:pt x="21010" y="0"/>
                  </a:lnTo>
                  <a:cubicBezTo>
                    <a:pt x="32470" y="0"/>
                    <a:pt x="42019" y="8896"/>
                    <a:pt x="42019" y="20334"/>
                  </a:cubicBezTo>
                  <a:cubicBezTo>
                    <a:pt x="42019" y="32407"/>
                    <a:pt x="33106" y="41939"/>
                    <a:pt x="21010" y="41939"/>
                  </a:cubicBezTo>
                  <a:lnTo>
                    <a:pt x="21010" y="419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DDD011F7-DB56-B4DC-9551-966BDCE0A9CF}"/>
                </a:ext>
              </a:extLst>
            </p:cNvPr>
            <p:cNvSpPr/>
            <p:nvPr/>
          </p:nvSpPr>
          <p:spPr>
            <a:xfrm>
              <a:off x="857795" y="5075387"/>
              <a:ext cx="41382" cy="41938"/>
            </a:xfrm>
            <a:custGeom>
              <a:avLst/>
              <a:gdLst>
                <a:gd name="connsiteX0" fmla="*/ 21010 w 41382"/>
                <a:gd name="connsiteY0" fmla="*/ 41939 h 41938"/>
                <a:gd name="connsiteX1" fmla="*/ 0 w 41382"/>
                <a:gd name="connsiteY1" fmla="*/ 21605 h 41938"/>
                <a:gd name="connsiteX2" fmla="*/ 5730 w 41382"/>
                <a:gd name="connsiteY2" fmla="*/ 6354 h 41938"/>
                <a:gd name="connsiteX3" fmla="*/ 20373 w 41382"/>
                <a:gd name="connsiteY3" fmla="*/ 0 h 41938"/>
                <a:gd name="connsiteX4" fmla="*/ 35016 w 41382"/>
                <a:gd name="connsiteY4" fmla="*/ 5719 h 41938"/>
                <a:gd name="connsiteX5" fmla="*/ 41383 w 41382"/>
                <a:gd name="connsiteY5" fmla="*/ 20334 h 41938"/>
                <a:gd name="connsiteX6" fmla="*/ 35653 w 41382"/>
                <a:gd name="connsiteY6" fmla="*/ 35584 h 41938"/>
                <a:gd name="connsiteX7" fmla="*/ 21010 w 41382"/>
                <a:gd name="connsiteY7" fmla="*/ 41939 h 41938"/>
                <a:gd name="connsiteX8" fmla="*/ 21010 w 41382"/>
                <a:gd name="connsiteY8" fmla="*/ 41939 h 4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382" h="41938">
                  <a:moveTo>
                    <a:pt x="21010" y="41939"/>
                  </a:moveTo>
                  <a:cubicBezTo>
                    <a:pt x="9550" y="41939"/>
                    <a:pt x="637" y="33043"/>
                    <a:pt x="0" y="21605"/>
                  </a:cubicBezTo>
                  <a:cubicBezTo>
                    <a:pt x="0" y="15886"/>
                    <a:pt x="1910" y="10802"/>
                    <a:pt x="5730" y="6354"/>
                  </a:cubicBezTo>
                  <a:cubicBezTo>
                    <a:pt x="9550" y="2542"/>
                    <a:pt x="14643" y="0"/>
                    <a:pt x="20373" y="0"/>
                  </a:cubicBezTo>
                  <a:cubicBezTo>
                    <a:pt x="25466" y="0"/>
                    <a:pt x="31196" y="1906"/>
                    <a:pt x="35016" y="5719"/>
                  </a:cubicBezTo>
                  <a:cubicBezTo>
                    <a:pt x="38836" y="9532"/>
                    <a:pt x="41383" y="14615"/>
                    <a:pt x="41383" y="20334"/>
                  </a:cubicBezTo>
                  <a:cubicBezTo>
                    <a:pt x="41383" y="26053"/>
                    <a:pt x="39473" y="31136"/>
                    <a:pt x="35653" y="35584"/>
                  </a:cubicBezTo>
                  <a:cubicBezTo>
                    <a:pt x="32469" y="39397"/>
                    <a:pt x="26740" y="41303"/>
                    <a:pt x="21010" y="41939"/>
                  </a:cubicBezTo>
                  <a:lnTo>
                    <a:pt x="21010" y="419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87A0A3D6-331F-6231-D66A-FC5E7ACB0866}"/>
                </a:ext>
              </a:extLst>
            </p:cNvPr>
            <p:cNvSpPr/>
            <p:nvPr/>
          </p:nvSpPr>
          <p:spPr>
            <a:xfrm>
              <a:off x="827872" y="5227256"/>
              <a:ext cx="42019" cy="41938"/>
            </a:xfrm>
            <a:custGeom>
              <a:avLst/>
              <a:gdLst>
                <a:gd name="connsiteX0" fmla="*/ 21010 w 42019"/>
                <a:gd name="connsiteY0" fmla="*/ 41939 h 41938"/>
                <a:gd name="connsiteX1" fmla="*/ 6367 w 42019"/>
                <a:gd name="connsiteY1" fmla="*/ 36220 h 41938"/>
                <a:gd name="connsiteX2" fmla="*/ 0 w 42019"/>
                <a:gd name="connsiteY2" fmla="*/ 21605 h 41938"/>
                <a:gd name="connsiteX3" fmla="*/ 5730 w 42019"/>
                <a:gd name="connsiteY3" fmla="*/ 6354 h 41938"/>
                <a:gd name="connsiteX4" fmla="*/ 20373 w 42019"/>
                <a:gd name="connsiteY4" fmla="*/ 0 h 41938"/>
                <a:gd name="connsiteX5" fmla="*/ 42019 w 42019"/>
                <a:gd name="connsiteY5" fmla="*/ 20334 h 41938"/>
                <a:gd name="connsiteX6" fmla="*/ 21010 w 42019"/>
                <a:gd name="connsiteY6" fmla="*/ 41939 h 41938"/>
                <a:gd name="connsiteX7" fmla="*/ 21010 w 42019"/>
                <a:gd name="connsiteY7" fmla="*/ 41939 h 4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19" h="41938">
                  <a:moveTo>
                    <a:pt x="21010" y="41939"/>
                  </a:moveTo>
                  <a:cubicBezTo>
                    <a:pt x="15280" y="41939"/>
                    <a:pt x="10186" y="40032"/>
                    <a:pt x="6367" y="36220"/>
                  </a:cubicBezTo>
                  <a:cubicBezTo>
                    <a:pt x="2547" y="32407"/>
                    <a:pt x="0" y="27324"/>
                    <a:pt x="0" y="21605"/>
                  </a:cubicBezTo>
                  <a:cubicBezTo>
                    <a:pt x="0" y="15886"/>
                    <a:pt x="1910" y="10802"/>
                    <a:pt x="5730" y="6354"/>
                  </a:cubicBezTo>
                  <a:cubicBezTo>
                    <a:pt x="9550" y="2542"/>
                    <a:pt x="14643" y="0"/>
                    <a:pt x="20373" y="0"/>
                  </a:cubicBezTo>
                  <a:cubicBezTo>
                    <a:pt x="31833" y="0"/>
                    <a:pt x="41383" y="8896"/>
                    <a:pt x="42019" y="20334"/>
                  </a:cubicBezTo>
                  <a:cubicBezTo>
                    <a:pt x="42019" y="31772"/>
                    <a:pt x="33106" y="41303"/>
                    <a:pt x="21010" y="41939"/>
                  </a:cubicBezTo>
                  <a:lnTo>
                    <a:pt x="21010" y="419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645FEDE4-9D3A-B952-3E2D-57CB8C212DAC}"/>
                </a:ext>
              </a:extLst>
            </p:cNvPr>
            <p:cNvSpPr/>
            <p:nvPr/>
          </p:nvSpPr>
          <p:spPr>
            <a:xfrm>
              <a:off x="304973" y="5122349"/>
              <a:ext cx="236318" cy="310787"/>
            </a:xfrm>
            <a:custGeom>
              <a:avLst/>
              <a:gdLst>
                <a:gd name="connsiteX0" fmla="*/ 165735 w 236318"/>
                <a:gd name="connsiteY0" fmla="*/ 310787 h 310787"/>
                <a:gd name="connsiteX1" fmla="*/ 3388 w 236318"/>
                <a:gd name="connsiteY1" fmla="*/ 193868 h 310787"/>
                <a:gd name="connsiteX2" fmla="*/ 23124 w 236318"/>
                <a:gd name="connsiteY2" fmla="*/ 83938 h 310787"/>
                <a:gd name="connsiteX3" fmla="*/ 140269 w 236318"/>
                <a:gd name="connsiteY3" fmla="*/ 3237 h 310787"/>
                <a:gd name="connsiteX4" fmla="*/ 160005 w 236318"/>
                <a:gd name="connsiteY4" fmla="*/ 60 h 310787"/>
                <a:gd name="connsiteX5" fmla="*/ 173375 w 236318"/>
                <a:gd name="connsiteY5" fmla="*/ 10863 h 310787"/>
                <a:gd name="connsiteX6" fmla="*/ 162552 w 236318"/>
                <a:gd name="connsiteY6" fmla="*/ 24207 h 310787"/>
                <a:gd name="connsiteX7" fmla="*/ 145362 w 236318"/>
                <a:gd name="connsiteY7" fmla="*/ 27384 h 310787"/>
                <a:gd name="connsiteX8" fmla="*/ 43497 w 236318"/>
                <a:gd name="connsiteY8" fmla="*/ 97282 h 310787"/>
                <a:gd name="connsiteX9" fmla="*/ 26944 w 236318"/>
                <a:gd name="connsiteY9" fmla="*/ 188784 h 310787"/>
                <a:gd name="connsiteX10" fmla="*/ 204571 w 236318"/>
                <a:gd name="connsiteY10" fmla="*/ 282193 h 310787"/>
                <a:gd name="connsiteX11" fmla="*/ 220488 w 236318"/>
                <a:gd name="connsiteY11" fmla="*/ 277745 h 310787"/>
                <a:gd name="connsiteX12" fmla="*/ 235768 w 236318"/>
                <a:gd name="connsiteY12" fmla="*/ 285370 h 310787"/>
                <a:gd name="connsiteX13" fmla="*/ 228128 w 236318"/>
                <a:gd name="connsiteY13" fmla="*/ 300621 h 310787"/>
                <a:gd name="connsiteX14" fmla="*/ 209665 w 236318"/>
                <a:gd name="connsiteY14" fmla="*/ 305704 h 310787"/>
                <a:gd name="connsiteX15" fmla="*/ 165735 w 236318"/>
                <a:gd name="connsiteY15" fmla="*/ 310787 h 310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6318" h="310787">
                  <a:moveTo>
                    <a:pt x="165735" y="310787"/>
                  </a:moveTo>
                  <a:cubicBezTo>
                    <a:pt x="88063" y="310787"/>
                    <a:pt x="19304" y="264401"/>
                    <a:pt x="3388" y="193868"/>
                  </a:cubicBezTo>
                  <a:cubicBezTo>
                    <a:pt x="-4888" y="157013"/>
                    <a:pt x="2115" y="118251"/>
                    <a:pt x="23124" y="83938"/>
                  </a:cubicBezTo>
                  <a:cubicBezTo>
                    <a:pt x="47954" y="43905"/>
                    <a:pt x="90610" y="14675"/>
                    <a:pt x="140269" y="3237"/>
                  </a:cubicBezTo>
                  <a:cubicBezTo>
                    <a:pt x="146636" y="1967"/>
                    <a:pt x="153639" y="696"/>
                    <a:pt x="160005" y="60"/>
                  </a:cubicBezTo>
                  <a:cubicBezTo>
                    <a:pt x="167009" y="-575"/>
                    <a:pt x="172739" y="3873"/>
                    <a:pt x="173375" y="10863"/>
                  </a:cubicBezTo>
                  <a:cubicBezTo>
                    <a:pt x="174012" y="17217"/>
                    <a:pt x="169555" y="23571"/>
                    <a:pt x="162552" y="24207"/>
                  </a:cubicBezTo>
                  <a:cubicBezTo>
                    <a:pt x="156822" y="24842"/>
                    <a:pt x="151092" y="26113"/>
                    <a:pt x="145362" y="27384"/>
                  </a:cubicBezTo>
                  <a:cubicBezTo>
                    <a:pt x="102070" y="37551"/>
                    <a:pt x="65144" y="62968"/>
                    <a:pt x="43497" y="97282"/>
                  </a:cubicBezTo>
                  <a:cubicBezTo>
                    <a:pt x="25671" y="125876"/>
                    <a:pt x="19941" y="158283"/>
                    <a:pt x="26944" y="188784"/>
                  </a:cubicBezTo>
                  <a:cubicBezTo>
                    <a:pt x="43497" y="259317"/>
                    <a:pt x="123079" y="301256"/>
                    <a:pt x="204571" y="282193"/>
                  </a:cubicBezTo>
                  <a:cubicBezTo>
                    <a:pt x="210301" y="280922"/>
                    <a:pt x="215395" y="279651"/>
                    <a:pt x="220488" y="277745"/>
                  </a:cubicBezTo>
                  <a:cubicBezTo>
                    <a:pt x="226854" y="275839"/>
                    <a:pt x="233858" y="279016"/>
                    <a:pt x="235768" y="285370"/>
                  </a:cubicBezTo>
                  <a:cubicBezTo>
                    <a:pt x="237678" y="291724"/>
                    <a:pt x="234494" y="298714"/>
                    <a:pt x="228128" y="300621"/>
                  </a:cubicBezTo>
                  <a:cubicBezTo>
                    <a:pt x="222398" y="302527"/>
                    <a:pt x="216031" y="304433"/>
                    <a:pt x="209665" y="305704"/>
                  </a:cubicBezTo>
                  <a:cubicBezTo>
                    <a:pt x="195658" y="308881"/>
                    <a:pt x="180378" y="310787"/>
                    <a:pt x="165735" y="310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79A048A9-E8C2-DC8F-038F-B3DE34AFACE2}"/>
                </a:ext>
              </a:extLst>
            </p:cNvPr>
            <p:cNvSpPr/>
            <p:nvPr/>
          </p:nvSpPr>
          <p:spPr>
            <a:xfrm>
              <a:off x="1084531" y="4942649"/>
              <a:ext cx="236954" cy="310660"/>
            </a:xfrm>
            <a:custGeom>
              <a:avLst/>
              <a:gdLst>
                <a:gd name="connsiteX0" fmla="*/ 75039 w 236954"/>
                <a:gd name="connsiteY0" fmla="*/ 310660 h 310660"/>
                <a:gd name="connsiteX1" fmla="*/ 62943 w 236954"/>
                <a:gd name="connsiteY1" fmla="*/ 299858 h 310660"/>
                <a:gd name="connsiteX2" fmla="*/ 73766 w 236954"/>
                <a:gd name="connsiteY2" fmla="*/ 286514 h 310660"/>
                <a:gd name="connsiteX3" fmla="*/ 90956 w 236954"/>
                <a:gd name="connsiteY3" fmla="*/ 283336 h 310660"/>
                <a:gd name="connsiteX4" fmla="*/ 192821 w 236954"/>
                <a:gd name="connsiteY4" fmla="*/ 213439 h 310660"/>
                <a:gd name="connsiteX5" fmla="*/ 209374 w 236954"/>
                <a:gd name="connsiteY5" fmla="*/ 121936 h 310660"/>
                <a:gd name="connsiteX6" fmla="*/ 31747 w 236954"/>
                <a:gd name="connsiteY6" fmla="*/ 28527 h 310660"/>
                <a:gd name="connsiteX7" fmla="*/ 15830 w 236954"/>
                <a:gd name="connsiteY7" fmla="*/ 32975 h 310660"/>
                <a:gd name="connsiteX8" fmla="*/ 550 w 236954"/>
                <a:gd name="connsiteY8" fmla="*/ 25350 h 310660"/>
                <a:gd name="connsiteX9" fmla="*/ 8190 w 236954"/>
                <a:gd name="connsiteY9" fmla="*/ 10100 h 310660"/>
                <a:gd name="connsiteX10" fmla="*/ 26653 w 236954"/>
                <a:gd name="connsiteY10" fmla="*/ 5016 h 310660"/>
                <a:gd name="connsiteX11" fmla="*/ 233567 w 236954"/>
                <a:gd name="connsiteY11" fmla="*/ 116853 h 310660"/>
                <a:gd name="connsiteX12" fmla="*/ 213830 w 236954"/>
                <a:gd name="connsiteY12" fmla="*/ 226783 h 310660"/>
                <a:gd name="connsiteX13" fmla="*/ 96686 w 236954"/>
                <a:gd name="connsiteY13" fmla="*/ 307483 h 310660"/>
                <a:gd name="connsiteX14" fmla="*/ 76949 w 236954"/>
                <a:gd name="connsiteY14" fmla="*/ 310660 h 310660"/>
                <a:gd name="connsiteX15" fmla="*/ 75039 w 236954"/>
                <a:gd name="connsiteY15" fmla="*/ 310660 h 310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6954" h="310660">
                  <a:moveTo>
                    <a:pt x="75039" y="310660"/>
                  </a:moveTo>
                  <a:cubicBezTo>
                    <a:pt x="68673" y="310660"/>
                    <a:pt x="63579" y="306212"/>
                    <a:pt x="62943" y="299858"/>
                  </a:cubicBezTo>
                  <a:cubicBezTo>
                    <a:pt x="62306" y="292868"/>
                    <a:pt x="66763" y="287149"/>
                    <a:pt x="73766" y="286514"/>
                  </a:cubicBezTo>
                  <a:cubicBezTo>
                    <a:pt x="79496" y="285878"/>
                    <a:pt x="85226" y="284607"/>
                    <a:pt x="90956" y="283336"/>
                  </a:cubicBezTo>
                  <a:cubicBezTo>
                    <a:pt x="134248" y="273169"/>
                    <a:pt x="171174" y="247752"/>
                    <a:pt x="192821" y="213439"/>
                  </a:cubicBezTo>
                  <a:cubicBezTo>
                    <a:pt x="210647" y="184844"/>
                    <a:pt x="216377" y="152437"/>
                    <a:pt x="209374" y="121936"/>
                  </a:cubicBezTo>
                  <a:cubicBezTo>
                    <a:pt x="192821" y="51403"/>
                    <a:pt x="113239" y="9464"/>
                    <a:pt x="31747" y="28527"/>
                  </a:cubicBezTo>
                  <a:cubicBezTo>
                    <a:pt x="26017" y="29798"/>
                    <a:pt x="20923" y="31069"/>
                    <a:pt x="15830" y="32975"/>
                  </a:cubicBezTo>
                  <a:cubicBezTo>
                    <a:pt x="9464" y="34882"/>
                    <a:pt x="2460" y="31704"/>
                    <a:pt x="550" y="25350"/>
                  </a:cubicBezTo>
                  <a:cubicBezTo>
                    <a:pt x="-1359" y="18996"/>
                    <a:pt x="1824" y="12006"/>
                    <a:pt x="8190" y="10100"/>
                  </a:cubicBezTo>
                  <a:cubicBezTo>
                    <a:pt x="14557" y="8193"/>
                    <a:pt x="20287" y="6287"/>
                    <a:pt x="26653" y="5016"/>
                  </a:cubicBezTo>
                  <a:cubicBezTo>
                    <a:pt x="121515" y="-16589"/>
                    <a:pt x="213830" y="33611"/>
                    <a:pt x="233567" y="116853"/>
                  </a:cubicBezTo>
                  <a:cubicBezTo>
                    <a:pt x="241843" y="153708"/>
                    <a:pt x="234840" y="192469"/>
                    <a:pt x="213830" y="226783"/>
                  </a:cubicBezTo>
                  <a:cubicBezTo>
                    <a:pt x="189001" y="266815"/>
                    <a:pt x="146345" y="296045"/>
                    <a:pt x="96686" y="307483"/>
                  </a:cubicBezTo>
                  <a:cubicBezTo>
                    <a:pt x="90319" y="308754"/>
                    <a:pt x="83316" y="310025"/>
                    <a:pt x="76949" y="310660"/>
                  </a:cubicBezTo>
                  <a:cubicBezTo>
                    <a:pt x="76313" y="310660"/>
                    <a:pt x="75676" y="310660"/>
                    <a:pt x="75039" y="3106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FDEFC3BE-6D27-FC28-0242-5FC591A99660}"/>
                </a:ext>
              </a:extLst>
            </p:cNvPr>
            <p:cNvSpPr/>
            <p:nvPr/>
          </p:nvSpPr>
          <p:spPr>
            <a:xfrm>
              <a:off x="146069" y="4198260"/>
              <a:ext cx="709123" cy="667434"/>
            </a:xfrm>
            <a:custGeom>
              <a:avLst/>
              <a:gdLst>
                <a:gd name="connsiteX0" fmla="*/ 173751 w 709123"/>
                <a:gd name="connsiteY0" fmla="*/ 64407 h 667434"/>
                <a:gd name="connsiteX1" fmla="*/ 44510 w 709123"/>
                <a:gd name="connsiteY1" fmla="*/ 239152 h 667434"/>
                <a:gd name="connsiteX2" fmla="*/ 56607 w 709123"/>
                <a:gd name="connsiteY2" fmla="*/ 365603 h 667434"/>
                <a:gd name="connsiteX3" fmla="*/ 411224 w 709123"/>
                <a:gd name="connsiteY3" fmla="*/ 627402 h 667434"/>
                <a:gd name="connsiteX4" fmla="*/ 475526 w 709123"/>
                <a:gd name="connsiteY4" fmla="*/ 640746 h 667434"/>
                <a:gd name="connsiteX5" fmla="*/ 536009 w 709123"/>
                <a:gd name="connsiteY5" fmla="*/ 601349 h 667434"/>
                <a:gd name="connsiteX6" fmla="*/ 665250 w 709123"/>
                <a:gd name="connsiteY6" fmla="*/ 426605 h 667434"/>
                <a:gd name="connsiteX7" fmla="*/ 653154 w 709123"/>
                <a:gd name="connsiteY7" fmla="*/ 300153 h 667434"/>
                <a:gd name="connsiteX8" fmla="*/ 298536 w 709123"/>
                <a:gd name="connsiteY8" fmla="*/ 38355 h 667434"/>
                <a:gd name="connsiteX9" fmla="*/ 234234 w 709123"/>
                <a:gd name="connsiteY9" fmla="*/ 25010 h 667434"/>
                <a:gd name="connsiteX10" fmla="*/ 173751 w 709123"/>
                <a:gd name="connsiteY10" fmla="*/ 64407 h 667434"/>
                <a:gd name="connsiteX11" fmla="*/ 457700 w 709123"/>
                <a:gd name="connsiteY11" fmla="*/ 667434 h 667434"/>
                <a:gd name="connsiteX12" fmla="*/ 396581 w 709123"/>
                <a:gd name="connsiteY12" fmla="*/ 647736 h 667434"/>
                <a:gd name="connsiteX13" fmla="*/ 41964 w 709123"/>
                <a:gd name="connsiteY13" fmla="*/ 385937 h 667434"/>
                <a:gd name="connsiteX14" fmla="*/ 24774 w 709123"/>
                <a:gd name="connsiteY14" fmla="*/ 225172 h 667434"/>
                <a:gd name="connsiteX15" fmla="*/ 154015 w 709123"/>
                <a:gd name="connsiteY15" fmla="*/ 50428 h 667434"/>
                <a:gd name="connsiteX16" fmla="*/ 229141 w 709123"/>
                <a:gd name="connsiteY16" fmla="*/ 2135 h 667434"/>
                <a:gd name="connsiteX17" fmla="*/ 312543 w 709123"/>
                <a:gd name="connsiteY17" fmla="*/ 19927 h 667434"/>
                <a:gd name="connsiteX18" fmla="*/ 667160 w 709123"/>
                <a:gd name="connsiteY18" fmla="*/ 281726 h 667434"/>
                <a:gd name="connsiteX19" fmla="*/ 684350 w 709123"/>
                <a:gd name="connsiteY19" fmla="*/ 442491 h 667434"/>
                <a:gd name="connsiteX20" fmla="*/ 555109 w 709123"/>
                <a:gd name="connsiteY20" fmla="*/ 616600 h 667434"/>
                <a:gd name="connsiteX21" fmla="*/ 479983 w 709123"/>
                <a:gd name="connsiteY21" fmla="*/ 664893 h 667434"/>
                <a:gd name="connsiteX22" fmla="*/ 457700 w 709123"/>
                <a:gd name="connsiteY22" fmla="*/ 667434 h 667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09123" h="667434">
                  <a:moveTo>
                    <a:pt x="173751" y="64407"/>
                  </a:moveTo>
                  <a:lnTo>
                    <a:pt x="44510" y="239152"/>
                  </a:lnTo>
                  <a:cubicBezTo>
                    <a:pt x="13314" y="281090"/>
                    <a:pt x="18407" y="338280"/>
                    <a:pt x="56607" y="365603"/>
                  </a:cubicBezTo>
                  <a:lnTo>
                    <a:pt x="411224" y="627402"/>
                  </a:lnTo>
                  <a:cubicBezTo>
                    <a:pt x="429051" y="640746"/>
                    <a:pt x="451970" y="645830"/>
                    <a:pt x="475526" y="640746"/>
                  </a:cubicBezTo>
                  <a:cubicBezTo>
                    <a:pt x="499083" y="636298"/>
                    <a:pt x="520729" y="622319"/>
                    <a:pt x="536009" y="601349"/>
                  </a:cubicBezTo>
                  <a:lnTo>
                    <a:pt x="665250" y="426605"/>
                  </a:lnTo>
                  <a:cubicBezTo>
                    <a:pt x="696446" y="384666"/>
                    <a:pt x="691353" y="327477"/>
                    <a:pt x="653154" y="300153"/>
                  </a:cubicBezTo>
                  <a:lnTo>
                    <a:pt x="298536" y="38355"/>
                  </a:lnTo>
                  <a:cubicBezTo>
                    <a:pt x="280710" y="25010"/>
                    <a:pt x="257790" y="19927"/>
                    <a:pt x="234234" y="25010"/>
                  </a:cubicBezTo>
                  <a:cubicBezTo>
                    <a:pt x="210041" y="30094"/>
                    <a:pt x="189031" y="43438"/>
                    <a:pt x="173751" y="64407"/>
                  </a:cubicBezTo>
                  <a:moveTo>
                    <a:pt x="457700" y="667434"/>
                  </a:moveTo>
                  <a:cubicBezTo>
                    <a:pt x="435417" y="667434"/>
                    <a:pt x="414407" y="660445"/>
                    <a:pt x="396581" y="647736"/>
                  </a:cubicBezTo>
                  <a:lnTo>
                    <a:pt x="41964" y="385937"/>
                  </a:lnTo>
                  <a:cubicBezTo>
                    <a:pt x="-6422" y="350353"/>
                    <a:pt x="-14062" y="277913"/>
                    <a:pt x="24774" y="225172"/>
                  </a:cubicBezTo>
                  <a:lnTo>
                    <a:pt x="154015" y="50428"/>
                  </a:lnTo>
                  <a:cubicBezTo>
                    <a:pt x="173115" y="25010"/>
                    <a:pt x="199854" y="7854"/>
                    <a:pt x="229141" y="2135"/>
                  </a:cubicBezTo>
                  <a:cubicBezTo>
                    <a:pt x="259063" y="-3584"/>
                    <a:pt x="288986" y="2135"/>
                    <a:pt x="312543" y="19927"/>
                  </a:cubicBezTo>
                  <a:lnTo>
                    <a:pt x="667160" y="281726"/>
                  </a:lnTo>
                  <a:cubicBezTo>
                    <a:pt x="715546" y="317310"/>
                    <a:pt x="723186" y="389750"/>
                    <a:pt x="684350" y="442491"/>
                  </a:cubicBezTo>
                  <a:lnTo>
                    <a:pt x="555109" y="616600"/>
                  </a:lnTo>
                  <a:cubicBezTo>
                    <a:pt x="536009" y="642017"/>
                    <a:pt x="509269" y="659174"/>
                    <a:pt x="479983" y="664893"/>
                  </a:cubicBezTo>
                  <a:cubicBezTo>
                    <a:pt x="472343" y="666163"/>
                    <a:pt x="464703" y="667434"/>
                    <a:pt x="457700" y="667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FBD8D0E4-B765-951C-D993-8ECA9B000403}"/>
                </a:ext>
              </a:extLst>
            </p:cNvPr>
            <p:cNvSpPr/>
            <p:nvPr/>
          </p:nvSpPr>
          <p:spPr>
            <a:xfrm>
              <a:off x="508347" y="4602065"/>
              <a:ext cx="42063" cy="41226"/>
            </a:xfrm>
            <a:custGeom>
              <a:avLst/>
              <a:gdLst>
                <a:gd name="connsiteX0" fmla="*/ 20933 w 42063"/>
                <a:gd name="connsiteY0" fmla="*/ 41227 h 41226"/>
                <a:gd name="connsiteX1" fmla="*/ 5016 w 42063"/>
                <a:gd name="connsiteY1" fmla="*/ 34237 h 41226"/>
                <a:gd name="connsiteX2" fmla="*/ 7563 w 42063"/>
                <a:gd name="connsiteY2" fmla="*/ 5007 h 41226"/>
                <a:gd name="connsiteX3" fmla="*/ 36849 w 42063"/>
                <a:gd name="connsiteY3" fmla="*/ 7549 h 41226"/>
                <a:gd name="connsiteX4" fmla="*/ 41943 w 42063"/>
                <a:gd name="connsiteY4" fmla="*/ 22799 h 41226"/>
                <a:gd name="connsiteX5" fmla="*/ 34939 w 42063"/>
                <a:gd name="connsiteY5" fmla="*/ 36779 h 41226"/>
                <a:gd name="connsiteX6" fmla="*/ 20933 w 42063"/>
                <a:gd name="connsiteY6" fmla="*/ 41227 h 41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063" h="41226">
                  <a:moveTo>
                    <a:pt x="20933" y="41227"/>
                  </a:moveTo>
                  <a:cubicBezTo>
                    <a:pt x="15203" y="41227"/>
                    <a:pt x="8836" y="38685"/>
                    <a:pt x="5016" y="34237"/>
                  </a:cubicBezTo>
                  <a:cubicBezTo>
                    <a:pt x="-2623" y="25341"/>
                    <a:pt x="-1350" y="11997"/>
                    <a:pt x="7563" y="5007"/>
                  </a:cubicBezTo>
                  <a:cubicBezTo>
                    <a:pt x="16476" y="-2618"/>
                    <a:pt x="29846" y="-1348"/>
                    <a:pt x="36849" y="7549"/>
                  </a:cubicBezTo>
                  <a:cubicBezTo>
                    <a:pt x="40669" y="11997"/>
                    <a:pt x="42579" y="17080"/>
                    <a:pt x="41943" y="22799"/>
                  </a:cubicBezTo>
                  <a:cubicBezTo>
                    <a:pt x="41306" y="28518"/>
                    <a:pt x="38759" y="33601"/>
                    <a:pt x="34939" y="36779"/>
                  </a:cubicBezTo>
                  <a:cubicBezTo>
                    <a:pt x="30483" y="39956"/>
                    <a:pt x="25390" y="41227"/>
                    <a:pt x="20933" y="412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BC096BF-5651-05BE-0C59-D9D1A6C48DA1}"/>
                </a:ext>
              </a:extLst>
            </p:cNvPr>
            <p:cNvSpPr/>
            <p:nvPr/>
          </p:nvSpPr>
          <p:spPr>
            <a:xfrm>
              <a:off x="510817" y="4440665"/>
              <a:ext cx="41503" cy="41862"/>
            </a:xfrm>
            <a:custGeom>
              <a:avLst/>
              <a:gdLst>
                <a:gd name="connsiteX0" fmla="*/ 21010 w 41503"/>
                <a:gd name="connsiteY0" fmla="*/ 41862 h 41862"/>
                <a:gd name="connsiteX1" fmla="*/ 5093 w 41503"/>
                <a:gd name="connsiteY1" fmla="*/ 34237 h 41862"/>
                <a:gd name="connsiteX2" fmla="*/ 0 w 41503"/>
                <a:gd name="connsiteY2" fmla="*/ 18986 h 41862"/>
                <a:gd name="connsiteX3" fmla="*/ 7003 w 41503"/>
                <a:gd name="connsiteY3" fmla="*/ 5007 h 41862"/>
                <a:gd name="connsiteX4" fmla="*/ 36289 w 41503"/>
                <a:gd name="connsiteY4" fmla="*/ 7549 h 41862"/>
                <a:gd name="connsiteX5" fmla="*/ 41383 w 41503"/>
                <a:gd name="connsiteY5" fmla="*/ 22799 h 41862"/>
                <a:gd name="connsiteX6" fmla="*/ 34379 w 41503"/>
                <a:gd name="connsiteY6" fmla="*/ 36779 h 41862"/>
                <a:gd name="connsiteX7" fmla="*/ 21010 w 41503"/>
                <a:gd name="connsiteY7" fmla="*/ 41862 h 4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503" h="41862">
                  <a:moveTo>
                    <a:pt x="21010" y="41862"/>
                  </a:moveTo>
                  <a:cubicBezTo>
                    <a:pt x="15280" y="41862"/>
                    <a:pt x="8913" y="39320"/>
                    <a:pt x="5093" y="34237"/>
                  </a:cubicBezTo>
                  <a:cubicBezTo>
                    <a:pt x="1273" y="29789"/>
                    <a:pt x="0" y="24705"/>
                    <a:pt x="0" y="18986"/>
                  </a:cubicBezTo>
                  <a:cubicBezTo>
                    <a:pt x="637" y="13268"/>
                    <a:pt x="3183" y="8184"/>
                    <a:pt x="7003" y="5007"/>
                  </a:cubicBezTo>
                  <a:cubicBezTo>
                    <a:pt x="15916" y="-2618"/>
                    <a:pt x="29286" y="-1347"/>
                    <a:pt x="36289" y="7549"/>
                  </a:cubicBezTo>
                  <a:cubicBezTo>
                    <a:pt x="40109" y="11997"/>
                    <a:pt x="42019" y="17080"/>
                    <a:pt x="41383" y="22799"/>
                  </a:cubicBezTo>
                  <a:cubicBezTo>
                    <a:pt x="40746" y="28518"/>
                    <a:pt x="38199" y="33601"/>
                    <a:pt x="34379" y="36779"/>
                  </a:cubicBezTo>
                  <a:cubicBezTo>
                    <a:pt x="30559" y="39956"/>
                    <a:pt x="25466" y="41862"/>
                    <a:pt x="21010" y="4186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0CF3BB2B-95AB-8F18-0DB5-3ED5EC330262}"/>
                </a:ext>
              </a:extLst>
            </p:cNvPr>
            <p:cNvSpPr/>
            <p:nvPr/>
          </p:nvSpPr>
          <p:spPr>
            <a:xfrm>
              <a:off x="666714" y="4601912"/>
              <a:ext cx="283110" cy="297460"/>
            </a:xfrm>
            <a:custGeom>
              <a:avLst/>
              <a:gdLst>
                <a:gd name="connsiteX0" fmla="*/ 134418 w 283110"/>
                <a:gd name="connsiteY0" fmla="*/ 297460 h 297460"/>
                <a:gd name="connsiteX1" fmla="*/ 19183 w 283110"/>
                <a:gd name="connsiteY1" fmla="*/ 256793 h 297460"/>
                <a:gd name="connsiteX2" fmla="*/ 3904 w 283110"/>
                <a:gd name="connsiteY2" fmla="*/ 244084 h 297460"/>
                <a:gd name="connsiteX3" fmla="*/ 3267 w 283110"/>
                <a:gd name="connsiteY3" fmla="*/ 226927 h 297460"/>
                <a:gd name="connsiteX4" fmla="*/ 20457 w 283110"/>
                <a:gd name="connsiteY4" fmla="*/ 226292 h 297460"/>
                <a:gd name="connsiteX5" fmla="*/ 33826 w 283110"/>
                <a:gd name="connsiteY5" fmla="*/ 237730 h 297460"/>
                <a:gd name="connsiteX6" fmla="*/ 233736 w 283110"/>
                <a:gd name="connsiteY6" fmla="*/ 227563 h 297460"/>
                <a:gd name="connsiteX7" fmla="*/ 256019 w 283110"/>
                <a:gd name="connsiteY7" fmla="*/ 128435 h 297460"/>
                <a:gd name="connsiteX8" fmla="*/ 195537 w 283110"/>
                <a:gd name="connsiteY8" fmla="*/ 31849 h 297460"/>
                <a:gd name="connsiteX9" fmla="*/ 181531 w 283110"/>
                <a:gd name="connsiteY9" fmla="*/ 22317 h 297460"/>
                <a:gd name="connsiteX10" fmla="*/ 177711 w 283110"/>
                <a:gd name="connsiteY10" fmla="*/ 5796 h 297460"/>
                <a:gd name="connsiteX11" fmla="*/ 194264 w 283110"/>
                <a:gd name="connsiteY11" fmla="*/ 1983 h 297460"/>
                <a:gd name="connsiteX12" fmla="*/ 210180 w 283110"/>
                <a:gd name="connsiteY12" fmla="*/ 12786 h 297460"/>
                <a:gd name="connsiteX13" fmla="*/ 280212 w 283110"/>
                <a:gd name="connsiteY13" fmla="*/ 123987 h 297460"/>
                <a:gd name="connsiteX14" fmla="*/ 252836 w 283110"/>
                <a:gd name="connsiteY14" fmla="*/ 242813 h 297460"/>
                <a:gd name="connsiteX15" fmla="*/ 134418 w 283110"/>
                <a:gd name="connsiteY15" fmla="*/ 297460 h 297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3110" h="297460">
                  <a:moveTo>
                    <a:pt x="134418" y="297460"/>
                  </a:moveTo>
                  <a:cubicBezTo>
                    <a:pt x="94945" y="297460"/>
                    <a:pt x="54199" y="284116"/>
                    <a:pt x="19183" y="256793"/>
                  </a:cubicBezTo>
                  <a:cubicBezTo>
                    <a:pt x="14090" y="252980"/>
                    <a:pt x="8997" y="248532"/>
                    <a:pt x="3904" y="244084"/>
                  </a:cubicBezTo>
                  <a:cubicBezTo>
                    <a:pt x="-1190" y="239636"/>
                    <a:pt x="-1190" y="232011"/>
                    <a:pt x="3267" y="226927"/>
                  </a:cubicBezTo>
                  <a:cubicBezTo>
                    <a:pt x="7723" y="221844"/>
                    <a:pt x="15363" y="221844"/>
                    <a:pt x="20457" y="226292"/>
                  </a:cubicBezTo>
                  <a:cubicBezTo>
                    <a:pt x="24913" y="230104"/>
                    <a:pt x="29370" y="233917"/>
                    <a:pt x="33826" y="237730"/>
                  </a:cubicBezTo>
                  <a:cubicBezTo>
                    <a:pt x="99402" y="289200"/>
                    <a:pt x="189170" y="284116"/>
                    <a:pt x="233736" y="227563"/>
                  </a:cubicBezTo>
                  <a:cubicBezTo>
                    <a:pt x="255383" y="200239"/>
                    <a:pt x="263023" y="164655"/>
                    <a:pt x="256019" y="128435"/>
                  </a:cubicBezTo>
                  <a:cubicBezTo>
                    <a:pt x="249016" y="90944"/>
                    <a:pt x="227370" y="56631"/>
                    <a:pt x="195537" y="31849"/>
                  </a:cubicBezTo>
                  <a:cubicBezTo>
                    <a:pt x="191080" y="28672"/>
                    <a:pt x="186624" y="25495"/>
                    <a:pt x="181531" y="22317"/>
                  </a:cubicBezTo>
                  <a:cubicBezTo>
                    <a:pt x="175801" y="18505"/>
                    <a:pt x="173891" y="10880"/>
                    <a:pt x="177711" y="5796"/>
                  </a:cubicBezTo>
                  <a:cubicBezTo>
                    <a:pt x="181531" y="77"/>
                    <a:pt x="189170" y="-1829"/>
                    <a:pt x="194264" y="1983"/>
                  </a:cubicBezTo>
                  <a:cubicBezTo>
                    <a:pt x="199994" y="5161"/>
                    <a:pt x="205087" y="8973"/>
                    <a:pt x="210180" y="12786"/>
                  </a:cubicBezTo>
                  <a:cubicBezTo>
                    <a:pt x="247106" y="41380"/>
                    <a:pt x="271936" y="80777"/>
                    <a:pt x="280212" y="123987"/>
                  </a:cubicBezTo>
                  <a:cubicBezTo>
                    <a:pt x="288489" y="167832"/>
                    <a:pt x="278939" y="209771"/>
                    <a:pt x="252836" y="242813"/>
                  </a:cubicBezTo>
                  <a:cubicBezTo>
                    <a:pt x="224823" y="278397"/>
                    <a:pt x="180894" y="297460"/>
                    <a:pt x="134418" y="2974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471F6F04-E54B-0B00-4161-11B2266A7B64}"/>
                </a:ext>
              </a:extLst>
            </p:cNvPr>
            <p:cNvSpPr/>
            <p:nvPr/>
          </p:nvSpPr>
          <p:spPr>
            <a:xfrm>
              <a:off x="845197" y="4075375"/>
              <a:ext cx="645298" cy="712796"/>
            </a:xfrm>
            <a:custGeom>
              <a:avLst/>
              <a:gdLst>
                <a:gd name="connsiteX0" fmla="*/ 260894 w 645298"/>
                <a:gd name="connsiteY0" fmla="*/ 38600 h 712796"/>
                <a:gd name="connsiteX1" fmla="*/ 73717 w 645298"/>
                <a:gd name="connsiteY1" fmla="*/ 148531 h 712796"/>
                <a:gd name="connsiteX2" fmla="*/ 28514 w 645298"/>
                <a:gd name="connsiteY2" fmla="*/ 204449 h 712796"/>
                <a:gd name="connsiteX3" fmla="*/ 35517 w 645298"/>
                <a:gd name="connsiteY3" fmla="*/ 269898 h 712796"/>
                <a:gd name="connsiteX4" fmla="*/ 259621 w 645298"/>
                <a:gd name="connsiteY4" fmla="*/ 649253 h 712796"/>
                <a:gd name="connsiteX5" fmla="*/ 384405 w 645298"/>
                <a:gd name="connsiteY5" fmla="*/ 674035 h 712796"/>
                <a:gd name="connsiteX6" fmla="*/ 572219 w 645298"/>
                <a:gd name="connsiteY6" fmla="*/ 564105 h 712796"/>
                <a:gd name="connsiteX7" fmla="*/ 617421 w 645298"/>
                <a:gd name="connsiteY7" fmla="*/ 508186 h 712796"/>
                <a:gd name="connsiteX8" fmla="*/ 610418 w 645298"/>
                <a:gd name="connsiteY8" fmla="*/ 442737 h 712796"/>
                <a:gd name="connsiteX9" fmla="*/ 386315 w 645298"/>
                <a:gd name="connsiteY9" fmla="*/ 63382 h 712796"/>
                <a:gd name="connsiteX10" fmla="*/ 260894 w 645298"/>
                <a:gd name="connsiteY10" fmla="*/ 38600 h 712796"/>
                <a:gd name="connsiteX11" fmla="*/ 332199 w 645298"/>
                <a:gd name="connsiteY11" fmla="*/ 712796 h 712796"/>
                <a:gd name="connsiteX12" fmla="*/ 237974 w 645298"/>
                <a:gd name="connsiteY12" fmla="*/ 661326 h 712796"/>
                <a:gd name="connsiteX13" fmla="*/ 13871 w 645298"/>
                <a:gd name="connsiteY13" fmla="*/ 281972 h 712796"/>
                <a:gd name="connsiteX14" fmla="*/ 4958 w 645298"/>
                <a:gd name="connsiteY14" fmla="*/ 197459 h 712796"/>
                <a:gd name="connsiteX15" fmla="*/ 60984 w 645298"/>
                <a:gd name="connsiteY15" fmla="*/ 127561 h 712796"/>
                <a:gd name="connsiteX16" fmla="*/ 248797 w 645298"/>
                <a:gd name="connsiteY16" fmla="*/ 17631 h 712796"/>
                <a:gd name="connsiteX17" fmla="*/ 407325 w 645298"/>
                <a:gd name="connsiteY17" fmla="*/ 51309 h 712796"/>
                <a:gd name="connsiteX18" fmla="*/ 631428 w 645298"/>
                <a:gd name="connsiteY18" fmla="*/ 430663 h 712796"/>
                <a:gd name="connsiteX19" fmla="*/ 640341 w 645298"/>
                <a:gd name="connsiteY19" fmla="*/ 515176 h 712796"/>
                <a:gd name="connsiteX20" fmla="*/ 584315 w 645298"/>
                <a:gd name="connsiteY20" fmla="*/ 585074 h 712796"/>
                <a:gd name="connsiteX21" fmla="*/ 396502 w 645298"/>
                <a:gd name="connsiteY21" fmla="*/ 695004 h 712796"/>
                <a:gd name="connsiteX22" fmla="*/ 332199 w 645298"/>
                <a:gd name="connsiteY22" fmla="*/ 712796 h 71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45298" h="712796">
                  <a:moveTo>
                    <a:pt x="260894" y="38600"/>
                  </a:moveTo>
                  <a:lnTo>
                    <a:pt x="73717" y="148531"/>
                  </a:lnTo>
                  <a:cubicBezTo>
                    <a:pt x="51434" y="161239"/>
                    <a:pt x="35517" y="181573"/>
                    <a:pt x="28514" y="204449"/>
                  </a:cubicBezTo>
                  <a:cubicBezTo>
                    <a:pt x="21511" y="227324"/>
                    <a:pt x="24058" y="250200"/>
                    <a:pt x="35517" y="269898"/>
                  </a:cubicBezTo>
                  <a:lnTo>
                    <a:pt x="259621" y="649253"/>
                  </a:lnTo>
                  <a:cubicBezTo>
                    <a:pt x="283177" y="689285"/>
                    <a:pt x="339203" y="700723"/>
                    <a:pt x="384405" y="674035"/>
                  </a:cubicBezTo>
                  <a:lnTo>
                    <a:pt x="572219" y="564105"/>
                  </a:lnTo>
                  <a:cubicBezTo>
                    <a:pt x="594502" y="551396"/>
                    <a:pt x="610418" y="531062"/>
                    <a:pt x="617421" y="508186"/>
                  </a:cubicBezTo>
                  <a:cubicBezTo>
                    <a:pt x="624424" y="485311"/>
                    <a:pt x="621878" y="462435"/>
                    <a:pt x="610418" y="442737"/>
                  </a:cubicBezTo>
                  <a:lnTo>
                    <a:pt x="386315" y="63382"/>
                  </a:lnTo>
                  <a:cubicBezTo>
                    <a:pt x="362122" y="23350"/>
                    <a:pt x="306096" y="11912"/>
                    <a:pt x="260894" y="38600"/>
                  </a:cubicBezTo>
                  <a:moveTo>
                    <a:pt x="332199" y="712796"/>
                  </a:moveTo>
                  <a:cubicBezTo>
                    <a:pt x="294000" y="712796"/>
                    <a:pt x="257711" y="694369"/>
                    <a:pt x="237974" y="661326"/>
                  </a:cubicBezTo>
                  <a:lnTo>
                    <a:pt x="13871" y="281972"/>
                  </a:lnTo>
                  <a:cubicBezTo>
                    <a:pt x="-772" y="256554"/>
                    <a:pt x="-3955" y="226689"/>
                    <a:pt x="4958" y="197459"/>
                  </a:cubicBezTo>
                  <a:cubicBezTo>
                    <a:pt x="13871" y="168229"/>
                    <a:pt x="34244" y="144083"/>
                    <a:pt x="60984" y="127561"/>
                  </a:cubicBezTo>
                  <a:lnTo>
                    <a:pt x="248797" y="17631"/>
                  </a:lnTo>
                  <a:cubicBezTo>
                    <a:pt x="305460" y="-15411"/>
                    <a:pt x="376765" y="-796"/>
                    <a:pt x="407325" y="51309"/>
                  </a:cubicBezTo>
                  <a:lnTo>
                    <a:pt x="631428" y="430663"/>
                  </a:lnTo>
                  <a:cubicBezTo>
                    <a:pt x="646071" y="456081"/>
                    <a:pt x="649254" y="485946"/>
                    <a:pt x="640341" y="515176"/>
                  </a:cubicBezTo>
                  <a:cubicBezTo>
                    <a:pt x="631428" y="544406"/>
                    <a:pt x="611055" y="568553"/>
                    <a:pt x="584315" y="585074"/>
                  </a:cubicBezTo>
                  <a:lnTo>
                    <a:pt x="396502" y="695004"/>
                  </a:lnTo>
                  <a:cubicBezTo>
                    <a:pt x="376129" y="707077"/>
                    <a:pt x="353846" y="712796"/>
                    <a:pt x="332199" y="7127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523432FD-203F-BE14-7664-3355D6968905}"/>
                </a:ext>
              </a:extLst>
            </p:cNvPr>
            <p:cNvSpPr/>
            <p:nvPr/>
          </p:nvSpPr>
          <p:spPr>
            <a:xfrm>
              <a:off x="1175366" y="4489396"/>
              <a:ext cx="41537" cy="41423"/>
            </a:xfrm>
            <a:custGeom>
              <a:avLst/>
              <a:gdLst>
                <a:gd name="connsiteX0" fmla="*/ 20494 w 41537"/>
                <a:gd name="connsiteY0" fmla="*/ 41424 h 41423"/>
                <a:gd name="connsiteX1" fmla="*/ 7124 w 41537"/>
                <a:gd name="connsiteY1" fmla="*/ 36340 h 41423"/>
                <a:gd name="connsiteX2" fmla="*/ 121 w 41537"/>
                <a:gd name="connsiteY2" fmla="*/ 22361 h 41423"/>
                <a:gd name="connsiteX3" fmla="*/ 5214 w 41537"/>
                <a:gd name="connsiteY3" fmla="*/ 7110 h 41423"/>
                <a:gd name="connsiteX4" fmla="*/ 19220 w 41537"/>
                <a:gd name="connsiteY4" fmla="*/ 120 h 41423"/>
                <a:gd name="connsiteX5" fmla="*/ 34500 w 41537"/>
                <a:gd name="connsiteY5" fmla="*/ 5204 h 41423"/>
                <a:gd name="connsiteX6" fmla="*/ 41503 w 41537"/>
                <a:gd name="connsiteY6" fmla="*/ 19183 h 41423"/>
                <a:gd name="connsiteX7" fmla="*/ 22404 w 41537"/>
                <a:gd name="connsiteY7" fmla="*/ 41424 h 41423"/>
                <a:gd name="connsiteX8" fmla="*/ 20494 w 41537"/>
                <a:gd name="connsiteY8" fmla="*/ 41424 h 4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537" h="41423">
                  <a:moveTo>
                    <a:pt x="20494" y="41424"/>
                  </a:moveTo>
                  <a:cubicBezTo>
                    <a:pt x="15400" y="41424"/>
                    <a:pt x="10944" y="39517"/>
                    <a:pt x="7124" y="36340"/>
                  </a:cubicBezTo>
                  <a:cubicBezTo>
                    <a:pt x="2667" y="32528"/>
                    <a:pt x="121" y="27444"/>
                    <a:pt x="121" y="22361"/>
                  </a:cubicBezTo>
                  <a:cubicBezTo>
                    <a:pt x="-516" y="16642"/>
                    <a:pt x="1394" y="11558"/>
                    <a:pt x="5214" y="7110"/>
                  </a:cubicBezTo>
                  <a:cubicBezTo>
                    <a:pt x="9034" y="2662"/>
                    <a:pt x="14127" y="120"/>
                    <a:pt x="19220" y="120"/>
                  </a:cubicBezTo>
                  <a:cubicBezTo>
                    <a:pt x="24950" y="-515"/>
                    <a:pt x="30043" y="1391"/>
                    <a:pt x="34500" y="5204"/>
                  </a:cubicBezTo>
                  <a:cubicBezTo>
                    <a:pt x="38957" y="9017"/>
                    <a:pt x="41503" y="14100"/>
                    <a:pt x="41503" y="19183"/>
                  </a:cubicBezTo>
                  <a:cubicBezTo>
                    <a:pt x="42140" y="30621"/>
                    <a:pt x="33863" y="40788"/>
                    <a:pt x="22404" y="41424"/>
                  </a:cubicBezTo>
                  <a:lnTo>
                    <a:pt x="20494" y="41424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8632A6D4-2BC4-4548-B2B7-1485FDED1C84}"/>
                </a:ext>
              </a:extLst>
            </p:cNvPr>
            <p:cNvSpPr/>
            <p:nvPr/>
          </p:nvSpPr>
          <p:spPr>
            <a:xfrm>
              <a:off x="1118153" y="4338885"/>
              <a:ext cx="41451" cy="41337"/>
            </a:xfrm>
            <a:custGeom>
              <a:avLst/>
              <a:gdLst>
                <a:gd name="connsiteX0" fmla="*/ 21044 w 41451"/>
                <a:gd name="connsiteY0" fmla="*/ 41338 h 41337"/>
                <a:gd name="connsiteX1" fmla="*/ 34 w 41451"/>
                <a:gd name="connsiteY1" fmla="*/ 22274 h 41337"/>
                <a:gd name="connsiteX2" fmla="*/ 19134 w 41451"/>
                <a:gd name="connsiteY2" fmla="*/ 34 h 41337"/>
                <a:gd name="connsiteX3" fmla="*/ 41417 w 41451"/>
                <a:gd name="connsiteY3" fmla="*/ 19097 h 41337"/>
                <a:gd name="connsiteX4" fmla="*/ 22317 w 41451"/>
                <a:gd name="connsiteY4" fmla="*/ 41338 h 41337"/>
                <a:gd name="connsiteX5" fmla="*/ 21044 w 41451"/>
                <a:gd name="connsiteY5" fmla="*/ 41338 h 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451" h="41337">
                  <a:moveTo>
                    <a:pt x="21044" y="41338"/>
                  </a:moveTo>
                  <a:cubicBezTo>
                    <a:pt x="10221" y="41338"/>
                    <a:pt x="1308" y="33077"/>
                    <a:pt x="34" y="22274"/>
                  </a:cubicBezTo>
                  <a:cubicBezTo>
                    <a:pt x="-602" y="10837"/>
                    <a:pt x="7674" y="670"/>
                    <a:pt x="19134" y="34"/>
                  </a:cubicBezTo>
                  <a:cubicBezTo>
                    <a:pt x="30594" y="-601"/>
                    <a:pt x="40780" y="7660"/>
                    <a:pt x="41417" y="19097"/>
                  </a:cubicBezTo>
                  <a:cubicBezTo>
                    <a:pt x="42054" y="30535"/>
                    <a:pt x="33777" y="40702"/>
                    <a:pt x="22317" y="41338"/>
                  </a:cubicBezTo>
                  <a:lnTo>
                    <a:pt x="21044" y="41338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7F3BE1BC-9DA5-FAB9-7184-94ACDF6BA204}"/>
                </a:ext>
              </a:extLst>
            </p:cNvPr>
            <p:cNvSpPr/>
            <p:nvPr/>
          </p:nvSpPr>
          <p:spPr>
            <a:xfrm>
              <a:off x="830115" y="3968827"/>
              <a:ext cx="306237" cy="267787"/>
            </a:xfrm>
            <a:custGeom>
              <a:avLst/>
              <a:gdLst>
                <a:gd name="connsiteX0" fmla="*/ 44870 w 306237"/>
                <a:gd name="connsiteY0" fmla="*/ 267787 h 267787"/>
                <a:gd name="connsiteX1" fmla="*/ 34683 w 306237"/>
                <a:gd name="connsiteY1" fmla="*/ 262704 h 267787"/>
                <a:gd name="connsiteX2" fmla="*/ 24497 w 306237"/>
                <a:gd name="connsiteY2" fmla="*/ 246182 h 267787"/>
                <a:gd name="connsiteX3" fmla="*/ 75429 w 306237"/>
                <a:gd name="connsiteY3" fmla="*/ 17426 h 267787"/>
                <a:gd name="connsiteX4" fmla="*/ 186844 w 306237"/>
                <a:gd name="connsiteY4" fmla="*/ 5988 h 267787"/>
                <a:gd name="connsiteX5" fmla="*/ 296349 w 306237"/>
                <a:gd name="connsiteY5" fmla="*/ 95584 h 267787"/>
                <a:gd name="connsiteX6" fmla="*/ 305262 w 306237"/>
                <a:gd name="connsiteY6" fmla="*/ 113377 h 267787"/>
                <a:gd name="connsiteX7" fmla="*/ 298895 w 306237"/>
                <a:gd name="connsiteY7" fmla="*/ 129263 h 267787"/>
                <a:gd name="connsiteX8" fmla="*/ 282979 w 306237"/>
                <a:gd name="connsiteY8" fmla="*/ 122908 h 267787"/>
                <a:gd name="connsiteX9" fmla="*/ 275339 w 306237"/>
                <a:gd name="connsiteY9" fmla="*/ 107022 h 267787"/>
                <a:gd name="connsiteX10" fmla="*/ 180477 w 306237"/>
                <a:gd name="connsiteY10" fmla="*/ 28864 h 267787"/>
                <a:gd name="connsiteX11" fmla="*/ 87525 w 306237"/>
                <a:gd name="connsiteY11" fmla="*/ 38395 h 267787"/>
                <a:gd name="connsiteX12" fmla="*/ 46143 w 306237"/>
                <a:gd name="connsiteY12" fmla="*/ 234109 h 267787"/>
                <a:gd name="connsiteX13" fmla="*/ 55056 w 306237"/>
                <a:gd name="connsiteY13" fmla="*/ 248089 h 267787"/>
                <a:gd name="connsiteX14" fmla="*/ 51873 w 306237"/>
                <a:gd name="connsiteY14" fmla="*/ 265245 h 267787"/>
                <a:gd name="connsiteX15" fmla="*/ 44870 w 306237"/>
                <a:gd name="connsiteY15" fmla="*/ 267787 h 267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6237" h="267787">
                  <a:moveTo>
                    <a:pt x="44870" y="267787"/>
                  </a:moveTo>
                  <a:cubicBezTo>
                    <a:pt x="41050" y="267787"/>
                    <a:pt x="37230" y="265881"/>
                    <a:pt x="34683" y="262704"/>
                  </a:cubicBezTo>
                  <a:cubicBezTo>
                    <a:pt x="30863" y="257620"/>
                    <a:pt x="27680" y="251901"/>
                    <a:pt x="24497" y="246182"/>
                  </a:cubicBezTo>
                  <a:cubicBezTo>
                    <a:pt x="-22616" y="161670"/>
                    <a:pt x="304" y="58729"/>
                    <a:pt x="75429" y="17426"/>
                  </a:cubicBezTo>
                  <a:cubicBezTo>
                    <a:pt x="108535" y="-1001"/>
                    <a:pt x="148008" y="-4814"/>
                    <a:pt x="186844" y="5988"/>
                  </a:cubicBezTo>
                  <a:cubicBezTo>
                    <a:pt x="232046" y="18697"/>
                    <a:pt x="272156" y="51740"/>
                    <a:pt x="296349" y="95584"/>
                  </a:cubicBezTo>
                  <a:cubicBezTo>
                    <a:pt x="299532" y="101303"/>
                    <a:pt x="302715" y="107022"/>
                    <a:pt x="305262" y="113377"/>
                  </a:cubicBezTo>
                  <a:cubicBezTo>
                    <a:pt x="307809" y="119731"/>
                    <a:pt x="305262" y="126721"/>
                    <a:pt x="298895" y="129263"/>
                  </a:cubicBezTo>
                  <a:cubicBezTo>
                    <a:pt x="292529" y="131804"/>
                    <a:pt x="285526" y="129263"/>
                    <a:pt x="282979" y="122908"/>
                  </a:cubicBezTo>
                  <a:cubicBezTo>
                    <a:pt x="280432" y="117825"/>
                    <a:pt x="277886" y="112106"/>
                    <a:pt x="275339" y="107022"/>
                  </a:cubicBezTo>
                  <a:cubicBezTo>
                    <a:pt x="254329" y="68896"/>
                    <a:pt x="219313" y="40302"/>
                    <a:pt x="180477" y="28864"/>
                  </a:cubicBezTo>
                  <a:cubicBezTo>
                    <a:pt x="148008" y="19332"/>
                    <a:pt x="114902" y="23145"/>
                    <a:pt x="87525" y="38395"/>
                  </a:cubicBezTo>
                  <a:cubicBezTo>
                    <a:pt x="24497" y="73344"/>
                    <a:pt x="6034" y="161034"/>
                    <a:pt x="46143" y="234109"/>
                  </a:cubicBezTo>
                  <a:cubicBezTo>
                    <a:pt x="48690" y="239193"/>
                    <a:pt x="51873" y="243641"/>
                    <a:pt x="55056" y="248089"/>
                  </a:cubicBezTo>
                  <a:cubicBezTo>
                    <a:pt x="58876" y="253808"/>
                    <a:pt x="57603" y="261433"/>
                    <a:pt x="51873" y="265245"/>
                  </a:cubicBezTo>
                  <a:cubicBezTo>
                    <a:pt x="49963" y="267152"/>
                    <a:pt x="47416" y="267787"/>
                    <a:pt x="44870" y="267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280C9253-8435-8FE1-30A1-A0F08D43A8FC}"/>
                </a:ext>
              </a:extLst>
            </p:cNvPr>
            <p:cNvSpPr/>
            <p:nvPr/>
          </p:nvSpPr>
          <p:spPr>
            <a:xfrm>
              <a:off x="1200613" y="4632852"/>
              <a:ext cx="306237" cy="267790"/>
            </a:xfrm>
            <a:custGeom>
              <a:avLst/>
              <a:gdLst>
                <a:gd name="connsiteX0" fmla="*/ 162050 w 306237"/>
                <a:gd name="connsiteY0" fmla="*/ 267791 h 267790"/>
                <a:gd name="connsiteX1" fmla="*/ 119394 w 306237"/>
                <a:gd name="connsiteY1" fmla="*/ 261436 h 267790"/>
                <a:gd name="connsiteX2" fmla="*/ 9889 w 306237"/>
                <a:gd name="connsiteY2" fmla="*/ 171840 h 267790"/>
                <a:gd name="connsiteX3" fmla="*/ 976 w 306237"/>
                <a:gd name="connsiteY3" fmla="*/ 154048 h 267790"/>
                <a:gd name="connsiteX4" fmla="*/ 7342 w 306237"/>
                <a:gd name="connsiteY4" fmla="*/ 138162 h 267790"/>
                <a:gd name="connsiteX5" fmla="*/ 23259 w 306237"/>
                <a:gd name="connsiteY5" fmla="*/ 144517 h 267790"/>
                <a:gd name="connsiteX6" fmla="*/ 30899 w 306237"/>
                <a:gd name="connsiteY6" fmla="*/ 160402 h 267790"/>
                <a:gd name="connsiteX7" fmla="*/ 125760 w 306237"/>
                <a:gd name="connsiteY7" fmla="*/ 238561 h 267790"/>
                <a:gd name="connsiteX8" fmla="*/ 218712 w 306237"/>
                <a:gd name="connsiteY8" fmla="*/ 229029 h 267790"/>
                <a:gd name="connsiteX9" fmla="*/ 260095 w 306237"/>
                <a:gd name="connsiteY9" fmla="*/ 33316 h 267790"/>
                <a:gd name="connsiteX10" fmla="*/ 251182 w 306237"/>
                <a:gd name="connsiteY10" fmla="*/ 19336 h 267790"/>
                <a:gd name="connsiteX11" fmla="*/ 254365 w 306237"/>
                <a:gd name="connsiteY11" fmla="*/ 2179 h 267790"/>
                <a:gd name="connsiteX12" fmla="*/ 271555 w 306237"/>
                <a:gd name="connsiteY12" fmla="*/ 5357 h 267790"/>
                <a:gd name="connsiteX13" fmla="*/ 281741 w 306237"/>
                <a:gd name="connsiteY13" fmla="*/ 21878 h 267790"/>
                <a:gd name="connsiteX14" fmla="*/ 230809 w 306237"/>
                <a:gd name="connsiteY14" fmla="*/ 250634 h 267790"/>
                <a:gd name="connsiteX15" fmla="*/ 162050 w 306237"/>
                <a:gd name="connsiteY15" fmla="*/ 267791 h 267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6237" h="267790">
                  <a:moveTo>
                    <a:pt x="162050" y="267791"/>
                  </a:moveTo>
                  <a:cubicBezTo>
                    <a:pt x="148043" y="267791"/>
                    <a:pt x="133400" y="265885"/>
                    <a:pt x="119394" y="261436"/>
                  </a:cubicBezTo>
                  <a:cubicBezTo>
                    <a:pt x="74191" y="248728"/>
                    <a:pt x="34082" y="215685"/>
                    <a:pt x="9889" y="171840"/>
                  </a:cubicBezTo>
                  <a:cubicBezTo>
                    <a:pt x="6706" y="166121"/>
                    <a:pt x="3522" y="160402"/>
                    <a:pt x="976" y="154048"/>
                  </a:cubicBezTo>
                  <a:cubicBezTo>
                    <a:pt x="-1571" y="147694"/>
                    <a:pt x="976" y="140704"/>
                    <a:pt x="7342" y="138162"/>
                  </a:cubicBezTo>
                  <a:cubicBezTo>
                    <a:pt x="13709" y="135621"/>
                    <a:pt x="20712" y="138162"/>
                    <a:pt x="23259" y="144517"/>
                  </a:cubicBezTo>
                  <a:cubicBezTo>
                    <a:pt x="25805" y="149600"/>
                    <a:pt x="28352" y="155319"/>
                    <a:pt x="30899" y="160402"/>
                  </a:cubicBezTo>
                  <a:cubicBezTo>
                    <a:pt x="51908" y="198529"/>
                    <a:pt x="86924" y="227123"/>
                    <a:pt x="125760" y="238561"/>
                  </a:cubicBezTo>
                  <a:cubicBezTo>
                    <a:pt x="158230" y="248092"/>
                    <a:pt x="191336" y="244280"/>
                    <a:pt x="218712" y="229029"/>
                  </a:cubicBezTo>
                  <a:cubicBezTo>
                    <a:pt x="281741" y="194080"/>
                    <a:pt x="300204" y="106391"/>
                    <a:pt x="260095" y="33316"/>
                  </a:cubicBezTo>
                  <a:cubicBezTo>
                    <a:pt x="257548" y="28232"/>
                    <a:pt x="254365" y="23784"/>
                    <a:pt x="251182" y="19336"/>
                  </a:cubicBezTo>
                  <a:cubicBezTo>
                    <a:pt x="247362" y="13617"/>
                    <a:pt x="248635" y="5992"/>
                    <a:pt x="254365" y="2179"/>
                  </a:cubicBezTo>
                  <a:cubicBezTo>
                    <a:pt x="260095" y="-1633"/>
                    <a:pt x="267735" y="-362"/>
                    <a:pt x="271555" y="5357"/>
                  </a:cubicBezTo>
                  <a:cubicBezTo>
                    <a:pt x="275375" y="10440"/>
                    <a:pt x="278558" y="16159"/>
                    <a:pt x="281741" y="21878"/>
                  </a:cubicBezTo>
                  <a:cubicBezTo>
                    <a:pt x="328854" y="106391"/>
                    <a:pt x="305934" y="209331"/>
                    <a:pt x="230809" y="250634"/>
                  </a:cubicBezTo>
                  <a:cubicBezTo>
                    <a:pt x="209799" y="262072"/>
                    <a:pt x="186243" y="267791"/>
                    <a:pt x="162050" y="2677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A34F0AC5-F1D3-B7C5-9056-8BD4AD38BF94}"/>
                </a:ext>
              </a:extLst>
            </p:cNvPr>
            <p:cNvSpPr/>
            <p:nvPr/>
          </p:nvSpPr>
          <p:spPr>
            <a:xfrm>
              <a:off x="54620" y="4168853"/>
              <a:ext cx="283747" cy="297788"/>
            </a:xfrm>
            <a:custGeom>
              <a:avLst/>
              <a:gdLst>
                <a:gd name="connsiteX0" fmla="*/ 95213 w 283747"/>
                <a:gd name="connsiteY0" fmla="*/ 297788 h 297788"/>
                <a:gd name="connsiteX1" fmla="*/ 88847 w 283747"/>
                <a:gd name="connsiteY1" fmla="*/ 295882 h 297788"/>
                <a:gd name="connsiteX2" fmla="*/ 72930 w 283747"/>
                <a:gd name="connsiteY2" fmla="*/ 285080 h 297788"/>
                <a:gd name="connsiteX3" fmla="*/ 2898 w 283747"/>
                <a:gd name="connsiteY3" fmla="*/ 173879 h 297788"/>
                <a:gd name="connsiteX4" fmla="*/ 30274 w 283747"/>
                <a:gd name="connsiteY4" fmla="*/ 55052 h 297788"/>
                <a:gd name="connsiteX5" fmla="*/ 264564 w 283747"/>
                <a:gd name="connsiteY5" fmla="*/ 40437 h 297788"/>
                <a:gd name="connsiteX6" fmla="*/ 279844 w 283747"/>
                <a:gd name="connsiteY6" fmla="*/ 53146 h 297788"/>
                <a:gd name="connsiteX7" fmla="*/ 280480 w 283747"/>
                <a:gd name="connsiteY7" fmla="*/ 70303 h 297788"/>
                <a:gd name="connsiteX8" fmla="*/ 263291 w 283747"/>
                <a:gd name="connsiteY8" fmla="*/ 70938 h 297788"/>
                <a:gd name="connsiteX9" fmla="*/ 249921 w 283747"/>
                <a:gd name="connsiteY9" fmla="*/ 59501 h 297788"/>
                <a:gd name="connsiteX10" fmla="*/ 50011 w 283747"/>
                <a:gd name="connsiteY10" fmla="*/ 69667 h 297788"/>
                <a:gd name="connsiteX11" fmla="*/ 27728 w 283747"/>
                <a:gd name="connsiteY11" fmla="*/ 168795 h 297788"/>
                <a:gd name="connsiteX12" fmla="*/ 88210 w 283747"/>
                <a:gd name="connsiteY12" fmla="*/ 265381 h 297788"/>
                <a:gd name="connsiteX13" fmla="*/ 102216 w 283747"/>
                <a:gd name="connsiteY13" fmla="*/ 274913 h 297788"/>
                <a:gd name="connsiteX14" fmla="*/ 106036 w 283747"/>
                <a:gd name="connsiteY14" fmla="*/ 291434 h 297788"/>
                <a:gd name="connsiteX15" fmla="*/ 95213 w 283747"/>
                <a:gd name="connsiteY15" fmla="*/ 297788 h 297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3747" h="297788">
                  <a:moveTo>
                    <a:pt x="95213" y="297788"/>
                  </a:moveTo>
                  <a:cubicBezTo>
                    <a:pt x="92667" y="297788"/>
                    <a:pt x="90757" y="297153"/>
                    <a:pt x="88847" y="295882"/>
                  </a:cubicBezTo>
                  <a:cubicBezTo>
                    <a:pt x="83753" y="292705"/>
                    <a:pt x="78024" y="288892"/>
                    <a:pt x="72930" y="285080"/>
                  </a:cubicBezTo>
                  <a:cubicBezTo>
                    <a:pt x="36004" y="256485"/>
                    <a:pt x="11175" y="217088"/>
                    <a:pt x="2898" y="173879"/>
                  </a:cubicBezTo>
                  <a:cubicBezTo>
                    <a:pt x="-5378" y="130034"/>
                    <a:pt x="4171" y="88095"/>
                    <a:pt x="30274" y="55052"/>
                  </a:cubicBezTo>
                  <a:cubicBezTo>
                    <a:pt x="83117" y="-12304"/>
                    <a:pt x="188165" y="-18658"/>
                    <a:pt x="264564" y="40437"/>
                  </a:cubicBezTo>
                  <a:cubicBezTo>
                    <a:pt x="269657" y="44250"/>
                    <a:pt x="274750" y="48698"/>
                    <a:pt x="279844" y="53146"/>
                  </a:cubicBezTo>
                  <a:cubicBezTo>
                    <a:pt x="284937" y="57594"/>
                    <a:pt x="284937" y="65219"/>
                    <a:pt x="280480" y="70303"/>
                  </a:cubicBezTo>
                  <a:cubicBezTo>
                    <a:pt x="276024" y="75386"/>
                    <a:pt x="268384" y="75386"/>
                    <a:pt x="263291" y="70938"/>
                  </a:cubicBezTo>
                  <a:cubicBezTo>
                    <a:pt x="258834" y="67126"/>
                    <a:pt x="254377" y="63313"/>
                    <a:pt x="249921" y="59501"/>
                  </a:cubicBezTo>
                  <a:cubicBezTo>
                    <a:pt x="184345" y="8030"/>
                    <a:pt x="94577" y="13114"/>
                    <a:pt x="50011" y="69667"/>
                  </a:cubicBezTo>
                  <a:cubicBezTo>
                    <a:pt x="28364" y="96991"/>
                    <a:pt x="20725" y="132575"/>
                    <a:pt x="27728" y="168795"/>
                  </a:cubicBezTo>
                  <a:cubicBezTo>
                    <a:pt x="34731" y="206286"/>
                    <a:pt x="56377" y="240599"/>
                    <a:pt x="88210" y="265381"/>
                  </a:cubicBezTo>
                  <a:cubicBezTo>
                    <a:pt x="92667" y="268558"/>
                    <a:pt x="97123" y="272371"/>
                    <a:pt x="102216" y="274913"/>
                  </a:cubicBezTo>
                  <a:cubicBezTo>
                    <a:pt x="107946" y="278725"/>
                    <a:pt x="109856" y="286350"/>
                    <a:pt x="106036" y="291434"/>
                  </a:cubicBezTo>
                  <a:cubicBezTo>
                    <a:pt x="103490" y="295247"/>
                    <a:pt x="99033" y="297788"/>
                    <a:pt x="95213" y="2977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6791D169-EE3E-C10C-A998-40911E8F2BF6}"/>
                </a:ext>
              </a:extLst>
            </p:cNvPr>
            <p:cNvSpPr/>
            <p:nvPr/>
          </p:nvSpPr>
          <p:spPr>
            <a:xfrm>
              <a:off x="373376" y="4512908"/>
              <a:ext cx="42063" cy="42059"/>
            </a:xfrm>
            <a:custGeom>
              <a:avLst/>
              <a:gdLst>
                <a:gd name="connsiteX0" fmla="*/ 20933 w 42063"/>
                <a:gd name="connsiteY0" fmla="*/ 42059 h 42059"/>
                <a:gd name="connsiteX1" fmla="*/ 5016 w 42063"/>
                <a:gd name="connsiteY1" fmla="*/ 34434 h 42059"/>
                <a:gd name="connsiteX2" fmla="*/ 7563 w 42063"/>
                <a:gd name="connsiteY2" fmla="*/ 5204 h 42059"/>
                <a:gd name="connsiteX3" fmla="*/ 22843 w 42063"/>
                <a:gd name="connsiteY3" fmla="*/ 120 h 42059"/>
                <a:gd name="connsiteX4" fmla="*/ 36849 w 42063"/>
                <a:gd name="connsiteY4" fmla="*/ 7110 h 42059"/>
                <a:gd name="connsiteX5" fmla="*/ 41943 w 42063"/>
                <a:gd name="connsiteY5" fmla="*/ 22361 h 42059"/>
                <a:gd name="connsiteX6" fmla="*/ 34939 w 42063"/>
                <a:gd name="connsiteY6" fmla="*/ 36340 h 42059"/>
                <a:gd name="connsiteX7" fmla="*/ 20933 w 42063"/>
                <a:gd name="connsiteY7" fmla="*/ 42059 h 4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63" h="42059">
                  <a:moveTo>
                    <a:pt x="20933" y="42059"/>
                  </a:moveTo>
                  <a:cubicBezTo>
                    <a:pt x="15203" y="42059"/>
                    <a:pt x="8836" y="39517"/>
                    <a:pt x="5016" y="34434"/>
                  </a:cubicBezTo>
                  <a:cubicBezTo>
                    <a:pt x="-2623" y="25538"/>
                    <a:pt x="-1350" y="12194"/>
                    <a:pt x="7563" y="5204"/>
                  </a:cubicBezTo>
                  <a:cubicBezTo>
                    <a:pt x="12020" y="1391"/>
                    <a:pt x="17113" y="-515"/>
                    <a:pt x="22843" y="120"/>
                  </a:cubicBezTo>
                  <a:cubicBezTo>
                    <a:pt x="28573" y="756"/>
                    <a:pt x="33666" y="3298"/>
                    <a:pt x="36849" y="7110"/>
                  </a:cubicBezTo>
                  <a:cubicBezTo>
                    <a:pt x="40669" y="11558"/>
                    <a:pt x="42579" y="16642"/>
                    <a:pt x="41943" y="22361"/>
                  </a:cubicBezTo>
                  <a:cubicBezTo>
                    <a:pt x="41306" y="28079"/>
                    <a:pt x="38759" y="33163"/>
                    <a:pt x="34939" y="36340"/>
                  </a:cubicBezTo>
                  <a:cubicBezTo>
                    <a:pt x="31119" y="40788"/>
                    <a:pt x="26026" y="42059"/>
                    <a:pt x="20933" y="420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196AA8E4-FEFE-00D0-C1ED-C82EF03A5F28}"/>
                </a:ext>
              </a:extLst>
            </p:cNvPr>
            <p:cNvSpPr/>
            <p:nvPr/>
          </p:nvSpPr>
          <p:spPr>
            <a:xfrm>
              <a:off x="11223829" y="4394837"/>
              <a:ext cx="57984" cy="24146"/>
            </a:xfrm>
            <a:custGeom>
              <a:avLst/>
              <a:gdLst>
                <a:gd name="connsiteX0" fmla="*/ 45840 w 57984"/>
                <a:gd name="connsiteY0" fmla="*/ 24147 h 24146"/>
                <a:gd name="connsiteX1" fmla="*/ 12097 w 57984"/>
                <a:gd name="connsiteY1" fmla="*/ 24147 h 24146"/>
                <a:gd name="connsiteX2" fmla="*/ 0 w 57984"/>
                <a:gd name="connsiteY2" fmla="*/ 12073 h 24146"/>
                <a:gd name="connsiteX3" fmla="*/ 12097 w 57984"/>
                <a:gd name="connsiteY3" fmla="*/ 0 h 24146"/>
                <a:gd name="connsiteX4" fmla="*/ 45840 w 57984"/>
                <a:gd name="connsiteY4" fmla="*/ 0 h 24146"/>
                <a:gd name="connsiteX5" fmla="*/ 57936 w 57984"/>
                <a:gd name="connsiteY5" fmla="*/ 12073 h 24146"/>
                <a:gd name="connsiteX6" fmla="*/ 45840 w 57984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84" h="24146">
                  <a:moveTo>
                    <a:pt x="45840" y="24147"/>
                  </a:moveTo>
                  <a:lnTo>
                    <a:pt x="12097" y="24147"/>
                  </a:lnTo>
                  <a:cubicBezTo>
                    <a:pt x="5094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45840" y="0"/>
                  </a:lnTo>
                  <a:cubicBezTo>
                    <a:pt x="52843" y="0"/>
                    <a:pt x="57936" y="5719"/>
                    <a:pt x="57936" y="12073"/>
                  </a:cubicBezTo>
                  <a:cubicBezTo>
                    <a:pt x="58573" y="19063"/>
                    <a:pt x="52843" y="24147"/>
                    <a:pt x="45840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D5937ED5-416F-96DE-B894-B9B2D0B35B2F}"/>
                </a:ext>
              </a:extLst>
            </p:cNvPr>
            <p:cNvSpPr/>
            <p:nvPr/>
          </p:nvSpPr>
          <p:spPr>
            <a:xfrm>
              <a:off x="11323148" y="4303335"/>
              <a:ext cx="57936" cy="24146"/>
            </a:xfrm>
            <a:custGeom>
              <a:avLst/>
              <a:gdLst>
                <a:gd name="connsiteX0" fmla="*/ 45840 w 57936"/>
                <a:gd name="connsiteY0" fmla="*/ 24147 h 24146"/>
                <a:gd name="connsiteX1" fmla="*/ 12097 w 57936"/>
                <a:gd name="connsiteY1" fmla="*/ 24147 h 24146"/>
                <a:gd name="connsiteX2" fmla="*/ 0 w 57936"/>
                <a:gd name="connsiteY2" fmla="*/ 12073 h 24146"/>
                <a:gd name="connsiteX3" fmla="*/ 12097 w 57936"/>
                <a:gd name="connsiteY3" fmla="*/ 0 h 24146"/>
                <a:gd name="connsiteX4" fmla="*/ 45840 w 57936"/>
                <a:gd name="connsiteY4" fmla="*/ 0 h 24146"/>
                <a:gd name="connsiteX5" fmla="*/ 57936 w 57936"/>
                <a:gd name="connsiteY5" fmla="*/ 12073 h 24146"/>
                <a:gd name="connsiteX6" fmla="*/ 45840 w 57936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6" h="24146">
                  <a:moveTo>
                    <a:pt x="45840" y="24147"/>
                  </a:moveTo>
                  <a:lnTo>
                    <a:pt x="12097" y="24147"/>
                  </a:lnTo>
                  <a:cubicBezTo>
                    <a:pt x="5094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45840" y="0"/>
                  </a:lnTo>
                  <a:cubicBezTo>
                    <a:pt x="52843" y="0"/>
                    <a:pt x="57936" y="5719"/>
                    <a:pt x="57936" y="12073"/>
                  </a:cubicBezTo>
                  <a:cubicBezTo>
                    <a:pt x="57936" y="18428"/>
                    <a:pt x="52843" y="24147"/>
                    <a:pt x="45840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2B33DFD7-49F9-7ECC-62CA-F8ED0C299CE5}"/>
                </a:ext>
              </a:extLst>
            </p:cNvPr>
            <p:cNvSpPr/>
            <p:nvPr/>
          </p:nvSpPr>
          <p:spPr>
            <a:xfrm>
              <a:off x="11422467" y="4394837"/>
              <a:ext cx="57935" cy="24146"/>
            </a:xfrm>
            <a:custGeom>
              <a:avLst/>
              <a:gdLst>
                <a:gd name="connsiteX0" fmla="*/ 45839 w 57935"/>
                <a:gd name="connsiteY0" fmla="*/ 24147 h 24146"/>
                <a:gd name="connsiteX1" fmla="*/ 12096 w 57935"/>
                <a:gd name="connsiteY1" fmla="*/ 24147 h 24146"/>
                <a:gd name="connsiteX2" fmla="*/ 0 w 57935"/>
                <a:gd name="connsiteY2" fmla="*/ 12073 h 24146"/>
                <a:gd name="connsiteX3" fmla="*/ 12096 w 57935"/>
                <a:gd name="connsiteY3" fmla="*/ 0 h 24146"/>
                <a:gd name="connsiteX4" fmla="*/ 45839 w 57935"/>
                <a:gd name="connsiteY4" fmla="*/ 0 h 24146"/>
                <a:gd name="connsiteX5" fmla="*/ 57936 w 57935"/>
                <a:gd name="connsiteY5" fmla="*/ 12073 h 24146"/>
                <a:gd name="connsiteX6" fmla="*/ 45839 w 579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5" h="24146">
                  <a:moveTo>
                    <a:pt x="45839" y="24147"/>
                  </a:moveTo>
                  <a:lnTo>
                    <a:pt x="12096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29" y="0"/>
                    <a:pt x="12096" y="0"/>
                  </a:cubicBezTo>
                  <a:lnTo>
                    <a:pt x="45839" y="0"/>
                  </a:lnTo>
                  <a:cubicBezTo>
                    <a:pt x="52842" y="0"/>
                    <a:pt x="57936" y="5719"/>
                    <a:pt x="57936" y="12073"/>
                  </a:cubicBezTo>
                  <a:cubicBezTo>
                    <a:pt x="57936" y="19063"/>
                    <a:pt x="52205" y="24147"/>
                    <a:pt x="45839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AFAAF997-096E-DC95-F97F-B3DBCDF17C48}"/>
                </a:ext>
              </a:extLst>
            </p:cNvPr>
            <p:cNvSpPr/>
            <p:nvPr/>
          </p:nvSpPr>
          <p:spPr>
            <a:xfrm>
              <a:off x="11521148" y="4303335"/>
              <a:ext cx="57935" cy="24146"/>
            </a:xfrm>
            <a:custGeom>
              <a:avLst/>
              <a:gdLst>
                <a:gd name="connsiteX0" fmla="*/ 45839 w 57935"/>
                <a:gd name="connsiteY0" fmla="*/ 24147 h 24146"/>
                <a:gd name="connsiteX1" fmla="*/ 12096 w 57935"/>
                <a:gd name="connsiteY1" fmla="*/ 24147 h 24146"/>
                <a:gd name="connsiteX2" fmla="*/ 0 w 57935"/>
                <a:gd name="connsiteY2" fmla="*/ 12073 h 24146"/>
                <a:gd name="connsiteX3" fmla="*/ 12096 w 57935"/>
                <a:gd name="connsiteY3" fmla="*/ 0 h 24146"/>
                <a:gd name="connsiteX4" fmla="*/ 45839 w 57935"/>
                <a:gd name="connsiteY4" fmla="*/ 0 h 24146"/>
                <a:gd name="connsiteX5" fmla="*/ 57936 w 57935"/>
                <a:gd name="connsiteY5" fmla="*/ 12073 h 24146"/>
                <a:gd name="connsiteX6" fmla="*/ 45839 w 579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5" h="24146">
                  <a:moveTo>
                    <a:pt x="45839" y="24147"/>
                  </a:moveTo>
                  <a:lnTo>
                    <a:pt x="12096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29" y="0"/>
                    <a:pt x="12096" y="0"/>
                  </a:cubicBezTo>
                  <a:lnTo>
                    <a:pt x="45839" y="0"/>
                  </a:lnTo>
                  <a:cubicBezTo>
                    <a:pt x="52842" y="0"/>
                    <a:pt x="57936" y="5719"/>
                    <a:pt x="57936" y="12073"/>
                  </a:cubicBezTo>
                  <a:cubicBezTo>
                    <a:pt x="57936" y="18428"/>
                    <a:pt x="52842" y="24147"/>
                    <a:pt x="45839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2305AB57-08DE-3989-603A-008DD6AEF861}"/>
                </a:ext>
              </a:extLst>
            </p:cNvPr>
            <p:cNvSpPr/>
            <p:nvPr/>
          </p:nvSpPr>
          <p:spPr>
            <a:xfrm>
              <a:off x="11620467" y="4394837"/>
              <a:ext cx="57935" cy="24146"/>
            </a:xfrm>
            <a:custGeom>
              <a:avLst/>
              <a:gdLst>
                <a:gd name="connsiteX0" fmla="*/ 45839 w 57935"/>
                <a:gd name="connsiteY0" fmla="*/ 24147 h 24146"/>
                <a:gd name="connsiteX1" fmla="*/ 12097 w 57935"/>
                <a:gd name="connsiteY1" fmla="*/ 24147 h 24146"/>
                <a:gd name="connsiteX2" fmla="*/ 0 w 57935"/>
                <a:gd name="connsiteY2" fmla="*/ 12073 h 24146"/>
                <a:gd name="connsiteX3" fmla="*/ 12097 w 57935"/>
                <a:gd name="connsiteY3" fmla="*/ 0 h 24146"/>
                <a:gd name="connsiteX4" fmla="*/ 45839 w 57935"/>
                <a:gd name="connsiteY4" fmla="*/ 0 h 24146"/>
                <a:gd name="connsiteX5" fmla="*/ 57936 w 57935"/>
                <a:gd name="connsiteY5" fmla="*/ 12073 h 24146"/>
                <a:gd name="connsiteX6" fmla="*/ 45839 w 579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5" h="24146">
                  <a:moveTo>
                    <a:pt x="45839" y="24147"/>
                  </a:moveTo>
                  <a:lnTo>
                    <a:pt x="12097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45839" y="0"/>
                  </a:lnTo>
                  <a:cubicBezTo>
                    <a:pt x="52842" y="0"/>
                    <a:pt x="57936" y="5719"/>
                    <a:pt x="57936" y="12073"/>
                  </a:cubicBezTo>
                  <a:cubicBezTo>
                    <a:pt x="57936" y="19063"/>
                    <a:pt x="52842" y="24147"/>
                    <a:pt x="45839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CD149875-6C7B-544D-5F47-4EB02B6BE99C}"/>
                </a:ext>
              </a:extLst>
            </p:cNvPr>
            <p:cNvSpPr/>
            <p:nvPr/>
          </p:nvSpPr>
          <p:spPr>
            <a:xfrm>
              <a:off x="10788994" y="4622269"/>
              <a:ext cx="1325517" cy="509036"/>
            </a:xfrm>
            <a:custGeom>
              <a:avLst/>
              <a:gdLst>
                <a:gd name="connsiteX0" fmla="*/ 970901 w 1325517"/>
                <a:gd name="connsiteY0" fmla="*/ 509036 h 509036"/>
                <a:gd name="connsiteX1" fmla="*/ 353344 w 1325517"/>
                <a:gd name="connsiteY1" fmla="*/ 509036 h 509036"/>
                <a:gd name="connsiteX2" fmla="*/ 349524 w 1325517"/>
                <a:gd name="connsiteY2" fmla="*/ 508401 h 509036"/>
                <a:gd name="connsiteX3" fmla="*/ 0 w 1325517"/>
                <a:gd name="connsiteY3" fmla="*/ 12762 h 509036"/>
                <a:gd name="connsiteX4" fmla="*/ 11459 w 1325517"/>
                <a:gd name="connsiteY4" fmla="*/ 54 h 509036"/>
                <a:gd name="connsiteX5" fmla="*/ 24192 w 1325517"/>
                <a:gd name="connsiteY5" fmla="*/ 11491 h 509036"/>
                <a:gd name="connsiteX6" fmla="*/ 355890 w 1325517"/>
                <a:gd name="connsiteY6" fmla="*/ 484254 h 509036"/>
                <a:gd name="connsiteX7" fmla="*/ 968990 w 1325517"/>
                <a:gd name="connsiteY7" fmla="*/ 484254 h 509036"/>
                <a:gd name="connsiteX8" fmla="*/ 1300688 w 1325517"/>
                <a:gd name="connsiteY8" fmla="*/ 11491 h 509036"/>
                <a:gd name="connsiteX9" fmla="*/ 1313421 w 1325517"/>
                <a:gd name="connsiteY9" fmla="*/ 54 h 509036"/>
                <a:gd name="connsiteX10" fmla="*/ 1325518 w 1325517"/>
                <a:gd name="connsiteY10" fmla="*/ 12762 h 509036"/>
                <a:gd name="connsiteX11" fmla="*/ 975993 w 1325517"/>
                <a:gd name="connsiteY11" fmla="*/ 508401 h 509036"/>
                <a:gd name="connsiteX12" fmla="*/ 970901 w 1325517"/>
                <a:gd name="connsiteY12" fmla="*/ 509036 h 509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25517" h="509036">
                  <a:moveTo>
                    <a:pt x="970901" y="509036"/>
                  </a:moveTo>
                  <a:lnTo>
                    <a:pt x="353344" y="509036"/>
                  </a:lnTo>
                  <a:cubicBezTo>
                    <a:pt x="352070" y="509036"/>
                    <a:pt x="350797" y="509036"/>
                    <a:pt x="349524" y="508401"/>
                  </a:cubicBezTo>
                  <a:cubicBezTo>
                    <a:pt x="17189" y="389575"/>
                    <a:pt x="0" y="16575"/>
                    <a:pt x="0" y="12762"/>
                  </a:cubicBezTo>
                  <a:cubicBezTo>
                    <a:pt x="0" y="5773"/>
                    <a:pt x="5093" y="689"/>
                    <a:pt x="11459" y="54"/>
                  </a:cubicBezTo>
                  <a:cubicBezTo>
                    <a:pt x="18462" y="-582"/>
                    <a:pt x="23556" y="5137"/>
                    <a:pt x="24192" y="11491"/>
                  </a:cubicBezTo>
                  <a:cubicBezTo>
                    <a:pt x="24192" y="15304"/>
                    <a:pt x="40745" y="370512"/>
                    <a:pt x="355890" y="484254"/>
                  </a:cubicBezTo>
                  <a:lnTo>
                    <a:pt x="968990" y="484254"/>
                  </a:lnTo>
                  <a:cubicBezTo>
                    <a:pt x="1283499" y="370512"/>
                    <a:pt x="1300688" y="14669"/>
                    <a:pt x="1300688" y="11491"/>
                  </a:cubicBezTo>
                  <a:cubicBezTo>
                    <a:pt x="1300688" y="4502"/>
                    <a:pt x="1306418" y="-582"/>
                    <a:pt x="1313421" y="54"/>
                  </a:cubicBezTo>
                  <a:cubicBezTo>
                    <a:pt x="1320424" y="54"/>
                    <a:pt x="1325518" y="5773"/>
                    <a:pt x="1325518" y="12762"/>
                  </a:cubicBezTo>
                  <a:cubicBezTo>
                    <a:pt x="1325518" y="16575"/>
                    <a:pt x="1308328" y="390210"/>
                    <a:pt x="975993" y="508401"/>
                  </a:cubicBezTo>
                  <a:cubicBezTo>
                    <a:pt x="974084" y="508401"/>
                    <a:pt x="972174" y="509036"/>
                    <a:pt x="970901" y="50903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35CB4256-99A1-708F-E623-BB9066BB07A8}"/>
                </a:ext>
              </a:extLst>
            </p:cNvPr>
            <p:cNvSpPr/>
            <p:nvPr/>
          </p:nvSpPr>
          <p:spPr>
            <a:xfrm>
              <a:off x="10788994" y="4622269"/>
              <a:ext cx="1325517" cy="509036"/>
            </a:xfrm>
            <a:custGeom>
              <a:avLst/>
              <a:gdLst>
                <a:gd name="connsiteX0" fmla="*/ 970901 w 1325517"/>
                <a:gd name="connsiteY0" fmla="*/ 509036 h 509036"/>
                <a:gd name="connsiteX1" fmla="*/ 353344 w 1325517"/>
                <a:gd name="connsiteY1" fmla="*/ 509036 h 509036"/>
                <a:gd name="connsiteX2" fmla="*/ 349524 w 1325517"/>
                <a:gd name="connsiteY2" fmla="*/ 508401 h 509036"/>
                <a:gd name="connsiteX3" fmla="*/ 0 w 1325517"/>
                <a:gd name="connsiteY3" fmla="*/ 12762 h 509036"/>
                <a:gd name="connsiteX4" fmla="*/ 11459 w 1325517"/>
                <a:gd name="connsiteY4" fmla="*/ 54 h 509036"/>
                <a:gd name="connsiteX5" fmla="*/ 24192 w 1325517"/>
                <a:gd name="connsiteY5" fmla="*/ 11491 h 509036"/>
                <a:gd name="connsiteX6" fmla="*/ 355890 w 1325517"/>
                <a:gd name="connsiteY6" fmla="*/ 484254 h 509036"/>
                <a:gd name="connsiteX7" fmla="*/ 968990 w 1325517"/>
                <a:gd name="connsiteY7" fmla="*/ 484254 h 509036"/>
                <a:gd name="connsiteX8" fmla="*/ 1300688 w 1325517"/>
                <a:gd name="connsiteY8" fmla="*/ 11491 h 509036"/>
                <a:gd name="connsiteX9" fmla="*/ 1313421 w 1325517"/>
                <a:gd name="connsiteY9" fmla="*/ 54 h 509036"/>
                <a:gd name="connsiteX10" fmla="*/ 1325518 w 1325517"/>
                <a:gd name="connsiteY10" fmla="*/ 12762 h 509036"/>
                <a:gd name="connsiteX11" fmla="*/ 975993 w 1325517"/>
                <a:gd name="connsiteY11" fmla="*/ 508401 h 509036"/>
                <a:gd name="connsiteX12" fmla="*/ 970901 w 1325517"/>
                <a:gd name="connsiteY12" fmla="*/ 509036 h 509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25517" h="509036">
                  <a:moveTo>
                    <a:pt x="970901" y="509036"/>
                  </a:moveTo>
                  <a:lnTo>
                    <a:pt x="353344" y="509036"/>
                  </a:lnTo>
                  <a:cubicBezTo>
                    <a:pt x="352070" y="509036"/>
                    <a:pt x="350797" y="509036"/>
                    <a:pt x="349524" y="508401"/>
                  </a:cubicBezTo>
                  <a:cubicBezTo>
                    <a:pt x="17189" y="389575"/>
                    <a:pt x="0" y="16575"/>
                    <a:pt x="0" y="12762"/>
                  </a:cubicBezTo>
                  <a:cubicBezTo>
                    <a:pt x="0" y="5773"/>
                    <a:pt x="5093" y="689"/>
                    <a:pt x="11459" y="54"/>
                  </a:cubicBezTo>
                  <a:cubicBezTo>
                    <a:pt x="18462" y="-582"/>
                    <a:pt x="23556" y="5137"/>
                    <a:pt x="24192" y="11491"/>
                  </a:cubicBezTo>
                  <a:cubicBezTo>
                    <a:pt x="24192" y="15304"/>
                    <a:pt x="40745" y="370512"/>
                    <a:pt x="355890" y="484254"/>
                  </a:cubicBezTo>
                  <a:lnTo>
                    <a:pt x="968990" y="484254"/>
                  </a:lnTo>
                  <a:cubicBezTo>
                    <a:pt x="1283499" y="370512"/>
                    <a:pt x="1300688" y="14669"/>
                    <a:pt x="1300688" y="11491"/>
                  </a:cubicBezTo>
                  <a:cubicBezTo>
                    <a:pt x="1300688" y="4502"/>
                    <a:pt x="1306418" y="-582"/>
                    <a:pt x="1313421" y="54"/>
                  </a:cubicBezTo>
                  <a:cubicBezTo>
                    <a:pt x="1320424" y="54"/>
                    <a:pt x="1325518" y="5773"/>
                    <a:pt x="1325518" y="12762"/>
                  </a:cubicBezTo>
                  <a:cubicBezTo>
                    <a:pt x="1325518" y="16575"/>
                    <a:pt x="1308328" y="390210"/>
                    <a:pt x="975993" y="508401"/>
                  </a:cubicBezTo>
                  <a:cubicBezTo>
                    <a:pt x="974084" y="508401"/>
                    <a:pt x="972174" y="509036"/>
                    <a:pt x="970901" y="50903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C48A41A2-3270-E168-6FA2-35A88224EE71}"/>
                </a:ext>
              </a:extLst>
            </p:cNvPr>
            <p:cNvSpPr/>
            <p:nvPr/>
          </p:nvSpPr>
          <p:spPr>
            <a:xfrm>
              <a:off x="11125332" y="5107456"/>
              <a:ext cx="650931" cy="116622"/>
            </a:xfrm>
            <a:custGeom>
              <a:avLst/>
              <a:gdLst>
                <a:gd name="connsiteX0" fmla="*/ 570897 w 650931"/>
                <a:gd name="connsiteY0" fmla="*/ 116623 h 116622"/>
                <a:gd name="connsiteX1" fmla="*/ 81309 w 650931"/>
                <a:gd name="connsiteY1" fmla="*/ 116623 h 116622"/>
                <a:gd name="connsiteX2" fmla="*/ 15096 w 650931"/>
                <a:gd name="connsiteY2" fmla="*/ 82945 h 116622"/>
                <a:gd name="connsiteX3" fmla="*/ 4273 w 650931"/>
                <a:gd name="connsiteY3" fmla="*/ 11141 h 116622"/>
                <a:gd name="connsiteX4" fmla="*/ 5546 w 650931"/>
                <a:gd name="connsiteY4" fmla="*/ 7328 h 116622"/>
                <a:gd name="connsiteX5" fmla="*/ 21463 w 650931"/>
                <a:gd name="connsiteY5" fmla="*/ 974 h 116622"/>
                <a:gd name="connsiteX6" fmla="*/ 27829 w 650931"/>
                <a:gd name="connsiteY6" fmla="*/ 16860 h 116622"/>
                <a:gd name="connsiteX7" fmla="*/ 27193 w 650931"/>
                <a:gd name="connsiteY7" fmla="*/ 19402 h 116622"/>
                <a:gd name="connsiteX8" fmla="*/ 34832 w 650931"/>
                <a:gd name="connsiteY8" fmla="*/ 68965 h 116622"/>
                <a:gd name="connsiteX9" fmla="*/ 80672 w 650931"/>
                <a:gd name="connsiteY9" fmla="*/ 92477 h 116622"/>
                <a:gd name="connsiteX10" fmla="*/ 570260 w 650931"/>
                <a:gd name="connsiteY10" fmla="*/ 92477 h 116622"/>
                <a:gd name="connsiteX11" fmla="*/ 616100 w 650931"/>
                <a:gd name="connsiteY11" fmla="*/ 68965 h 116622"/>
                <a:gd name="connsiteX12" fmla="*/ 623739 w 650931"/>
                <a:gd name="connsiteY12" fmla="*/ 19402 h 116622"/>
                <a:gd name="connsiteX13" fmla="*/ 623103 w 650931"/>
                <a:gd name="connsiteY13" fmla="*/ 17495 h 116622"/>
                <a:gd name="connsiteX14" fmla="*/ 629469 w 650931"/>
                <a:gd name="connsiteY14" fmla="*/ 1609 h 116622"/>
                <a:gd name="connsiteX15" fmla="*/ 645386 w 650931"/>
                <a:gd name="connsiteY15" fmla="*/ 7964 h 116622"/>
                <a:gd name="connsiteX16" fmla="*/ 646659 w 650931"/>
                <a:gd name="connsiteY16" fmla="*/ 11776 h 116622"/>
                <a:gd name="connsiteX17" fmla="*/ 635836 w 650931"/>
                <a:gd name="connsiteY17" fmla="*/ 83581 h 116622"/>
                <a:gd name="connsiteX18" fmla="*/ 570897 w 650931"/>
                <a:gd name="connsiteY18" fmla="*/ 116623 h 11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50931" h="116622">
                  <a:moveTo>
                    <a:pt x="570897" y="116623"/>
                  </a:moveTo>
                  <a:lnTo>
                    <a:pt x="81309" y="116623"/>
                  </a:lnTo>
                  <a:cubicBezTo>
                    <a:pt x="55206" y="116623"/>
                    <a:pt x="30376" y="103914"/>
                    <a:pt x="15096" y="82945"/>
                  </a:cubicBezTo>
                  <a:cubicBezTo>
                    <a:pt x="-184" y="61976"/>
                    <a:pt x="-4004" y="35287"/>
                    <a:pt x="4273" y="11141"/>
                  </a:cubicBezTo>
                  <a:cubicBezTo>
                    <a:pt x="4910" y="8599"/>
                    <a:pt x="5546" y="7328"/>
                    <a:pt x="5546" y="7328"/>
                  </a:cubicBezTo>
                  <a:cubicBezTo>
                    <a:pt x="8093" y="974"/>
                    <a:pt x="15096" y="-1568"/>
                    <a:pt x="21463" y="974"/>
                  </a:cubicBezTo>
                  <a:cubicBezTo>
                    <a:pt x="27829" y="3516"/>
                    <a:pt x="30376" y="10506"/>
                    <a:pt x="27829" y="16860"/>
                  </a:cubicBezTo>
                  <a:cubicBezTo>
                    <a:pt x="27829" y="16860"/>
                    <a:pt x="27193" y="17495"/>
                    <a:pt x="27193" y="19402"/>
                  </a:cubicBezTo>
                  <a:cubicBezTo>
                    <a:pt x="21463" y="36558"/>
                    <a:pt x="24009" y="54351"/>
                    <a:pt x="34832" y="68965"/>
                  </a:cubicBezTo>
                  <a:cubicBezTo>
                    <a:pt x="45656" y="84216"/>
                    <a:pt x="62209" y="92477"/>
                    <a:pt x="80672" y="92477"/>
                  </a:cubicBezTo>
                  <a:lnTo>
                    <a:pt x="570260" y="92477"/>
                  </a:lnTo>
                  <a:cubicBezTo>
                    <a:pt x="588723" y="92477"/>
                    <a:pt x="605913" y="83581"/>
                    <a:pt x="616100" y="68965"/>
                  </a:cubicBezTo>
                  <a:cubicBezTo>
                    <a:pt x="626923" y="54351"/>
                    <a:pt x="629469" y="35923"/>
                    <a:pt x="623739" y="19402"/>
                  </a:cubicBezTo>
                  <a:cubicBezTo>
                    <a:pt x="623103" y="18131"/>
                    <a:pt x="623103" y="17495"/>
                    <a:pt x="623103" y="17495"/>
                  </a:cubicBezTo>
                  <a:cubicBezTo>
                    <a:pt x="620556" y="11141"/>
                    <a:pt x="623103" y="4151"/>
                    <a:pt x="629469" y="1609"/>
                  </a:cubicBezTo>
                  <a:cubicBezTo>
                    <a:pt x="635836" y="-932"/>
                    <a:pt x="642839" y="1609"/>
                    <a:pt x="645386" y="7964"/>
                  </a:cubicBezTo>
                  <a:cubicBezTo>
                    <a:pt x="645386" y="7964"/>
                    <a:pt x="646022" y="9235"/>
                    <a:pt x="646659" y="11776"/>
                  </a:cubicBezTo>
                  <a:cubicBezTo>
                    <a:pt x="654936" y="35923"/>
                    <a:pt x="651116" y="62611"/>
                    <a:pt x="635836" y="83581"/>
                  </a:cubicBezTo>
                  <a:cubicBezTo>
                    <a:pt x="621830" y="103914"/>
                    <a:pt x="597000" y="116623"/>
                    <a:pt x="570897" y="1166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A27B7D03-2301-4415-9F0E-362FC91F9709}"/>
                </a:ext>
              </a:extLst>
            </p:cNvPr>
            <p:cNvSpPr/>
            <p:nvPr/>
          </p:nvSpPr>
          <p:spPr>
            <a:xfrm>
              <a:off x="10832286" y="4120330"/>
              <a:ext cx="1241479" cy="398417"/>
            </a:xfrm>
            <a:custGeom>
              <a:avLst/>
              <a:gdLst>
                <a:gd name="connsiteX0" fmla="*/ 1227473 w 1241479"/>
                <a:gd name="connsiteY0" fmla="*/ 398417 h 398417"/>
                <a:gd name="connsiteX1" fmla="*/ 1215377 w 1241479"/>
                <a:gd name="connsiteY1" fmla="*/ 386344 h 398417"/>
                <a:gd name="connsiteX2" fmla="*/ 1056213 w 1241479"/>
                <a:gd name="connsiteY2" fmla="*/ 227485 h 398417"/>
                <a:gd name="connsiteX3" fmla="*/ 1035203 w 1241479"/>
                <a:gd name="connsiteY3" fmla="*/ 228756 h 398417"/>
                <a:gd name="connsiteX4" fmla="*/ 1021833 w 1241479"/>
                <a:gd name="connsiteY4" fmla="*/ 218589 h 398417"/>
                <a:gd name="connsiteX5" fmla="*/ 865216 w 1241479"/>
                <a:gd name="connsiteY5" fmla="*/ 87690 h 398417"/>
                <a:gd name="connsiteX6" fmla="*/ 777357 w 1241479"/>
                <a:gd name="connsiteY6" fmla="*/ 113743 h 398417"/>
                <a:gd name="connsiteX7" fmla="*/ 767807 w 1241479"/>
                <a:gd name="connsiteY7" fmla="*/ 115649 h 398417"/>
                <a:gd name="connsiteX8" fmla="*/ 760168 w 1241479"/>
                <a:gd name="connsiteY8" fmla="*/ 109295 h 398417"/>
                <a:gd name="connsiteX9" fmla="*/ 619467 w 1241479"/>
                <a:gd name="connsiteY9" fmla="*/ 24147 h 398417"/>
                <a:gd name="connsiteX10" fmla="*/ 478766 w 1241479"/>
                <a:gd name="connsiteY10" fmla="*/ 109295 h 398417"/>
                <a:gd name="connsiteX11" fmla="*/ 471126 w 1241479"/>
                <a:gd name="connsiteY11" fmla="*/ 115649 h 398417"/>
                <a:gd name="connsiteX12" fmla="*/ 461576 w 1241479"/>
                <a:gd name="connsiteY12" fmla="*/ 113743 h 398417"/>
                <a:gd name="connsiteX13" fmla="*/ 373718 w 1241479"/>
                <a:gd name="connsiteY13" fmla="*/ 87690 h 398417"/>
                <a:gd name="connsiteX14" fmla="*/ 217100 w 1241479"/>
                <a:gd name="connsiteY14" fmla="*/ 218589 h 398417"/>
                <a:gd name="connsiteX15" fmla="*/ 203730 w 1241479"/>
                <a:gd name="connsiteY15" fmla="*/ 228756 h 398417"/>
                <a:gd name="connsiteX16" fmla="*/ 183357 w 1241479"/>
                <a:gd name="connsiteY16" fmla="*/ 227485 h 398417"/>
                <a:gd name="connsiteX17" fmla="*/ 24193 w 1241479"/>
                <a:gd name="connsiteY17" fmla="*/ 386344 h 398417"/>
                <a:gd name="connsiteX18" fmla="*/ 12097 w 1241479"/>
                <a:gd name="connsiteY18" fmla="*/ 398417 h 398417"/>
                <a:gd name="connsiteX19" fmla="*/ 0 w 1241479"/>
                <a:gd name="connsiteY19" fmla="*/ 386344 h 398417"/>
                <a:gd name="connsiteX20" fmla="*/ 183994 w 1241479"/>
                <a:gd name="connsiteY20" fmla="*/ 202703 h 398417"/>
                <a:gd name="connsiteX21" fmla="*/ 196727 w 1241479"/>
                <a:gd name="connsiteY21" fmla="*/ 203339 h 398417"/>
                <a:gd name="connsiteX22" fmla="*/ 374991 w 1241479"/>
                <a:gd name="connsiteY22" fmla="*/ 63543 h 398417"/>
                <a:gd name="connsiteX23" fmla="*/ 464759 w 1241479"/>
                <a:gd name="connsiteY23" fmla="*/ 87054 h 398417"/>
                <a:gd name="connsiteX24" fmla="*/ 620740 w 1241479"/>
                <a:gd name="connsiteY24" fmla="*/ 0 h 398417"/>
                <a:gd name="connsiteX25" fmla="*/ 776720 w 1241479"/>
                <a:gd name="connsiteY25" fmla="*/ 87054 h 398417"/>
                <a:gd name="connsiteX26" fmla="*/ 866489 w 1241479"/>
                <a:gd name="connsiteY26" fmla="*/ 63543 h 398417"/>
                <a:gd name="connsiteX27" fmla="*/ 1044753 w 1241479"/>
                <a:gd name="connsiteY27" fmla="*/ 203339 h 398417"/>
                <a:gd name="connsiteX28" fmla="*/ 1057486 w 1241479"/>
                <a:gd name="connsiteY28" fmla="*/ 202703 h 398417"/>
                <a:gd name="connsiteX29" fmla="*/ 1241479 w 1241479"/>
                <a:gd name="connsiteY29" fmla="*/ 386344 h 398417"/>
                <a:gd name="connsiteX30" fmla="*/ 1227473 w 1241479"/>
                <a:gd name="connsiteY30" fmla="*/ 398417 h 39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41479" h="398417">
                  <a:moveTo>
                    <a:pt x="1227473" y="398417"/>
                  </a:moveTo>
                  <a:cubicBezTo>
                    <a:pt x="1220470" y="398417"/>
                    <a:pt x="1215377" y="392698"/>
                    <a:pt x="1215377" y="386344"/>
                  </a:cubicBezTo>
                  <a:cubicBezTo>
                    <a:pt x="1215377" y="298654"/>
                    <a:pt x="1144072" y="227485"/>
                    <a:pt x="1056213" y="227485"/>
                  </a:cubicBezTo>
                  <a:cubicBezTo>
                    <a:pt x="1049846" y="227485"/>
                    <a:pt x="1043480" y="228121"/>
                    <a:pt x="1035203" y="228756"/>
                  </a:cubicBezTo>
                  <a:cubicBezTo>
                    <a:pt x="1028836" y="229392"/>
                    <a:pt x="1023107" y="224944"/>
                    <a:pt x="1021833" y="218589"/>
                  </a:cubicBezTo>
                  <a:cubicBezTo>
                    <a:pt x="1008463" y="142973"/>
                    <a:pt x="942251" y="87690"/>
                    <a:pt x="865216" y="87690"/>
                  </a:cubicBezTo>
                  <a:cubicBezTo>
                    <a:pt x="834020" y="87690"/>
                    <a:pt x="803461" y="96586"/>
                    <a:pt x="777357" y="113743"/>
                  </a:cubicBezTo>
                  <a:cubicBezTo>
                    <a:pt x="774174" y="115649"/>
                    <a:pt x="770990" y="116284"/>
                    <a:pt x="767807" y="115649"/>
                  </a:cubicBezTo>
                  <a:cubicBezTo>
                    <a:pt x="764624" y="115014"/>
                    <a:pt x="761441" y="112472"/>
                    <a:pt x="760168" y="109295"/>
                  </a:cubicBezTo>
                  <a:cubicBezTo>
                    <a:pt x="732155" y="56554"/>
                    <a:pt x="678675" y="24147"/>
                    <a:pt x="619467" y="24147"/>
                  </a:cubicBezTo>
                  <a:cubicBezTo>
                    <a:pt x="560257" y="24147"/>
                    <a:pt x="506142" y="56554"/>
                    <a:pt x="478766" y="109295"/>
                  </a:cubicBezTo>
                  <a:cubicBezTo>
                    <a:pt x="476856" y="112472"/>
                    <a:pt x="474309" y="114378"/>
                    <a:pt x="471126" y="115649"/>
                  </a:cubicBezTo>
                  <a:cubicBezTo>
                    <a:pt x="467942" y="116284"/>
                    <a:pt x="464122" y="115649"/>
                    <a:pt x="461576" y="113743"/>
                  </a:cubicBezTo>
                  <a:cubicBezTo>
                    <a:pt x="435473" y="96586"/>
                    <a:pt x="404913" y="87690"/>
                    <a:pt x="373718" y="87690"/>
                  </a:cubicBezTo>
                  <a:cubicBezTo>
                    <a:pt x="296682" y="87690"/>
                    <a:pt x="230470" y="142973"/>
                    <a:pt x="217100" y="218589"/>
                  </a:cubicBezTo>
                  <a:cubicBezTo>
                    <a:pt x="215827" y="224944"/>
                    <a:pt x="210097" y="229392"/>
                    <a:pt x="203730" y="228756"/>
                  </a:cubicBezTo>
                  <a:cubicBezTo>
                    <a:pt x="195454" y="227485"/>
                    <a:pt x="189087" y="227485"/>
                    <a:pt x="183357" y="227485"/>
                  </a:cubicBezTo>
                  <a:cubicBezTo>
                    <a:pt x="95498" y="227485"/>
                    <a:pt x="24193" y="298654"/>
                    <a:pt x="24193" y="386344"/>
                  </a:cubicBezTo>
                  <a:cubicBezTo>
                    <a:pt x="24193" y="393334"/>
                    <a:pt x="18463" y="398417"/>
                    <a:pt x="12097" y="398417"/>
                  </a:cubicBezTo>
                  <a:cubicBezTo>
                    <a:pt x="5094" y="398417"/>
                    <a:pt x="0" y="392698"/>
                    <a:pt x="0" y="386344"/>
                  </a:cubicBezTo>
                  <a:cubicBezTo>
                    <a:pt x="0" y="285310"/>
                    <a:pt x="82765" y="202703"/>
                    <a:pt x="183994" y="202703"/>
                  </a:cubicBezTo>
                  <a:cubicBezTo>
                    <a:pt x="187814" y="202703"/>
                    <a:pt x="192271" y="202703"/>
                    <a:pt x="196727" y="203339"/>
                  </a:cubicBezTo>
                  <a:cubicBezTo>
                    <a:pt x="216463" y="121368"/>
                    <a:pt x="289679" y="63543"/>
                    <a:pt x="374991" y="63543"/>
                  </a:cubicBezTo>
                  <a:cubicBezTo>
                    <a:pt x="406823" y="63543"/>
                    <a:pt x="437383" y="71804"/>
                    <a:pt x="464759" y="87054"/>
                  </a:cubicBezTo>
                  <a:cubicBezTo>
                    <a:pt x="497866" y="33043"/>
                    <a:pt x="557074" y="0"/>
                    <a:pt x="620740" y="0"/>
                  </a:cubicBezTo>
                  <a:cubicBezTo>
                    <a:pt x="684405" y="0"/>
                    <a:pt x="743615" y="33043"/>
                    <a:pt x="776720" y="87054"/>
                  </a:cubicBezTo>
                  <a:cubicBezTo>
                    <a:pt x="804097" y="71804"/>
                    <a:pt x="835293" y="63543"/>
                    <a:pt x="866489" y="63543"/>
                  </a:cubicBezTo>
                  <a:cubicBezTo>
                    <a:pt x="951801" y="63543"/>
                    <a:pt x="1025016" y="122003"/>
                    <a:pt x="1044753" y="203339"/>
                  </a:cubicBezTo>
                  <a:cubicBezTo>
                    <a:pt x="1049210" y="202703"/>
                    <a:pt x="1053666" y="202703"/>
                    <a:pt x="1057486" y="202703"/>
                  </a:cubicBezTo>
                  <a:cubicBezTo>
                    <a:pt x="1158714" y="202703"/>
                    <a:pt x="1241479" y="284675"/>
                    <a:pt x="1241479" y="386344"/>
                  </a:cubicBezTo>
                  <a:cubicBezTo>
                    <a:pt x="1239570" y="392698"/>
                    <a:pt x="1234476" y="398417"/>
                    <a:pt x="1227473" y="3984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A4B5CE5F-F42D-A1E0-60EA-8800C898BB35}"/>
                </a:ext>
              </a:extLst>
            </p:cNvPr>
            <p:cNvSpPr/>
            <p:nvPr/>
          </p:nvSpPr>
          <p:spPr>
            <a:xfrm>
              <a:off x="11800779" y="3930214"/>
              <a:ext cx="326645" cy="418871"/>
            </a:xfrm>
            <a:custGeom>
              <a:avLst/>
              <a:gdLst>
                <a:gd name="connsiteX0" fmla="*/ 65437 w 326645"/>
                <a:gd name="connsiteY0" fmla="*/ 418872 h 418871"/>
                <a:gd name="connsiteX1" fmla="*/ 57797 w 326645"/>
                <a:gd name="connsiteY1" fmla="*/ 416330 h 418871"/>
                <a:gd name="connsiteX2" fmla="*/ 55887 w 326645"/>
                <a:gd name="connsiteY2" fmla="*/ 399173 h 418871"/>
                <a:gd name="connsiteX3" fmla="*/ 295269 w 326645"/>
                <a:gd name="connsiteY3" fmla="*/ 89082 h 418871"/>
                <a:gd name="connsiteX4" fmla="*/ 301636 w 326645"/>
                <a:gd name="connsiteY4" fmla="*/ 57945 h 418871"/>
                <a:gd name="connsiteX5" fmla="*/ 283173 w 326645"/>
                <a:gd name="connsiteY5" fmla="*/ 31257 h 418871"/>
                <a:gd name="connsiteX6" fmla="*/ 223964 w 326645"/>
                <a:gd name="connsiteY6" fmla="*/ 44601 h 418871"/>
                <a:gd name="connsiteX7" fmla="*/ 22144 w 326645"/>
                <a:gd name="connsiteY7" fmla="*/ 319109 h 418871"/>
                <a:gd name="connsiteX8" fmla="*/ 4954 w 326645"/>
                <a:gd name="connsiteY8" fmla="*/ 321650 h 418871"/>
                <a:gd name="connsiteX9" fmla="*/ 2408 w 326645"/>
                <a:gd name="connsiteY9" fmla="*/ 304494 h 418871"/>
                <a:gd name="connsiteX10" fmla="*/ 204228 w 326645"/>
                <a:gd name="connsiteY10" fmla="*/ 30622 h 418871"/>
                <a:gd name="connsiteX11" fmla="*/ 296543 w 326645"/>
                <a:gd name="connsiteY11" fmla="*/ 10923 h 418871"/>
                <a:gd name="connsiteX12" fmla="*/ 325193 w 326645"/>
                <a:gd name="connsiteY12" fmla="*/ 53497 h 418871"/>
                <a:gd name="connsiteX13" fmla="*/ 315006 w 326645"/>
                <a:gd name="connsiteY13" fmla="*/ 103696 h 418871"/>
                <a:gd name="connsiteX14" fmla="*/ 74987 w 326645"/>
                <a:gd name="connsiteY14" fmla="*/ 414424 h 418871"/>
                <a:gd name="connsiteX15" fmla="*/ 65437 w 326645"/>
                <a:gd name="connsiteY15" fmla="*/ 418872 h 41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26645" h="418871">
                  <a:moveTo>
                    <a:pt x="65437" y="418872"/>
                  </a:moveTo>
                  <a:cubicBezTo>
                    <a:pt x="62890" y="418872"/>
                    <a:pt x="60343" y="418236"/>
                    <a:pt x="57797" y="416330"/>
                  </a:cubicBezTo>
                  <a:cubicBezTo>
                    <a:pt x="52704" y="412518"/>
                    <a:pt x="51431" y="404892"/>
                    <a:pt x="55887" y="399173"/>
                  </a:cubicBezTo>
                  <a:lnTo>
                    <a:pt x="295269" y="89082"/>
                  </a:lnTo>
                  <a:cubicBezTo>
                    <a:pt x="301636" y="80185"/>
                    <a:pt x="303546" y="68748"/>
                    <a:pt x="301636" y="57945"/>
                  </a:cubicBezTo>
                  <a:cubicBezTo>
                    <a:pt x="299089" y="46507"/>
                    <a:pt x="292723" y="36976"/>
                    <a:pt x="283173" y="31257"/>
                  </a:cubicBezTo>
                  <a:cubicBezTo>
                    <a:pt x="263437" y="18548"/>
                    <a:pt x="238607" y="24267"/>
                    <a:pt x="223964" y="44601"/>
                  </a:cubicBezTo>
                  <a:lnTo>
                    <a:pt x="22144" y="319109"/>
                  </a:lnTo>
                  <a:cubicBezTo>
                    <a:pt x="18324" y="324828"/>
                    <a:pt x="10684" y="325463"/>
                    <a:pt x="4954" y="321650"/>
                  </a:cubicBezTo>
                  <a:cubicBezTo>
                    <a:pt x="-776" y="317838"/>
                    <a:pt x="-1412" y="310213"/>
                    <a:pt x="2408" y="304494"/>
                  </a:cubicBezTo>
                  <a:lnTo>
                    <a:pt x="204228" y="30622"/>
                  </a:lnTo>
                  <a:cubicBezTo>
                    <a:pt x="225874" y="-515"/>
                    <a:pt x="265347" y="-9411"/>
                    <a:pt x="296543" y="10923"/>
                  </a:cubicBezTo>
                  <a:cubicBezTo>
                    <a:pt x="311822" y="21090"/>
                    <a:pt x="322009" y="35705"/>
                    <a:pt x="325193" y="53497"/>
                  </a:cubicBezTo>
                  <a:cubicBezTo>
                    <a:pt x="329013" y="71289"/>
                    <a:pt x="325193" y="89082"/>
                    <a:pt x="315006" y="103696"/>
                  </a:cubicBezTo>
                  <a:lnTo>
                    <a:pt x="74987" y="414424"/>
                  </a:lnTo>
                  <a:cubicBezTo>
                    <a:pt x="72440" y="417601"/>
                    <a:pt x="68620" y="418872"/>
                    <a:pt x="65437" y="41887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B4FD3838-F330-48D2-598B-6439277196D8}"/>
                </a:ext>
              </a:extLst>
            </p:cNvPr>
            <p:cNvSpPr/>
            <p:nvPr/>
          </p:nvSpPr>
          <p:spPr>
            <a:xfrm>
              <a:off x="10748884" y="4494600"/>
              <a:ext cx="1404463" cy="157587"/>
            </a:xfrm>
            <a:custGeom>
              <a:avLst/>
              <a:gdLst>
                <a:gd name="connsiteX0" fmla="*/ 78946 w 1404463"/>
                <a:gd name="connsiteY0" fmla="*/ 24146 h 157587"/>
                <a:gd name="connsiteX1" fmla="*/ 24193 w 1404463"/>
                <a:gd name="connsiteY1" fmla="*/ 78794 h 157587"/>
                <a:gd name="connsiteX2" fmla="*/ 78946 w 1404463"/>
                <a:gd name="connsiteY2" fmla="*/ 133441 h 157587"/>
                <a:gd name="connsiteX3" fmla="*/ 1325518 w 1404463"/>
                <a:gd name="connsiteY3" fmla="*/ 133441 h 157587"/>
                <a:gd name="connsiteX4" fmla="*/ 1380271 w 1404463"/>
                <a:gd name="connsiteY4" fmla="*/ 78794 h 157587"/>
                <a:gd name="connsiteX5" fmla="*/ 1325518 w 1404463"/>
                <a:gd name="connsiteY5" fmla="*/ 24146 h 157587"/>
                <a:gd name="connsiteX6" fmla="*/ 78946 w 1404463"/>
                <a:gd name="connsiteY6" fmla="*/ 24146 h 157587"/>
                <a:gd name="connsiteX7" fmla="*/ 1325518 w 1404463"/>
                <a:gd name="connsiteY7" fmla="*/ 157588 h 157587"/>
                <a:gd name="connsiteX8" fmla="*/ 78946 w 1404463"/>
                <a:gd name="connsiteY8" fmla="*/ 157588 h 157587"/>
                <a:gd name="connsiteX9" fmla="*/ 0 w 1404463"/>
                <a:gd name="connsiteY9" fmla="*/ 78794 h 157587"/>
                <a:gd name="connsiteX10" fmla="*/ 78946 w 1404463"/>
                <a:gd name="connsiteY10" fmla="*/ 0 h 157587"/>
                <a:gd name="connsiteX11" fmla="*/ 1325518 w 1404463"/>
                <a:gd name="connsiteY11" fmla="*/ 0 h 157587"/>
                <a:gd name="connsiteX12" fmla="*/ 1404463 w 1404463"/>
                <a:gd name="connsiteY12" fmla="*/ 78794 h 157587"/>
                <a:gd name="connsiteX13" fmla="*/ 1325518 w 1404463"/>
                <a:gd name="connsiteY13" fmla="*/ 157588 h 157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04463" h="157587">
                  <a:moveTo>
                    <a:pt x="78946" y="24146"/>
                  </a:moveTo>
                  <a:cubicBezTo>
                    <a:pt x="49022" y="24146"/>
                    <a:pt x="24193" y="48928"/>
                    <a:pt x="24193" y="78794"/>
                  </a:cubicBezTo>
                  <a:cubicBezTo>
                    <a:pt x="24193" y="108659"/>
                    <a:pt x="49022" y="133441"/>
                    <a:pt x="78946" y="133441"/>
                  </a:cubicBezTo>
                  <a:lnTo>
                    <a:pt x="1325518" y="133441"/>
                  </a:lnTo>
                  <a:cubicBezTo>
                    <a:pt x="1355441" y="133441"/>
                    <a:pt x="1380271" y="108659"/>
                    <a:pt x="1380271" y="78794"/>
                  </a:cubicBezTo>
                  <a:cubicBezTo>
                    <a:pt x="1380271" y="48928"/>
                    <a:pt x="1355441" y="24146"/>
                    <a:pt x="1325518" y="24146"/>
                  </a:cubicBezTo>
                  <a:lnTo>
                    <a:pt x="78946" y="24146"/>
                  </a:lnTo>
                  <a:close/>
                  <a:moveTo>
                    <a:pt x="1325518" y="157588"/>
                  </a:moveTo>
                  <a:lnTo>
                    <a:pt x="78946" y="157588"/>
                  </a:lnTo>
                  <a:cubicBezTo>
                    <a:pt x="35653" y="157588"/>
                    <a:pt x="0" y="122003"/>
                    <a:pt x="0" y="78794"/>
                  </a:cubicBezTo>
                  <a:cubicBezTo>
                    <a:pt x="0" y="35584"/>
                    <a:pt x="35653" y="0"/>
                    <a:pt x="78946" y="0"/>
                  </a:cubicBezTo>
                  <a:lnTo>
                    <a:pt x="1325518" y="0"/>
                  </a:lnTo>
                  <a:cubicBezTo>
                    <a:pt x="1369447" y="0"/>
                    <a:pt x="1404463" y="35584"/>
                    <a:pt x="1404463" y="78794"/>
                  </a:cubicBezTo>
                  <a:cubicBezTo>
                    <a:pt x="1404463" y="122003"/>
                    <a:pt x="1369447" y="157588"/>
                    <a:pt x="1325518" y="1575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B5FEFBF8-E7EA-474E-4BFA-80F20FEDA80E}"/>
                </a:ext>
              </a:extLst>
            </p:cNvPr>
            <p:cNvSpPr/>
            <p:nvPr/>
          </p:nvSpPr>
          <p:spPr>
            <a:xfrm>
              <a:off x="1252730" y="3759403"/>
              <a:ext cx="800973" cy="1239096"/>
            </a:xfrm>
            <a:custGeom>
              <a:avLst/>
              <a:gdLst>
                <a:gd name="connsiteX0" fmla="*/ 608435 w 800973"/>
                <a:gd name="connsiteY0" fmla="*/ 1239097 h 1239096"/>
                <a:gd name="connsiteX1" fmla="*/ 192698 w 800973"/>
                <a:gd name="connsiteY1" fmla="*/ 1239097 h 1239096"/>
                <a:gd name="connsiteX2" fmla="*/ 100383 w 800973"/>
                <a:gd name="connsiteY2" fmla="*/ 1155219 h 1239096"/>
                <a:gd name="connsiteX3" fmla="*/ 428 w 800973"/>
                <a:gd name="connsiteY3" fmla="*/ 101669 h 1239096"/>
                <a:gd name="connsiteX4" fmla="*/ 24621 w 800973"/>
                <a:gd name="connsiteY4" fmla="*/ 30501 h 1239096"/>
                <a:gd name="connsiteX5" fmla="*/ 94017 w 800973"/>
                <a:gd name="connsiteY5" fmla="*/ 0 h 1239096"/>
                <a:gd name="connsiteX6" fmla="*/ 195245 w 800973"/>
                <a:gd name="connsiteY6" fmla="*/ 0 h 1239096"/>
                <a:gd name="connsiteX7" fmla="*/ 207341 w 800973"/>
                <a:gd name="connsiteY7" fmla="*/ 12073 h 1239096"/>
                <a:gd name="connsiteX8" fmla="*/ 195245 w 800973"/>
                <a:gd name="connsiteY8" fmla="*/ 24147 h 1239096"/>
                <a:gd name="connsiteX9" fmla="*/ 94017 w 800973"/>
                <a:gd name="connsiteY9" fmla="*/ 24147 h 1239096"/>
                <a:gd name="connsiteX10" fmla="*/ 42447 w 800973"/>
                <a:gd name="connsiteY10" fmla="*/ 47022 h 1239096"/>
                <a:gd name="connsiteX11" fmla="*/ 24621 w 800973"/>
                <a:gd name="connsiteY11" fmla="*/ 99763 h 1239096"/>
                <a:gd name="connsiteX12" fmla="*/ 124576 w 800973"/>
                <a:gd name="connsiteY12" fmla="*/ 1153313 h 1239096"/>
                <a:gd name="connsiteX13" fmla="*/ 192698 w 800973"/>
                <a:gd name="connsiteY13" fmla="*/ 1214950 h 1239096"/>
                <a:gd name="connsiteX14" fmla="*/ 608435 w 800973"/>
                <a:gd name="connsiteY14" fmla="*/ 1214950 h 1239096"/>
                <a:gd name="connsiteX15" fmla="*/ 676557 w 800973"/>
                <a:gd name="connsiteY15" fmla="*/ 1153313 h 1239096"/>
                <a:gd name="connsiteX16" fmla="*/ 776512 w 800973"/>
                <a:gd name="connsiteY16" fmla="*/ 99763 h 1239096"/>
                <a:gd name="connsiteX17" fmla="*/ 758685 w 800973"/>
                <a:gd name="connsiteY17" fmla="*/ 47022 h 1239096"/>
                <a:gd name="connsiteX18" fmla="*/ 707116 w 800973"/>
                <a:gd name="connsiteY18" fmla="*/ 24147 h 1239096"/>
                <a:gd name="connsiteX19" fmla="*/ 304113 w 800973"/>
                <a:gd name="connsiteY19" fmla="*/ 24147 h 1239096"/>
                <a:gd name="connsiteX20" fmla="*/ 292017 w 800973"/>
                <a:gd name="connsiteY20" fmla="*/ 12073 h 1239096"/>
                <a:gd name="connsiteX21" fmla="*/ 304113 w 800973"/>
                <a:gd name="connsiteY21" fmla="*/ 0 h 1239096"/>
                <a:gd name="connsiteX22" fmla="*/ 707116 w 800973"/>
                <a:gd name="connsiteY22" fmla="*/ 0 h 1239096"/>
                <a:gd name="connsiteX23" fmla="*/ 776512 w 800973"/>
                <a:gd name="connsiteY23" fmla="*/ 30501 h 1239096"/>
                <a:gd name="connsiteX24" fmla="*/ 800705 w 800973"/>
                <a:gd name="connsiteY24" fmla="*/ 101669 h 1239096"/>
                <a:gd name="connsiteX25" fmla="*/ 700750 w 800973"/>
                <a:gd name="connsiteY25" fmla="*/ 1155219 h 1239096"/>
                <a:gd name="connsiteX26" fmla="*/ 608435 w 800973"/>
                <a:gd name="connsiteY26" fmla="*/ 1239097 h 123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00973" h="1239096">
                  <a:moveTo>
                    <a:pt x="608435" y="1239097"/>
                  </a:moveTo>
                  <a:lnTo>
                    <a:pt x="192698" y="1239097"/>
                  </a:lnTo>
                  <a:cubicBezTo>
                    <a:pt x="144312" y="1239097"/>
                    <a:pt x="104840" y="1202877"/>
                    <a:pt x="100383" y="1155219"/>
                  </a:cubicBezTo>
                  <a:lnTo>
                    <a:pt x="428" y="101669"/>
                  </a:lnTo>
                  <a:cubicBezTo>
                    <a:pt x="-2119" y="75617"/>
                    <a:pt x="6795" y="49564"/>
                    <a:pt x="24621" y="30501"/>
                  </a:cubicBezTo>
                  <a:cubicBezTo>
                    <a:pt x="42447" y="10802"/>
                    <a:pt x="67277" y="0"/>
                    <a:pt x="94017" y="0"/>
                  </a:cubicBezTo>
                  <a:lnTo>
                    <a:pt x="195245" y="0"/>
                  </a:lnTo>
                  <a:cubicBezTo>
                    <a:pt x="202248" y="0"/>
                    <a:pt x="207341" y="5719"/>
                    <a:pt x="207341" y="12073"/>
                  </a:cubicBezTo>
                  <a:cubicBezTo>
                    <a:pt x="207341" y="19063"/>
                    <a:pt x="201611" y="24147"/>
                    <a:pt x="195245" y="24147"/>
                  </a:cubicBezTo>
                  <a:lnTo>
                    <a:pt x="94017" y="24147"/>
                  </a:lnTo>
                  <a:cubicBezTo>
                    <a:pt x="74280" y="24147"/>
                    <a:pt x="55817" y="32407"/>
                    <a:pt x="42447" y="47022"/>
                  </a:cubicBezTo>
                  <a:cubicBezTo>
                    <a:pt x="29078" y="61637"/>
                    <a:pt x="22711" y="80065"/>
                    <a:pt x="24621" y="99763"/>
                  </a:cubicBezTo>
                  <a:lnTo>
                    <a:pt x="124576" y="1153313"/>
                  </a:lnTo>
                  <a:cubicBezTo>
                    <a:pt x="127759" y="1188262"/>
                    <a:pt x="157045" y="1214950"/>
                    <a:pt x="192698" y="1214950"/>
                  </a:cubicBezTo>
                  <a:lnTo>
                    <a:pt x="608435" y="1214950"/>
                  </a:lnTo>
                  <a:cubicBezTo>
                    <a:pt x="644087" y="1214950"/>
                    <a:pt x="673374" y="1188262"/>
                    <a:pt x="676557" y="1153313"/>
                  </a:cubicBezTo>
                  <a:lnTo>
                    <a:pt x="776512" y="99763"/>
                  </a:lnTo>
                  <a:cubicBezTo>
                    <a:pt x="778422" y="80065"/>
                    <a:pt x="772055" y="61637"/>
                    <a:pt x="758685" y="47022"/>
                  </a:cubicBezTo>
                  <a:cubicBezTo>
                    <a:pt x="745316" y="32407"/>
                    <a:pt x="726853" y="24147"/>
                    <a:pt x="707116" y="24147"/>
                  </a:cubicBezTo>
                  <a:lnTo>
                    <a:pt x="304113" y="24147"/>
                  </a:lnTo>
                  <a:cubicBezTo>
                    <a:pt x="297110" y="24147"/>
                    <a:pt x="292017" y="18428"/>
                    <a:pt x="292017" y="12073"/>
                  </a:cubicBezTo>
                  <a:cubicBezTo>
                    <a:pt x="292017" y="5083"/>
                    <a:pt x="297746" y="0"/>
                    <a:pt x="304113" y="0"/>
                  </a:cubicBezTo>
                  <a:lnTo>
                    <a:pt x="707116" y="0"/>
                  </a:lnTo>
                  <a:cubicBezTo>
                    <a:pt x="733219" y="0"/>
                    <a:pt x="758685" y="11438"/>
                    <a:pt x="776512" y="30501"/>
                  </a:cubicBezTo>
                  <a:cubicBezTo>
                    <a:pt x="794338" y="49564"/>
                    <a:pt x="802615" y="75617"/>
                    <a:pt x="800705" y="101669"/>
                  </a:cubicBezTo>
                  <a:lnTo>
                    <a:pt x="700750" y="1155219"/>
                  </a:lnTo>
                  <a:cubicBezTo>
                    <a:pt x="696293" y="1202877"/>
                    <a:pt x="656820" y="1239097"/>
                    <a:pt x="608435" y="12390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3820C36D-EEC5-CB1C-43D9-9D2908ABD347}"/>
                </a:ext>
              </a:extLst>
            </p:cNvPr>
            <p:cNvSpPr/>
            <p:nvPr/>
          </p:nvSpPr>
          <p:spPr>
            <a:xfrm>
              <a:off x="1067255" y="3421352"/>
              <a:ext cx="473481" cy="628444"/>
            </a:xfrm>
            <a:custGeom>
              <a:avLst/>
              <a:gdLst>
                <a:gd name="connsiteX0" fmla="*/ 461576 w 473481"/>
                <a:gd name="connsiteY0" fmla="*/ 628444 h 628444"/>
                <a:gd name="connsiteX1" fmla="*/ 449479 w 473481"/>
                <a:gd name="connsiteY1" fmla="*/ 618913 h 628444"/>
                <a:gd name="connsiteX2" fmla="*/ 327878 w 473481"/>
                <a:gd name="connsiteY2" fmla="*/ 124545 h 628444"/>
                <a:gd name="connsiteX3" fmla="*/ 199273 w 473481"/>
                <a:gd name="connsiteY3" fmla="*/ 24147 h 628444"/>
                <a:gd name="connsiteX4" fmla="*/ 12097 w 473481"/>
                <a:gd name="connsiteY4" fmla="*/ 24147 h 628444"/>
                <a:gd name="connsiteX5" fmla="*/ 0 w 473481"/>
                <a:gd name="connsiteY5" fmla="*/ 12073 h 628444"/>
                <a:gd name="connsiteX6" fmla="*/ 12097 w 473481"/>
                <a:gd name="connsiteY6" fmla="*/ 0 h 628444"/>
                <a:gd name="connsiteX7" fmla="*/ 199273 w 473481"/>
                <a:gd name="connsiteY7" fmla="*/ 0 h 628444"/>
                <a:gd name="connsiteX8" fmla="*/ 351434 w 473481"/>
                <a:gd name="connsiteY8" fmla="*/ 118826 h 628444"/>
                <a:gd name="connsiteX9" fmla="*/ 473036 w 473481"/>
                <a:gd name="connsiteY9" fmla="*/ 613194 h 628444"/>
                <a:gd name="connsiteX10" fmla="*/ 464122 w 473481"/>
                <a:gd name="connsiteY10" fmla="*/ 627809 h 628444"/>
                <a:gd name="connsiteX11" fmla="*/ 461576 w 473481"/>
                <a:gd name="connsiteY11" fmla="*/ 628444 h 62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3481" h="628444">
                  <a:moveTo>
                    <a:pt x="461576" y="628444"/>
                  </a:moveTo>
                  <a:cubicBezTo>
                    <a:pt x="455846" y="628444"/>
                    <a:pt x="451389" y="624632"/>
                    <a:pt x="449479" y="618913"/>
                  </a:cubicBezTo>
                  <a:lnTo>
                    <a:pt x="327878" y="124545"/>
                  </a:lnTo>
                  <a:cubicBezTo>
                    <a:pt x="313235" y="65450"/>
                    <a:pt x="260392" y="24147"/>
                    <a:pt x="199273" y="24147"/>
                  </a:cubicBezTo>
                  <a:lnTo>
                    <a:pt x="12097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199273" y="0"/>
                  </a:lnTo>
                  <a:cubicBezTo>
                    <a:pt x="271852" y="0"/>
                    <a:pt x="334244" y="48928"/>
                    <a:pt x="351434" y="118826"/>
                  </a:cubicBezTo>
                  <a:lnTo>
                    <a:pt x="473036" y="613194"/>
                  </a:lnTo>
                  <a:cubicBezTo>
                    <a:pt x="474946" y="619548"/>
                    <a:pt x="470489" y="626538"/>
                    <a:pt x="464122" y="627809"/>
                  </a:cubicBezTo>
                  <a:cubicBezTo>
                    <a:pt x="463486" y="628444"/>
                    <a:pt x="462212" y="628444"/>
                    <a:pt x="461576" y="6284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69FCD7DE-193F-0BE5-8D22-E01464572A1B}"/>
                </a:ext>
              </a:extLst>
            </p:cNvPr>
            <p:cNvSpPr/>
            <p:nvPr/>
          </p:nvSpPr>
          <p:spPr>
            <a:xfrm>
              <a:off x="1681628" y="3353361"/>
              <a:ext cx="733427" cy="725665"/>
            </a:xfrm>
            <a:custGeom>
              <a:avLst/>
              <a:gdLst>
                <a:gd name="connsiteX0" fmla="*/ 434836 w 733427"/>
                <a:gd name="connsiteY0" fmla="*/ 725666 h 725665"/>
                <a:gd name="connsiteX1" fmla="*/ 422740 w 733427"/>
                <a:gd name="connsiteY1" fmla="*/ 715499 h 725665"/>
                <a:gd name="connsiteX2" fmla="*/ 432289 w 733427"/>
                <a:gd name="connsiteY2" fmla="*/ 701519 h 725665"/>
                <a:gd name="connsiteX3" fmla="*/ 709235 w 733427"/>
                <a:gd name="connsiteY3" fmla="*/ 366010 h 725665"/>
                <a:gd name="connsiteX4" fmla="*/ 366714 w 733427"/>
                <a:gd name="connsiteY4" fmla="*/ 24146 h 725665"/>
                <a:gd name="connsiteX5" fmla="*/ 24193 w 733427"/>
                <a:gd name="connsiteY5" fmla="*/ 366010 h 725665"/>
                <a:gd name="connsiteX6" fmla="*/ 12096 w 733427"/>
                <a:gd name="connsiteY6" fmla="*/ 378083 h 725665"/>
                <a:gd name="connsiteX7" fmla="*/ 0 w 733427"/>
                <a:gd name="connsiteY7" fmla="*/ 366010 h 725665"/>
                <a:gd name="connsiteX8" fmla="*/ 366714 w 733427"/>
                <a:gd name="connsiteY8" fmla="*/ 0 h 725665"/>
                <a:gd name="connsiteX9" fmla="*/ 733428 w 733427"/>
                <a:gd name="connsiteY9" fmla="*/ 366010 h 725665"/>
                <a:gd name="connsiteX10" fmla="*/ 436109 w 733427"/>
                <a:gd name="connsiteY10" fmla="*/ 725666 h 725665"/>
                <a:gd name="connsiteX11" fmla="*/ 434836 w 733427"/>
                <a:gd name="connsiteY11" fmla="*/ 725666 h 725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33427" h="725665">
                  <a:moveTo>
                    <a:pt x="434836" y="725666"/>
                  </a:moveTo>
                  <a:cubicBezTo>
                    <a:pt x="429106" y="725666"/>
                    <a:pt x="424013" y="721853"/>
                    <a:pt x="422740" y="715499"/>
                  </a:cubicBezTo>
                  <a:cubicBezTo>
                    <a:pt x="421466" y="709145"/>
                    <a:pt x="425923" y="702790"/>
                    <a:pt x="432289" y="701519"/>
                  </a:cubicBezTo>
                  <a:cubicBezTo>
                    <a:pt x="592727" y="670383"/>
                    <a:pt x="709235" y="529317"/>
                    <a:pt x="709235" y="366010"/>
                  </a:cubicBezTo>
                  <a:cubicBezTo>
                    <a:pt x="709235" y="177286"/>
                    <a:pt x="555801" y="24146"/>
                    <a:pt x="366714" y="24146"/>
                  </a:cubicBezTo>
                  <a:cubicBezTo>
                    <a:pt x="177627" y="24146"/>
                    <a:pt x="24193" y="177286"/>
                    <a:pt x="24193" y="366010"/>
                  </a:cubicBezTo>
                  <a:cubicBezTo>
                    <a:pt x="24193" y="373000"/>
                    <a:pt x="18463" y="378083"/>
                    <a:pt x="12096" y="378083"/>
                  </a:cubicBezTo>
                  <a:cubicBezTo>
                    <a:pt x="5093" y="378083"/>
                    <a:pt x="0" y="372364"/>
                    <a:pt x="0" y="366010"/>
                  </a:cubicBezTo>
                  <a:cubicBezTo>
                    <a:pt x="0" y="163942"/>
                    <a:pt x="164894" y="0"/>
                    <a:pt x="366714" y="0"/>
                  </a:cubicBezTo>
                  <a:cubicBezTo>
                    <a:pt x="568534" y="0"/>
                    <a:pt x="733428" y="164577"/>
                    <a:pt x="733428" y="366010"/>
                  </a:cubicBezTo>
                  <a:cubicBezTo>
                    <a:pt x="733428" y="541390"/>
                    <a:pt x="608643" y="692623"/>
                    <a:pt x="436109" y="725666"/>
                  </a:cubicBezTo>
                  <a:lnTo>
                    <a:pt x="434836" y="725666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ADDF37E6-5484-F00D-7A78-ED225B169CFE}"/>
                </a:ext>
              </a:extLst>
            </p:cNvPr>
            <p:cNvSpPr/>
            <p:nvPr/>
          </p:nvSpPr>
          <p:spPr>
            <a:xfrm>
              <a:off x="1970033" y="3412456"/>
              <a:ext cx="179537" cy="229391"/>
            </a:xfrm>
            <a:custGeom>
              <a:avLst/>
              <a:gdLst>
                <a:gd name="connsiteX0" fmla="*/ 63666 w 179537"/>
                <a:gd name="connsiteY0" fmla="*/ 229392 h 229391"/>
                <a:gd name="connsiteX1" fmla="*/ 53479 w 179537"/>
                <a:gd name="connsiteY1" fmla="*/ 224308 h 229391"/>
                <a:gd name="connsiteX2" fmla="*/ 0 w 179537"/>
                <a:gd name="connsiteY2" fmla="*/ 89596 h 229391"/>
                <a:gd name="connsiteX3" fmla="*/ 89769 w 179537"/>
                <a:gd name="connsiteY3" fmla="*/ 0 h 229391"/>
                <a:gd name="connsiteX4" fmla="*/ 179537 w 179537"/>
                <a:gd name="connsiteY4" fmla="*/ 89596 h 229391"/>
                <a:gd name="connsiteX5" fmla="*/ 167441 w 179537"/>
                <a:gd name="connsiteY5" fmla="*/ 101669 h 229391"/>
                <a:gd name="connsiteX6" fmla="*/ 155344 w 179537"/>
                <a:gd name="connsiteY6" fmla="*/ 89596 h 229391"/>
                <a:gd name="connsiteX7" fmla="*/ 89769 w 179537"/>
                <a:gd name="connsiteY7" fmla="*/ 24147 h 229391"/>
                <a:gd name="connsiteX8" fmla="*/ 24193 w 179537"/>
                <a:gd name="connsiteY8" fmla="*/ 89596 h 229391"/>
                <a:gd name="connsiteX9" fmla="*/ 73215 w 179537"/>
                <a:gd name="connsiteY9" fmla="*/ 210329 h 229391"/>
                <a:gd name="connsiteX10" fmla="*/ 70032 w 179537"/>
                <a:gd name="connsiteY10" fmla="*/ 227485 h 229391"/>
                <a:gd name="connsiteX11" fmla="*/ 63666 w 179537"/>
                <a:gd name="connsiteY11" fmla="*/ 229392 h 229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9537" h="229391">
                  <a:moveTo>
                    <a:pt x="63666" y="229392"/>
                  </a:moveTo>
                  <a:cubicBezTo>
                    <a:pt x="59846" y="229392"/>
                    <a:pt x="56026" y="227485"/>
                    <a:pt x="53479" y="224308"/>
                  </a:cubicBezTo>
                  <a:cubicBezTo>
                    <a:pt x="14007" y="167119"/>
                    <a:pt x="0" y="116284"/>
                    <a:pt x="0" y="89596"/>
                  </a:cubicBezTo>
                  <a:cubicBezTo>
                    <a:pt x="0" y="40032"/>
                    <a:pt x="40109" y="0"/>
                    <a:pt x="89769" y="0"/>
                  </a:cubicBezTo>
                  <a:cubicBezTo>
                    <a:pt x="139428" y="0"/>
                    <a:pt x="179537" y="40032"/>
                    <a:pt x="179537" y="89596"/>
                  </a:cubicBezTo>
                  <a:cubicBezTo>
                    <a:pt x="179537" y="96586"/>
                    <a:pt x="173807" y="101669"/>
                    <a:pt x="167441" y="101669"/>
                  </a:cubicBezTo>
                  <a:cubicBezTo>
                    <a:pt x="160437" y="101669"/>
                    <a:pt x="155344" y="95951"/>
                    <a:pt x="155344" y="89596"/>
                  </a:cubicBezTo>
                  <a:cubicBezTo>
                    <a:pt x="155344" y="53376"/>
                    <a:pt x="126058" y="24147"/>
                    <a:pt x="89769" y="24147"/>
                  </a:cubicBezTo>
                  <a:cubicBezTo>
                    <a:pt x="53479" y="24147"/>
                    <a:pt x="24193" y="53376"/>
                    <a:pt x="24193" y="89596"/>
                  </a:cubicBezTo>
                  <a:cubicBezTo>
                    <a:pt x="24193" y="108024"/>
                    <a:pt x="34380" y="154411"/>
                    <a:pt x="73215" y="210329"/>
                  </a:cubicBezTo>
                  <a:cubicBezTo>
                    <a:pt x="77035" y="216048"/>
                    <a:pt x="75762" y="223673"/>
                    <a:pt x="70032" y="227485"/>
                  </a:cubicBezTo>
                  <a:cubicBezTo>
                    <a:pt x="68122" y="228756"/>
                    <a:pt x="66212" y="229392"/>
                    <a:pt x="63666" y="229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C6358788-334A-5E96-107E-036FC3A0EFC8}"/>
                </a:ext>
              </a:extLst>
            </p:cNvPr>
            <p:cNvSpPr/>
            <p:nvPr/>
          </p:nvSpPr>
          <p:spPr>
            <a:xfrm>
              <a:off x="1780879" y="3520502"/>
              <a:ext cx="141028" cy="130877"/>
            </a:xfrm>
            <a:custGeom>
              <a:avLst/>
              <a:gdLst>
                <a:gd name="connsiteX0" fmla="*/ 17893 w 141028"/>
                <a:gd name="connsiteY0" fmla="*/ 130878 h 130877"/>
                <a:gd name="connsiteX1" fmla="*/ 6434 w 141028"/>
                <a:gd name="connsiteY1" fmla="*/ 123252 h 130877"/>
                <a:gd name="connsiteX2" fmla="*/ 12163 w 141028"/>
                <a:gd name="connsiteY2" fmla="*/ 45094 h 130877"/>
                <a:gd name="connsiteX3" fmla="*/ 135038 w 141028"/>
                <a:gd name="connsiteY3" fmla="*/ 12051 h 130877"/>
                <a:gd name="connsiteX4" fmla="*/ 139495 w 141028"/>
                <a:gd name="connsiteY4" fmla="*/ 28573 h 130877"/>
                <a:gd name="connsiteX5" fmla="*/ 122942 w 141028"/>
                <a:gd name="connsiteY5" fmla="*/ 33021 h 130877"/>
                <a:gd name="connsiteX6" fmla="*/ 33173 w 141028"/>
                <a:gd name="connsiteY6" fmla="*/ 57167 h 130877"/>
                <a:gd name="connsiteX7" fmla="*/ 29353 w 141028"/>
                <a:gd name="connsiteY7" fmla="*/ 114356 h 130877"/>
                <a:gd name="connsiteX8" fmla="*/ 22350 w 141028"/>
                <a:gd name="connsiteY8" fmla="*/ 130242 h 130877"/>
                <a:gd name="connsiteX9" fmla="*/ 17893 w 141028"/>
                <a:gd name="connsiteY9" fmla="*/ 130878 h 130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1028" h="130877">
                  <a:moveTo>
                    <a:pt x="17893" y="130878"/>
                  </a:moveTo>
                  <a:cubicBezTo>
                    <a:pt x="12800" y="130878"/>
                    <a:pt x="8344" y="127700"/>
                    <a:pt x="6434" y="123252"/>
                  </a:cubicBezTo>
                  <a:cubicBezTo>
                    <a:pt x="-3753" y="97200"/>
                    <a:pt x="-1843" y="68605"/>
                    <a:pt x="12163" y="45094"/>
                  </a:cubicBezTo>
                  <a:cubicBezTo>
                    <a:pt x="36993" y="1884"/>
                    <a:pt x="92382" y="-12731"/>
                    <a:pt x="135038" y="12051"/>
                  </a:cubicBezTo>
                  <a:cubicBezTo>
                    <a:pt x="140768" y="15229"/>
                    <a:pt x="142678" y="22854"/>
                    <a:pt x="139495" y="28573"/>
                  </a:cubicBezTo>
                  <a:cubicBezTo>
                    <a:pt x="136311" y="34292"/>
                    <a:pt x="128671" y="36198"/>
                    <a:pt x="122942" y="33021"/>
                  </a:cubicBezTo>
                  <a:cubicBezTo>
                    <a:pt x="91746" y="15229"/>
                    <a:pt x="51636" y="26031"/>
                    <a:pt x="33173" y="57167"/>
                  </a:cubicBezTo>
                  <a:cubicBezTo>
                    <a:pt x="22987" y="74959"/>
                    <a:pt x="21713" y="95293"/>
                    <a:pt x="29353" y="114356"/>
                  </a:cubicBezTo>
                  <a:cubicBezTo>
                    <a:pt x="31900" y="120711"/>
                    <a:pt x="28717" y="127700"/>
                    <a:pt x="22350" y="130242"/>
                  </a:cubicBezTo>
                  <a:cubicBezTo>
                    <a:pt x="21077" y="130878"/>
                    <a:pt x="19167" y="130878"/>
                    <a:pt x="17893" y="1308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B2498C21-F27E-1000-FDFE-1E846A8F6F8C}"/>
                </a:ext>
              </a:extLst>
            </p:cNvPr>
            <p:cNvSpPr/>
            <p:nvPr/>
          </p:nvSpPr>
          <p:spPr>
            <a:xfrm>
              <a:off x="2081351" y="3810796"/>
              <a:ext cx="67582" cy="208499"/>
            </a:xfrm>
            <a:custGeom>
              <a:avLst/>
              <a:gdLst>
                <a:gd name="connsiteX0" fmla="*/ 12194 w 67582"/>
                <a:gd name="connsiteY0" fmla="*/ 208500 h 208499"/>
                <a:gd name="connsiteX1" fmla="*/ 1370 w 67582"/>
                <a:gd name="connsiteY1" fmla="*/ 201510 h 208499"/>
                <a:gd name="connsiteX2" fmla="*/ 7100 w 67582"/>
                <a:gd name="connsiteY2" fmla="*/ 184989 h 208499"/>
                <a:gd name="connsiteX3" fmla="*/ 44026 w 67582"/>
                <a:gd name="connsiteY3" fmla="*/ 125893 h 208499"/>
                <a:gd name="connsiteX4" fmla="*/ 3280 w 67582"/>
                <a:gd name="connsiteY4" fmla="*/ 18505 h 208499"/>
                <a:gd name="connsiteX5" fmla="*/ 7100 w 67582"/>
                <a:gd name="connsiteY5" fmla="*/ 1984 h 208499"/>
                <a:gd name="connsiteX6" fmla="*/ 23653 w 67582"/>
                <a:gd name="connsiteY6" fmla="*/ 5796 h 208499"/>
                <a:gd name="connsiteX7" fmla="*/ 67583 w 67582"/>
                <a:gd name="connsiteY7" fmla="*/ 126529 h 208499"/>
                <a:gd name="connsiteX8" fmla="*/ 16650 w 67582"/>
                <a:gd name="connsiteY8" fmla="*/ 207229 h 208499"/>
                <a:gd name="connsiteX9" fmla="*/ 12194 w 67582"/>
                <a:gd name="connsiteY9" fmla="*/ 208500 h 20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582" h="208499">
                  <a:moveTo>
                    <a:pt x="12194" y="208500"/>
                  </a:moveTo>
                  <a:cubicBezTo>
                    <a:pt x="7737" y="208500"/>
                    <a:pt x="3280" y="205958"/>
                    <a:pt x="1370" y="201510"/>
                  </a:cubicBezTo>
                  <a:cubicBezTo>
                    <a:pt x="-1813" y="195156"/>
                    <a:pt x="734" y="188166"/>
                    <a:pt x="7100" y="184989"/>
                  </a:cubicBezTo>
                  <a:cubicBezTo>
                    <a:pt x="29383" y="174186"/>
                    <a:pt x="44026" y="150675"/>
                    <a:pt x="44026" y="125893"/>
                  </a:cubicBezTo>
                  <a:cubicBezTo>
                    <a:pt x="44026" y="110007"/>
                    <a:pt x="35750" y="68704"/>
                    <a:pt x="3280" y="18505"/>
                  </a:cubicBezTo>
                  <a:cubicBezTo>
                    <a:pt x="-539" y="12786"/>
                    <a:pt x="1370" y="5161"/>
                    <a:pt x="7100" y="1984"/>
                  </a:cubicBezTo>
                  <a:cubicBezTo>
                    <a:pt x="12830" y="-1829"/>
                    <a:pt x="20470" y="77"/>
                    <a:pt x="23653" y="5796"/>
                  </a:cubicBezTo>
                  <a:cubicBezTo>
                    <a:pt x="56123" y="57266"/>
                    <a:pt x="67583" y="103018"/>
                    <a:pt x="67583" y="126529"/>
                  </a:cubicBezTo>
                  <a:cubicBezTo>
                    <a:pt x="67583" y="160842"/>
                    <a:pt x="47846" y="192614"/>
                    <a:pt x="16650" y="207229"/>
                  </a:cubicBezTo>
                  <a:cubicBezTo>
                    <a:pt x="16013" y="207864"/>
                    <a:pt x="14104" y="208500"/>
                    <a:pt x="12194" y="2085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E549926A-C120-B9CC-E9F0-9B2F4DD26AC8}"/>
                </a:ext>
              </a:extLst>
            </p:cNvPr>
            <p:cNvSpPr/>
            <p:nvPr/>
          </p:nvSpPr>
          <p:spPr>
            <a:xfrm>
              <a:off x="2136783" y="3727909"/>
              <a:ext cx="202534" cy="190352"/>
            </a:xfrm>
            <a:custGeom>
              <a:avLst/>
              <a:gdLst>
                <a:gd name="connsiteX0" fmla="*/ 112105 w 202534"/>
                <a:gd name="connsiteY0" fmla="*/ 190352 h 190352"/>
                <a:gd name="connsiteX1" fmla="*/ 67539 w 202534"/>
                <a:gd name="connsiteY1" fmla="*/ 178279 h 190352"/>
                <a:gd name="connsiteX2" fmla="*/ 63083 w 202534"/>
                <a:gd name="connsiteY2" fmla="*/ 161758 h 190352"/>
                <a:gd name="connsiteX3" fmla="*/ 79636 w 202534"/>
                <a:gd name="connsiteY3" fmla="*/ 157310 h 190352"/>
                <a:gd name="connsiteX4" fmla="*/ 129295 w 202534"/>
                <a:gd name="connsiteY4" fmla="*/ 163664 h 190352"/>
                <a:gd name="connsiteX5" fmla="*/ 169404 w 202534"/>
                <a:gd name="connsiteY5" fmla="*/ 133163 h 190352"/>
                <a:gd name="connsiteX6" fmla="*/ 175771 w 202534"/>
                <a:gd name="connsiteY6" fmla="*/ 83599 h 190352"/>
                <a:gd name="connsiteX7" fmla="*/ 145211 w 202534"/>
                <a:gd name="connsiteY7" fmla="*/ 43567 h 190352"/>
                <a:gd name="connsiteX8" fmla="*/ 13424 w 202534"/>
                <a:gd name="connsiteY8" fmla="*/ 25775 h 190352"/>
                <a:gd name="connsiteX9" fmla="*/ 54 w 202534"/>
                <a:gd name="connsiteY9" fmla="*/ 14973 h 190352"/>
                <a:gd name="connsiteX10" fmla="*/ 10877 w 202534"/>
                <a:gd name="connsiteY10" fmla="*/ 1628 h 190352"/>
                <a:gd name="connsiteX11" fmla="*/ 157308 w 202534"/>
                <a:gd name="connsiteY11" fmla="*/ 22598 h 190352"/>
                <a:gd name="connsiteX12" fmla="*/ 199327 w 202534"/>
                <a:gd name="connsiteY12" fmla="*/ 77245 h 190352"/>
                <a:gd name="connsiteX13" fmla="*/ 190414 w 202534"/>
                <a:gd name="connsiteY13" fmla="*/ 145237 h 190352"/>
                <a:gd name="connsiteX14" fmla="*/ 135662 w 202534"/>
                <a:gd name="connsiteY14" fmla="*/ 187175 h 190352"/>
                <a:gd name="connsiteX15" fmla="*/ 112105 w 202534"/>
                <a:gd name="connsiteY15" fmla="*/ 190352 h 19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2534" h="190352">
                  <a:moveTo>
                    <a:pt x="112105" y="190352"/>
                  </a:moveTo>
                  <a:cubicBezTo>
                    <a:pt x="96189" y="190352"/>
                    <a:pt x="80909" y="186540"/>
                    <a:pt x="67539" y="178279"/>
                  </a:cubicBezTo>
                  <a:cubicBezTo>
                    <a:pt x="61810" y="175102"/>
                    <a:pt x="59899" y="167477"/>
                    <a:pt x="63083" y="161758"/>
                  </a:cubicBezTo>
                  <a:cubicBezTo>
                    <a:pt x="66266" y="156039"/>
                    <a:pt x="73906" y="154133"/>
                    <a:pt x="79636" y="157310"/>
                  </a:cubicBezTo>
                  <a:cubicBezTo>
                    <a:pt x="94916" y="166206"/>
                    <a:pt x="112742" y="168112"/>
                    <a:pt x="129295" y="163664"/>
                  </a:cubicBezTo>
                  <a:cubicBezTo>
                    <a:pt x="146485" y="159216"/>
                    <a:pt x="160491" y="148414"/>
                    <a:pt x="169404" y="133163"/>
                  </a:cubicBezTo>
                  <a:cubicBezTo>
                    <a:pt x="178318" y="117913"/>
                    <a:pt x="180227" y="100121"/>
                    <a:pt x="175771" y="83599"/>
                  </a:cubicBezTo>
                  <a:cubicBezTo>
                    <a:pt x="171314" y="66443"/>
                    <a:pt x="160491" y="52463"/>
                    <a:pt x="145211" y="43567"/>
                  </a:cubicBezTo>
                  <a:cubicBezTo>
                    <a:pt x="128658" y="34036"/>
                    <a:pt x="82819" y="20056"/>
                    <a:pt x="13424" y="25775"/>
                  </a:cubicBezTo>
                  <a:cubicBezTo>
                    <a:pt x="7057" y="26410"/>
                    <a:pt x="691" y="21327"/>
                    <a:pt x="54" y="14973"/>
                  </a:cubicBezTo>
                  <a:cubicBezTo>
                    <a:pt x="-583" y="7983"/>
                    <a:pt x="4511" y="2264"/>
                    <a:pt x="10877" y="1628"/>
                  </a:cubicBezTo>
                  <a:cubicBezTo>
                    <a:pt x="81546" y="-4726"/>
                    <a:pt x="133752" y="8618"/>
                    <a:pt x="157308" y="22598"/>
                  </a:cubicBezTo>
                  <a:cubicBezTo>
                    <a:pt x="178318" y="34671"/>
                    <a:pt x="192961" y="53734"/>
                    <a:pt x="199327" y="77245"/>
                  </a:cubicBezTo>
                  <a:cubicBezTo>
                    <a:pt x="205694" y="100121"/>
                    <a:pt x="202510" y="124903"/>
                    <a:pt x="190414" y="145237"/>
                  </a:cubicBezTo>
                  <a:cubicBezTo>
                    <a:pt x="178318" y="166206"/>
                    <a:pt x="159218" y="180821"/>
                    <a:pt x="135662" y="187175"/>
                  </a:cubicBezTo>
                  <a:cubicBezTo>
                    <a:pt x="127385" y="189082"/>
                    <a:pt x="119745" y="190352"/>
                    <a:pt x="112105" y="1903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26EECE0F-36F9-7F12-7CE3-85498DECFD45}"/>
                </a:ext>
              </a:extLst>
            </p:cNvPr>
            <p:cNvSpPr/>
            <p:nvPr/>
          </p:nvSpPr>
          <p:spPr>
            <a:xfrm>
              <a:off x="2113184" y="3520456"/>
              <a:ext cx="225451" cy="169684"/>
            </a:xfrm>
            <a:custGeom>
              <a:avLst/>
              <a:gdLst>
                <a:gd name="connsiteX0" fmla="*/ 174541 w 225451"/>
                <a:gd name="connsiteY0" fmla="*/ 169685 h 169684"/>
                <a:gd name="connsiteX1" fmla="*/ 163718 w 225451"/>
                <a:gd name="connsiteY1" fmla="*/ 163331 h 169684"/>
                <a:gd name="connsiteX2" fmla="*/ 168174 w 225451"/>
                <a:gd name="connsiteY2" fmla="*/ 146809 h 169684"/>
                <a:gd name="connsiteX3" fmla="*/ 192367 w 225451"/>
                <a:gd name="connsiteY3" fmla="*/ 57213 h 169684"/>
                <a:gd name="connsiteX4" fmla="*/ 152258 w 225451"/>
                <a:gd name="connsiteY4" fmla="*/ 26712 h 169684"/>
                <a:gd name="connsiteX5" fmla="*/ 102599 w 225451"/>
                <a:gd name="connsiteY5" fmla="*/ 33067 h 169684"/>
                <a:gd name="connsiteX6" fmla="*/ 23653 w 225451"/>
                <a:gd name="connsiteY6" fmla="*/ 134101 h 169684"/>
                <a:gd name="connsiteX7" fmla="*/ 7100 w 225451"/>
                <a:gd name="connsiteY7" fmla="*/ 139820 h 169684"/>
                <a:gd name="connsiteX8" fmla="*/ 1370 w 225451"/>
                <a:gd name="connsiteY8" fmla="*/ 123298 h 169684"/>
                <a:gd name="connsiteX9" fmla="*/ 90502 w 225451"/>
                <a:gd name="connsiteY9" fmla="*/ 12097 h 169684"/>
                <a:gd name="connsiteX10" fmla="*/ 158625 w 225451"/>
                <a:gd name="connsiteY10" fmla="*/ 3201 h 169684"/>
                <a:gd name="connsiteX11" fmla="*/ 213377 w 225451"/>
                <a:gd name="connsiteY11" fmla="*/ 45140 h 169684"/>
                <a:gd name="connsiteX12" fmla="*/ 180271 w 225451"/>
                <a:gd name="connsiteY12" fmla="*/ 167779 h 169684"/>
                <a:gd name="connsiteX13" fmla="*/ 174541 w 225451"/>
                <a:gd name="connsiteY13" fmla="*/ 169685 h 169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5451" h="169684">
                  <a:moveTo>
                    <a:pt x="174541" y="169685"/>
                  </a:moveTo>
                  <a:cubicBezTo>
                    <a:pt x="170084" y="169685"/>
                    <a:pt x="166264" y="167779"/>
                    <a:pt x="163718" y="163331"/>
                  </a:cubicBezTo>
                  <a:cubicBezTo>
                    <a:pt x="160534" y="157612"/>
                    <a:pt x="162444" y="149986"/>
                    <a:pt x="168174" y="146809"/>
                  </a:cubicBezTo>
                  <a:cubicBezTo>
                    <a:pt x="199371" y="129017"/>
                    <a:pt x="210194" y="88349"/>
                    <a:pt x="192367" y="57213"/>
                  </a:cubicBezTo>
                  <a:cubicBezTo>
                    <a:pt x="183454" y="41963"/>
                    <a:pt x="169448" y="31160"/>
                    <a:pt x="152258" y="26712"/>
                  </a:cubicBezTo>
                  <a:cubicBezTo>
                    <a:pt x="135068" y="22264"/>
                    <a:pt x="117878" y="24806"/>
                    <a:pt x="102599" y="33067"/>
                  </a:cubicBezTo>
                  <a:cubicBezTo>
                    <a:pt x="86682" y="41963"/>
                    <a:pt x="52303" y="73734"/>
                    <a:pt x="23653" y="134101"/>
                  </a:cubicBezTo>
                  <a:cubicBezTo>
                    <a:pt x="20470" y="140455"/>
                    <a:pt x="13467" y="142997"/>
                    <a:pt x="7100" y="139820"/>
                  </a:cubicBezTo>
                  <a:cubicBezTo>
                    <a:pt x="734" y="136642"/>
                    <a:pt x="-1813" y="129653"/>
                    <a:pt x="1370" y="123298"/>
                  </a:cubicBezTo>
                  <a:cubicBezTo>
                    <a:pt x="30657" y="61661"/>
                    <a:pt x="67583" y="24806"/>
                    <a:pt x="90502" y="12097"/>
                  </a:cubicBezTo>
                  <a:cubicBezTo>
                    <a:pt x="111512" y="24"/>
                    <a:pt x="135705" y="-3153"/>
                    <a:pt x="158625" y="3201"/>
                  </a:cubicBezTo>
                  <a:cubicBezTo>
                    <a:pt x="181544" y="9555"/>
                    <a:pt x="201280" y="24170"/>
                    <a:pt x="213377" y="45140"/>
                  </a:cubicBezTo>
                  <a:cubicBezTo>
                    <a:pt x="238207" y="88349"/>
                    <a:pt x="223563" y="142997"/>
                    <a:pt x="180271" y="167779"/>
                  </a:cubicBezTo>
                  <a:cubicBezTo>
                    <a:pt x="178361" y="169049"/>
                    <a:pt x="176451" y="169685"/>
                    <a:pt x="174541" y="1696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150CDE42-8E76-F681-64CB-1EC0232254FA}"/>
                </a:ext>
              </a:extLst>
            </p:cNvPr>
            <p:cNvSpPr/>
            <p:nvPr/>
          </p:nvSpPr>
          <p:spPr>
            <a:xfrm>
              <a:off x="7802589" y="3596245"/>
              <a:ext cx="343496" cy="342986"/>
            </a:xfrm>
            <a:custGeom>
              <a:avLst/>
              <a:gdLst>
                <a:gd name="connsiteX0" fmla="*/ 31684 w 343496"/>
                <a:gd name="connsiteY0" fmla="*/ 30988 h 342986"/>
                <a:gd name="connsiteX1" fmla="*/ 141825 w 343496"/>
                <a:gd name="connsiteY1" fmla="*/ 201920 h 342986"/>
                <a:gd name="connsiteX2" fmla="*/ 313086 w 343496"/>
                <a:gd name="connsiteY2" fmla="*/ 311214 h 342986"/>
                <a:gd name="connsiteX3" fmla="*/ 309903 w 343496"/>
                <a:gd name="connsiteY3" fmla="*/ 33530 h 342986"/>
                <a:gd name="connsiteX4" fmla="*/ 31684 w 343496"/>
                <a:gd name="connsiteY4" fmla="*/ 30988 h 342986"/>
                <a:gd name="connsiteX5" fmla="*/ 331549 w 343496"/>
                <a:gd name="connsiteY5" fmla="*/ 342986 h 342986"/>
                <a:gd name="connsiteX6" fmla="*/ 327729 w 343496"/>
                <a:gd name="connsiteY6" fmla="*/ 342351 h 342986"/>
                <a:gd name="connsiteX7" fmla="*/ 123999 w 343496"/>
                <a:gd name="connsiteY7" fmla="*/ 219076 h 342986"/>
                <a:gd name="connsiteX8" fmla="*/ 488 w 343496"/>
                <a:gd name="connsiteY8" fmla="*/ 15737 h 342986"/>
                <a:gd name="connsiteX9" fmla="*/ 3671 w 343496"/>
                <a:gd name="connsiteY9" fmla="*/ 3664 h 342986"/>
                <a:gd name="connsiteX10" fmla="*/ 15767 w 343496"/>
                <a:gd name="connsiteY10" fmla="*/ 487 h 342986"/>
                <a:gd name="connsiteX11" fmla="*/ 323272 w 343496"/>
                <a:gd name="connsiteY11" fmla="*/ 4935 h 342986"/>
                <a:gd name="connsiteX12" fmla="*/ 335369 w 343496"/>
                <a:gd name="connsiteY12" fmla="*/ 8112 h 342986"/>
                <a:gd name="connsiteX13" fmla="*/ 338552 w 343496"/>
                <a:gd name="connsiteY13" fmla="*/ 20185 h 342986"/>
                <a:gd name="connsiteX14" fmla="*/ 343009 w 343496"/>
                <a:gd name="connsiteY14" fmla="*/ 327100 h 342986"/>
                <a:gd name="connsiteX15" fmla="*/ 339825 w 343496"/>
                <a:gd name="connsiteY15" fmla="*/ 339173 h 342986"/>
                <a:gd name="connsiteX16" fmla="*/ 331549 w 343496"/>
                <a:gd name="connsiteY16" fmla="*/ 342986 h 342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3496" h="342986">
                  <a:moveTo>
                    <a:pt x="31684" y="30988"/>
                  </a:moveTo>
                  <a:cubicBezTo>
                    <a:pt x="55240" y="95167"/>
                    <a:pt x="92803" y="153627"/>
                    <a:pt x="141825" y="201920"/>
                  </a:cubicBezTo>
                  <a:cubicBezTo>
                    <a:pt x="190211" y="250213"/>
                    <a:pt x="249421" y="287703"/>
                    <a:pt x="313086" y="311214"/>
                  </a:cubicBezTo>
                  <a:cubicBezTo>
                    <a:pt x="288256" y="220347"/>
                    <a:pt x="286983" y="125032"/>
                    <a:pt x="309903" y="33530"/>
                  </a:cubicBezTo>
                  <a:cubicBezTo>
                    <a:pt x="218224" y="56405"/>
                    <a:pt x="123362" y="55770"/>
                    <a:pt x="31684" y="30988"/>
                  </a:cubicBezTo>
                  <a:moveTo>
                    <a:pt x="331549" y="342986"/>
                  </a:moveTo>
                  <a:cubicBezTo>
                    <a:pt x="330276" y="342986"/>
                    <a:pt x="329003" y="342986"/>
                    <a:pt x="327729" y="342351"/>
                  </a:cubicBezTo>
                  <a:cubicBezTo>
                    <a:pt x="251330" y="318204"/>
                    <a:pt x="181298" y="275630"/>
                    <a:pt x="123999" y="219076"/>
                  </a:cubicBezTo>
                  <a:cubicBezTo>
                    <a:pt x="67337" y="162523"/>
                    <a:pt x="24681" y="91990"/>
                    <a:pt x="488" y="15737"/>
                  </a:cubicBezTo>
                  <a:cubicBezTo>
                    <a:pt x="-786" y="11289"/>
                    <a:pt x="488" y="6841"/>
                    <a:pt x="3671" y="3664"/>
                  </a:cubicBezTo>
                  <a:cubicBezTo>
                    <a:pt x="6855" y="487"/>
                    <a:pt x="11947" y="-784"/>
                    <a:pt x="15767" y="487"/>
                  </a:cubicBezTo>
                  <a:cubicBezTo>
                    <a:pt x="115723" y="32259"/>
                    <a:pt x="222044" y="33530"/>
                    <a:pt x="323272" y="4935"/>
                  </a:cubicBezTo>
                  <a:cubicBezTo>
                    <a:pt x="327729" y="3664"/>
                    <a:pt x="332186" y="4935"/>
                    <a:pt x="335369" y="8112"/>
                  </a:cubicBezTo>
                  <a:cubicBezTo>
                    <a:pt x="338552" y="11289"/>
                    <a:pt x="339825" y="15737"/>
                    <a:pt x="338552" y="20185"/>
                  </a:cubicBezTo>
                  <a:cubicBezTo>
                    <a:pt x="309266" y="121220"/>
                    <a:pt x="311176" y="227337"/>
                    <a:pt x="343009" y="327100"/>
                  </a:cubicBezTo>
                  <a:cubicBezTo>
                    <a:pt x="344282" y="331548"/>
                    <a:pt x="343009" y="335996"/>
                    <a:pt x="339825" y="339173"/>
                  </a:cubicBezTo>
                  <a:cubicBezTo>
                    <a:pt x="337916" y="341715"/>
                    <a:pt x="334733" y="342986"/>
                    <a:pt x="331549" y="3429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8B3705A0-F74A-0F2C-DE91-8F6EAAA0A090}"/>
                </a:ext>
              </a:extLst>
            </p:cNvPr>
            <p:cNvSpPr/>
            <p:nvPr/>
          </p:nvSpPr>
          <p:spPr>
            <a:xfrm>
              <a:off x="7780794" y="3013255"/>
              <a:ext cx="563510" cy="500870"/>
            </a:xfrm>
            <a:custGeom>
              <a:avLst/>
              <a:gdLst>
                <a:gd name="connsiteX0" fmla="*/ 24829 w 563510"/>
                <a:gd name="connsiteY0" fmla="*/ 436056 h 500870"/>
                <a:gd name="connsiteX1" fmla="*/ 472399 w 563510"/>
                <a:gd name="connsiteY1" fmla="*/ 366158 h 500870"/>
                <a:gd name="connsiteX2" fmla="*/ 475582 w 563510"/>
                <a:gd name="connsiteY2" fmla="*/ 362981 h 500870"/>
                <a:gd name="connsiteX3" fmla="*/ 476218 w 563510"/>
                <a:gd name="connsiteY3" fmla="*/ 362346 h 500870"/>
                <a:gd name="connsiteX4" fmla="*/ 481312 w 563510"/>
                <a:gd name="connsiteY4" fmla="*/ 356627 h 500870"/>
                <a:gd name="connsiteX5" fmla="*/ 486405 w 563510"/>
                <a:gd name="connsiteY5" fmla="*/ 97370 h 500870"/>
                <a:gd name="connsiteX6" fmla="*/ 475582 w 563510"/>
                <a:gd name="connsiteY6" fmla="*/ 85932 h 500870"/>
                <a:gd name="connsiteX7" fmla="*/ 220283 w 563510"/>
                <a:gd name="connsiteY7" fmla="*/ 64962 h 500870"/>
                <a:gd name="connsiteX8" fmla="*/ 162984 w 563510"/>
                <a:gd name="connsiteY8" fmla="*/ 113255 h 500870"/>
                <a:gd name="connsiteX9" fmla="*/ 24829 w 563510"/>
                <a:gd name="connsiteY9" fmla="*/ 436056 h 500870"/>
                <a:gd name="connsiteX10" fmla="*/ 199273 w 563510"/>
                <a:gd name="connsiteY10" fmla="*/ 500870 h 500870"/>
                <a:gd name="connsiteX11" fmla="*/ 6367 w 563510"/>
                <a:gd name="connsiteY11" fmla="*/ 453848 h 500870"/>
                <a:gd name="connsiteX12" fmla="*/ 0 w 563510"/>
                <a:gd name="connsiteY12" fmla="*/ 443046 h 500870"/>
                <a:gd name="connsiteX13" fmla="*/ 146431 w 563510"/>
                <a:gd name="connsiteY13" fmla="*/ 95463 h 500870"/>
                <a:gd name="connsiteX14" fmla="*/ 206913 w 563510"/>
                <a:gd name="connsiteY14" fmla="*/ 44628 h 500870"/>
                <a:gd name="connsiteX15" fmla="*/ 493408 w 563510"/>
                <a:gd name="connsiteY15" fmla="*/ 68140 h 500870"/>
                <a:gd name="connsiteX16" fmla="*/ 505504 w 563510"/>
                <a:gd name="connsiteY16" fmla="*/ 80848 h 500870"/>
                <a:gd name="connsiteX17" fmla="*/ 499775 w 563510"/>
                <a:gd name="connsiteY17" fmla="*/ 372513 h 500870"/>
                <a:gd name="connsiteX18" fmla="*/ 494045 w 563510"/>
                <a:gd name="connsiteY18" fmla="*/ 378867 h 500870"/>
                <a:gd name="connsiteX19" fmla="*/ 490225 w 563510"/>
                <a:gd name="connsiteY19" fmla="*/ 382679 h 500870"/>
                <a:gd name="connsiteX20" fmla="*/ 199273 w 563510"/>
                <a:gd name="connsiteY20" fmla="*/ 500870 h 50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63510" h="500870">
                  <a:moveTo>
                    <a:pt x="24829" y="436056"/>
                  </a:moveTo>
                  <a:cubicBezTo>
                    <a:pt x="174443" y="509766"/>
                    <a:pt x="353344" y="481807"/>
                    <a:pt x="472399" y="366158"/>
                  </a:cubicBezTo>
                  <a:lnTo>
                    <a:pt x="475582" y="362981"/>
                  </a:lnTo>
                  <a:lnTo>
                    <a:pt x="476218" y="362346"/>
                  </a:lnTo>
                  <a:cubicBezTo>
                    <a:pt x="477492" y="361075"/>
                    <a:pt x="479402" y="359168"/>
                    <a:pt x="481312" y="356627"/>
                  </a:cubicBezTo>
                  <a:cubicBezTo>
                    <a:pt x="570444" y="263853"/>
                    <a:pt x="539884" y="159007"/>
                    <a:pt x="486405" y="97370"/>
                  </a:cubicBezTo>
                  <a:cubicBezTo>
                    <a:pt x="483221" y="93557"/>
                    <a:pt x="479402" y="89744"/>
                    <a:pt x="475582" y="85932"/>
                  </a:cubicBezTo>
                  <a:cubicBezTo>
                    <a:pt x="420830" y="31284"/>
                    <a:pt x="320874" y="-7477"/>
                    <a:pt x="220283" y="64962"/>
                  </a:cubicBezTo>
                  <a:cubicBezTo>
                    <a:pt x="199909" y="79577"/>
                    <a:pt x="180810" y="96099"/>
                    <a:pt x="162984" y="113255"/>
                  </a:cubicBezTo>
                  <a:cubicBezTo>
                    <a:pt x="77035" y="199039"/>
                    <a:pt x="28012" y="313417"/>
                    <a:pt x="24829" y="436056"/>
                  </a:cubicBezTo>
                  <a:moveTo>
                    <a:pt x="199273" y="500870"/>
                  </a:moveTo>
                  <a:cubicBezTo>
                    <a:pt x="133698" y="500870"/>
                    <a:pt x="67485" y="485620"/>
                    <a:pt x="6367" y="453848"/>
                  </a:cubicBezTo>
                  <a:cubicBezTo>
                    <a:pt x="2546" y="451942"/>
                    <a:pt x="0" y="447494"/>
                    <a:pt x="0" y="443046"/>
                  </a:cubicBezTo>
                  <a:cubicBezTo>
                    <a:pt x="1273" y="311511"/>
                    <a:pt x="53478" y="188237"/>
                    <a:pt x="146431" y="95463"/>
                  </a:cubicBezTo>
                  <a:cubicBezTo>
                    <a:pt x="164893" y="77036"/>
                    <a:pt x="185267" y="59879"/>
                    <a:pt x="206913" y="44628"/>
                  </a:cubicBezTo>
                  <a:cubicBezTo>
                    <a:pt x="319601" y="-36707"/>
                    <a:pt x="431652" y="6502"/>
                    <a:pt x="493408" y="68140"/>
                  </a:cubicBezTo>
                  <a:cubicBezTo>
                    <a:pt x="497865" y="72588"/>
                    <a:pt x="501685" y="76400"/>
                    <a:pt x="505504" y="80848"/>
                  </a:cubicBezTo>
                  <a:cubicBezTo>
                    <a:pt x="565987" y="150111"/>
                    <a:pt x="600366" y="268301"/>
                    <a:pt x="499775" y="372513"/>
                  </a:cubicBezTo>
                  <a:cubicBezTo>
                    <a:pt x="497865" y="374419"/>
                    <a:pt x="495954" y="376325"/>
                    <a:pt x="494045" y="378867"/>
                  </a:cubicBezTo>
                  <a:lnTo>
                    <a:pt x="490225" y="382679"/>
                  </a:lnTo>
                  <a:cubicBezTo>
                    <a:pt x="410006" y="460838"/>
                    <a:pt x="304958" y="500870"/>
                    <a:pt x="199273" y="5008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70D2A0DA-BDE5-FA80-05EC-02ED666CCB83}"/>
                </a:ext>
              </a:extLst>
            </p:cNvPr>
            <p:cNvSpPr/>
            <p:nvPr/>
          </p:nvSpPr>
          <p:spPr>
            <a:xfrm>
              <a:off x="8229013" y="3400019"/>
              <a:ext cx="378273" cy="561452"/>
            </a:xfrm>
            <a:custGeom>
              <a:avLst/>
              <a:gdLst>
                <a:gd name="connsiteX0" fmla="*/ 57922 w 378273"/>
                <a:gd name="connsiteY0" fmla="*/ 561452 h 561452"/>
                <a:gd name="connsiteX1" fmla="*/ 47099 w 378273"/>
                <a:gd name="connsiteY1" fmla="*/ 555098 h 561452"/>
                <a:gd name="connsiteX2" fmla="*/ 117767 w 378273"/>
                <a:gd name="connsiteY2" fmla="*/ 73439 h 561452"/>
                <a:gd name="connsiteX3" fmla="*/ 120951 w 378273"/>
                <a:gd name="connsiteY3" fmla="*/ 69626 h 561452"/>
                <a:gd name="connsiteX4" fmla="*/ 121588 w 378273"/>
                <a:gd name="connsiteY4" fmla="*/ 68991 h 561452"/>
                <a:gd name="connsiteX5" fmla="*/ 127317 w 378273"/>
                <a:gd name="connsiteY5" fmla="*/ 63272 h 561452"/>
                <a:gd name="connsiteX6" fmla="*/ 371793 w 378273"/>
                <a:gd name="connsiteY6" fmla="*/ 25146 h 561452"/>
                <a:gd name="connsiteX7" fmla="*/ 376887 w 378273"/>
                <a:gd name="connsiteY7" fmla="*/ 41667 h 561452"/>
                <a:gd name="connsiteX8" fmla="*/ 360334 w 378273"/>
                <a:gd name="connsiteY8" fmla="*/ 46750 h 561452"/>
                <a:gd name="connsiteX9" fmla="*/ 144507 w 378273"/>
                <a:gd name="connsiteY9" fmla="*/ 81064 h 561452"/>
                <a:gd name="connsiteX10" fmla="*/ 138777 w 378273"/>
                <a:gd name="connsiteY10" fmla="*/ 86783 h 561452"/>
                <a:gd name="connsiteX11" fmla="*/ 138141 w 378273"/>
                <a:gd name="connsiteY11" fmla="*/ 87418 h 561452"/>
                <a:gd name="connsiteX12" fmla="*/ 134958 w 378273"/>
                <a:gd name="connsiteY12" fmla="*/ 90595 h 561452"/>
                <a:gd name="connsiteX13" fmla="*/ 68109 w 378273"/>
                <a:gd name="connsiteY13" fmla="*/ 544295 h 561452"/>
                <a:gd name="connsiteX14" fmla="*/ 63015 w 378273"/>
                <a:gd name="connsiteY14" fmla="*/ 560817 h 561452"/>
                <a:gd name="connsiteX15" fmla="*/ 57922 w 378273"/>
                <a:gd name="connsiteY15" fmla="*/ 561452 h 561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8273" h="561452">
                  <a:moveTo>
                    <a:pt x="57922" y="561452"/>
                  </a:moveTo>
                  <a:cubicBezTo>
                    <a:pt x="53465" y="561452"/>
                    <a:pt x="49009" y="558910"/>
                    <a:pt x="47099" y="555098"/>
                  </a:cubicBezTo>
                  <a:cubicBezTo>
                    <a:pt x="-35667" y="395604"/>
                    <a:pt x="-7654" y="201796"/>
                    <a:pt x="117767" y="73439"/>
                  </a:cubicBezTo>
                  <a:cubicBezTo>
                    <a:pt x="119041" y="72168"/>
                    <a:pt x="120314" y="70897"/>
                    <a:pt x="120951" y="69626"/>
                  </a:cubicBezTo>
                  <a:lnTo>
                    <a:pt x="121588" y="68991"/>
                  </a:lnTo>
                  <a:cubicBezTo>
                    <a:pt x="123497" y="67084"/>
                    <a:pt x="125408" y="65178"/>
                    <a:pt x="127317" y="63272"/>
                  </a:cubicBezTo>
                  <a:cubicBezTo>
                    <a:pt x="198623" y="-4720"/>
                    <a:pt x="287119" y="-18699"/>
                    <a:pt x="371793" y="25146"/>
                  </a:cubicBezTo>
                  <a:cubicBezTo>
                    <a:pt x="377523" y="28323"/>
                    <a:pt x="380070" y="35312"/>
                    <a:pt x="376887" y="41667"/>
                  </a:cubicBezTo>
                  <a:cubicBezTo>
                    <a:pt x="373704" y="47386"/>
                    <a:pt x="366701" y="49928"/>
                    <a:pt x="360334" y="46750"/>
                  </a:cubicBezTo>
                  <a:cubicBezTo>
                    <a:pt x="316405" y="23875"/>
                    <a:pt x="230456" y="-1543"/>
                    <a:pt x="144507" y="81064"/>
                  </a:cubicBezTo>
                  <a:cubicBezTo>
                    <a:pt x="142597" y="82970"/>
                    <a:pt x="140688" y="84876"/>
                    <a:pt x="138777" y="86783"/>
                  </a:cubicBezTo>
                  <a:lnTo>
                    <a:pt x="138141" y="87418"/>
                  </a:lnTo>
                  <a:cubicBezTo>
                    <a:pt x="136867" y="88689"/>
                    <a:pt x="136231" y="89324"/>
                    <a:pt x="134958" y="90595"/>
                  </a:cubicBezTo>
                  <a:cubicBezTo>
                    <a:pt x="17176" y="211328"/>
                    <a:pt x="-10200" y="393697"/>
                    <a:pt x="68109" y="544295"/>
                  </a:cubicBezTo>
                  <a:cubicBezTo>
                    <a:pt x="71292" y="550014"/>
                    <a:pt x="68745" y="557639"/>
                    <a:pt x="63015" y="560817"/>
                  </a:cubicBezTo>
                  <a:cubicBezTo>
                    <a:pt x="61742" y="560817"/>
                    <a:pt x="59832" y="561452"/>
                    <a:pt x="57922" y="5614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94FB21B5-C203-A31C-A370-621F52C349C8}"/>
                </a:ext>
              </a:extLst>
            </p:cNvPr>
            <p:cNvSpPr/>
            <p:nvPr/>
          </p:nvSpPr>
          <p:spPr>
            <a:xfrm>
              <a:off x="7471755" y="2879172"/>
              <a:ext cx="1393418" cy="1391755"/>
            </a:xfrm>
            <a:custGeom>
              <a:avLst/>
              <a:gdLst>
                <a:gd name="connsiteX0" fmla="*/ 77932 w 1393418"/>
                <a:gd name="connsiteY0" fmla="*/ 352820 h 1391755"/>
                <a:gd name="connsiteX1" fmla="*/ 58196 w 1393418"/>
                <a:gd name="connsiteY1" fmla="*/ 356633 h 1391755"/>
                <a:gd name="connsiteX2" fmla="*/ 28273 w 1393418"/>
                <a:gd name="connsiteY2" fmla="*/ 385228 h 1391755"/>
                <a:gd name="connsiteX3" fmla="*/ 27636 w 1393418"/>
                <a:gd name="connsiteY3" fmla="*/ 426531 h 1391755"/>
                <a:gd name="connsiteX4" fmla="*/ 49919 w 1393418"/>
                <a:gd name="connsiteY4" fmla="*/ 474188 h 1391755"/>
                <a:gd name="connsiteX5" fmla="*/ 136504 w 1393418"/>
                <a:gd name="connsiteY5" fmla="*/ 589202 h 1391755"/>
                <a:gd name="connsiteX6" fmla="*/ 200170 w 1393418"/>
                <a:gd name="connsiteY6" fmla="*/ 643214 h 1391755"/>
                <a:gd name="connsiteX7" fmla="*/ 205263 w 1393418"/>
                <a:gd name="connsiteY7" fmla="*/ 651475 h 1391755"/>
                <a:gd name="connsiteX8" fmla="*/ 379707 w 1393418"/>
                <a:gd name="connsiteY8" fmla="*/ 1012401 h 1391755"/>
                <a:gd name="connsiteX9" fmla="*/ 741328 w 1393418"/>
                <a:gd name="connsiteY9" fmla="*/ 1186510 h 1391755"/>
                <a:gd name="connsiteX10" fmla="*/ 749604 w 1393418"/>
                <a:gd name="connsiteY10" fmla="*/ 1191594 h 1391755"/>
                <a:gd name="connsiteX11" fmla="*/ 803720 w 1393418"/>
                <a:gd name="connsiteY11" fmla="*/ 1254502 h 1391755"/>
                <a:gd name="connsiteX12" fmla="*/ 918955 w 1393418"/>
                <a:gd name="connsiteY12" fmla="*/ 1340921 h 1391755"/>
                <a:gd name="connsiteX13" fmla="*/ 920229 w 1393418"/>
                <a:gd name="connsiteY13" fmla="*/ 1341556 h 1391755"/>
                <a:gd name="connsiteX14" fmla="*/ 966704 w 1393418"/>
                <a:gd name="connsiteY14" fmla="*/ 1363161 h 1391755"/>
                <a:gd name="connsiteX15" fmla="*/ 1008087 w 1393418"/>
                <a:gd name="connsiteY15" fmla="*/ 1362525 h 1391755"/>
                <a:gd name="connsiteX16" fmla="*/ 1036736 w 1393418"/>
                <a:gd name="connsiteY16" fmla="*/ 1332660 h 1391755"/>
                <a:gd name="connsiteX17" fmla="*/ 1036100 w 1393418"/>
                <a:gd name="connsiteY17" fmla="*/ 1291357 h 1391755"/>
                <a:gd name="connsiteX18" fmla="*/ 1006177 w 1393418"/>
                <a:gd name="connsiteY18" fmla="*/ 1262762 h 1391755"/>
                <a:gd name="connsiteX19" fmla="*/ 971161 w 1393418"/>
                <a:gd name="connsiteY19" fmla="*/ 1246876 h 1391755"/>
                <a:gd name="connsiteX20" fmla="*/ 908132 w 1393418"/>
                <a:gd name="connsiteY20" fmla="*/ 1203667 h 1391755"/>
                <a:gd name="connsiteX21" fmla="*/ 904312 w 1393418"/>
                <a:gd name="connsiteY21" fmla="*/ 1190958 h 1391755"/>
                <a:gd name="connsiteX22" fmla="*/ 913862 w 1393418"/>
                <a:gd name="connsiteY22" fmla="*/ 1182062 h 1391755"/>
                <a:gd name="connsiteX23" fmla="*/ 1240466 w 1393418"/>
                <a:gd name="connsiteY23" fmla="*/ 1013037 h 1391755"/>
                <a:gd name="connsiteX24" fmla="*/ 1302859 w 1393418"/>
                <a:gd name="connsiteY24" fmla="*/ 939326 h 1391755"/>
                <a:gd name="connsiteX25" fmla="*/ 1249379 w 1393418"/>
                <a:gd name="connsiteY25" fmla="*/ 496429 h 1391755"/>
                <a:gd name="connsiteX26" fmla="*/ 991534 w 1393418"/>
                <a:gd name="connsiteY26" fmla="*/ 415093 h 1391755"/>
                <a:gd name="connsiteX27" fmla="*/ 981347 w 1393418"/>
                <a:gd name="connsiteY27" fmla="*/ 411916 h 1391755"/>
                <a:gd name="connsiteX28" fmla="*/ 978164 w 1393418"/>
                <a:gd name="connsiteY28" fmla="*/ 401749 h 1391755"/>
                <a:gd name="connsiteX29" fmla="*/ 896672 w 1393418"/>
                <a:gd name="connsiteY29" fmla="*/ 144398 h 1391755"/>
                <a:gd name="connsiteX30" fmla="*/ 452923 w 1393418"/>
                <a:gd name="connsiteY30" fmla="*/ 91022 h 1391755"/>
                <a:gd name="connsiteX31" fmla="*/ 379707 w 1393418"/>
                <a:gd name="connsiteY31" fmla="*/ 153294 h 1391755"/>
                <a:gd name="connsiteX32" fmla="*/ 210357 w 1393418"/>
                <a:gd name="connsiteY32" fmla="*/ 479272 h 1391755"/>
                <a:gd name="connsiteX33" fmla="*/ 201444 w 1393418"/>
                <a:gd name="connsiteY33" fmla="*/ 488803 h 1391755"/>
                <a:gd name="connsiteX34" fmla="*/ 188711 w 1393418"/>
                <a:gd name="connsiteY34" fmla="*/ 484991 h 1391755"/>
                <a:gd name="connsiteX35" fmla="*/ 145418 w 1393418"/>
                <a:gd name="connsiteY35" fmla="*/ 422718 h 1391755"/>
                <a:gd name="connsiteX36" fmla="*/ 129501 w 1393418"/>
                <a:gd name="connsiteY36" fmla="*/ 387134 h 1391755"/>
                <a:gd name="connsiteX37" fmla="*/ 100852 w 1393418"/>
                <a:gd name="connsiteY37" fmla="*/ 357269 h 1391755"/>
                <a:gd name="connsiteX38" fmla="*/ 77932 w 1393418"/>
                <a:gd name="connsiteY38" fmla="*/ 352820 h 1391755"/>
                <a:gd name="connsiteX39" fmla="*/ 985804 w 1393418"/>
                <a:gd name="connsiteY39" fmla="*/ 1391755 h 1391755"/>
                <a:gd name="connsiteX40" fmla="*/ 957154 w 1393418"/>
                <a:gd name="connsiteY40" fmla="*/ 1386037 h 1391755"/>
                <a:gd name="connsiteX41" fmla="*/ 907495 w 1393418"/>
                <a:gd name="connsiteY41" fmla="*/ 1363161 h 1391755"/>
                <a:gd name="connsiteX42" fmla="*/ 906222 w 1393418"/>
                <a:gd name="connsiteY42" fmla="*/ 1362525 h 1391755"/>
                <a:gd name="connsiteX43" fmla="*/ 785893 w 1393418"/>
                <a:gd name="connsiteY43" fmla="*/ 1271658 h 1391755"/>
                <a:gd name="connsiteX44" fmla="*/ 732415 w 1393418"/>
                <a:gd name="connsiteY44" fmla="*/ 1210021 h 1391755"/>
                <a:gd name="connsiteX45" fmla="*/ 361881 w 1393418"/>
                <a:gd name="connsiteY45" fmla="*/ 1029558 h 1391755"/>
                <a:gd name="connsiteX46" fmla="*/ 181070 w 1393418"/>
                <a:gd name="connsiteY46" fmla="*/ 659735 h 1391755"/>
                <a:gd name="connsiteX47" fmla="*/ 119315 w 1393418"/>
                <a:gd name="connsiteY47" fmla="*/ 606359 h 1391755"/>
                <a:gd name="connsiteX48" fmla="*/ 28273 w 1393418"/>
                <a:gd name="connsiteY48" fmla="*/ 485626 h 1391755"/>
                <a:gd name="connsiteX49" fmla="*/ 5353 w 1393418"/>
                <a:gd name="connsiteY49" fmla="*/ 435427 h 1391755"/>
                <a:gd name="connsiteX50" fmla="*/ 6627 w 1393418"/>
                <a:gd name="connsiteY50" fmla="*/ 375061 h 1391755"/>
                <a:gd name="connsiteX51" fmla="*/ 49919 w 1393418"/>
                <a:gd name="connsiteY51" fmla="*/ 333122 h 1391755"/>
                <a:gd name="connsiteX52" fmla="*/ 110402 w 1393418"/>
                <a:gd name="connsiteY52" fmla="*/ 334393 h 1391755"/>
                <a:gd name="connsiteX53" fmla="*/ 152421 w 1393418"/>
                <a:gd name="connsiteY53" fmla="*/ 377602 h 1391755"/>
                <a:gd name="connsiteX54" fmla="*/ 167064 w 1393418"/>
                <a:gd name="connsiteY54" fmla="*/ 410010 h 1391755"/>
                <a:gd name="connsiteX55" fmla="*/ 191894 w 1393418"/>
                <a:gd name="connsiteY55" fmla="*/ 447500 h 1391755"/>
                <a:gd name="connsiteX56" fmla="*/ 362517 w 1393418"/>
                <a:gd name="connsiteY56" fmla="*/ 134867 h 1391755"/>
                <a:gd name="connsiteX57" fmla="*/ 438916 w 1393418"/>
                <a:gd name="connsiteY57" fmla="*/ 70052 h 1391755"/>
                <a:gd name="connsiteX58" fmla="*/ 915772 w 1393418"/>
                <a:gd name="connsiteY58" fmla="*/ 127241 h 1391755"/>
                <a:gd name="connsiteX59" fmla="*/ 1004267 w 1393418"/>
                <a:gd name="connsiteY59" fmla="*/ 388405 h 1391755"/>
                <a:gd name="connsiteX60" fmla="*/ 1265932 w 1393418"/>
                <a:gd name="connsiteY60" fmla="*/ 476730 h 1391755"/>
                <a:gd name="connsiteX61" fmla="*/ 1323231 w 1393418"/>
                <a:gd name="connsiteY61" fmla="*/ 952670 h 1391755"/>
                <a:gd name="connsiteX62" fmla="*/ 1258293 w 1393418"/>
                <a:gd name="connsiteY62" fmla="*/ 1028922 h 1391755"/>
                <a:gd name="connsiteX63" fmla="*/ 945058 w 1393418"/>
                <a:gd name="connsiteY63" fmla="*/ 1199219 h 1391755"/>
                <a:gd name="connsiteX64" fmla="*/ 983257 w 1393418"/>
                <a:gd name="connsiteY64" fmla="*/ 1224001 h 1391755"/>
                <a:gd name="connsiteX65" fmla="*/ 1015727 w 1393418"/>
                <a:gd name="connsiteY65" fmla="*/ 1238616 h 1391755"/>
                <a:gd name="connsiteX66" fmla="*/ 1059019 w 1393418"/>
                <a:gd name="connsiteY66" fmla="*/ 1280554 h 1391755"/>
                <a:gd name="connsiteX67" fmla="*/ 1060293 w 1393418"/>
                <a:gd name="connsiteY67" fmla="*/ 1340921 h 1391755"/>
                <a:gd name="connsiteX68" fmla="*/ 1018273 w 1393418"/>
                <a:gd name="connsiteY68" fmla="*/ 1384130 h 1391755"/>
                <a:gd name="connsiteX69" fmla="*/ 985804 w 1393418"/>
                <a:gd name="connsiteY69" fmla="*/ 1391755 h 1391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393418" h="1391755">
                  <a:moveTo>
                    <a:pt x="77932" y="352820"/>
                  </a:moveTo>
                  <a:cubicBezTo>
                    <a:pt x="70929" y="352820"/>
                    <a:pt x="64563" y="354091"/>
                    <a:pt x="58196" y="356633"/>
                  </a:cubicBezTo>
                  <a:cubicBezTo>
                    <a:pt x="44826" y="361717"/>
                    <a:pt x="34003" y="371883"/>
                    <a:pt x="28273" y="385228"/>
                  </a:cubicBezTo>
                  <a:cubicBezTo>
                    <a:pt x="22543" y="398572"/>
                    <a:pt x="21906" y="413187"/>
                    <a:pt x="27636" y="426531"/>
                  </a:cubicBezTo>
                  <a:cubicBezTo>
                    <a:pt x="34003" y="442417"/>
                    <a:pt x="41006" y="458303"/>
                    <a:pt x="49919" y="474188"/>
                  </a:cubicBezTo>
                  <a:cubicBezTo>
                    <a:pt x="49919" y="474824"/>
                    <a:pt x="83662" y="535826"/>
                    <a:pt x="136504" y="589202"/>
                  </a:cubicBezTo>
                  <a:cubicBezTo>
                    <a:pt x="156878" y="609536"/>
                    <a:pt x="177887" y="627328"/>
                    <a:pt x="200170" y="643214"/>
                  </a:cubicBezTo>
                  <a:cubicBezTo>
                    <a:pt x="202717" y="645120"/>
                    <a:pt x="204627" y="648297"/>
                    <a:pt x="205263" y="651475"/>
                  </a:cubicBezTo>
                  <a:cubicBezTo>
                    <a:pt x="221180" y="789364"/>
                    <a:pt x="281026" y="914544"/>
                    <a:pt x="379707" y="1012401"/>
                  </a:cubicBezTo>
                  <a:cubicBezTo>
                    <a:pt x="477753" y="1110258"/>
                    <a:pt x="603174" y="1170624"/>
                    <a:pt x="741328" y="1186510"/>
                  </a:cubicBezTo>
                  <a:cubicBezTo>
                    <a:pt x="744511" y="1187146"/>
                    <a:pt x="747694" y="1188416"/>
                    <a:pt x="749604" y="1191594"/>
                  </a:cubicBezTo>
                  <a:cubicBezTo>
                    <a:pt x="766157" y="1214469"/>
                    <a:pt x="784620" y="1235439"/>
                    <a:pt x="803720" y="1254502"/>
                  </a:cubicBezTo>
                  <a:cubicBezTo>
                    <a:pt x="855926" y="1306607"/>
                    <a:pt x="916408" y="1339650"/>
                    <a:pt x="918955" y="1340921"/>
                  </a:cubicBezTo>
                  <a:lnTo>
                    <a:pt x="920229" y="1341556"/>
                  </a:lnTo>
                  <a:cubicBezTo>
                    <a:pt x="935508" y="1349181"/>
                    <a:pt x="950788" y="1356806"/>
                    <a:pt x="966704" y="1363161"/>
                  </a:cubicBezTo>
                  <a:cubicBezTo>
                    <a:pt x="980074" y="1368244"/>
                    <a:pt x="994717" y="1368244"/>
                    <a:pt x="1008087" y="1362525"/>
                  </a:cubicBezTo>
                  <a:cubicBezTo>
                    <a:pt x="1021456" y="1356806"/>
                    <a:pt x="1031643" y="1346004"/>
                    <a:pt x="1036736" y="1332660"/>
                  </a:cubicBezTo>
                  <a:cubicBezTo>
                    <a:pt x="1041830" y="1319316"/>
                    <a:pt x="1041830" y="1304701"/>
                    <a:pt x="1036100" y="1291357"/>
                  </a:cubicBezTo>
                  <a:cubicBezTo>
                    <a:pt x="1030370" y="1278013"/>
                    <a:pt x="1019547" y="1267846"/>
                    <a:pt x="1006177" y="1262762"/>
                  </a:cubicBezTo>
                  <a:cubicBezTo>
                    <a:pt x="994081" y="1258314"/>
                    <a:pt x="982620" y="1252595"/>
                    <a:pt x="971161" y="1246876"/>
                  </a:cubicBezTo>
                  <a:cubicBezTo>
                    <a:pt x="965431" y="1243699"/>
                    <a:pt x="938054" y="1227813"/>
                    <a:pt x="908132" y="1203667"/>
                  </a:cubicBezTo>
                  <a:cubicBezTo>
                    <a:pt x="904312" y="1200490"/>
                    <a:pt x="903038" y="1196042"/>
                    <a:pt x="904312" y="1190958"/>
                  </a:cubicBezTo>
                  <a:cubicBezTo>
                    <a:pt x="905585" y="1186510"/>
                    <a:pt x="909405" y="1182698"/>
                    <a:pt x="913862" y="1182062"/>
                  </a:cubicBezTo>
                  <a:cubicBezTo>
                    <a:pt x="1038010" y="1160457"/>
                    <a:pt x="1151334" y="1102633"/>
                    <a:pt x="1240466" y="1013037"/>
                  </a:cubicBezTo>
                  <a:cubicBezTo>
                    <a:pt x="1263386" y="990161"/>
                    <a:pt x="1284396" y="965379"/>
                    <a:pt x="1302859" y="939326"/>
                  </a:cubicBezTo>
                  <a:cubicBezTo>
                    <a:pt x="1423823" y="771572"/>
                    <a:pt x="1360158" y="591744"/>
                    <a:pt x="1249379" y="496429"/>
                  </a:cubicBezTo>
                  <a:cubicBezTo>
                    <a:pt x="1177437" y="434156"/>
                    <a:pt x="1080666" y="403655"/>
                    <a:pt x="991534" y="415093"/>
                  </a:cubicBezTo>
                  <a:cubicBezTo>
                    <a:pt x="987714" y="415728"/>
                    <a:pt x="983894" y="414458"/>
                    <a:pt x="981347" y="411916"/>
                  </a:cubicBezTo>
                  <a:cubicBezTo>
                    <a:pt x="978801" y="409374"/>
                    <a:pt x="977528" y="405562"/>
                    <a:pt x="978164" y="401749"/>
                  </a:cubicBezTo>
                  <a:cubicBezTo>
                    <a:pt x="989623" y="312788"/>
                    <a:pt x="959701" y="216202"/>
                    <a:pt x="896672" y="144398"/>
                  </a:cubicBezTo>
                  <a:cubicBezTo>
                    <a:pt x="800537" y="33833"/>
                    <a:pt x="621000" y="-29711"/>
                    <a:pt x="452923" y="91022"/>
                  </a:cubicBezTo>
                  <a:cubicBezTo>
                    <a:pt x="426820" y="109449"/>
                    <a:pt x="401990" y="130419"/>
                    <a:pt x="379707" y="153294"/>
                  </a:cubicBezTo>
                  <a:cubicBezTo>
                    <a:pt x="290576" y="242255"/>
                    <a:pt x="232003" y="355362"/>
                    <a:pt x="210357" y="479272"/>
                  </a:cubicBezTo>
                  <a:cubicBezTo>
                    <a:pt x="209720" y="483720"/>
                    <a:pt x="205900" y="487533"/>
                    <a:pt x="201444" y="488803"/>
                  </a:cubicBezTo>
                  <a:cubicBezTo>
                    <a:pt x="196987" y="490074"/>
                    <a:pt x="191894" y="488168"/>
                    <a:pt x="188711" y="484991"/>
                  </a:cubicBezTo>
                  <a:cubicBezTo>
                    <a:pt x="162608" y="453219"/>
                    <a:pt x="146054" y="423989"/>
                    <a:pt x="145418" y="422718"/>
                  </a:cubicBezTo>
                  <a:cubicBezTo>
                    <a:pt x="139051" y="411280"/>
                    <a:pt x="133958" y="399207"/>
                    <a:pt x="129501" y="387134"/>
                  </a:cubicBezTo>
                  <a:cubicBezTo>
                    <a:pt x="124408" y="373790"/>
                    <a:pt x="114221" y="362987"/>
                    <a:pt x="100852" y="357269"/>
                  </a:cubicBezTo>
                  <a:cubicBezTo>
                    <a:pt x="92576" y="354091"/>
                    <a:pt x="84935" y="352820"/>
                    <a:pt x="77932" y="352820"/>
                  </a:cubicBezTo>
                  <a:moveTo>
                    <a:pt x="985804" y="1391755"/>
                  </a:moveTo>
                  <a:cubicBezTo>
                    <a:pt x="976254" y="1391755"/>
                    <a:pt x="966067" y="1389849"/>
                    <a:pt x="957154" y="1386037"/>
                  </a:cubicBezTo>
                  <a:cubicBezTo>
                    <a:pt x="940601" y="1379682"/>
                    <a:pt x="924048" y="1372057"/>
                    <a:pt x="907495" y="1363161"/>
                  </a:cubicBezTo>
                  <a:lnTo>
                    <a:pt x="906222" y="1362525"/>
                  </a:lnTo>
                  <a:cubicBezTo>
                    <a:pt x="899219" y="1358713"/>
                    <a:pt x="839373" y="1325035"/>
                    <a:pt x="785893" y="1271658"/>
                  </a:cubicBezTo>
                  <a:cubicBezTo>
                    <a:pt x="766794" y="1252595"/>
                    <a:pt x="748968" y="1232261"/>
                    <a:pt x="732415" y="1210021"/>
                  </a:cubicBezTo>
                  <a:cubicBezTo>
                    <a:pt x="590440" y="1192864"/>
                    <a:pt x="462473" y="1130592"/>
                    <a:pt x="361881" y="1029558"/>
                  </a:cubicBezTo>
                  <a:cubicBezTo>
                    <a:pt x="260652" y="928524"/>
                    <a:pt x="198260" y="800802"/>
                    <a:pt x="181070" y="659735"/>
                  </a:cubicBezTo>
                  <a:cubicBezTo>
                    <a:pt x="159424" y="643849"/>
                    <a:pt x="139051" y="626057"/>
                    <a:pt x="119315" y="606359"/>
                  </a:cubicBezTo>
                  <a:cubicBezTo>
                    <a:pt x="63926" y="551076"/>
                    <a:pt x="28273" y="486262"/>
                    <a:pt x="28273" y="485626"/>
                  </a:cubicBezTo>
                  <a:cubicBezTo>
                    <a:pt x="19360" y="468470"/>
                    <a:pt x="11720" y="452584"/>
                    <a:pt x="5353" y="435427"/>
                  </a:cubicBezTo>
                  <a:cubicBezTo>
                    <a:pt x="-2286" y="415728"/>
                    <a:pt x="-1650" y="394759"/>
                    <a:pt x="6627" y="375061"/>
                  </a:cubicBezTo>
                  <a:cubicBezTo>
                    <a:pt x="14903" y="355998"/>
                    <a:pt x="30183" y="340747"/>
                    <a:pt x="49919" y="333122"/>
                  </a:cubicBezTo>
                  <a:cubicBezTo>
                    <a:pt x="69655" y="325497"/>
                    <a:pt x="90665" y="326132"/>
                    <a:pt x="110402" y="334393"/>
                  </a:cubicBezTo>
                  <a:cubicBezTo>
                    <a:pt x="129501" y="342654"/>
                    <a:pt x="144781" y="357904"/>
                    <a:pt x="152421" y="377602"/>
                  </a:cubicBezTo>
                  <a:cubicBezTo>
                    <a:pt x="156878" y="389040"/>
                    <a:pt x="161970" y="399843"/>
                    <a:pt x="167064" y="410010"/>
                  </a:cubicBezTo>
                  <a:cubicBezTo>
                    <a:pt x="167701" y="410645"/>
                    <a:pt x="176614" y="426531"/>
                    <a:pt x="191894" y="447500"/>
                  </a:cubicBezTo>
                  <a:cubicBezTo>
                    <a:pt x="217360" y="328674"/>
                    <a:pt x="276569" y="221286"/>
                    <a:pt x="362517" y="134867"/>
                  </a:cubicBezTo>
                  <a:cubicBezTo>
                    <a:pt x="386074" y="111355"/>
                    <a:pt x="412177" y="89115"/>
                    <a:pt x="438916" y="70052"/>
                  </a:cubicBezTo>
                  <a:cubicBezTo>
                    <a:pt x="619726" y="-59576"/>
                    <a:pt x="812634" y="9051"/>
                    <a:pt x="915772" y="127241"/>
                  </a:cubicBezTo>
                  <a:cubicBezTo>
                    <a:pt x="979437" y="200316"/>
                    <a:pt x="1011906" y="296902"/>
                    <a:pt x="1004267" y="388405"/>
                  </a:cubicBezTo>
                  <a:cubicBezTo>
                    <a:pt x="1095946" y="380780"/>
                    <a:pt x="1192717" y="413187"/>
                    <a:pt x="1265932" y="476730"/>
                  </a:cubicBezTo>
                  <a:cubicBezTo>
                    <a:pt x="1384350" y="579671"/>
                    <a:pt x="1453109" y="772207"/>
                    <a:pt x="1323231" y="952670"/>
                  </a:cubicBezTo>
                  <a:cubicBezTo>
                    <a:pt x="1303495" y="979994"/>
                    <a:pt x="1281849" y="1005411"/>
                    <a:pt x="1258293" y="1028922"/>
                  </a:cubicBezTo>
                  <a:cubicBezTo>
                    <a:pt x="1171708" y="1115342"/>
                    <a:pt x="1064113" y="1173801"/>
                    <a:pt x="945058" y="1199219"/>
                  </a:cubicBezTo>
                  <a:cubicBezTo>
                    <a:pt x="964157" y="1213198"/>
                    <a:pt x="979437" y="1222094"/>
                    <a:pt x="983257" y="1224001"/>
                  </a:cubicBezTo>
                  <a:cubicBezTo>
                    <a:pt x="993444" y="1229084"/>
                    <a:pt x="1004267" y="1234168"/>
                    <a:pt x="1015727" y="1238616"/>
                  </a:cubicBezTo>
                  <a:cubicBezTo>
                    <a:pt x="1035463" y="1246241"/>
                    <a:pt x="1050743" y="1260856"/>
                    <a:pt x="1059019" y="1280554"/>
                  </a:cubicBezTo>
                  <a:cubicBezTo>
                    <a:pt x="1067296" y="1299617"/>
                    <a:pt x="1067932" y="1321222"/>
                    <a:pt x="1060293" y="1340921"/>
                  </a:cubicBezTo>
                  <a:cubicBezTo>
                    <a:pt x="1052653" y="1360619"/>
                    <a:pt x="1038010" y="1375870"/>
                    <a:pt x="1018273" y="1384130"/>
                  </a:cubicBezTo>
                  <a:cubicBezTo>
                    <a:pt x="1006814" y="1389214"/>
                    <a:pt x="996627" y="1391755"/>
                    <a:pt x="985804" y="139175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8C433580-B1C4-CED8-8FBD-12552205E330}"/>
                </a:ext>
              </a:extLst>
            </p:cNvPr>
            <p:cNvSpPr/>
            <p:nvPr/>
          </p:nvSpPr>
          <p:spPr>
            <a:xfrm>
              <a:off x="2597096" y="4096783"/>
              <a:ext cx="527238" cy="234510"/>
            </a:xfrm>
            <a:custGeom>
              <a:avLst/>
              <a:gdLst>
                <a:gd name="connsiteX0" fmla="*/ 24873 w 527238"/>
                <a:gd name="connsiteY0" fmla="*/ 134748 h 234510"/>
                <a:gd name="connsiteX1" fmla="*/ 29330 w 527238"/>
                <a:gd name="connsiteY1" fmla="*/ 136654 h 234510"/>
                <a:gd name="connsiteX2" fmla="*/ 263619 w 527238"/>
                <a:gd name="connsiteY2" fmla="*/ 209729 h 234510"/>
                <a:gd name="connsiteX3" fmla="*/ 280172 w 527238"/>
                <a:gd name="connsiteY3" fmla="*/ 208458 h 234510"/>
                <a:gd name="connsiteX4" fmla="*/ 499182 w 527238"/>
                <a:gd name="connsiteY4" fmla="*/ 102976 h 234510"/>
                <a:gd name="connsiteX5" fmla="*/ 503002 w 527238"/>
                <a:gd name="connsiteY5" fmla="*/ 100434 h 234510"/>
                <a:gd name="connsiteX6" fmla="*/ 498545 w 527238"/>
                <a:gd name="connsiteY6" fmla="*/ 98528 h 234510"/>
                <a:gd name="connsiteX7" fmla="*/ 264256 w 527238"/>
                <a:gd name="connsiteY7" fmla="*/ 25453 h 234510"/>
                <a:gd name="connsiteX8" fmla="*/ 247703 w 527238"/>
                <a:gd name="connsiteY8" fmla="*/ 26724 h 234510"/>
                <a:gd name="connsiteX9" fmla="*/ 28693 w 527238"/>
                <a:gd name="connsiteY9" fmla="*/ 132206 h 234510"/>
                <a:gd name="connsiteX10" fmla="*/ 24873 w 527238"/>
                <a:gd name="connsiteY10" fmla="*/ 134748 h 234510"/>
                <a:gd name="connsiteX11" fmla="*/ 24873 w 527238"/>
                <a:gd name="connsiteY11" fmla="*/ 134748 h 234510"/>
                <a:gd name="connsiteX12" fmla="*/ 269986 w 527238"/>
                <a:gd name="connsiteY12" fmla="*/ 234511 h 234510"/>
                <a:gd name="connsiteX13" fmla="*/ 255979 w 527238"/>
                <a:gd name="connsiteY13" fmla="*/ 232605 h 234510"/>
                <a:gd name="connsiteX14" fmla="*/ 21690 w 527238"/>
                <a:gd name="connsiteY14" fmla="*/ 159530 h 234510"/>
                <a:gd name="connsiteX15" fmla="*/ 44 w 527238"/>
                <a:gd name="connsiteY15" fmla="*/ 136019 h 234510"/>
                <a:gd name="connsiteX16" fmla="*/ 17233 w 527238"/>
                <a:gd name="connsiteY16" fmla="*/ 109966 h 234510"/>
                <a:gd name="connsiteX17" fmla="*/ 236243 w 527238"/>
                <a:gd name="connsiteY17" fmla="*/ 4484 h 234510"/>
                <a:gd name="connsiteX18" fmla="*/ 271259 w 527238"/>
                <a:gd name="connsiteY18" fmla="*/ 1942 h 234510"/>
                <a:gd name="connsiteX19" fmla="*/ 505549 w 527238"/>
                <a:gd name="connsiteY19" fmla="*/ 75017 h 234510"/>
                <a:gd name="connsiteX20" fmla="*/ 527195 w 527238"/>
                <a:gd name="connsiteY20" fmla="*/ 98528 h 234510"/>
                <a:gd name="connsiteX21" fmla="*/ 510005 w 527238"/>
                <a:gd name="connsiteY21" fmla="*/ 124581 h 234510"/>
                <a:gd name="connsiteX22" fmla="*/ 290996 w 527238"/>
                <a:gd name="connsiteY22" fmla="*/ 230063 h 234510"/>
                <a:gd name="connsiteX23" fmla="*/ 269986 w 527238"/>
                <a:gd name="connsiteY23" fmla="*/ 234511 h 234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7238" h="234510">
                  <a:moveTo>
                    <a:pt x="24873" y="134748"/>
                  </a:moveTo>
                  <a:cubicBezTo>
                    <a:pt x="25510" y="134748"/>
                    <a:pt x="26783" y="135383"/>
                    <a:pt x="29330" y="136654"/>
                  </a:cubicBezTo>
                  <a:lnTo>
                    <a:pt x="263619" y="209729"/>
                  </a:lnTo>
                  <a:cubicBezTo>
                    <a:pt x="268713" y="211635"/>
                    <a:pt x="275716" y="211000"/>
                    <a:pt x="280172" y="208458"/>
                  </a:cubicBezTo>
                  <a:lnTo>
                    <a:pt x="499182" y="102976"/>
                  </a:lnTo>
                  <a:cubicBezTo>
                    <a:pt x="501729" y="101705"/>
                    <a:pt x="502365" y="100434"/>
                    <a:pt x="503002" y="100434"/>
                  </a:cubicBezTo>
                  <a:cubicBezTo>
                    <a:pt x="503002" y="100434"/>
                    <a:pt x="501092" y="99799"/>
                    <a:pt x="498545" y="98528"/>
                  </a:cubicBezTo>
                  <a:lnTo>
                    <a:pt x="264256" y="25453"/>
                  </a:lnTo>
                  <a:cubicBezTo>
                    <a:pt x="259163" y="23547"/>
                    <a:pt x="252159" y="24182"/>
                    <a:pt x="247703" y="26724"/>
                  </a:cubicBezTo>
                  <a:lnTo>
                    <a:pt x="28693" y="132206"/>
                  </a:lnTo>
                  <a:cubicBezTo>
                    <a:pt x="26147" y="132841"/>
                    <a:pt x="25510" y="134112"/>
                    <a:pt x="24873" y="134748"/>
                  </a:cubicBezTo>
                  <a:lnTo>
                    <a:pt x="24873" y="134748"/>
                  </a:lnTo>
                  <a:moveTo>
                    <a:pt x="269986" y="234511"/>
                  </a:moveTo>
                  <a:cubicBezTo>
                    <a:pt x="265529" y="234511"/>
                    <a:pt x="260436" y="233876"/>
                    <a:pt x="255979" y="232605"/>
                  </a:cubicBezTo>
                  <a:lnTo>
                    <a:pt x="21690" y="159530"/>
                  </a:lnTo>
                  <a:cubicBezTo>
                    <a:pt x="8957" y="155717"/>
                    <a:pt x="1317" y="146821"/>
                    <a:pt x="44" y="136019"/>
                  </a:cubicBezTo>
                  <a:cubicBezTo>
                    <a:pt x="-593" y="125216"/>
                    <a:pt x="5774" y="115685"/>
                    <a:pt x="17233" y="109966"/>
                  </a:cubicBezTo>
                  <a:lnTo>
                    <a:pt x="236243" y="4484"/>
                  </a:lnTo>
                  <a:cubicBezTo>
                    <a:pt x="246430" y="-600"/>
                    <a:pt x="259799" y="-1235"/>
                    <a:pt x="271259" y="1942"/>
                  </a:cubicBezTo>
                  <a:lnTo>
                    <a:pt x="505549" y="75017"/>
                  </a:lnTo>
                  <a:cubicBezTo>
                    <a:pt x="518282" y="78830"/>
                    <a:pt x="525922" y="87726"/>
                    <a:pt x="527195" y="98528"/>
                  </a:cubicBezTo>
                  <a:cubicBezTo>
                    <a:pt x="527832" y="109330"/>
                    <a:pt x="521465" y="118862"/>
                    <a:pt x="510005" y="124581"/>
                  </a:cubicBezTo>
                  <a:lnTo>
                    <a:pt x="290996" y="230063"/>
                  </a:lnTo>
                  <a:cubicBezTo>
                    <a:pt x="284629" y="232605"/>
                    <a:pt x="277626" y="234511"/>
                    <a:pt x="269986" y="2345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CC53A0E2-7E2F-93FE-AC7B-17263FC32373}"/>
                </a:ext>
              </a:extLst>
            </p:cNvPr>
            <p:cNvSpPr/>
            <p:nvPr/>
          </p:nvSpPr>
          <p:spPr>
            <a:xfrm>
              <a:off x="2598359" y="4184455"/>
              <a:ext cx="533115" cy="246602"/>
            </a:xfrm>
            <a:custGeom>
              <a:avLst/>
              <a:gdLst>
                <a:gd name="connsiteX0" fmla="*/ 276363 w 533115"/>
                <a:gd name="connsiteY0" fmla="*/ 246602 h 246602"/>
                <a:gd name="connsiteX1" fmla="*/ 258536 w 533115"/>
                <a:gd name="connsiteY1" fmla="*/ 244060 h 246602"/>
                <a:gd name="connsiteX2" fmla="*/ 49713 w 533115"/>
                <a:gd name="connsiteY2" fmla="*/ 179246 h 246602"/>
                <a:gd name="connsiteX3" fmla="*/ 6420 w 533115"/>
                <a:gd name="connsiteY3" fmla="*/ 127776 h 246602"/>
                <a:gd name="connsiteX4" fmla="*/ 54 w 533115"/>
                <a:gd name="connsiteY4" fmla="*/ 50888 h 246602"/>
                <a:gd name="connsiteX5" fmla="*/ 10877 w 533115"/>
                <a:gd name="connsiteY5" fmla="*/ 37544 h 246602"/>
                <a:gd name="connsiteX6" fmla="*/ 24247 w 533115"/>
                <a:gd name="connsiteY6" fmla="*/ 48347 h 246602"/>
                <a:gd name="connsiteX7" fmla="*/ 30613 w 533115"/>
                <a:gd name="connsiteY7" fmla="*/ 125234 h 246602"/>
                <a:gd name="connsiteX8" fmla="*/ 56716 w 533115"/>
                <a:gd name="connsiteY8" fmla="*/ 155735 h 246602"/>
                <a:gd name="connsiteX9" fmla="*/ 266176 w 533115"/>
                <a:gd name="connsiteY9" fmla="*/ 219914 h 246602"/>
                <a:gd name="connsiteX10" fmla="*/ 292279 w 533115"/>
                <a:gd name="connsiteY10" fmla="*/ 218008 h 246602"/>
                <a:gd name="connsiteX11" fmla="*/ 488369 w 533115"/>
                <a:gd name="connsiteY11" fmla="*/ 123963 h 246602"/>
                <a:gd name="connsiteX12" fmla="*/ 508742 w 533115"/>
                <a:gd name="connsiteY12" fmla="*/ 90285 h 246602"/>
                <a:gd name="connsiteX13" fmla="*/ 502375 w 533115"/>
                <a:gd name="connsiteY13" fmla="*/ 13398 h 246602"/>
                <a:gd name="connsiteX14" fmla="*/ 513199 w 533115"/>
                <a:gd name="connsiteY14" fmla="*/ 54 h 246602"/>
                <a:gd name="connsiteX15" fmla="*/ 526569 w 533115"/>
                <a:gd name="connsiteY15" fmla="*/ 10856 h 246602"/>
                <a:gd name="connsiteX16" fmla="*/ 532935 w 533115"/>
                <a:gd name="connsiteY16" fmla="*/ 87744 h 246602"/>
                <a:gd name="connsiteX17" fmla="*/ 498556 w 533115"/>
                <a:gd name="connsiteY17" fmla="*/ 144933 h 246602"/>
                <a:gd name="connsiteX18" fmla="*/ 302466 w 533115"/>
                <a:gd name="connsiteY18" fmla="*/ 238977 h 246602"/>
                <a:gd name="connsiteX19" fmla="*/ 276363 w 533115"/>
                <a:gd name="connsiteY19" fmla="*/ 246602 h 246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33115" h="246602">
                  <a:moveTo>
                    <a:pt x="276363" y="246602"/>
                  </a:moveTo>
                  <a:cubicBezTo>
                    <a:pt x="270633" y="246602"/>
                    <a:pt x="264266" y="245967"/>
                    <a:pt x="258536" y="244060"/>
                  </a:cubicBezTo>
                  <a:lnTo>
                    <a:pt x="49713" y="179246"/>
                  </a:lnTo>
                  <a:cubicBezTo>
                    <a:pt x="25520" y="171621"/>
                    <a:pt x="8330" y="151287"/>
                    <a:pt x="6420" y="127776"/>
                  </a:cubicBezTo>
                  <a:lnTo>
                    <a:pt x="54" y="50888"/>
                  </a:lnTo>
                  <a:cubicBezTo>
                    <a:pt x="-583" y="43899"/>
                    <a:pt x="4511" y="38180"/>
                    <a:pt x="10877" y="37544"/>
                  </a:cubicBezTo>
                  <a:cubicBezTo>
                    <a:pt x="17244" y="36909"/>
                    <a:pt x="23610" y="41992"/>
                    <a:pt x="24247" y="48347"/>
                  </a:cubicBezTo>
                  <a:lnTo>
                    <a:pt x="30613" y="125234"/>
                  </a:lnTo>
                  <a:cubicBezTo>
                    <a:pt x="31887" y="139214"/>
                    <a:pt x="42073" y="151287"/>
                    <a:pt x="56716" y="155735"/>
                  </a:cubicBezTo>
                  <a:lnTo>
                    <a:pt x="266176" y="219914"/>
                  </a:lnTo>
                  <a:cubicBezTo>
                    <a:pt x="274453" y="222456"/>
                    <a:pt x="284003" y="221820"/>
                    <a:pt x="292279" y="218008"/>
                  </a:cubicBezTo>
                  <a:lnTo>
                    <a:pt x="488369" y="123963"/>
                  </a:lnTo>
                  <a:cubicBezTo>
                    <a:pt x="501739" y="117609"/>
                    <a:pt x="510015" y="104265"/>
                    <a:pt x="508742" y="90285"/>
                  </a:cubicBezTo>
                  <a:lnTo>
                    <a:pt x="502375" y="13398"/>
                  </a:lnTo>
                  <a:cubicBezTo>
                    <a:pt x="501739" y="6408"/>
                    <a:pt x="506832" y="689"/>
                    <a:pt x="513199" y="54"/>
                  </a:cubicBezTo>
                  <a:cubicBezTo>
                    <a:pt x="519565" y="-582"/>
                    <a:pt x="525932" y="4502"/>
                    <a:pt x="526569" y="10856"/>
                  </a:cubicBezTo>
                  <a:lnTo>
                    <a:pt x="532935" y="87744"/>
                  </a:lnTo>
                  <a:cubicBezTo>
                    <a:pt x="534845" y="111890"/>
                    <a:pt x="521475" y="134130"/>
                    <a:pt x="498556" y="144933"/>
                  </a:cubicBezTo>
                  <a:lnTo>
                    <a:pt x="302466" y="238977"/>
                  </a:lnTo>
                  <a:cubicBezTo>
                    <a:pt x="294189" y="244696"/>
                    <a:pt x="285276" y="246602"/>
                    <a:pt x="276363" y="24660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A542D76D-7697-AA70-0B9D-F0143E9946CB}"/>
                </a:ext>
              </a:extLst>
            </p:cNvPr>
            <p:cNvSpPr/>
            <p:nvPr/>
          </p:nvSpPr>
          <p:spPr>
            <a:xfrm>
              <a:off x="2860078" y="4313502"/>
              <a:ext cx="28066" cy="117555"/>
            </a:xfrm>
            <a:custGeom>
              <a:avLst/>
              <a:gdLst>
                <a:gd name="connsiteX0" fmla="*/ 15916 w 28066"/>
                <a:gd name="connsiteY0" fmla="*/ 117555 h 117555"/>
                <a:gd name="connsiteX1" fmla="*/ 3820 w 28066"/>
                <a:gd name="connsiteY1" fmla="*/ 106118 h 117555"/>
                <a:gd name="connsiteX2" fmla="*/ 0 w 28066"/>
                <a:gd name="connsiteY2" fmla="*/ 12709 h 117555"/>
                <a:gd name="connsiteX3" fmla="*/ 11460 w 28066"/>
                <a:gd name="connsiteY3" fmla="*/ 0 h 117555"/>
                <a:gd name="connsiteX4" fmla="*/ 24193 w 28066"/>
                <a:gd name="connsiteY4" fmla="*/ 11438 h 117555"/>
                <a:gd name="connsiteX5" fmla="*/ 28013 w 28066"/>
                <a:gd name="connsiteY5" fmla="*/ 104847 h 117555"/>
                <a:gd name="connsiteX6" fmla="*/ 15916 w 28066"/>
                <a:gd name="connsiteY6" fmla="*/ 117555 h 117555"/>
                <a:gd name="connsiteX7" fmla="*/ 15916 w 28066"/>
                <a:gd name="connsiteY7" fmla="*/ 117555 h 11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066" h="117555">
                  <a:moveTo>
                    <a:pt x="15916" y="117555"/>
                  </a:moveTo>
                  <a:cubicBezTo>
                    <a:pt x="9550" y="117555"/>
                    <a:pt x="3820" y="112472"/>
                    <a:pt x="3820" y="106118"/>
                  </a:cubicBezTo>
                  <a:lnTo>
                    <a:pt x="0" y="12709"/>
                  </a:lnTo>
                  <a:cubicBezTo>
                    <a:pt x="0" y="5719"/>
                    <a:pt x="5093" y="0"/>
                    <a:pt x="11460" y="0"/>
                  </a:cubicBezTo>
                  <a:cubicBezTo>
                    <a:pt x="18463" y="0"/>
                    <a:pt x="24193" y="5083"/>
                    <a:pt x="24193" y="11438"/>
                  </a:cubicBezTo>
                  <a:lnTo>
                    <a:pt x="28013" y="104847"/>
                  </a:lnTo>
                  <a:cubicBezTo>
                    <a:pt x="28650" y="111201"/>
                    <a:pt x="23556" y="116920"/>
                    <a:pt x="15916" y="117555"/>
                  </a:cubicBezTo>
                  <a:cubicBezTo>
                    <a:pt x="16343" y="117555"/>
                    <a:pt x="16343" y="117555"/>
                    <a:pt x="15916" y="11755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655CF80B-D742-0F4A-CEFA-9566F7457F92}"/>
                </a:ext>
              </a:extLst>
            </p:cNvPr>
            <p:cNvSpPr/>
            <p:nvPr/>
          </p:nvSpPr>
          <p:spPr>
            <a:xfrm>
              <a:off x="2345660" y="3979891"/>
              <a:ext cx="967727" cy="817811"/>
            </a:xfrm>
            <a:custGeom>
              <a:avLst/>
              <a:gdLst>
                <a:gd name="connsiteX0" fmla="*/ 385177 w 967727"/>
                <a:gd name="connsiteY0" fmla="*/ 685005 h 817811"/>
                <a:gd name="connsiteX1" fmla="*/ 396000 w 967727"/>
                <a:gd name="connsiteY1" fmla="*/ 691995 h 817811"/>
                <a:gd name="connsiteX2" fmla="*/ 541794 w 967727"/>
                <a:gd name="connsiteY2" fmla="*/ 793665 h 817811"/>
                <a:gd name="connsiteX3" fmla="*/ 543068 w 967727"/>
                <a:gd name="connsiteY3" fmla="*/ 793665 h 817811"/>
                <a:gd name="connsiteX4" fmla="*/ 695229 w 967727"/>
                <a:gd name="connsiteY4" fmla="*/ 680557 h 817811"/>
                <a:gd name="connsiteX5" fmla="*/ 707325 w 967727"/>
                <a:gd name="connsiteY5" fmla="*/ 672932 h 817811"/>
                <a:gd name="connsiteX6" fmla="*/ 716238 w 967727"/>
                <a:gd name="connsiteY6" fmla="*/ 672932 h 817811"/>
                <a:gd name="connsiteX7" fmla="*/ 943524 w 967727"/>
                <a:gd name="connsiteY7" fmla="*/ 420665 h 817811"/>
                <a:gd name="connsiteX8" fmla="*/ 943524 w 967727"/>
                <a:gd name="connsiteY8" fmla="*/ 405414 h 817811"/>
                <a:gd name="connsiteX9" fmla="*/ 869036 w 967727"/>
                <a:gd name="connsiteY9" fmla="*/ 214784 h 817811"/>
                <a:gd name="connsiteX10" fmla="*/ 718785 w 967727"/>
                <a:gd name="connsiteY10" fmla="*/ 149334 h 817811"/>
                <a:gd name="connsiteX11" fmla="*/ 711782 w 967727"/>
                <a:gd name="connsiteY11" fmla="*/ 149334 h 817811"/>
                <a:gd name="connsiteX12" fmla="*/ 700322 w 967727"/>
                <a:gd name="connsiteY12" fmla="*/ 141074 h 817811"/>
                <a:gd name="connsiteX13" fmla="*/ 548798 w 967727"/>
                <a:gd name="connsiteY13" fmla="*/ 26060 h 817811"/>
                <a:gd name="connsiteX14" fmla="*/ 547524 w 967727"/>
                <a:gd name="connsiteY14" fmla="*/ 26060 h 817811"/>
                <a:gd name="connsiteX15" fmla="*/ 401093 w 967727"/>
                <a:gd name="connsiteY15" fmla="*/ 125188 h 817811"/>
                <a:gd name="connsiteX16" fmla="*/ 388360 w 967727"/>
                <a:gd name="connsiteY16" fmla="*/ 132178 h 817811"/>
                <a:gd name="connsiteX17" fmla="*/ 370534 w 967727"/>
                <a:gd name="connsiteY17" fmla="*/ 130907 h 817811"/>
                <a:gd name="connsiteX18" fmla="*/ 369261 w 967727"/>
                <a:gd name="connsiteY18" fmla="*/ 130907 h 817811"/>
                <a:gd name="connsiteX19" fmla="*/ 233016 w 967727"/>
                <a:gd name="connsiteY19" fmla="*/ 235753 h 817811"/>
                <a:gd name="connsiteX20" fmla="*/ 226650 w 967727"/>
                <a:gd name="connsiteY20" fmla="*/ 242743 h 817811"/>
                <a:gd name="connsiteX21" fmla="*/ 217100 w 967727"/>
                <a:gd name="connsiteY21" fmla="*/ 243379 h 817811"/>
                <a:gd name="connsiteX22" fmla="*/ 172534 w 967727"/>
                <a:gd name="connsiteY22" fmla="*/ 235118 h 817811"/>
                <a:gd name="connsiteX23" fmla="*/ 171261 w 967727"/>
                <a:gd name="connsiteY23" fmla="*/ 235118 h 817811"/>
                <a:gd name="connsiteX24" fmla="*/ 24193 w 967727"/>
                <a:gd name="connsiteY24" fmla="*/ 398425 h 817811"/>
                <a:gd name="connsiteX25" fmla="*/ 24193 w 967727"/>
                <a:gd name="connsiteY25" fmla="*/ 413675 h 817811"/>
                <a:gd name="connsiteX26" fmla="*/ 72579 w 967727"/>
                <a:gd name="connsiteY26" fmla="*/ 536949 h 817811"/>
                <a:gd name="connsiteX27" fmla="*/ 169351 w 967727"/>
                <a:gd name="connsiteY27" fmla="*/ 578888 h 817811"/>
                <a:gd name="connsiteX28" fmla="*/ 213916 w 967727"/>
                <a:gd name="connsiteY28" fmla="*/ 571263 h 817811"/>
                <a:gd name="connsiteX29" fmla="*/ 223466 w 967727"/>
                <a:gd name="connsiteY29" fmla="*/ 571898 h 817811"/>
                <a:gd name="connsiteX30" fmla="*/ 229833 w 967727"/>
                <a:gd name="connsiteY30" fmla="*/ 578888 h 817811"/>
                <a:gd name="connsiteX31" fmla="*/ 365441 w 967727"/>
                <a:gd name="connsiteY31" fmla="*/ 685641 h 817811"/>
                <a:gd name="connsiteX32" fmla="*/ 383267 w 967727"/>
                <a:gd name="connsiteY32" fmla="*/ 684370 h 817811"/>
                <a:gd name="connsiteX33" fmla="*/ 385177 w 967727"/>
                <a:gd name="connsiteY33" fmla="*/ 685005 h 817811"/>
                <a:gd name="connsiteX34" fmla="*/ 543068 w 967727"/>
                <a:gd name="connsiteY34" fmla="*/ 817811 h 817811"/>
                <a:gd name="connsiteX35" fmla="*/ 541794 w 967727"/>
                <a:gd name="connsiteY35" fmla="*/ 817811 h 817811"/>
                <a:gd name="connsiteX36" fmla="*/ 377537 w 967727"/>
                <a:gd name="connsiteY36" fmla="*/ 709787 h 817811"/>
                <a:gd name="connsiteX37" fmla="*/ 365441 w 967727"/>
                <a:gd name="connsiteY37" fmla="*/ 710423 h 817811"/>
                <a:gd name="connsiteX38" fmla="*/ 210733 w 967727"/>
                <a:gd name="connsiteY38" fmla="*/ 597951 h 817811"/>
                <a:gd name="connsiteX39" fmla="*/ 169351 w 967727"/>
                <a:gd name="connsiteY39" fmla="*/ 603034 h 817811"/>
                <a:gd name="connsiteX40" fmla="*/ 55389 w 967727"/>
                <a:gd name="connsiteY40" fmla="*/ 553471 h 817811"/>
                <a:gd name="connsiteX41" fmla="*/ 0 w 967727"/>
                <a:gd name="connsiteY41" fmla="*/ 412404 h 817811"/>
                <a:gd name="connsiteX42" fmla="*/ 0 w 967727"/>
                <a:gd name="connsiteY42" fmla="*/ 396518 h 817811"/>
                <a:gd name="connsiteX43" fmla="*/ 171261 w 967727"/>
                <a:gd name="connsiteY43" fmla="*/ 209065 h 817811"/>
                <a:gd name="connsiteX44" fmla="*/ 172534 w 967727"/>
                <a:gd name="connsiteY44" fmla="*/ 209065 h 817811"/>
                <a:gd name="connsiteX45" fmla="*/ 213916 w 967727"/>
                <a:gd name="connsiteY45" fmla="*/ 214784 h 817811"/>
                <a:gd name="connsiteX46" fmla="*/ 369261 w 967727"/>
                <a:gd name="connsiteY46" fmla="*/ 104854 h 817811"/>
                <a:gd name="connsiteX47" fmla="*/ 370534 w 967727"/>
                <a:gd name="connsiteY47" fmla="*/ 104854 h 817811"/>
                <a:gd name="connsiteX48" fmla="*/ 382630 w 967727"/>
                <a:gd name="connsiteY48" fmla="*/ 105489 h 817811"/>
                <a:gd name="connsiteX49" fmla="*/ 548798 w 967727"/>
                <a:gd name="connsiteY49" fmla="*/ 7 h 817811"/>
                <a:gd name="connsiteX50" fmla="*/ 720058 w 967727"/>
                <a:gd name="connsiteY50" fmla="*/ 123282 h 817811"/>
                <a:gd name="connsiteX51" fmla="*/ 886225 w 967727"/>
                <a:gd name="connsiteY51" fmla="*/ 196357 h 817811"/>
                <a:gd name="connsiteX52" fmla="*/ 967717 w 967727"/>
                <a:gd name="connsiteY52" fmla="*/ 404144 h 817811"/>
                <a:gd name="connsiteX53" fmla="*/ 967717 w 967727"/>
                <a:gd name="connsiteY53" fmla="*/ 420029 h 817811"/>
                <a:gd name="connsiteX54" fmla="*/ 715602 w 967727"/>
                <a:gd name="connsiteY54" fmla="*/ 696443 h 817811"/>
                <a:gd name="connsiteX55" fmla="*/ 714328 w 967727"/>
                <a:gd name="connsiteY55" fmla="*/ 696443 h 817811"/>
                <a:gd name="connsiteX56" fmla="*/ 543068 w 967727"/>
                <a:gd name="connsiteY56" fmla="*/ 817811 h 817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967727" h="817811">
                  <a:moveTo>
                    <a:pt x="385177" y="685005"/>
                  </a:moveTo>
                  <a:cubicBezTo>
                    <a:pt x="389634" y="685005"/>
                    <a:pt x="394090" y="687547"/>
                    <a:pt x="396000" y="691995"/>
                  </a:cubicBezTo>
                  <a:cubicBezTo>
                    <a:pt x="424013" y="754268"/>
                    <a:pt x="480039" y="793029"/>
                    <a:pt x="541794" y="793665"/>
                  </a:cubicBezTo>
                  <a:lnTo>
                    <a:pt x="543068" y="793665"/>
                  </a:lnTo>
                  <a:cubicBezTo>
                    <a:pt x="609280" y="793665"/>
                    <a:pt x="669126" y="749820"/>
                    <a:pt x="695229" y="680557"/>
                  </a:cubicBezTo>
                  <a:cubicBezTo>
                    <a:pt x="697138" y="675474"/>
                    <a:pt x="701595" y="672297"/>
                    <a:pt x="707325" y="672932"/>
                  </a:cubicBezTo>
                  <a:lnTo>
                    <a:pt x="716238" y="672932"/>
                  </a:lnTo>
                  <a:cubicBezTo>
                    <a:pt x="840386" y="672932"/>
                    <a:pt x="942251" y="559825"/>
                    <a:pt x="943524" y="420665"/>
                  </a:cubicBezTo>
                  <a:lnTo>
                    <a:pt x="943524" y="405414"/>
                  </a:lnTo>
                  <a:cubicBezTo>
                    <a:pt x="944161" y="332975"/>
                    <a:pt x="917422" y="263077"/>
                    <a:pt x="869036" y="214784"/>
                  </a:cubicBezTo>
                  <a:cubicBezTo>
                    <a:pt x="827653" y="172846"/>
                    <a:pt x="774811" y="149970"/>
                    <a:pt x="718785" y="149334"/>
                  </a:cubicBezTo>
                  <a:lnTo>
                    <a:pt x="711782" y="149334"/>
                  </a:lnTo>
                  <a:cubicBezTo>
                    <a:pt x="706052" y="149334"/>
                    <a:pt x="701595" y="146157"/>
                    <a:pt x="700322" y="141074"/>
                  </a:cubicBezTo>
                  <a:cubicBezTo>
                    <a:pt x="674856" y="71811"/>
                    <a:pt x="615647" y="26060"/>
                    <a:pt x="548798" y="26060"/>
                  </a:cubicBezTo>
                  <a:lnTo>
                    <a:pt x="547524" y="26060"/>
                  </a:lnTo>
                  <a:cubicBezTo>
                    <a:pt x="485769" y="26060"/>
                    <a:pt x="429743" y="64186"/>
                    <a:pt x="401093" y="125188"/>
                  </a:cubicBezTo>
                  <a:cubicBezTo>
                    <a:pt x="398547" y="130271"/>
                    <a:pt x="393454" y="132813"/>
                    <a:pt x="388360" y="132178"/>
                  </a:cubicBezTo>
                  <a:cubicBezTo>
                    <a:pt x="382630" y="131542"/>
                    <a:pt x="376264" y="130907"/>
                    <a:pt x="370534" y="130907"/>
                  </a:cubicBezTo>
                  <a:lnTo>
                    <a:pt x="369261" y="130907"/>
                  </a:lnTo>
                  <a:cubicBezTo>
                    <a:pt x="309415" y="130907"/>
                    <a:pt x="254662" y="172846"/>
                    <a:pt x="233016" y="235753"/>
                  </a:cubicBezTo>
                  <a:cubicBezTo>
                    <a:pt x="231743" y="238931"/>
                    <a:pt x="229833" y="241472"/>
                    <a:pt x="226650" y="242743"/>
                  </a:cubicBezTo>
                  <a:cubicBezTo>
                    <a:pt x="223466" y="244014"/>
                    <a:pt x="220283" y="244014"/>
                    <a:pt x="217100" y="243379"/>
                  </a:cubicBezTo>
                  <a:cubicBezTo>
                    <a:pt x="203093" y="238295"/>
                    <a:pt x="187814" y="235118"/>
                    <a:pt x="172534" y="235118"/>
                  </a:cubicBezTo>
                  <a:lnTo>
                    <a:pt x="171261" y="235118"/>
                  </a:lnTo>
                  <a:cubicBezTo>
                    <a:pt x="91042" y="235118"/>
                    <a:pt x="25466" y="308193"/>
                    <a:pt x="24193" y="398425"/>
                  </a:cubicBezTo>
                  <a:lnTo>
                    <a:pt x="24193" y="413675"/>
                  </a:lnTo>
                  <a:cubicBezTo>
                    <a:pt x="23556" y="460697"/>
                    <a:pt x="41383" y="505813"/>
                    <a:pt x="72579" y="536949"/>
                  </a:cubicBezTo>
                  <a:cubicBezTo>
                    <a:pt x="99318" y="563637"/>
                    <a:pt x="133698" y="578888"/>
                    <a:pt x="169351" y="578888"/>
                  </a:cubicBezTo>
                  <a:cubicBezTo>
                    <a:pt x="183994" y="578888"/>
                    <a:pt x="199273" y="576346"/>
                    <a:pt x="213916" y="571263"/>
                  </a:cubicBezTo>
                  <a:cubicBezTo>
                    <a:pt x="217100" y="569992"/>
                    <a:pt x="220283" y="570627"/>
                    <a:pt x="223466" y="571898"/>
                  </a:cubicBezTo>
                  <a:cubicBezTo>
                    <a:pt x="226650" y="573169"/>
                    <a:pt x="228560" y="575711"/>
                    <a:pt x="229833" y="578888"/>
                  </a:cubicBezTo>
                  <a:cubicBezTo>
                    <a:pt x="250843" y="642431"/>
                    <a:pt x="304958" y="685005"/>
                    <a:pt x="365441" y="685641"/>
                  </a:cubicBezTo>
                  <a:cubicBezTo>
                    <a:pt x="371171" y="685641"/>
                    <a:pt x="377537" y="685005"/>
                    <a:pt x="383267" y="684370"/>
                  </a:cubicBezTo>
                  <a:cubicBezTo>
                    <a:pt x="383904" y="685005"/>
                    <a:pt x="384540" y="685005"/>
                    <a:pt x="385177" y="685005"/>
                  </a:cubicBezTo>
                  <a:moveTo>
                    <a:pt x="543068" y="817811"/>
                  </a:moveTo>
                  <a:lnTo>
                    <a:pt x="541794" y="817811"/>
                  </a:lnTo>
                  <a:cubicBezTo>
                    <a:pt x="473036" y="817176"/>
                    <a:pt x="410643" y="775873"/>
                    <a:pt x="377537" y="709787"/>
                  </a:cubicBezTo>
                  <a:cubicBezTo>
                    <a:pt x="373717" y="709787"/>
                    <a:pt x="369261" y="710423"/>
                    <a:pt x="365441" y="710423"/>
                  </a:cubicBezTo>
                  <a:cubicBezTo>
                    <a:pt x="298592" y="709787"/>
                    <a:pt x="237473" y="665307"/>
                    <a:pt x="210733" y="597951"/>
                  </a:cubicBezTo>
                  <a:cubicBezTo>
                    <a:pt x="197363" y="601764"/>
                    <a:pt x="183357" y="603034"/>
                    <a:pt x="169351" y="603034"/>
                  </a:cubicBezTo>
                  <a:cubicBezTo>
                    <a:pt x="127331" y="602399"/>
                    <a:pt x="86585" y="585242"/>
                    <a:pt x="55389" y="553471"/>
                  </a:cubicBezTo>
                  <a:cubicBezTo>
                    <a:pt x="19736" y="517251"/>
                    <a:pt x="0" y="465781"/>
                    <a:pt x="0" y="412404"/>
                  </a:cubicBezTo>
                  <a:lnTo>
                    <a:pt x="0" y="396518"/>
                  </a:lnTo>
                  <a:cubicBezTo>
                    <a:pt x="1273" y="292943"/>
                    <a:pt x="77672" y="209065"/>
                    <a:pt x="171261" y="209065"/>
                  </a:cubicBezTo>
                  <a:lnTo>
                    <a:pt x="172534" y="209065"/>
                  </a:lnTo>
                  <a:cubicBezTo>
                    <a:pt x="186540" y="209065"/>
                    <a:pt x="199910" y="210972"/>
                    <a:pt x="213916" y="214784"/>
                  </a:cubicBezTo>
                  <a:cubicBezTo>
                    <a:pt x="241929" y="148699"/>
                    <a:pt x="303048" y="104854"/>
                    <a:pt x="369261" y="104854"/>
                  </a:cubicBezTo>
                  <a:lnTo>
                    <a:pt x="370534" y="104854"/>
                  </a:lnTo>
                  <a:cubicBezTo>
                    <a:pt x="374354" y="104854"/>
                    <a:pt x="378810" y="104854"/>
                    <a:pt x="382630" y="105489"/>
                  </a:cubicBezTo>
                  <a:cubicBezTo>
                    <a:pt x="417010" y="40040"/>
                    <a:pt x="480039" y="-628"/>
                    <a:pt x="548798" y="7"/>
                  </a:cubicBezTo>
                  <a:cubicBezTo>
                    <a:pt x="623287" y="643"/>
                    <a:pt x="689499" y="48936"/>
                    <a:pt x="720058" y="123282"/>
                  </a:cubicBezTo>
                  <a:cubicBezTo>
                    <a:pt x="781814" y="123917"/>
                    <a:pt x="841023" y="149970"/>
                    <a:pt x="886225" y="196357"/>
                  </a:cubicBezTo>
                  <a:cubicBezTo>
                    <a:pt x="938431" y="249733"/>
                    <a:pt x="968354" y="325350"/>
                    <a:pt x="967717" y="404144"/>
                  </a:cubicBezTo>
                  <a:lnTo>
                    <a:pt x="967717" y="420029"/>
                  </a:lnTo>
                  <a:cubicBezTo>
                    <a:pt x="966444" y="573169"/>
                    <a:pt x="853756" y="696443"/>
                    <a:pt x="715602" y="696443"/>
                  </a:cubicBezTo>
                  <a:lnTo>
                    <a:pt x="714328" y="696443"/>
                  </a:lnTo>
                  <a:cubicBezTo>
                    <a:pt x="683769" y="771425"/>
                    <a:pt x="616920" y="817811"/>
                    <a:pt x="543068" y="8178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38FBE1A1-92BB-3306-2D93-95E7AB992706}"/>
                </a:ext>
              </a:extLst>
            </p:cNvPr>
            <p:cNvSpPr/>
            <p:nvPr/>
          </p:nvSpPr>
          <p:spPr>
            <a:xfrm>
              <a:off x="2719960" y="4390336"/>
              <a:ext cx="259729" cy="307603"/>
            </a:xfrm>
            <a:custGeom>
              <a:avLst/>
              <a:gdLst>
                <a:gd name="connsiteX0" fmla="*/ 12150 w 259729"/>
                <a:gd name="connsiteY0" fmla="*/ 307604 h 307603"/>
                <a:gd name="connsiteX1" fmla="*/ 54 w 259729"/>
                <a:gd name="connsiteY1" fmla="*/ 296166 h 307603"/>
                <a:gd name="connsiteX2" fmla="*/ 11513 w 259729"/>
                <a:gd name="connsiteY2" fmla="*/ 282822 h 307603"/>
                <a:gd name="connsiteX3" fmla="*/ 182137 w 259729"/>
                <a:gd name="connsiteY3" fmla="*/ 198945 h 307603"/>
                <a:gd name="connsiteX4" fmla="*/ 233706 w 259729"/>
                <a:gd name="connsiteY4" fmla="*/ 13398 h 307603"/>
                <a:gd name="connsiteX5" fmla="*/ 245166 w 259729"/>
                <a:gd name="connsiteY5" fmla="*/ 54 h 307603"/>
                <a:gd name="connsiteX6" fmla="*/ 258536 w 259729"/>
                <a:gd name="connsiteY6" fmla="*/ 11491 h 307603"/>
                <a:gd name="connsiteX7" fmla="*/ 201237 w 259729"/>
                <a:gd name="connsiteY7" fmla="*/ 214830 h 307603"/>
                <a:gd name="connsiteX8" fmla="*/ 14060 w 259729"/>
                <a:gd name="connsiteY8" fmla="*/ 306968 h 307603"/>
                <a:gd name="connsiteX9" fmla="*/ 12150 w 259729"/>
                <a:gd name="connsiteY9" fmla="*/ 307604 h 307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9729" h="307603">
                  <a:moveTo>
                    <a:pt x="12150" y="307604"/>
                  </a:moveTo>
                  <a:cubicBezTo>
                    <a:pt x="5784" y="307604"/>
                    <a:pt x="690" y="302520"/>
                    <a:pt x="54" y="296166"/>
                  </a:cubicBezTo>
                  <a:cubicBezTo>
                    <a:pt x="-583" y="289176"/>
                    <a:pt x="4510" y="283457"/>
                    <a:pt x="11513" y="282822"/>
                  </a:cubicBezTo>
                  <a:cubicBezTo>
                    <a:pt x="12787" y="282822"/>
                    <a:pt x="117198" y="273926"/>
                    <a:pt x="182137" y="198945"/>
                  </a:cubicBezTo>
                  <a:cubicBezTo>
                    <a:pt x="222247" y="152558"/>
                    <a:pt x="239436" y="90285"/>
                    <a:pt x="233706" y="13398"/>
                  </a:cubicBezTo>
                  <a:cubicBezTo>
                    <a:pt x="233070" y="6408"/>
                    <a:pt x="238163" y="689"/>
                    <a:pt x="245166" y="54"/>
                  </a:cubicBezTo>
                  <a:cubicBezTo>
                    <a:pt x="252170" y="-582"/>
                    <a:pt x="257899" y="4502"/>
                    <a:pt x="258536" y="11491"/>
                  </a:cubicBezTo>
                  <a:cubicBezTo>
                    <a:pt x="264903" y="94733"/>
                    <a:pt x="245803" y="163360"/>
                    <a:pt x="201237" y="214830"/>
                  </a:cubicBezTo>
                  <a:cubicBezTo>
                    <a:pt x="129295" y="298072"/>
                    <a:pt x="18517" y="306968"/>
                    <a:pt x="14060" y="306968"/>
                  </a:cubicBezTo>
                  <a:cubicBezTo>
                    <a:pt x="13213" y="307394"/>
                    <a:pt x="12577" y="307604"/>
                    <a:pt x="12150" y="30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79CE4BE0-CF38-C591-BCBC-5057709B29F9}"/>
                </a:ext>
              </a:extLst>
            </p:cNvPr>
            <p:cNvSpPr/>
            <p:nvPr/>
          </p:nvSpPr>
          <p:spPr>
            <a:xfrm>
              <a:off x="2171884" y="4356373"/>
              <a:ext cx="1434087" cy="813694"/>
            </a:xfrm>
            <a:custGeom>
              <a:avLst/>
              <a:gdLst>
                <a:gd name="connsiteX0" fmla="*/ 655725 w 1434087"/>
                <a:gd name="connsiteY0" fmla="*/ 813694 h 813694"/>
                <a:gd name="connsiteX1" fmla="*/ 1242 w 1434087"/>
                <a:gd name="connsiteY1" fmla="*/ 446413 h 813694"/>
                <a:gd name="connsiteX2" fmla="*/ 192876 w 1434087"/>
                <a:gd name="connsiteY2" fmla="*/ 94383 h 813694"/>
                <a:gd name="connsiteX3" fmla="*/ 210066 w 1434087"/>
                <a:gd name="connsiteY3" fmla="*/ 96925 h 813694"/>
                <a:gd name="connsiteX4" fmla="*/ 207519 w 1434087"/>
                <a:gd name="connsiteY4" fmla="*/ 114081 h 813694"/>
                <a:gd name="connsiteX5" fmla="*/ 26072 w 1434087"/>
                <a:gd name="connsiteY5" fmla="*/ 444507 h 813694"/>
                <a:gd name="connsiteX6" fmla="*/ 655725 w 1434087"/>
                <a:gd name="connsiteY6" fmla="*/ 789548 h 813694"/>
                <a:gd name="connsiteX7" fmla="*/ 760136 w 1434087"/>
                <a:gd name="connsiteY7" fmla="*/ 786371 h 813694"/>
                <a:gd name="connsiteX8" fmla="*/ 1332490 w 1434087"/>
                <a:gd name="connsiteY8" fmla="*/ 581761 h 813694"/>
                <a:gd name="connsiteX9" fmla="*/ 1408253 w 1434087"/>
                <a:gd name="connsiteY9" fmla="*/ 342202 h 813694"/>
                <a:gd name="connsiteX10" fmla="*/ 1121121 w 1434087"/>
                <a:gd name="connsiteY10" fmla="*/ 23214 h 813694"/>
                <a:gd name="connsiteX11" fmla="*/ 1114754 w 1434087"/>
                <a:gd name="connsiteY11" fmla="*/ 7328 h 813694"/>
                <a:gd name="connsiteX12" fmla="*/ 1130670 w 1434087"/>
                <a:gd name="connsiteY12" fmla="*/ 974 h 813694"/>
                <a:gd name="connsiteX13" fmla="*/ 1432445 w 1434087"/>
                <a:gd name="connsiteY13" fmla="*/ 340296 h 813694"/>
                <a:gd name="connsiteX14" fmla="*/ 1350317 w 1434087"/>
                <a:gd name="connsiteY14" fmla="*/ 597647 h 813694"/>
                <a:gd name="connsiteX15" fmla="*/ 761410 w 1434087"/>
                <a:gd name="connsiteY15" fmla="*/ 810517 h 813694"/>
                <a:gd name="connsiteX16" fmla="*/ 655725 w 1434087"/>
                <a:gd name="connsiteY16" fmla="*/ 813694 h 813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4087" h="813694">
                  <a:moveTo>
                    <a:pt x="655725" y="813694"/>
                  </a:moveTo>
                  <a:cubicBezTo>
                    <a:pt x="259088" y="813694"/>
                    <a:pt x="22889" y="682160"/>
                    <a:pt x="1242" y="446413"/>
                  </a:cubicBezTo>
                  <a:cubicBezTo>
                    <a:pt x="-10217" y="319962"/>
                    <a:pt x="57905" y="194781"/>
                    <a:pt x="192876" y="94383"/>
                  </a:cubicBezTo>
                  <a:cubicBezTo>
                    <a:pt x="197969" y="90570"/>
                    <a:pt x="205609" y="91206"/>
                    <a:pt x="210066" y="96925"/>
                  </a:cubicBezTo>
                  <a:cubicBezTo>
                    <a:pt x="213886" y="102008"/>
                    <a:pt x="213249" y="109633"/>
                    <a:pt x="207519" y="114081"/>
                  </a:cubicBezTo>
                  <a:cubicBezTo>
                    <a:pt x="79551" y="209396"/>
                    <a:pt x="15249" y="326952"/>
                    <a:pt x="26072" y="444507"/>
                  </a:cubicBezTo>
                  <a:cubicBezTo>
                    <a:pt x="46445" y="666274"/>
                    <a:pt x="273731" y="789548"/>
                    <a:pt x="655725" y="789548"/>
                  </a:cubicBezTo>
                  <a:cubicBezTo>
                    <a:pt x="689468" y="789548"/>
                    <a:pt x="723847" y="788277"/>
                    <a:pt x="760136" y="786371"/>
                  </a:cubicBezTo>
                  <a:cubicBezTo>
                    <a:pt x="1030715" y="771756"/>
                    <a:pt x="1228715" y="701223"/>
                    <a:pt x="1332490" y="581761"/>
                  </a:cubicBezTo>
                  <a:cubicBezTo>
                    <a:pt x="1391063" y="514405"/>
                    <a:pt x="1416529" y="433705"/>
                    <a:pt x="1408253" y="342202"/>
                  </a:cubicBezTo>
                  <a:cubicBezTo>
                    <a:pt x="1396793" y="214480"/>
                    <a:pt x="1291745" y="98195"/>
                    <a:pt x="1121121" y="23214"/>
                  </a:cubicBezTo>
                  <a:cubicBezTo>
                    <a:pt x="1114754" y="20672"/>
                    <a:pt x="1112207" y="13047"/>
                    <a:pt x="1114754" y="7328"/>
                  </a:cubicBezTo>
                  <a:cubicBezTo>
                    <a:pt x="1117301" y="974"/>
                    <a:pt x="1124941" y="-1568"/>
                    <a:pt x="1130670" y="974"/>
                  </a:cubicBezTo>
                  <a:cubicBezTo>
                    <a:pt x="1310207" y="79768"/>
                    <a:pt x="1419712" y="203677"/>
                    <a:pt x="1432445" y="340296"/>
                  </a:cubicBezTo>
                  <a:cubicBezTo>
                    <a:pt x="1441359" y="438153"/>
                    <a:pt x="1413982" y="525207"/>
                    <a:pt x="1350317" y="597647"/>
                  </a:cubicBezTo>
                  <a:cubicBezTo>
                    <a:pt x="1242085" y="722192"/>
                    <a:pt x="1038355" y="795902"/>
                    <a:pt x="761410" y="810517"/>
                  </a:cubicBezTo>
                  <a:cubicBezTo>
                    <a:pt x="725120" y="812424"/>
                    <a:pt x="690104" y="813694"/>
                    <a:pt x="655725" y="8136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D07CFB96-A6CB-57FA-861F-39FA31CD659B}"/>
                </a:ext>
              </a:extLst>
            </p:cNvPr>
            <p:cNvSpPr/>
            <p:nvPr/>
          </p:nvSpPr>
          <p:spPr>
            <a:xfrm>
              <a:off x="3281323" y="4675570"/>
              <a:ext cx="41255" cy="42067"/>
            </a:xfrm>
            <a:custGeom>
              <a:avLst/>
              <a:gdLst>
                <a:gd name="connsiteX0" fmla="*/ 21232 w 41255"/>
                <a:gd name="connsiteY0" fmla="*/ 42067 h 42067"/>
                <a:gd name="connsiteX1" fmla="*/ 16775 w 41255"/>
                <a:gd name="connsiteY1" fmla="*/ 41432 h 42067"/>
                <a:gd name="connsiteX2" fmla="*/ 3405 w 41255"/>
                <a:gd name="connsiteY2" fmla="*/ 32536 h 42067"/>
                <a:gd name="connsiteX3" fmla="*/ 222 w 41255"/>
                <a:gd name="connsiteY3" fmla="*/ 16650 h 42067"/>
                <a:gd name="connsiteX4" fmla="*/ 9135 w 41255"/>
                <a:gd name="connsiteY4" fmla="*/ 3306 h 42067"/>
                <a:gd name="connsiteX5" fmla="*/ 37785 w 41255"/>
                <a:gd name="connsiteY5" fmla="*/ 9660 h 42067"/>
                <a:gd name="connsiteX6" fmla="*/ 31418 w 41255"/>
                <a:gd name="connsiteY6" fmla="*/ 38890 h 42067"/>
                <a:gd name="connsiteX7" fmla="*/ 31418 w 41255"/>
                <a:gd name="connsiteY7" fmla="*/ 38890 h 42067"/>
                <a:gd name="connsiteX8" fmla="*/ 21232 w 41255"/>
                <a:gd name="connsiteY8" fmla="*/ 42067 h 4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255" h="42067">
                  <a:moveTo>
                    <a:pt x="21232" y="42067"/>
                  </a:moveTo>
                  <a:cubicBezTo>
                    <a:pt x="19958" y="42067"/>
                    <a:pt x="18048" y="42067"/>
                    <a:pt x="16775" y="41432"/>
                  </a:cubicBezTo>
                  <a:cubicBezTo>
                    <a:pt x="11045" y="40161"/>
                    <a:pt x="6588" y="36984"/>
                    <a:pt x="3405" y="32536"/>
                  </a:cubicBezTo>
                  <a:cubicBezTo>
                    <a:pt x="222" y="28088"/>
                    <a:pt x="-415" y="22369"/>
                    <a:pt x="222" y="16650"/>
                  </a:cubicBezTo>
                  <a:cubicBezTo>
                    <a:pt x="1495" y="10931"/>
                    <a:pt x="4678" y="6483"/>
                    <a:pt x="9135" y="3306"/>
                  </a:cubicBezTo>
                  <a:cubicBezTo>
                    <a:pt x="18685" y="-3048"/>
                    <a:pt x="32055" y="129"/>
                    <a:pt x="37785" y="9660"/>
                  </a:cubicBezTo>
                  <a:cubicBezTo>
                    <a:pt x="44151" y="19192"/>
                    <a:pt x="41604" y="32536"/>
                    <a:pt x="31418" y="38890"/>
                  </a:cubicBezTo>
                  <a:lnTo>
                    <a:pt x="31418" y="38890"/>
                  </a:lnTo>
                  <a:cubicBezTo>
                    <a:pt x="28871" y="40796"/>
                    <a:pt x="25052" y="42067"/>
                    <a:pt x="21232" y="420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ECD7486C-850B-D56B-AD2C-1C20AE120E69}"/>
                </a:ext>
              </a:extLst>
            </p:cNvPr>
            <p:cNvSpPr/>
            <p:nvPr/>
          </p:nvSpPr>
          <p:spPr>
            <a:xfrm>
              <a:off x="3257064" y="4834271"/>
              <a:ext cx="42594" cy="42225"/>
            </a:xfrm>
            <a:custGeom>
              <a:avLst/>
              <a:gdLst>
                <a:gd name="connsiteX0" fmla="*/ 21297 w 42594"/>
                <a:gd name="connsiteY0" fmla="*/ 42226 h 42225"/>
                <a:gd name="connsiteX1" fmla="*/ 3471 w 42594"/>
                <a:gd name="connsiteY1" fmla="*/ 32694 h 42225"/>
                <a:gd name="connsiteX2" fmla="*/ 9838 w 42594"/>
                <a:gd name="connsiteY2" fmla="*/ 3464 h 42225"/>
                <a:gd name="connsiteX3" fmla="*/ 39124 w 42594"/>
                <a:gd name="connsiteY3" fmla="*/ 9819 h 42225"/>
                <a:gd name="connsiteX4" fmla="*/ 32757 w 42594"/>
                <a:gd name="connsiteY4" fmla="*/ 39049 h 42225"/>
                <a:gd name="connsiteX5" fmla="*/ 32757 w 42594"/>
                <a:gd name="connsiteY5" fmla="*/ 39049 h 42225"/>
                <a:gd name="connsiteX6" fmla="*/ 21297 w 42594"/>
                <a:gd name="connsiteY6" fmla="*/ 42226 h 4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594" h="42225">
                  <a:moveTo>
                    <a:pt x="21297" y="42226"/>
                  </a:moveTo>
                  <a:cubicBezTo>
                    <a:pt x="14294" y="42226"/>
                    <a:pt x="7928" y="39049"/>
                    <a:pt x="3471" y="32694"/>
                  </a:cubicBezTo>
                  <a:cubicBezTo>
                    <a:pt x="-2896" y="23163"/>
                    <a:pt x="-349" y="9819"/>
                    <a:pt x="9838" y="3464"/>
                  </a:cubicBezTo>
                  <a:cubicBezTo>
                    <a:pt x="19387" y="-2890"/>
                    <a:pt x="32757" y="-348"/>
                    <a:pt x="39124" y="9819"/>
                  </a:cubicBezTo>
                  <a:cubicBezTo>
                    <a:pt x="45490" y="19350"/>
                    <a:pt x="42944" y="32694"/>
                    <a:pt x="32757" y="39049"/>
                  </a:cubicBezTo>
                  <a:lnTo>
                    <a:pt x="32757" y="39049"/>
                  </a:lnTo>
                  <a:cubicBezTo>
                    <a:pt x="29574" y="40955"/>
                    <a:pt x="25754" y="42226"/>
                    <a:pt x="21297" y="422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82F87B6F-FB79-8F31-7E74-3928D27839EC}"/>
                </a:ext>
              </a:extLst>
            </p:cNvPr>
            <p:cNvSpPr/>
            <p:nvPr/>
          </p:nvSpPr>
          <p:spPr>
            <a:xfrm>
              <a:off x="3402858" y="4780324"/>
              <a:ext cx="42528" cy="42160"/>
            </a:xfrm>
            <a:custGeom>
              <a:avLst/>
              <a:gdLst>
                <a:gd name="connsiteX0" fmla="*/ 21297 w 42528"/>
                <a:gd name="connsiteY0" fmla="*/ 42160 h 42160"/>
                <a:gd name="connsiteX1" fmla="*/ 3471 w 42528"/>
                <a:gd name="connsiteY1" fmla="*/ 32629 h 42160"/>
                <a:gd name="connsiteX2" fmla="*/ 9838 w 42528"/>
                <a:gd name="connsiteY2" fmla="*/ 3399 h 42160"/>
                <a:gd name="connsiteX3" fmla="*/ 25754 w 42528"/>
                <a:gd name="connsiteY3" fmla="*/ 221 h 42160"/>
                <a:gd name="connsiteX4" fmla="*/ 39124 w 42528"/>
                <a:gd name="connsiteY4" fmla="*/ 9117 h 42160"/>
                <a:gd name="connsiteX5" fmla="*/ 42307 w 42528"/>
                <a:gd name="connsiteY5" fmla="*/ 25003 h 42160"/>
                <a:gd name="connsiteX6" fmla="*/ 33394 w 42528"/>
                <a:gd name="connsiteY6" fmla="*/ 38347 h 42160"/>
                <a:gd name="connsiteX7" fmla="*/ 21297 w 42528"/>
                <a:gd name="connsiteY7" fmla="*/ 42160 h 4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528" h="42160">
                  <a:moveTo>
                    <a:pt x="21297" y="42160"/>
                  </a:moveTo>
                  <a:cubicBezTo>
                    <a:pt x="14294" y="42160"/>
                    <a:pt x="7927" y="38983"/>
                    <a:pt x="3471" y="32629"/>
                  </a:cubicBezTo>
                  <a:cubicBezTo>
                    <a:pt x="-2895" y="23097"/>
                    <a:pt x="-349" y="9753"/>
                    <a:pt x="9838" y="3399"/>
                  </a:cubicBezTo>
                  <a:cubicBezTo>
                    <a:pt x="14294" y="221"/>
                    <a:pt x="20024" y="-414"/>
                    <a:pt x="25754" y="221"/>
                  </a:cubicBezTo>
                  <a:cubicBezTo>
                    <a:pt x="31484" y="1492"/>
                    <a:pt x="35940" y="4669"/>
                    <a:pt x="39124" y="9117"/>
                  </a:cubicBezTo>
                  <a:cubicBezTo>
                    <a:pt x="42307" y="13566"/>
                    <a:pt x="42943" y="19284"/>
                    <a:pt x="42307" y="25003"/>
                  </a:cubicBezTo>
                  <a:cubicBezTo>
                    <a:pt x="41034" y="30722"/>
                    <a:pt x="37850" y="35170"/>
                    <a:pt x="33394" y="38347"/>
                  </a:cubicBezTo>
                  <a:cubicBezTo>
                    <a:pt x="28937" y="40889"/>
                    <a:pt x="25117" y="42160"/>
                    <a:pt x="21297" y="421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1948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Page A | White and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D098-B447-79ED-27D6-0983AC947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689" y="1496321"/>
            <a:ext cx="11095036" cy="443198"/>
          </a:xfrm>
        </p:spPr>
        <p:txBody>
          <a:bodyPr wrap="square" anchor="b">
            <a:sp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E6154-9CAB-42A6-DF23-0071FD3E6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689" y="2071917"/>
            <a:ext cx="11095036" cy="249299"/>
          </a:xfrm>
        </p:spPr>
        <p:txBody>
          <a:bodyPr/>
          <a:lstStyle>
            <a:lvl1pPr marL="0" indent="0" algn="l">
              <a:buNone/>
              <a:defRPr sz="18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4" name="Graphic 11">
            <a:extLst>
              <a:ext uri="{FF2B5EF4-FFF2-40B4-BE49-F238E27FC236}">
                <a16:creationId xmlns:a16="http://schemas.microsoft.com/office/drawing/2014/main" id="{A05D484B-8ACD-C989-35D1-F5DB0431AF53}"/>
              </a:ext>
            </a:extLst>
          </p:cNvPr>
          <p:cNvGrpSpPr/>
          <p:nvPr/>
        </p:nvGrpSpPr>
        <p:grpSpPr>
          <a:xfrm>
            <a:off x="54620" y="2993667"/>
            <a:ext cx="12098727" cy="3313413"/>
            <a:chOff x="54620" y="2826325"/>
            <a:chExt cx="12098727" cy="3313413"/>
          </a:xfrm>
          <a:solidFill>
            <a:schemeClr val="accent1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DD600809-39ED-566D-112D-4D84E7A59F17}"/>
                </a:ext>
              </a:extLst>
            </p:cNvPr>
            <p:cNvSpPr/>
            <p:nvPr/>
          </p:nvSpPr>
          <p:spPr>
            <a:xfrm>
              <a:off x="2815353" y="3078059"/>
              <a:ext cx="1349074" cy="1346643"/>
            </a:xfrm>
            <a:custGeom>
              <a:avLst/>
              <a:gdLst>
                <a:gd name="connsiteX0" fmla="*/ 942410 w 1349074"/>
                <a:gd name="connsiteY0" fmla="*/ 1346644 h 1346643"/>
                <a:gd name="connsiteX1" fmla="*/ 654642 w 1349074"/>
                <a:gd name="connsiteY1" fmla="*/ 1227818 h 1346643"/>
                <a:gd name="connsiteX2" fmla="*/ 3343 w 1349074"/>
                <a:gd name="connsiteY2" fmla="*/ 577769 h 1346643"/>
                <a:gd name="connsiteX3" fmla="*/ 3343 w 1349074"/>
                <a:gd name="connsiteY3" fmla="*/ 560612 h 1346643"/>
                <a:gd name="connsiteX4" fmla="*/ 20532 w 1349074"/>
                <a:gd name="connsiteY4" fmla="*/ 560612 h 1346643"/>
                <a:gd name="connsiteX5" fmla="*/ 671831 w 1349074"/>
                <a:gd name="connsiteY5" fmla="*/ 1210661 h 1346643"/>
                <a:gd name="connsiteX6" fmla="*/ 942410 w 1349074"/>
                <a:gd name="connsiteY6" fmla="*/ 1322497 h 1346643"/>
                <a:gd name="connsiteX7" fmla="*/ 1212989 w 1349074"/>
                <a:gd name="connsiteY7" fmla="*/ 1210661 h 1346643"/>
                <a:gd name="connsiteX8" fmla="*/ 1213626 w 1349074"/>
                <a:gd name="connsiteY8" fmla="*/ 670542 h 1346643"/>
                <a:gd name="connsiteX9" fmla="*/ 561690 w 1349074"/>
                <a:gd name="connsiteY9" fmla="*/ 20493 h 1346643"/>
                <a:gd name="connsiteX10" fmla="*/ 561690 w 1349074"/>
                <a:gd name="connsiteY10" fmla="*/ 3336 h 1346643"/>
                <a:gd name="connsiteX11" fmla="*/ 578880 w 1349074"/>
                <a:gd name="connsiteY11" fmla="*/ 3336 h 1346643"/>
                <a:gd name="connsiteX12" fmla="*/ 1230179 w 1349074"/>
                <a:gd name="connsiteY12" fmla="*/ 653385 h 1346643"/>
                <a:gd name="connsiteX13" fmla="*/ 1230179 w 1349074"/>
                <a:gd name="connsiteY13" fmla="*/ 1227182 h 1346643"/>
                <a:gd name="connsiteX14" fmla="*/ 942410 w 1349074"/>
                <a:gd name="connsiteY14" fmla="*/ 1346644 h 1346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49074" h="1346643">
                  <a:moveTo>
                    <a:pt x="942410" y="1346644"/>
                  </a:moveTo>
                  <a:cubicBezTo>
                    <a:pt x="833542" y="1346644"/>
                    <a:pt x="731677" y="1304705"/>
                    <a:pt x="654642" y="1227818"/>
                  </a:cubicBezTo>
                  <a:lnTo>
                    <a:pt x="3343" y="577769"/>
                  </a:lnTo>
                  <a:cubicBezTo>
                    <a:pt x="-1114" y="573320"/>
                    <a:pt x="-1114" y="565060"/>
                    <a:pt x="3343" y="560612"/>
                  </a:cubicBezTo>
                  <a:cubicBezTo>
                    <a:pt x="7799" y="556164"/>
                    <a:pt x="16076" y="556164"/>
                    <a:pt x="20532" y="560612"/>
                  </a:cubicBezTo>
                  <a:lnTo>
                    <a:pt x="671831" y="1210661"/>
                  </a:lnTo>
                  <a:cubicBezTo>
                    <a:pt x="743774" y="1282465"/>
                    <a:pt x="839909" y="1322497"/>
                    <a:pt x="942410" y="1322497"/>
                  </a:cubicBezTo>
                  <a:cubicBezTo>
                    <a:pt x="1044912" y="1322497"/>
                    <a:pt x="1140410" y="1283100"/>
                    <a:pt x="1212989" y="1210661"/>
                  </a:cubicBezTo>
                  <a:cubicBezTo>
                    <a:pt x="1362603" y="1061334"/>
                    <a:pt x="1362603" y="819233"/>
                    <a:pt x="1213626" y="670542"/>
                  </a:cubicBezTo>
                  <a:lnTo>
                    <a:pt x="561690" y="20493"/>
                  </a:lnTo>
                  <a:cubicBezTo>
                    <a:pt x="557233" y="16045"/>
                    <a:pt x="557233" y="7784"/>
                    <a:pt x="561690" y="3336"/>
                  </a:cubicBezTo>
                  <a:cubicBezTo>
                    <a:pt x="566146" y="-1112"/>
                    <a:pt x="574423" y="-1112"/>
                    <a:pt x="578880" y="3336"/>
                  </a:cubicBezTo>
                  <a:lnTo>
                    <a:pt x="1230179" y="653385"/>
                  </a:lnTo>
                  <a:cubicBezTo>
                    <a:pt x="1388706" y="811608"/>
                    <a:pt x="1388706" y="1068959"/>
                    <a:pt x="1230179" y="1227182"/>
                  </a:cubicBezTo>
                  <a:cubicBezTo>
                    <a:pt x="1153144" y="1304070"/>
                    <a:pt x="1050642" y="1346644"/>
                    <a:pt x="942410" y="1346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FA490E7-2300-B3A9-B046-3CF4F182FA95}"/>
                </a:ext>
              </a:extLst>
            </p:cNvPr>
            <p:cNvSpPr/>
            <p:nvPr/>
          </p:nvSpPr>
          <p:spPr>
            <a:xfrm>
              <a:off x="2815990" y="3077423"/>
              <a:ext cx="666841" cy="666093"/>
            </a:xfrm>
            <a:custGeom>
              <a:avLst/>
              <a:gdLst>
                <a:gd name="connsiteX0" fmla="*/ 227445 w 666841"/>
                <a:gd name="connsiteY0" fmla="*/ 666094 h 666093"/>
                <a:gd name="connsiteX1" fmla="*/ 3343 w 666841"/>
                <a:gd name="connsiteY1" fmla="*/ 577769 h 666093"/>
                <a:gd name="connsiteX2" fmla="*/ 3343 w 666841"/>
                <a:gd name="connsiteY2" fmla="*/ 560612 h 666093"/>
                <a:gd name="connsiteX3" fmla="*/ 20532 w 666841"/>
                <a:gd name="connsiteY3" fmla="*/ 560612 h 666093"/>
                <a:gd name="connsiteX4" fmla="*/ 515851 w 666841"/>
                <a:gd name="connsiteY4" fmla="*/ 515496 h 666093"/>
                <a:gd name="connsiteX5" fmla="*/ 639362 w 666841"/>
                <a:gd name="connsiteY5" fmla="*/ 274031 h 666093"/>
                <a:gd name="connsiteX6" fmla="*/ 561053 w 666841"/>
                <a:gd name="connsiteY6" fmla="*/ 20493 h 666093"/>
                <a:gd name="connsiteX7" fmla="*/ 561053 w 666841"/>
                <a:gd name="connsiteY7" fmla="*/ 3336 h 666093"/>
                <a:gd name="connsiteX8" fmla="*/ 578243 w 666841"/>
                <a:gd name="connsiteY8" fmla="*/ 3336 h 666093"/>
                <a:gd name="connsiteX9" fmla="*/ 663555 w 666841"/>
                <a:gd name="connsiteY9" fmla="*/ 277208 h 666093"/>
                <a:gd name="connsiteX10" fmla="*/ 533040 w 666841"/>
                <a:gd name="connsiteY10" fmla="*/ 532653 h 666093"/>
                <a:gd name="connsiteX11" fmla="*/ 227445 w 666841"/>
                <a:gd name="connsiteY11" fmla="*/ 666094 h 666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6841" h="666093">
                  <a:moveTo>
                    <a:pt x="227445" y="666094"/>
                  </a:moveTo>
                  <a:cubicBezTo>
                    <a:pt x="142770" y="666094"/>
                    <a:pt x="63188" y="636864"/>
                    <a:pt x="3343" y="577769"/>
                  </a:cubicBezTo>
                  <a:cubicBezTo>
                    <a:pt x="-1114" y="573321"/>
                    <a:pt x="-1114" y="565060"/>
                    <a:pt x="3343" y="560612"/>
                  </a:cubicBezTo>
                  <a:cubicBezTo>
                    <a:pt x="7799" y="556164"/>
                    <a:pt x="16076" y="556164"/>
                    <a:pt x="20532" y="560612"/>
                  </a:cubicBezTo>
                  <a:cubicBezTo>
                    <a:pt x="144680" y="684522"/>
                    <a:pt x="366873" y="664188"/>
                    <a:pt x="515851" y="515496"/>
                  </a:cubicBezTo>
                  <a:cubicBezTo>
                    <a:pt x="583973" y="447505"/>
                    <a:pt x="627266" y="362356"/>
                    <a:pt x="639362" y="274031"/>
                  </a:cubicBezTo>
                  <a:cubicBezTo>
                    <a:pt x="652732" y="176174"/>
                    <a:pt x="624082" y="83401"/>
                    <a:pt x="561053" y="20493"/>
                  </a:cubicBezTo>
                  <a:cubicBezTo>
                    <a:pt x="556596" y="16045"/>
                    <a:pt x="556596" y="7784"/>
                    <a:pt x="561053" y="3336"/>
                  </a:cubicBezTo>
                  <a:cubicBezTo>
                    <a:pt x="565510" y="-1112"/>
                    <a:pt x="573786" y="-1112"/>
                    <a:pt x="578243" y="3336"/>
                  </a:cubicBezTo>
                  <a:cubicBezTo>
                    <a:pt x="646365" y="71327"/>
                    <a:pt x="677561" y="171091"/>
                    <a:pt x="663555" y="277208"/>
                  </a:cubicBezTo>
                  <a:cubicBezTo>
                    <a:pt x="650822" y="370617"/>
                    <a:pt x="604983" y="460849"/>
                    <a:pt x="533040" y="532653"/>
                  </a:cubicBezTo>
                  <a:cubicBezTo>
                    <a:pt x="445182" y="620978"/>
                    <a:pt x="333130" y="666094"/>
                    <a:pt x="227445" y="6660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1E7D7962-6D68-9C48-DC66-5CF947E44C18}"/>
                </a:ext>
              </a:extLst>
            </p:cNvPr>
            <p:cNvSpPr/>
            <p:nvPr/>
          </p:nvSpPr>
          <p:spPr>
            <a:xfrm>
              <a:off x="2774766" y="3036914"/>
              <a:ext cx="621535" cy="620819"/>
            </a:xfrm>
            <a:custGeom>
              <a:avLst/>
              <a:gdLst>
                <a:gd name="connsiteX0" fmla="*/ 52206 w 621535"/>
                <a:gd name="connsiteY0" fmla="*/ 620819 h 620819"/>
                <a:gd name="connsiteX1" fmla="*/ 43293 w 621535"/>
                <a:gd name="connsiteY1" fmla="*/ 617007 h 620819"/>
                <a:gd name="connsiteX2" fmla="*/ 0 w 621535"/>
                <a:gd name="connsiteY2" fmla="*/ 513431 h 620819"/>
                <a:gd name="connsiteX3" fmla="*/ 43293 w 621535"/>
                <a:gd name="connsiteY3" fmla="*/ 409855 h 620819"/>
                <a:gd name="connsiteX4" fmla="*/ 189723 w 621535"/>
                <a:gd name="connsiteY4" fmla="*/ 373000 h 620819"/>
                <a:gd name="connsiteX5" fmla="*/ 226649 w 621535"/>
                <a:gd name="connsiteY5" fmla="*/ 226850 h 620819"/>
                <a:gd name="connsiteX6" fmla="*/ 374354 w 621535"/>
                <a:gd name="connsiteY6" fmla="*/ 190630 h 620819"/>
                <a:gd name="connsiteX7" fmla="*/ 410643 w 621535"/>
                <a:gd name="connsiteY7" fmla="*/ 43210 h 620819"/>
                <a:gd name="connsiteX8" fmla="*/ 514418 w 621535"/>
                <a:gd name="connsiteY8" fmla="*/ 0 h 620819"/>
                <a:gd name="connsiteX9" fmla="*/ 618193 w 621535"/>
                <a:gd name="connsiteY9" fmla="*/ 43210 h 620819"/>
                <a:gd name="connsiteX10" fmla="*/ 618193 w 621535"/>
                <a:gd name="connsiteY10" fmla="*/ 60366 h 620819"/>
                <a:gd name="connsiteX11" fmla="*/ 601003 w 621535"/>
                <a:gd name="connsiteY11" fmla="*/ 60366 h 620819"/>
                <a:gd name="connsiteX12" fmla="*/ 427833 w 621535"/>
                <a:gd name="connsiteY12" fmla="*/ 60366 h 620819"/>
                <a:gd name="connsiteX13" fmla="*/ 408096 w 621535"/>
                <a:gd name="connsiteY13" fmla="*/ 207787 h 620819"/>
                <a:gd name="connsiteX14" fmla="*/ 406187 w 621535"/>
                <a:gd name="connsiteY14" fmla="*/ 222402 h 620819"/>
                <a:gd name="connsiteX15" fmla="*/ 391544 w 621535"/>
                <a:gd name="connsiteY15" fmla="*/ 224308 h 620819"/>
                <a:gd name="connsiteX16" fmla="*/ 243839 w 621535"/>
                <a:gd name="connsiteY16" fmla="*/ 244007 h 620819"/>
                <a:gd name="connsiteX17" fmla="*/ 223466 w 621535"/>
                <a:gd name="connsiteY17" fmla="*/ 390157 h 620819"/>
                <a:gd name="connsiteX18" fmla="*/ 221556 w 621535"/>
                <a:gd name="connsiteY18" fmla="*/ 404772 h 620819"/>
                <a:gd name="connsiteX19" fmla="*/ 206913 w 621535"/>
                <a:gd name="connsiteY19" fmla="*/ 406678 h 620819"/>
                <a:gd name="connsiteX20" fmla="*/ 60482 w 621535"/>
                <a:gd name="connsiteY20" fmla="*/ 427012 h 620819"/>
                <a:gd name="connsiteX21" fmla="*/ 60482 w 621535"/>
                <a:gd name="connsiteY21" fmla="*/ 599850 h 620819"/>
                <a:gd name="connsiteX22" fmla="*/ 60482 w 621535"/>
                <a:gd name="connsiteY22" fmla="*/ 617007 h 620819"/>
                <a:gd name="connsiteX23" fmla="*/ 52206 w 621535"/>
                <a:gd name="connsiteY23" fmla="*/ 620819 h 620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1535" h="620819">
                  <a:moveTo>
                    <a:pt x="52206" y="620819"/>
                  </a:moveTo>
                  <a:cubicBezTo>
                    <a:pt x="49022" y="620819"/>
                    <a:pt x="45839" y="619548"/>
                    <a:pt x="43293" y="617007"/>
                  </a:cubicBezTo>
                  <a:cubicBezTo>
                    <a:pt x="15280" y="589047"/>
                    <a:pt x="0" y="552192"/>
                    <a:pt x="0" y="513431"/>
                  </a:cubicBezTo>
                  <a:cubicBezTo>
                    <a:pt x="0" y="474669"/>
                    <a:pt x="15280" y="437179"/>
                    <a:pt x="43293" y="409855"/>
                  </a:cubicBezTo>
                  <a:cubicBezTo>
                    <a:pt x="82129" y="371094"/>
                    <a:pt x="138791" y="357749"/>
                    <a:pt x="189723" y="373000"/>
                  </a:cubicBezTo>
                  <a:cubicBezTo>
                    <a:pt x="174444" y="322165"/>
                    <a:pt x="187814" y="264976"/>
                    <a:pt x="226649" y="226850"/>
                  </a:cubicBezTo>
                  <a:cubicBezTo>
                    <a:pt x="265485" y="188089"/>
                    <a:pt x="322785" y="174744"/>
                    <a:pt x="374354" y="190630"/>
                  </a:cubicBezTo>
                  <a:cubicBezTo>
                    <a:pt x="358437" y="139160"/>
                    <a:pt x="371807" y="82606"/>
                    <a:pt x="410643" y="43210"/>
                  </a:cubicBezTo>
                  <a:cubicBezTo>
                    <a:pt x="438656" y="15250"/>
                    <a:pt x="475582" y="0"/>
                    <a:pt x="514418" y="0"/>
                  </a:cubicBezTo>
                  <a:cubicBezTo>
                    <a:pt x="553254" y="0"/>
                    <a:pt x="590817" y="15250"/>
                    <a:pt x="618193" y="43210"/>
                  </a:cubicBezTo>
                  <a:cubicBezTo>
                    <a:pt x="622650" y="47658"/>
                    <a:pt x="622650" y="55918"/>
                    <a:pt x="618193" y="60366"/>
                  </a:cubicBezTo>
                  <a:cubicBezTo>
                    <a:pt x="613736" y="64814"/>
                    <a:pt x="605460" y="64814"/>
                    <a:pt x="601003" y="60366"/>
                  </a:cubicBezTo>
                  <a:cubicBezTo>
                    <a:pt x="553254" y="12709"/>
                    <a:pt x="475582" y="12709"/>
                    <a:pt x="427833" y="60366"/>
                  </a:cubicBezTo>
                  <a:cubicBezTo>
                    <a:pt x="388997" y="99128"/>
                    <a:pt x="380720" y="160129"/>
                    <a:pt x="408096" y="207787"/>
                  </a:cubicBezTo>
                  <a:cubicBezTo>
                    <a:pt x="410643" y="212870"/>
                    <a:pt x="410007" y="218589"/>
                    <a:pt x="406187" y="222402"/>
                  </a:cubicBezTo>
                  <a:cubicBezTo>
                    <a:pt x="402367" y="226215"/>
                    <a:pt x="396000" y="226850"/>
                    <a:pt x="391544" y="224308"/>
                  </a:cubicBezTo>
                  <a:cubicBezTo>
                    <a:pt x="343794" y="196985"/>
                    <a:pt x="282675" y="204610"/>
                    <a:pt x="243839" y="244007"/>
                  </a:cubicBezTo>
                  <a:cubicBezTo>
                    <a:pt x="205640" y="282133"/>
                    <a:pt x="196727" y="342499"/>
                    <a:pt x="223466" y="390157"/>
                  </a:cubicBezTo>
                  <a:cubicBezTo>
                    <a:pt x="226013" y="395240"/>
                    <a:pt x="225376" y="400959"/>
                    <a:pt x="221556" y="404772"/>
                  </a:cubicBezTo>
                  <a:cubicBezTo>
                    <a:pt x="217736" y="408584"/>
                    <a:pt x="212006" y="409220"/>
                    <a:pt x="206913" y="406678"/>
                  </a:cubicBezTo>
                  <a:cubicBezTo>
                    <a:pt x="159164" y="379990"/>
                    <a:pt x="99318" y="388886"/>
                    <a:pt x="60482" y="427012"/>
                  </a:cubicBezTo>
                  <a:cubicBezTo>
                    <a:pt x="12733" y="474669"/>
                    <a:pt x="12733" y="552192"/>
                    <a:pt x="60482" y="599850"/>
                  </a:cubicBezTo>
                  <a:cubicBezTo>
                    <a:pt x="64939" y="604298"/>
                    <a:pt x="64939" y="612559"/>
                    <a:pt x="60482" y="617007"/>
                  </a:cubicBezTo>
                  <a:cubicBezTo>
                    <a:pt x="58572" y="619548"/>
                    <a:pt x="55389" y="620819"/>
                    <a:pt x="52206" y="6208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5427308-D7C8-66A2-5C2C-7C3E37DB10CF}"/>
                </a:ext>
              </a:extLst>
            </p:cNvPr>
            <p:cNvSpPr/>
            <p:nvPr/>
          </p:nvSpPr>
          <p:spPr>
            <a:xfrm>
              <a:off x="3166143" y="3257556"/>
              <a:ext cx="315586" cy="457366"/>
            </a:xfrm>
            <a:custGeom>
              <a:avLst/>
              <a:gdLst>
                <a:gd name="connsiteX0" fmla="*/ 22450 w 315586"/>
                <a:gd name="connsiteY0" fmla="*/ 457366 h 457366"/>
                <a:gd name="connsiteX1" fmla="*/ 10990 w 315586"/>
                <a:gd name="connsiteY1" fmla="*/ 448470 h 457366"/>
                <a:gd name="connsiteX2" fmla="*/ 45370 w 315586"/>
                <a:gd name="connsiteY2" fmla="*/ 177140 h 457366"/>
                <a:gd name="connsiteX3" fmla="*/ 300669 w 315586"/>
                <a:gd name="connsiteY3" fmla="*/ 489 h 457366"/>
                <a:gd name="connsiteX4" fmla="*/ 315312 w 315586"/>
                <a:gd name="connsiteY4" fmla="*/ 9385 h 457366"/>
                <a:gd name="connsiteX5" fmla="*/ 306399 w 315586"/>
                <a:gd name="connsiteY5" fmla="*/ 24000 h 457366"/>
                <a:gd name="connsiteX6" fmla="*/ 66379 w 315586"/>
                <a:gd name="connsiteY6" fmla="*/ 189213 h 457366"/>
                <a:gd name="connsiteX7" fmla="*/ 34547 w 315586"/>
                <a:gd name="connsiteY7" fmla="*/ 442116 h 457366"/>
                <a:gd name="connsiteX8" fmla="*/ 26270 w 315586"/>
                <a:gd name="connsiteY8" fmla="*/ 457366 h 457366"/>
                <a:gd name="connsiteX9" fmla="*/ 22450 w 315586"/>
                <a:gd name="connsiteY9" fmla="*/ 457366 h 457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86" h="457366">
                  <a:moveTo>
                    <a:pt x="22450" y="457366"/>
                  </a:moveTo>
                  <a:cubicBezTo>
                    <a:pt x="17357" y="457366"/>
                    <a:pt x="12264" y="453554"/>
                    <a:pt x="10990" y="448470"/>
                  </a:cubicBezTo>
                  <a:cubicBezTo>
                    <a:pt x="9080" y="442751"/>
                    <a:pt x="-27846" y="304862"/>
                    <a:pt x="45370" y="177140"/>
                  </a:cubicBezTo>
                  <a:cubicBezTo>
                    <a:pt x="93756" y="91992"/>
                    <a:pt x="179704" y="32896"/>
                    <a:pt x="300669" y="489"/>
                  </a:cubicBezTo>
                  <a:cubicBezTo>
                    <a:pt x="307036" y="-1417"/>
                    <a:pt x="314039" y="2395"/>
                    <a:pt x="315312" y="9385"/>
                  </a:cubicBezTo>
                  <a:cubicBezTo>
                    <a:pt x="316585" y="16375"/>
                    <a:pt x="313402" y="22729"/>
                    <a:pt x="306399" y="24000"/>
                  </a:cubicBezTo>
                  <a:cubicBezTo>
                    <a:pt x="192438" y="54501"/>
                    <a:pt x="111582" y="109784"/>
                    <a:pt x="66379" y="189213"/>
                  </a:cubicBezTo>
                  <a:cubicBezTo>
                    <a:pt x="-1743" y="308039"/>
                    <a:pt x="33910" y="440845"/>
                    <a:pt x="34547" y="442116"/>
                  </a:cubicBezTo>
                  <a:cubicBezTo>
                    <a:pt x="36457" y="448470"/>
                    <a:pt x="32637" y="455460"/>
                    <a:pt x="26270" y="457366"/>
                  </a:cubicBezTo>
                  <a:cubicBezTo>
                    <a:pt x="24360" y="457366"/>
                    <a:pt x="23723" y="457366"/>
                    <a:pt x="22450" y="4573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9A2D5FD-3D32-DB8B-C401-9EC0FF74F3BB}"/>
                </a:ext>
              </a:extLst>
            </p:cNvPr>
            <p:cNvSpPr/>
            <p:nvPr/>
          </p:nvSpPr>
          <p:spPr>
            <a:xfrm>
              <a:off x="2888485" y="3515604"/>
              <a:ext cx="309818" cy="195505"/>
            </a:xfrm>
            <a:custGeom>
              <a:avLst/>
              <a:gdLst>
                <a:gd name="connsiteX0" fmla="*/ 12339 w 309818"/>
                <a:gd name="connsiteY0" fmla="*/ 195506 h 195505"/>
                <a:gd name="connsiteX1" fmla="*/ 7882 w 309818"/>
                <a:gd name="connsiteY1" fmla="*/ 194870 h 195505"/>
                <a:gd name="connsiteX2" fmla="*/ 879 w 309818"/>
                <a:gd name="connsiteY2" fmla="*/ 178984 h 195505"/>
                <a:gd name="connsiteX3" fmla="*/ 301381 w 309818"/>
                <a:gd name="connsiteY3" fmla="*/ 9959 h 195505"/>
                <a:gd name="connsiteX4" fmla="*/ 309021 w 309818"/>
                <a:gd name="connsiteY4" fmla="*/ 25209 h 195505"/>
                <a:gd name="connsiteX5" fmla="*/ 293741 w 309818"/>
                <a:gd name="connsiteY5" fmla="*/ 32835 h 195505"/>
                <a:gd name="connsiteX6" fmla="*/ 23799 w 309818"/>
                <a:gd name="connsiteY6" fmla="*/ 187245 h 195505"/>
                <a:gd name="connsiteX7" fmla="*/ 12339 w 309818"/>
                <a:gd name="connsiteY7" fmla="*/ 195506 h 19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9818" h="195505">
                  <a:moveTo>
                    <a:pt x="12339" y="195506"/>
                  </a:moveTo>
                  <a:cubicBezTo>
                    <a:pt x="11066" y="195506"/>
                    <a:pt x="9792" y="195506"/>
                    <a:pt x="7882" y="194870"/>
                  </a:cubicBezTo>
                  <a:cubicBezTo>
                    <a:pt x="1516" y="192329"/>
                    <a:pt x="-1668" y="185339"/>
                    <a:pt x="879" y="178984"/>
                  </a:cubicBezTo>
                  <a:cubicBezTo>
                    <a:pt x="70911" y="-9104"/>
                    <a:pt x="228165" y="-13552"/>
                    <a:pt x="301381" y="9959"/>
                  </a:cubicBezTo>
                  <a:cubicBezTo>
                    <a:pt x="307747" y="11865"/>
                    <a:pt x="311567" y="18855"/>
                    <a:pt x="309021" y="25209"/>
                  </a:cubicBezTo>
                  <a:cubicBezTo>
                    <a:pt x="307111" y="31564"/>
                    <a:pt x="300108" y="35376"/>
                    <a:pt x="293741" y="32835"/>
                  </a:cubicBezTo>
                  <a:cubicBezTo>
                    <a:pt x="286101" y="30293"/>
                    <a:pt x="102744" y="-25625"/>
                    <a:pt x="23799" y="187245"/>
                  </a:cubicBezTo>
                  <a:cubicBezTo>
                    <a:pt x="21889" y="192329"/>
                    <a:pt x="17432" y="195506"/>
                    <a:pt x="12339" y="19550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D45EEA2-8DD4-5545-AD7E-2B4E173624F5}"/>
                </a:ext>
              </a:extLst>
            </p:cNvPr>
            <p:cNvSpPr/>
            <p:nvPr/>
          </p:nvSpPr>
          <p:spPr>
            <a:xfrm>
              <a:off x="3243328" y="3378536"/>
              <a:ext cx="147963" cy="211841"/>
            </a:xfrm>
            <a:custGeom>
              <a:avLst/>
              <a:gdLst>
                <a:gd name="connsiteX0" fmla="*/ 12114 w 147963"/>
                <a:gd name="connsiteY0" fmla="*/ 211842 h 211841"/>
                <a:gd name="connsiteX1" fmla="*/ 17 w 147963"/>
                <a:gd name="connsiteY1" fmla="*/ 200404 h 211841"/>
                <a:gd name="connsiteX2" fmla="*/ 131168 w 147963"/>
                <a:gd name="connsiteY2" fmla="*/ 877 h 211841"/>
                <a:gd name="connsiteX3" fmla="*/ 147085 w 147963"/>
                <a:gd name="connsiteY3" fmla="*/ 7867 h 211841"/>
                <a:gd name="connsiteX4" fmla="*/ 140081 w 147963"/>
                <a:gd name="connsiteY4" fmla="*/ 23753 h 211841"/>
                <a:gd name="connsiteX5" fmla="*/ 24210 w 147963"/>
                <a:gd name="connsiteY5" fmla="*/ 199133 h 211841"/>
                <a:gd name="connsiteX6" fmla="*/ 12114 w 147963"/>
                <a:gd name="connsiteY6" fmla="*/ 211842 h 211841"/>
                <a:gd name="connsiteX7" fmla="*/ 12114 w 147963"/>
                <a:gd name="connsiteY7" fmla="*/ 211842 h 211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7963" h="211841">
                  <a:moveTo>
                    <a:pt x="12114" y="211842"/>
                  </a:moveTo>
                  <a:cubicBezTo>
                    <a:pt x="5747" y="211842"/>
                    <a:pt x="17" y="206758"/>
                    <a:pt x="17" y="200404"/>
                  </a:cubicBezTo>
                  <a:cubicBezTo>
                    <a:pt x="17" y="199133"/>
                    <a:pt x="-4440" y="55525"/>
                    <a:pt x="131168" y="877"/>
                  </a:cubicBezTo>
                  <a:cubicBezTo>
                    <a:pt x="137535" y="-1664"/>
                    <a:pt x="144538" y="1513"/>
                    <a:pt x="147085" y="7867"/>
                  </a:cubicBezTo>
                  <a:cubicBezTo>
                    <a:pt x="149631" y="14222"/>
                    <a:pt x="146448" y="21211"/>
                    <a:pt x="140081" y="23753"/>
                  </a:cubicBezTo>
                  <a:cubicBezTo>
                    <a:pt x="19753" y="72046"/>
                    <a:pt x="24210" y="197862"/>
                    <a:pt x="24210" y="199133"/>
                  </a:cubicBezTo>
                  <a:cubicBezTo>
                    <a:pt x="24210" y="206123"/>
                    <a:pt x="19117" y="211206"/>
                    <a:pt x="12114" y="211842"/>
                  </a:cubicBezTo>
                  <a:lnTo>
                    <a:pt x="12114" y="2118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79BEABB-04E8-FC08-2887-74E1B9C306C5}"/>
                </a:ext>
              </a:extLst>
            </p:cNvPr>
            <p:cNvSpPr/>
            <p:nvPr/>
          </p:nvSpPr>
          <p:spPr>
            <a:xfrm>
              <a:off x="4724682" y="3964648"/>
              <a:ext cx="637454" cy="688810"/>
            </a:xfrm>
            <a:custGeom>
              <a:avLst/>
              <a:gdLst>
                <a:gd name="connsiteX0" fmla="*/ 26265 w 637454"/>
                <a:gd name="connsiteY0" fmla="*/ 24147 h 688810"/>
                <a:gd name="connsiteX1" fmla="*/ 91204 w 637454"/>
                <a:gd name="connsiteY1" fmla="*/ 554734 h 688810"/>
                <a:gd name="connsiteX2" fmla="*/ 221718 w 637454"/>
                <a:gd name="connsiteY2" fmla="*/ 664029 h 688810"/>
                <a:gd name="connsiteX3" fmla="*/ 416535 w 637454"/>
                <a:gd name="connsiteY3" fmla="*/ 664029 h 688810"/>
                <a:gd name="connsiteX4" fmla="*/ 547050 w 637454"/>
                <a:gd name="connsiteY4" fmla="*/ 554734 h 688810"/>
                <a:gd name="connsiteX5" fmla="*/ 611989 w 637454"/>
                <a:gd name="connsiteY5" fmla="*/ 24147 h 688810"/>
                <a:gd name="connsiteX6" fmla="*/ 26265 w 637454"/>
                <a:gd name="connsiteY6" fmla="*/ 24147 h 688810"/>
                <a:gd name="connsiteX7" fmla="*/ 221718 w 637454"/>
                <a:gd name="connsiteY7" fmla="*/ 688811 h 688810"/>
                <a:gd name="connsiteX8" fmla="*/ 67011 w 637454"/>
                <a:gd name="connsiteY8" fmla="*/ 557911 h 688810"/>
                <a:gd name="connsiteX9" fmla="*/ 162 w 637454"/>
                <a:gd name="connsiteY9" fmla="*/ 13344 h 688810"/>
                <a:gd name="connsiteX10" fmla="*/ 3345 w 637454"/>
                <a:gd name="connsiteY10" fmla="*/ 3813 h 688810"/>
                <a:gd name="connsiteX11" fmla="*/ 12259 w 637454"/>
                <a:gd name="connsiteY11" fmla="*/ 0 h 688810"/>
                <a:gd name="connsiteX12" fmla="*/ 625359 w 637454"/>
                <a:gd name="connsiteY12" fmla="*/ 0 h 688810"/>
                <a:gd name="connsiteX13" fmla="*/ 634272 w 637454"/>
                <a:gd name="connsiteY13" fmla="*/ 3813 h 688810"/>
                <a:gd name="connsiteX14" fmla="*/ 637455 w 637454"/>
                <a:gd name="connsiteY14" fmla="*/ 13344 h 688810"/>
                <a:gd name="connsiteX15" fmla="*/ 570606 w 637454"/>
                <a:gd name="connsiteY15" fmla="*/ 557911 h 688810"/>
                <a:gd name="connsiteX16" fmla="*/ 415899 w 637454"/>
                <a:gd name="connsiteY16" fmla="*/ 688811 h 688810"/>
                <a:gd name="connsiteX17" fmla="*/ 221718 w 637454"/>
                <a:gd name="connsiteY17" fmla="*/ 688811 h 688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7454" h="688810">
                  <a:moveTo>
                    <a:pt x="26265" y="24147"/>
                  </a:moveTo>
                  <a:lnTo>
                    <a:pt x="91204" y="554734"/>
                  </a:lnTo>
                  <a:cubicBezTo>
                    <a:pt x="98844" y="617007"/>
                    <a:pt x="154870" y="664029"/>
                    <a:pt x="221718" y="664029"/>
                  </a:cubicBezTo>
                  <a:lnTo>
                    <a:pt x="416535" y="664029"/>
                  </a:lnTo>
                  <a:cubicBezTo>
                    <a:pt x="483384" y="664029"/>
                    <a:pt x="539410" y="617007"/>
                    <a:pt x="547050" y="554734"/>
                  </a:cubicBezTo>
                  <a:lnTo>
                    <a:pt x="611989" y="24147"/>
                  </a:lnTo>
                  <a:lnTo>
                    <a:pt x="26265" y="24147"/>
                  </a:lnTo>
                  <a:close/>
                  <a:moveTo>
                    <a:pt x="221718" y="688811"/>
                  </a:moveTo>
                  <a:cubicBezTo>
                    <a:pt x="142773" y="688811"/>
                    <a:pt x="75924" y="632892"/>
                    <a:pt x="67011" y="557911"/>
                  </a:cubicBezTo>
                  <a:lnTo>
                    <a:pt x="162" y="13344"/>
                  </a:lnTo>
                  <a:cubicBezTo>
                    <a:pt x="-474" y="10167"/>
                    <a:pt x="799" y="6354"/>
                    <a:pt x="3345" y="3813"/>
                  </a:cubicBezTo>
                  <a:cubicBezTo>
                    <a:pt x="5892" y="1271"/>
                    <a:pt x="9076" y="0"/>
                    <a:pt x="12259" y="0"/>
                  </a:cubicBezTo>
                  <a:lnTo>
                    <a:pt x="625359" y="0"/>
                  </a:lnTo>
                  <a:cubicBezTo>
                    <a:pt x="628542" y="0"/>
                    <a:pt x="632362" y="1271"/>
                    <a:pt x="634272" y="3813"/>
                  </a:cubicBezTo>
                  <a:cubicBezTo>
                    <a:pt x="636818" y="6354"/>
                    <a:pt x="637455" y="10167"/>
                    <a:pt x="637455" y="13344"/>
                  </a:cubicBezTo>
                  <a:lnTo>
                    <a:pt x="570606" y="557911"/>
                  </a:lnTo>
                  <a:cubicBezTo>
                    <a:pt x="561693" y="632257"/>
                    <a:pt x="494844" y="688811"/>
                    <a:pt x="415899" y="688811"/>
                  </a:cubicBezTo>
                  <a:lnTo>
                    <a:pt x="221718" y="68881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AC83B10-6462-D340-5712-16FBAD9CC718}"/>
                </a:ext>
              </a:extLst>
            </p:cNvPr>
            <p:cNvSpPr/>
            <p:nvPr/>
          </p:nvSpPr>
          <p:spPr>
            <a:xfrm>
              <a:off x="4613996" y="3704120"/>
              <a:ext cx="860819" cy="284674"/>
            </a:xfrm>
            <a:custGeom>
              <a:avLst/>
              <a:gdLst>
                <a:gd name="connsiteX0" fmla="*/ 429813 w 860819"/>
                <a:gd name="connsiteY0" fmla="*/ 260528 h 284674"/>
                <a:gd name="connsiteX1" fmla="*/ 788250 w 860819"/>
                <a:gd name="connsiteY1" fmla="*/ 260528 h 284674"/>
                <a:gd name="connsiteX2" fmla="*/ 788887 w 860819"/>
                <a:gd name="connsiteY2" fmla="*/ 258622 h 284674"/>
                <a:gd name="connsiteX3" fmla="*/ 835363 w 860819"/>
                <a:gd name="connsiteY3" fmla="*/ 32407 h 284674"/>
                <a:gd name="connsiteX4" fmla="*/ 834726 w 860819"/>
                <a:gd name="connsiteY4" fmla="*/ 24147 h 284674"/>
                <a:gd name="connsiteX5" fmla="*/ 25536 w 860819"/>
                <a:gd name="connsiteY5" fmla="*/ 24147 h 284674"/>
                <a:gd name="connsiteX6" fmla="*/ 24899 w 860819"/>
                <a:gd name="connsiteY6" fmla="*/ 32407 h 284674"/>
                <a:gd name="connsiteX7" fmla="*/ 71375 w 860819"/>
                <a:gd name="connsiteY7" fmla="*/ 258622 h 284674"/>
                <a:gd name="connsiteX8" fmla="*/ 72012 w 860819"/>
                <a:gd name="connsiteY8" fmla="*/ 260528 h 284674"/>
                <a:gd name="connsiteX9" fmla="*/ 429813 w 860819"/>
                <a:gd name="connsiteY9" fmla="*/ 260528 h 284674"/>
                <a:gd name="connsiteX10" fmla="*/ 790797 w 860819"/>
                <a:gd name="connsiteY10" fmla="*/ 284675 h 284674"/>
                <a:gd name="connsiteX11" fmla="*/ 68829 w 860819"/>
                <a:gd name="connsiteY11" fmla="*/ 284675 h 284674"/>
                <a:gd name="connsiteX12" fmla="*/ 47182 w 860819"/>
                <a:gd name="connsiteY12" fmla="*/ 263070 h 284674"/>
                <a:gd name="connsiteX13" fmla="*/ 707 w 860819"/>
                <a:gd name="connsiteY13" fmla="*/ 36855 h 284674"/>
                <a:gd name="connsiteX14" fmla="*/ 7073 w 860819"/>
                <a:gd name="connsiteY14" fmla="*/ 7625 h 284674"/>
                <a:gd name="connsiteX15" fmla="*/ 22990 w 860819"/>
                <a:gd name="connsiteY15" fmla="*/ 0 h 284674"/>
                <a:gd name="connsiteX16" fmla="*/ 837909 w 860819"/>
                <a:gd name="connsiteY16" fmla="*/ 0 h 284674"/>
                <a:gd name="connsiteX17" fmla="*/ 853826 w 860819"/>
                <a:gd name="connsiteY17" fmla="*/ 7625 h 284674"/>
                <a:gd name="connsiteX18" fmla="*/ 860192 w 860819"/>
                <a:gd name="connsiteY18" fmla="*/ 36855 h 284674"/>
                <a:gd name="connsiteX19" fmla="*/ 813717 w 860819"/>
                <a:gd name="connsiteY19" fmla="*/ 263070 h 284674"/>
                <a:gd name="connsiteX20" fmla="*/ 790797 w 860819"/>
                <a:gd name="connsiteY20" fmla="*/ 284675 h 284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60819" h="284674">
                  <a:moveTo>
                    <a:pt x="429813" y="260528"/>
                  </a:moveTo>
                  <a:lnTo>
                    <a:pt x="788250" y="260528"/>
                  </a:lnTo>
                  <a:cubicBezTo>
                    <a:pt x="788250" y="259893"/>
                    <a:pt x="788887" y="259257"/>
                    <a:pt x="788887" y="258622"/>
                  </a:cubicBezTo>
                  <a:lnTo>
                    <a:pt x="835363" y="32407"/>
                  </a:lnTo>
                  <a:cubicBezTo>
                    <a:pt x="835999" y="29230"/>
                    <a:pt x="835363" y="26053"/>
                    <a:pt x="834726" y="24147"/>
                  </a:cubicBezTo>
                  <a:lnTo>
                    <a:pt x="25536" y="24147"/>
                  </a:lnTo>
                  <a:cubicBezTo>
                    <a:pt x="24899" y="26053"/>
                    <a:pt x="24263" y="28595"/>
                    <a:pt x="24899" y="32407"/>
                  </a:cubicBezTo>
                  <a:lnTo>
                    <a:pt x="71375" y="258622"/>
                  </a:lnTo>
                  <a:cubicBezTo>
                    <a:pt x="71375" y="259257"/>
                    <a:pt x="72012" y="259893"/>
                    <a:pt x="72012" y="260528"/>
                  </a:cubicBezTo>
                  <a:lnTo>
                    <a:pt x="429813" y="260528"/>
                  </a:lnTo>
                  <a:close/>
                  <a:moveTo>
                    <a:pt x="790797" y="284675"/>
                  </a:moveTo>
                  <a:lnTo>
                    <a:pt x="68829" y="284675"/>
                  </a:lnTo>
                  <a:cubicBezTo>
                    <a:pt x="58642" y="284675"/>
                    <a:pt x="49729" y="275778"/>
                    <a:pt x="47182" y="263070"/>
                  </a:cubicBezTo>
                  <a:lnTo>
                    <a:pt x="707" y="36855"/>
                  </a:lnTo>
                  <a:cubicBezTo>
                    <a:pt x="-1203" y="26053"/>
                    <a:pt x="707" y="14615"/>
                    <a:pt x="7073" y="7625"/>
                  </a:cubicBezTo>
                  <a:cubicBezTo>
                    <a:pt x="11530" y="2542"/>
                    <a:pt x="16623" y="0"/>
                    <a:pt x="22990" y="0"/>
                  </a:cubicBezTo>
                  <a:lnTo>
                    <a:pt x="837909" y="0"/>
                  </a:lnTo>
                  <a:cubicBezTo>
                    <a:pt x="843639" y="0"/>
                    <a:pt x="849369" y="2542"/>
                    <a:pt x="853826" y="7625"/>
                  </a:cubicBezTo>
                  <a:cubicBezTo>
                    <a:pt x="859555" y="15250"/>
                    <a:pt x="862102" y="26053"/>
                    <a:pt x="860192" y="36855"/>
                  </a:cubicBezTo>
                  <a:lnTo>
                    <a:pt x="813717" y="263070"/>
                  </a:lnTo>
                  <a:cubicBezTo>
                    <a:pt x="809896" y="275778"/>
                    <a:pt x="800983" y="284675"/>
                    <a:pt x="790797" y="28467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72EAE8FB-F3A8-66DE-B36D-6B9D56776B82}"/>
                </a:ext>
              </a:extLst>
            </p:cNvPr>
            <p:cNvSpPr/>
            <p:nvPr/>
          </p:nvSpPr>
          <p:spPr>
            <a:xfrm>
              <a:off x="4644495" y="2826325"/>
              <a:ext cx="795443" cy="902118"/>
            </a:xfrm>
            <a:custGeom>
              <a:avLst/>
              <a:gdLst>
                <a:gd name="connsiteX0" fmla="*/ 729738 w 795443"/>
                <a:gd name="connsiteY0" fmla="*/ 901941 h 902118"/>
                <a:gd name="connsiteX1" fmla="*/ 720188 w 795443"/>
                <a:gd name="connsiteY1" fmla="*/ 897493 h 902118"/>
                <a:gd name="connsiteX2" fmla="*/ 722098 w 795443"/>
                <a:gd name="connsiteY2" fmla="*/ 880337 h 902118"/>
                <a:gd name="connsiteX3" fmla="*/ 771757 w 795443"/>
                <a:gd name="connsiteY3" fmla="*/ 784386 h 902118"/>
                <a:gd name="connsiteX4" fmla="*/ 683899 w 795443"/>
                <a:gd name="connsiteY4" fmla="*/ 657299 h 902118"/>
                <a:gd name="connsiteX5" fmla="*/ 676259 w 795443"/>
                <a:gd name="connsiteY5" fmla="*/ 648403 h 902118"/>
                <a:gd name="connsiteX6" fmla="*/ 679442 w 795443"/>
                <a:gd name="connsiteY6" fmla="*/ 636965 h 902118"/>
                <a:gd name="connsiteX7" fmla="*/ 705545 w 795443"/>
                <a:gd name="connsiteY7" fmla="*/ 566432 h 902118"/>
                <a:gd name="connsiteX8" fmla="*/ 611320 w 795443"/>
                <a:gd name="connsiteY8" fmla="*/ 482555 h 902118"/>
                <a:gd name="connsiteX9" fmla="*/ 601770 w 795443"/>
                <a:gd name="connsiteY9" fmla="*/ 482555 h 902118"/>
                <a:gd name="connsiteX10" fmla="*/ 590310 w 795443"/>
                <a:gd name="connsiteY10" fmla="*/ 474930 h 902118"/>
                <a:gd name="connsiteX11" fmla="*/ 593493 w 795443"/>
                <a:gd name="connsiteY11" fmla="*/ 461585 h 902118"/>
                <a:gd name="connsiteX12" fmla="*/ 622780 w 795443"/>
                <a:gd name="connsiteY12" fmla="*/ 390417 h 902118"/>
                <a:gd name="connsiteX13" fmla="*/ 550201 w 795443"/>
                <a:gd name="connsiteY13" fmla="*/ 305904 h 902118"/>
                <a:gd name="connsiteX14" fmla="*/ 485899 w 795443"/>
                <a:gd name="connsiteY14" fmla="*/ 275403 h 902118"/>
                <a:gd name="connsiteX15" fmla="*/ 373211 w 795443"/>
                <a:gd name="connsiteY15" fmla="*/ 44105 h 902118"/>
                <a:gd name="connsiteX16" fmla="*/ 301905 w 795443"/>
                <a:gd name="connsiteY16" fmla="*/ 261424 h 902118"/>
                <a:gd name="connsiteX17" fmla="*/ 294902 w 795443"/>
                <a:gd name="connsiteY17" fmla="*/ 290654 h 902118"/>
                <a:gd name="connsiteX18" fmla="*/ 268162 w 795443"/>
                <a:gd name="connsiteY18" fmla="*/ 303362 h 902118"/>
                <a:gd name="connsiteX19" fmla="*/ 173937 w 795443"/>
                <a:gd name="connsiteY19" fmla="*/ 390417 h 902118"/>
                <a:gd name="connsiteX20" fmla="*/ 203223 w 795443"/>
                <a:gd name="connsiteY20" fmla="*/ 461585 h 902118"/>
                <a:gd name="connsiteX21" fmla="*/ 206407 w 795443"/>
                <a:gd name="connsiteY21" fmla="*/ 474930 h 902118"/>
                <a:gd name="connsiteX22" fmla="*/ 194947 w 795443"/>
                <a:gd name="connsiteY22" fmla="*/ 482555 h 902118"/>
                <a:gd name="connsiteX23" fmla="*/ 185397 w 795443"/>
                <a:gd name="connsiteY23" fmla="*/ 482555 h 902118"/>
                <a:gd name="connsiteX24" fmla="*/ 91172 w 795443"/>
                <a:gd name="connsiteY24" fmla="*/ 566432 h 902118"/>
                <a:gd name="connsiteX25" fmla="*/ 117275 w 795443"/>
                <a:gd name="connsiteY25" fmla="*/ 636965 h 902118"/>
                <a:gd name="connsiteX26" fmla="*/ 120458 w 795443"/>
                <a:gd name="connsiteY26" fmla="*/ 648403 h 902118"/>
                <a:gd name="connsiteX27" fmla="*/ 112818 w 795443"/>
                <a:gd name="connsiteY27" fmla="*/ 657299 h 902118"/>
                <a:gd name="connsiteX28" fmla="*/ 24960 w 795443"/>
                <a:gd name="connsiteY28" fmla="*/ 784386 h 902118"/>
                <a:gd name="connsiteX29" fmla="*/ 74619 w 795443"/>
                <a:gd name="connsiteY29" fmla="*/ 880337 h 902118"/>
                <a:gd name="connsiteX30" fmla="*/ 76529 w 795443"/>
                <a:gd name="connsiteY30" fmla="*/ 897493 h 902118"/>
                <a:gd name="connsiteX31" fmla="*/ 59339 w 795443"/>
                <a:gd name="connsiteY31" fmla="*/ 899400 h 902118"/>
                <a:gd name="connsiteX32" fmla="*/ 130 w 795443"/>
                <a:gd name="connsiteY32" fmla="*/ 785657 h 902118"/>
                <a:gd name="connsiteX33" fmla="*/ 87989 w 795443"/>
                <a:gd name="connsiteY33" fmla="*/ 640778 h 902118"/>
                <a:gd name="connsiteX34" fmla="*/ 66342 w 795443"/>
                <a:gd name="connsiteY34" fmla="*/ 565161 h 902118"/>
                <a:gd name="connsiteX35" fmla="*/ 168844 w 795443"/>
                <a:gd name="connsiteY35" fmla="*/ 459679 h 902118"/>
                <a:gd name="connsiteX36" fmla="*/ 149107 w 795443"/>
                <a:gd name="connsiteY36" fmla="*/ 389781 h 902118"/>
                <a:gd name="connsiteX37" fmla="*/ 268162 w 795443"/>
                <a:gd name="connsiteY37" fmla="*/ 279851 h 902118"/>
                <a:gd name="connsiteX38" fmla="*/ 275802 w 795443"/>
                <a:gd name="connsiteY38" fmla="*/ 276039 h 902118"/>
                <a:gd name="connsiteX39" fmla="*/ 277712 w 795443"/>
                <a:gd name="connsiteY39" fmla="*/ 267143 h 902118"/>
                <a:gd name="connsiteX40" fmla="*/ 376394 w 795443"/>
                <a:gd name="connsiteY40" fmla="*/ 3437 h 902118"/>
                <a:gd name="connsiteX41" fmla="*/ 389763 w 795443"/>
                <a:gd name="connsiteY41" fmla="*/ 896 h 902118"/>
                <a:gd name="connsiteX42" fmla="*/ 396767 w 795443"/>
                <a:gd name="connsiteY42" fmla="*/ 12333 h 902118"/>
                <a:gd name="connsiteX43" fmla="*/ 501178 w 795443"/>
                <a:gd name="connsiteY43" fmla="*/ 256976 h 902118"/>
                <a:gd name="connsiteX44" fmla="*/ 554658 w 795443"/>
                <a:gd name="connsiteY44" fmla="*/ 282393 h 902118"/>
                <a:gd name="connsiteX45" fmla="*/ 646336 w 795443"/>
                <a:gd name="connsiteY45" fmla="*/ 389146 h 902118"/>
                <a:gd name="connsiteX46" fmla="*/ 626600 w 795443"/>
                <a:gd name="connsiteY46" fmla="*/ 459044 h 902118"/>
                <a:gd name="connsiteX47" fmla="*/ 729101 w 795443"/>
                <a:gd name="connsiteY47" fmla="*/ 564526 h 902118"/>
                <a:gd name="connsiteX48" fmla="*/ 707455 w 795443"/>
                <a:gd name="connsiteY48" fmla="*/ 640142 h 902118"/>
                <a:gd name="connsiteX49" fmla="*/ 795313 w 795443"/>
                <a:gd name="connsiteY49" fmla="*/ 785021 h 902118"/>
                <a:gd name="connsiteX50" fmla="*/ 736105 w 795443"/>
                <a:gd name="connsiteY50" fmla="*/ 898764 h 902118"/>
                <a:gd name="connsiteX51" fmla="*/ 729738 w 795443"/>
                <a:gd name="connsiteY51" fmla="*/ 901941 h 90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95443" h="902118">
                  <a:moveTo>
                    <a:pt x="729738" y="901941"/>
                  </a:moveTo>
                  <a:cubicBezTo>
                    <a:pt x="725918" y="901941"/>
                    <a:pt x="722735" y="900035"/>
                    <a:pt x="720188" y="897493"/>
                  </a:cubicBezTo>
                  <a:cubicBezTo>
                    <a:pt x="715731" y="892410"/>
                    <a:pt x="717005" y="884785"/>
                    <a:pt x="722098" y="880337"/>
                  </a:cubicBezTo>
                  <a:cubicBezTo>
                    <a:pt x="752657" y="856825"/>
                    <a:pt x="770484" y="821877"/>
                    <a:pt x="771757" y="784386"/>
                  </a:cubicBezTo>
                  <a:cubicBezTo>
                    <a:pt x="773667" y="727197"/>
                    <a:pt x="738651" y="675727"/>
                    <a:pt x="683899" y="657299"/>
                  </a:cubicBezTo>
                  <a:cubicBezTo>
                    <a:pt x="680079" y="656028"/>
                    <a:pt x="676896" y="652851"/>
                    <a:pt x="676259" y="648403"/>
                  </a:cubicBezTo>
                  <a:cubicBezTo>
                    <a:pt x="674986" y="644591"/>
                    <a:pt x="676259" y="640142"/>
                    <a:pt x="679442" y="636965"/>
                  </a:cubicBezTo>
                  <a:cubicBezTo>
                    <a:pt x="697905" y="618538"/>
                    <a:pt x="707455" y="592485"/>
                    <a:pt x="705545" y="566432"/>
                  </a:cubicBezTo>
                  <a:cubicBezTo>
                    <a:pt x="702362" y="519410"/>
                    <a:pt x="660979" y="482555"/>
                    <a:pt x="611320" y="482555"/>
                  </a:cubicBezTo>
                  <a:lnTo>
                    <a:pt x="601770" y="482555"/>
                  </a:lnTo>
                  <a:cubicBezTo>
                    <a:pt x="596677" y="482555"/>
                    <a:pt x="592220" y="479378"/>
                    <a:pt x="590310" y="474930"/>
                  </a:cubicBezTo>
                  <a:cubicBezTo>
                    <a:pt x="588400" y="470482"/>
                    <a:pt x="589674" y="464763"/>
                    <a:pt x="593493" y="461585"/>
                  </a:cubicBezTo>
                  <a:cubicBezTo>
                    <a:pt x="613230" y="443158"/>
                    <a:pt x="624053" y="417740"/>
                    <a:pt x="622780" y="390417"/>
                  </a:cubicBezTo>
                  <a:cubicBezTo>
                    <a:pt x="620870" y="350384"/>
                    <a:pt x="590947" y="315436"/>
                    <a:pt x="550201" y="305904"/>
                  </a:cubicBezTo>
                  <a:cubicBezTo>
                    <a:pt x="524098" y="300185"/>
                    <a:pt x="502452" y="289383"/>
                    <a:pt x="485899" y="275403"/>
                  </a:cubicBezTo>
                  <a:cubicBezTo>
                    <a:pt x="445153" y="239819"/>
                    <a:pt x="378941" y="164838"/>
                    <a:pt x="373211" y="44105"/>
                  </a:cubicBezTo>
                  <a:cubicBezTo>
                    <a:pt x="340741" y="84138"/>
                    <a:pt x="282169" y="171192"/>
                    <a:pt x="301905" y="261424"/>
                  </a:cubicBezTo>
                  <a:cubicBezTo>
                    <a:pt x="304452" y="271591"/>
                    <a:pt x="301905" y="282393"/>
                    <a:pt x="294902" y="290654"/>
                  </a:cubicBezTo>
                  <a:cubicBezTo>
                    <a:pt x="288535" y="298914"/>
                    <a:pt x="278349" y="303362"/>
                    <a:pt x="268162" y="303362"/>
                  </a:cubicBezTo>
                  <a:cubicBezTo>
                    <a:pt x="217866" y="303362"/>
                    <a:pt x="175847" y="342124"/>
                    <a:pt x="173937" y="390417"/>
                  </a:cubicBezTo>
                  <a:cubicBezTo>
                    <a:pt x="172664" y="417105"/>
                    <a:pt x="183487" y="443158"/>
                    <a:pt x="203223" y="461585"/>
                  </a:cubicBezTo>
                  <a:cubicBezTo>
                    <a:pt x="207043" y="464763"/>
                    <a:pt x="208316" y="470482"/>
                    <a:pt x="206407" y="474930"/>
                  </a:cubicBezTo>
                  <a:cubicBezTo>
                    <a:pt x="204497" y="479378"/>
                    <a:pt x="200040" y="482555"/>
                    <a:pt x="194947" y="482555"/>
                  </a:cubicBezTo>
                  <a:lnTo>
                    <a:pt x="185397" y="482555"/>
                  </a:lnTo>
                  <a:cubicBezTo>
                    <a:pt x="136374" y="482555"/>
                    <a:pt x="94992" y="519410"/>
                    <a:pt x="91172" y="566432"/>
                  </a:cubicBezTo>
                  <a:cubicBezTo>
                    <a:pt x="89262" y="592485"/>
                    <a:pt x="98812" y="618538"/>
                    <a:pt x="117275" y="636965"/>
                  </a:cubicBezTo>
                  <a:cubicBezTo>
                    <a:pt x="120458" y="640142"/>
                    <a:pt x="121731" y="643955"/>
                    <a:pt x="120458" y="648403"/>
                  </a:cubicBezTo>
                  <a:cubicBezTo>
                    <a:pt x="119185" y="652216"/>
                    <a:pt x="116638" y="656028"/>
                    <a:pt x="112818" y="657299"/>
                  </a:cubicBezTo>
                  <a:cubicBezTo>
                    <a:pt x="58066" y="675727"/>
                    <a:pt x="23050" y="727197"/>
                    <a:pt x="24960" y="784386"/>
                  </a:cubicBezTo>
                  <a:cubicBezTo>
                    <a:pt x="26233" y="821877"/>
                    <a:pt x="44696" y="856190"/>
                    <a:pt x="74619" y="880337"/>
                  </a:cubicBezTo>
                  <a:cubicBezTo>
                    <a:pt x="79712" y="884149"/>
                    <a:pt x="80985" y="892410"/>
                    <a:pt x="76529" y="897493"/>
                  </a:cubicBezTo>
                  <a:cubicBezTo>
                    <a:pt x="72709" y="902577"/>
                    <a:pt x="64432" y="903848"/>
                    <a:pt x="59339" y="899400"/>
                  </a:cubicBezTo>
                  <a:cubicBezTo>
                    <a:pt x="23050" y="871441"/>
                    <a:pt x="1403" y="830137"/>
                    <a:pt x="130" y="785657"/>
                  </a:cubicBezTo>
                  <a:cubicBezTo>
                    <a:pt x="-2417" y="723384"/>
                    <a:pt x="32599" y="666831"/>
                    <a:pt x="87989" y="640778"/>
                  </a:cubicBezTo>
                  <a:cubicBezTo>
                    <a:pt x="72072" y="619173"/>
                    <a:pt x="64432" y="591849"/>
                    <a:pt x="66342" y="565161"/>
                  </a:cubicBezTo>
                  <a:cubicBezTo>
                    <a:pt x="70162" y="510514"/>
                    <a:pt x="114091" y="466669"/>
                    <a:pt x="168844" y="459679"/>
                  </a:cubicBezTo>
                  <a:cubicBezTo>
                    <a:pt x="154838" y="439345"/>
                    <a:pt x="147834" y="415199"/>
                    <a:pt x="149107" y="389781"/>
                  </a:cubicBezTo>
                  <a:cubicBezTo>
                    <a:pt x="151654" y="328780"/>
                    <a:pt x="205133" y="279851"/>
                    <a:pt x="268162" y="279851"/>
                  </a:cubicBezTo>
                  <a:cubicBezTo>
                    <a:pt x="272619" y="279851"/>
                    <a:pt x="275165" y="277310"/>
                    <a:pt x="275802" y="276039"/>
                  </a:cubicBezTo>
                  <a:cubicBezTo>
                    <a:pt x="277712" y="273497"/>
                    <a:pt x="278349" y="270320"/>
                    <a:pt x="277712" y="267143"/>
                  </a:cubicBezTo>
                  <a:cubicBezTo>
                    <a:pt x="247789" y="131160"/>
                    <a:pt x="370664" y="9156"/>
                    <a:pt x="376394" y="3437"/>
                  </a:cubicBezTo>
                  <a:cubicBezTo>
                    <a:pt x="380214" y="260"/>
                    <a:pt x="385307" y="-1011"/>
                    <a:pt x="389763" y="896"/>
                  </a:cubicBezTo>
                  <a:cubicBezTo>
                    <a:pt x="394220" y="2802"/>
                    <a:pt x="397403" y="7250"/>
                    <a:pt x="396767" y="12333"/>
                  </a:cubicBezTo>
                  <a:cubicBezTo>
                    <a:pt x="391674" y="142597"/>
                    <a:pt x="459796" y="221391"/>
                    <a:pt x="501178" y="256976"/>
                  </a:cubicBezTo>
                  <a:cubicBezTo>
                    <a:pt x="515185" y="269049"/>
                    <a:pt x="533011" y="277310"/>
                    <a:pt x="554658" y="282393"/>
                  </a:cubicBezTo>
                  <a:cubicBezTo>
                    <a:pt x="606227" y="294466"/>
                    <a:pt x="643789" y="338311"/>
                    <a:pt x="646336" y="389146"/>
                  </a:cubicBezTo>
                  <a:cubicBezTo>
                    <a:pt x="647609" y="413928"/>
                    <a:pt x="640606" y="438710"/>
                    <a:pt x="626600" y="459044"/>
                  </a:cubicBezTo>
                  <a:cubicBezTo>
                    <a:pt x="681352" y="466033"/>
                    <a:pt x="724645" y="509878"/>
                    <a:pt x="729101" y="564526"/>
                  </a:cubicBezTo>
                  <a:cubicBezTo>
                    <a:pt x="731011" y="591849"/>
                    <a:pt x="723371" y="618538"/>
                    <a:pt x="707455" y="640142"/>
                  </a:cubicBezTo>
                  <a:cubicBezTo>
                    <a:pt x="762844" y="666195"/>
                    <a:pt x="797860" y="722113"/>
                    <a:pt x="795313" y="785021"/>
                  </a:cubicBezTo>
                  <a:cubicBezTo>
                    <a:pt x="793404" y="829502"/>
                    <a:pt x="771757" y="870805"/>
                    <a:pt x="736105" y="898764"/>
                  </a:cubicBezTo>
                  <a:cubicBezTo>
                    <a:pt x="734831" y="901306"/>
                    <a:pt x="732285" y="901941"/>
                    <a:pt x="729738" y="9019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F51DCE9C-B7BE-C62D-62CF-8F30171C3D48}"/>
                </a:ext>
              </a:extLst>
            </p:cNvPr>
            <p:cNvSpPr/>
            <p:nvPr/>
          </p:nvSpPr>
          <p:spPr>
            <a:xfrm>
              <a:off x="4239075" y="4457269"/>
              <a:ext cx="460004" cy="389362"/>
            </a:xfrm>
            <a:custGeom>
              <a:avLst/>
              <a:gdLst>
                <a:gd name="connsiteX0" fmla="*/ 226013 w 460004"/>
                <a:gd name="connsiteY0" fmla="*/ 389362 h 389362"/>
                <a:gd name="connsiteX1" fmla="*/ 56662 w 460004"/>
                <a:gd name="connsiteY1" fmla="*/ 319465 h 389362"/>
                <a:gd name="connsiteX2" fmla="*/ 0 w 460004"/>
                <a:gd name="connsiteY2" fmla="*/ 182846 h 389362"/>
                <a:gd name="connsiteX3" fmla="*/ 56662 w 460004"/>
                <a:gd name="connsiteY3" fmla="*/ 46228 h 389362"/>
                <a:gd name="connsiteX4" fmla="*/ 279492 w 460004"/>
                <a:gd name="connsiteY4" fmla="*/ 46228 h 389362"/>
                <a:gd name="connsiteX5" fmla="*/ 279492 w 460004"/>
                <a:gd name="connsiteY5" fmla="*/ 63385 h 389362"/>
                <a:gd name="connsiteX6" fmla="*/ 262302 w 460004"/>
                <a:gd name="connsiteY6" fmla="*/ 63385 h 389362"/>
                <a:gd name="connsiteX7" fmla="*/ 73852 w 460004"/>
                <a:gd name="connsiteY7" fmla="*/ 63385 h 389362"/>
                <a:gd name="connsiteX8" fmla="*/ 24193 w 460004"/>
                <a:gd name="connsiteY8" fmla="*/ 182846 h 389362"/>
                <a:gd name="connsiteX9" fmla="*/ 73852 w 460004"/>
                <a:gd name="connsiteY9" fmla="*/ 302308 h 389362"/>
                <a:gd name="connsiteX10" fmla="*/ 226013 w 460004"/>
                <a:gd name="connsiteY10" fmla="*/ 365216 h 389362"/>
                <a:gd name="connsiteX11" fmla="*/ 378174 w 460004"/>
                <a:gd name="connsiteY11" fmla="*/ 302308 h 389362"/>
                <a:gd name="connsiteX12" fmla="*/ 436746 w 460004"/>
                <a:gd name="connsiteY12" fmla="*/ 215889 h 389362"/>
                <a:gd name="connsiteX13" fmla="*/ 452662 w 460004"/>
                <a:gd name="connsiteY13" fmla="*/ 209534 h 389362"/>
                <a:gd name="connsiteX14" fmla="*/ 459029 w 460004"/>
                <a:gd name="connsiteY14" fmla="*/ 225420 h 389362"/>
                <a:gd name="connsiteX15" fmla="*/ 395363 w 460004"/>
                <a:gd name="connsiteY15" fmla="*/ 319465 h 389362"/>
                <a:gd name="connsiteX16" fmla="*/ 226013 w 460004"/>
                <a:gd name="connsiteY16" fmla="*/ 389362 h 38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60004" h="389362">
                  <a:moveTo>
                    <a:pt x="226013" y="389362"/>
                  </a:moveTo>
                  <a:cubicBezTo>
                    <a:pt x="162347" y="389362"/>
                    <a:pt x="101865" y="364580"/>
                    <a:pt x="56662" y="319465"/>
                  </a:cubicBezTo>
                  <a:cubicBezTo>
                    <a:pt x="19736" y="282609"/>
                    <a:pt x="0" y="234316"/>
                    <a:pt x="0" y="182846"/>
                  </a:cubicBezTo>
                  <a:cubicBezTo>
                    <a:pt x="0" y="131376"/>
                    <a:pt x="20373" y="82448"/>
                    <a:pt x="56662" y="46228"/>
                  </a:cubicBezTo>
                  <a:cubicBezTo>
                    <a:pt x="118418" y="-15409"/>
                    <a:pt x="218373" y="-15409"/>
                    <a:pt x="279492" y="46228"/>
                  </a:cubicBezTo>
                  <a:cubicBezTo>
                    <a:pt x="283948" y="50676"/>
                    <a:pt x="283948" y="58937"/>
                    <a:pt x="279492" y="63385"/>
                  </a:cubicBezTo>
                  <a:cubicBezTo>
                    <a:pt x="275036" y="67833"/>
                    <a:pt x="266759" y="67833"/>
                    <a:pt x="262302" y="63385"/>
                  </a:cubicBezTo>
                  <a:cubicBezTo>
                    <a:pt x="210097" y="11279"/>
                    <a:pt x="126058" y="11279"/>
                    <a:pt x="73852" y="63385"/>
                  </a:cubicBezTo>
                  <a:cubicBezTo>
                    <a:pt x="42019" y="95156"/>
                    <a:pt x="24193" y="137730"/>
                    <a:pt x="24193" y="182846"/>
                  </a:cubicBezTo>
                  <a:cubicBezTo>
                    <a:pt x="24193" y="227962"/>
                    <a:pt x="42019" y="270536"/>
                    <a:pt x="73852" y="302308"/>
                  </a:cubicBezTo>
                  <a:cubicBezTo>
                    <a:pt x="114598" y="342976"/>
                    <a:pt x="168714" y="365216"/>
                    <a:pt x="226013" y="365216"/>
                  </a:cubicBezTo>
                  <a:cubicBezTo>
                    <a:pt x="283312" y="365216"/>
                    <a:pt x="337428" y="342976"/>
                    <a:pt x="378174" y="302308"/>
                  </a:cubicBezTo>
                  <a:cubicBezTo>
                    <a:pt x="403003" y="277526"/>
                    <a:pt x="422739" y="248296"/>
                    <a:pt x="436746" y="215889"/>
                  </a:cubicBezTo>
                  <a:cubicBezTo>
                    <a:pt x="439293" y="209534"/>
                    <a:pt x="446296" y="206993"/>
                    <a:pt x="452662" y="209534"/>
                  </a:cubicBezTo>
                  <a:cubicBezTo>
                    <a:pt x="459029" y="212076"/>
                    <a:pt x="461576" y="219066"/>
                    <a:pt x="459029" y="225420"/>
                  </a:cubicBezTo>
                  <a:cubicBezTo>
                    <a:pt x="444386" y="261004"/>
                    <a:pt x="422739" y="292776"/>
                    <a:pt x="395363" y="319465"/>
                  </a:cubicBezTo>
                  <a:cubicBezTo>
                    <a:pt x="350161" y="364580"/>
                    <a:pt x="290315" y="389362"/>
                    <a:pt x="226013" y="38936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3842E622-18E5-5367-74EE-5167683928B4}"/>
                </a:ext>
              </a:extLst>
            </p:cNvPr>
            <p:cNvSpPr/>
            <p:nvPr/>
          </p:nvSpPr>
          <p:spPr>
            <a:xfrm>
              <a:off x="3722747" y="3995784"/>
              <a:ext cx="1334431" cy="1411934"/>
            </a:xfrm>
            <a:custGeom>
              <a:avLst/>
              <a:gdLst>
                <a:gd name="connsiteX0" fmla="*/ 749344 w 1334431"/>
                <a:gd name="connsiteY0" fmla="*/ 1411935 h 1411934"/>
                <a:gd name="connsiteX1" fmla="*/ 167441 w 1334431"/>
                <a:gd name="connsiteY1" fmla="*/ 1128531 h 1411934"/>
                <a:gd name="connsiteX2" fmla="*/ 0 w 1334431"/>
                <a:gd name="connsiteY2" fmla="*/ 665935 h 1411934"/>
                <a:gd name="connsiteX3" fmla="*/ 667216 w 1334431"/>
                <a:gd name="connsiteY3" fmla="*/ 0 h 1411934"/>
                <a:gd name="connsiteX4" fmla="*/ 1334431 w 1334431"/>
                <a:gd name="connsiteY4" fmla="*/ 665935 h 1411934"/>
                <a:gd name="connsiteX5" fmla="*/ 1251666 w 1334431"/>
                <a:gd name="connsiteY5" fmla="*/ 953151 h 1411934"/>
                <a:gd name="connsiteX6" fmla="*/ 1234476 w 1334431"/>
                <a:gd name="connsiteY6" fmla="*/ 953151 h 1411934"/>
                <a:gd name="connsiteX7" fmla="*/ 1234476 w 1334431"/>
                <a:gd name="connsiteY7" fmla="*/ 935995 h 1411934"/>
                <a:gd name="connsiteX8" fmla="*/ 1310239 w 1334431"/>
                <a:gd name="connsiteY8" fmla="*/ 665935 h 1411934"/>
                <a:gd name="connsiteX9" fmla="*/ 667216 w 1334431"/>
                <a:gd name="connsiteY9" fmla="*/ 24147 h 1411934"/>
                <a:gd name="connsiteX10" fmla="*/ 24193 w 1334431"/>
                <a:gd name="connsiteY10" fmla="*/ 665935 h 1411934"/>
                <a:gd name="connsiteX11" fmla="*/ 185904 w 1334431"/>
                <a:gd name="connsiteY11" fmla="*/ 1112645 h 1411934"/>
                <a:gd name="connsiteX12" fmla="*/ 919968 w 1334431"/>
                <a:gd name="connsiteY12" fmla="*/ 1369361 h 1411934"/>
                <a:gd name="connsiteX13" fmla="*/ 1230657 w 1334431"/>
                <a:gd name="connsiteY13" fmla="*/ 1160303 h 1411934"/>
                <a:gd name="connsiteX14" fmla="*/ 1206463 w 1334431"/>
                <a:gd name="connsiteY14" fmla="*/ 1072613 h 1411934"/>
                <a:gd name="connsiteX15" fmla="*/ 1118605 w 1334431"/>
                <a:gd name="connsiteY15" fmla="*/ 1068800 h 1411934"/>
                <a:gd name="connsiteX16" fmla="*/ 1117332 w 1334431"/>
                <a:gd name="connsiteY16" fmla="*/ 1069436 h 1411934"/>
                <a:gd name="connsiteX17" fmla="*/ 391544 w 1334431"/>
                <a:gd name="connsiteY17" fmla="*/ 1005892 h 1411934"/>
                <a:gd name="connsiteX18" fmla="*/ 257846 w 1334431"/>
                <a:gd name="connsiteY18" fmla="*/ 683727 h 1411934"/>
                <a:gd name="connsiteX19" fmla="*/ 391544 w 1334431"/>
                <a:gd name="connsiteY19" fmla="*/ 361562 h 1411934"/>
                <a:gd name="connsiteX20" fmla="*/ 651300 w 1334431"/>
                <a:gd name="connsiteY20" fmla="*/ 254174 h 1411934"/>
                <a:gd name="connsiteX21" fmla="*/ 911055 w 1334431"/>
                <a:gd name="connsiteY21" fmla="*/ 361562 h 1411934"/>
                <a:gd name="connsiteX22" fmla="*/ 974721 w 1334431"/>
                <a:gd name="connsiteY22" fmla="*/ 685634 h 1411934"/>
                <a:gd name="connsiteX23" fmla="*/ 958804 w 1334431"/>
                <a:gd name="connsiteY23" fmla="*/ 691988 h 1411934"/>
                <a:gd name="connsiteX24" fmla="*/ 952438 w 1334431"/>
                <a:gd name="connsiteY24" fmla="*/ 676102 h 1411934"/>
                <a:gd name="connsiteX25" fmla="*/ 893865 w 1334431"/>
                <a:gd name="connsiteY25" fmla="*/ 378719 h 1411934"/>
                <a:gd name="connsiteX26" fmla="*/ 651300 w 1334431"/>
                <a:gd name="connsiteY26" fmla="*/ 278320 h 1411934"/>
                <a:gd name="connsiteX27" fmla="*/ 408733 w 1334431"/>
                <a:gd name="connsiteY27" fmla="*/ 378719 h 1411934"/>
                <a:gd name="connsiteX28" fmla="*/ 282039 w 1334431"/>
                <a:gd name="connsiteY28" fmla="*/ 683092 h 1411934"/>
                <a:gd name="connsiteX29" fmla="*/ 408733 w 1334431"/>
                <a:gd name="connsiteY29" fmla="*/ 987465 h 1411934"/>
                <a:gd name="connsiteX30" fmla="*/ 1103325 w 1334431"/>
                <a:gd name="connsiteY30" fmla="*/ 1048467 h 1411934"/>
                <a:gd name="connsiteX31" fmla="*/ 1104598 w 1334431"/>
                <a:gd name="connsiteY31" fmla="*/ 1047831 h 1411934"/>
                <a:gd name="connsiteX32" fmla="*/ 1221107 w 1334431"/>
                <a:gd name="connsiteY32" fmla="*/ 1052279 h 1411934"/>
                <a:gd name="connsiteX33" fmla="*/ 1252940 w 1334431"/>
                <a:gd name="connsiteY33" fmla="*/ 1167928 h 1411934"/>
                <a:gd name="connsiteX34" fmla="*/ 924425 w 1334431"/>
                <a:gd name="connsiteY34" fmla="*/ 1392236 h 1411934"/>
                <a:gd name="connsiteX35" fmla="*/ 749344 w 1334431"/>
                <a:gd name="connsiteY35" fmla="*/ 1411935 h 1411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34431" h="1411934">
                  <a:moveTo>
                    <a:pt x="749344" y="1411935"/>
                  </a:moveTo>
                  <a:cubicBezTo>
                    <a:pt x="563441" y="1411935"/>
                    <a:pt x="348251" y="1349662"/>
                    <a:pt x="167441" y="1128531"/>
                  </a:cubicBezTo>
                  <a:cubicBezTo>
                    <a:pt x="64303" y="1000809"/>
                    <a:pt x="0" y="824158"/>
                    <a:pt x="0" y="665935"/>
                  </a:cubicBezTo>
                  <a:cubicBezTo>
                    <a:pt x="0" y="298654"/>
                    <a:pt x="299228" y="0"/>
                    <a:pt x="667216" y="0"/>
                  </a:cubicBezTo>
                  <a:cubicBezTo>
                    <a:pt x="1035203" y="0"/>
                    <a:pt x="1334431" y="298654"/>
                    <a:pt x="1334431" y="665935"/>
                  </a:cubicBezTo>
                  <a:cubicBezTo>
                    <a:pt x="1334431" y="867368"/>
                    <a:pt x="1254849" y="949974"/>
                    <a:pt x="1251666" y="953151"/>
                  </a:cubicBezTo>
                  <a:cubicBezTo>
                    <a:pt x="1247210" y="957599"/>
                    <a:pt x="1238933" y="958235"/>
                    <a:pt x="1234476" y="953151"/>
                  </a:cubicBezTo>
                  <a:cubicBezTo>
                    <a:pt x="1230020" y="948703"/>
                    <a:pt x="1229383" y="940443"/>
                    <a:pt x="1234476" y="935995"/>
                  </a:cubicBezTo>
                  <a:cubicBezTo>
                    <a:pt x="1235750" y="934724"/>
                    <a:pt x="1310239" y="855930"/>
                    <a:pt x="1310239" y="665935"/>
                  </a:cubicBezTo>
                  <a:cubicBezTo>
                    <a:pt x="1310239" y="311998"/>
                    <a:pt x="1021833" y="24147"/>
                    <a:pt x="667216" y="24147"/>
                  </a:cubicBezTo>
                  <a:cubicBezTo>
                    <a:pt x="312598" y="24147"/>
                    <a:pt x="24193" y="311998"/>
                    <a:pt x="24193" y="665935"/>
                  </a:cubicBezTo>
                  <a:cubicBezTo>
                    <a:pt x="24193" y="818439"/>
                    <a:pt x="85949" y="989371"/>
                    <a:pt x="185904" y="1112645"/>
                  </a:cubicBezTo>
                  <a:cubicBezTo>
                    <a:pt x="420193" y="1398591"/>
                    <a:pt x="714965" y="1410029"/>
                    <a:pt x="919968" y="1369361"/>
                  </a:cubicBezTo>
                  <a:cubicBezTo>
                    <a:pt x="1127518" y="1323609"/>
                    <a:pt x="1203280" y="1230201"/>
                    <a:pt x="1230657" y="1160303"/>
                  </a:cubicBezTo>
                  <a:cubicBezTo>
                    <a:pt x="1245936" y="1121541"/>
                    <a:pt x="1226836" y="1089134"/>
                    <a:pt x="1206463" y="1072613"/>
                  </a:cubicBezTo>
                  <a:cubicBezTo>
                    <a:pt x="1185454" y="1056092"/>
                    <a:pt x="1151711" y="1046560"/>
                    <a:pt x="1118605" y="1068800"/>
                  </a:cubicBezTo>
                  <a:lnTo>
                    <a:pt x="1117332" y="1069436"/>
                  </a:lnTo>
                  <a:cubicBezTo>
                    <a:pt x="891955" y="1227024"/>
                    <a:pt x="586361" y="1200335"/>
                    <a:pt x="391544" y="1005892"/>
                  </a:cubicBezTo>
                  <a:cubicBezTo>
                    <a:pt x="305595" y="920109"/>
                    <a:pt x="257846" y="805731"/>
                    <a:pt x="257846" y="683727"/>
                  </a:cubicBezTo>
                  <a:cubicBezTo>
                    <a:pt x="257846" y="561724"/>
                    <a:pt x="305595" y="447981"/>
                    <a:pt x="391544" y="361562"/>
                  </a:cubicBezTo>
                  <a:cubicBezTo>
                    <a:pt x="460939" y="292300"/>
                    <a:pt x="553254" y="254174"/>
                    <a:pt x="651300" y="254174"/>
                  </a:cubicBezTo>
                  <a:cubicBezTo>
                    <a:pt x="749344" y="254174"/>
                    <a:pt x="841659" y="292300"/>
                    <a:pt x="911055" y="361562"/>
                  </a:cubicBezTo>
                  <a:cubicBezTo>
                    <a:pt x="996367" y="446710"/>
                    <a:pt x="1021833" y="574433"/>
                    <a:pt x="974721" y="685634"/>
                  </a:cubicBezTo>
                  <a:cubicBezTo>
                    <a:pt x="972174" y="691988"/>
                    <a:pt x="965171" y="694530"/>
                    <a:pt x="958804" y="691988"/>
                  </a:cubicBezTo>
                  <a:cubicBezTo>
                    <a:pt x="952438" y="689446"/>
                    <a:pt x="949891" y="682456"/>
                    <a:pt x="952438" y="676102"/>
                  </a:cubicBezTo>
                  <a:cubicBezTo>
                    <a:pt x="995730" y="573797"/>
                    <a:pt x="972811" y="457513"/>
                    <a:pt x="893865" y="378719"/>
                  </a:cubicBezTo>
                  <a:cubicBezTo>
                    <a:pt x="828926" y="313905"/>
                    <a:pt x="742978" y="278320"/>
                    <a:pt x="651300" y="278320"/>
                  </a:cubicBezTo>
                  <a:cubicBezTo>
                    <a:pt x="559621" y="278320"/>
                    <a:pt x="473672" y="313905"/>
                    <a:pt x="408733" y="378719"/>
                  </a:cubicBezTo>
                  <a:cubicBezTo>
                    <a:pt x="327241" y="460054"/>
                    <a:pt x="282039" y="568078"/>
                    <a:pt x="282039" y="683092"/>
                  </a:cubicBezTo>
                  <a:cubicBezTo>
                    <a:pt x="282039" y="798105"/>
                    <a:pt x="327241" y="906129"/>
                    <a:pt x="408733" y="987465"/>
                  </a:cubicBezTo>
                  <a:cubicBezTo>
                    <a:pt x="595273" y="1173647"/>
                    <a:pt x="887499" y="1199700"/>
                    <a:pt x="1103325" y="1048467"/>
                  </a:cubicBezTo>
                  <a:lnTo>
                    <a:pt x="1104598" y="1047831"/>
                  </a:lnTo>
                  <a:cubicBezTo>
                    <a:pt x="1140888" y="1023049"/>
                    <a:pt x="1186727" y="1024955"/>
                    <a:pt x="1221107" y="1052279"/>
                  </a:cubicBezTo>
                  <a:cubicBezTo>
                    <a:pt x="1256759" y="1080874"/>
                    <a:pt x="1269492" y="1125989"/>
                    <a:pt x="1252940" y="1167928"/>
                  </a:cubicBezTo>
                  <a:cubicBezTo>
                    <a:pt x="1223653" y="1243545"/>
                    <a:pt x="1142798" y="1343308"/>
                    <a:pt x="924425" y="1392236"/>
                  </a:cubicBezTo>
                  <a:cubicBezTo>
                    <a:pt x="872219" y="1404945"/>
                    <a:pt x="812373" y="1411935"/>
                    <a:pt x="749344" y="14119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CFB10A99-86D6-3639-CD71-EF994650A277}"/>
                </a:ext>
              </a:extLst>
            </p:cNvPr>
            <p:cNvSpPr/>
            <p:nvPr/>
          </p:nvSpPr>
          <p:spPr>
            <a:xfrm>
              <a:off x="6114664" y="3710475"/>
              <a:ext cx="1403190" cy="292935"/>
            </a:xfrm>
            <a:custGeom>
              <a:avLst/>
              <a:gdLst>
                <a:gd name="connsiteX0" fmla="*/ 1319788 w 1403190"/>
                <a:gd name="connsiteY0" fmla="*/ 292935 h 292935"/>
                <a:gd name="connsiteX1" fmla="*/ 1308328 w 1403190"/>
                <a:gd name="connsiteY1" fmla="*/ 284675 h 292935"/>
                <a:gd name="connsiteX2" fmla="*/ 1315969 w 1403190"/>
                <a:gd name="connsiteY2" fmla="*/ 269424 h 292935"/>
                <a:gd name="connsiteX3" fmla="*/ 1378997 w 1403190"/>
                <a:gd name="connsiteY3" fmla="*/ 189359 h 292935"/>
                <a:gd name="connsiteX4" fmla="*/ 1378997 w 1403190"/>
                <a:gd name="connsiteY4" fmla="*/ 86419 h 292935"/>
                <a:gd name="connsiteX5" fmla="*/ 1317242 w 1403190"/>
                <a:gd name="connsiteY5" fmla="*/ 24782 h 292935"/>
                <a:gd name="connsiteX6" fmla="*/ 85949 w 1403190"/>
                <a:gd name="connsiteY6" fmla="*/ 24782 h 292935"/>
                <a:gd name="connsiteX7" fmla="*/ 24193 w 1403190"/>
                <a:gd name="connsiteY7" fmla="*/ 86419 h 292935"/>
                <a:gd name="connsiteX8" fmla="*/ 24193 w 1403190"/>
                <a:gd name="connsiteY8" fmla="*/ 189359 h 292935"/>
                <a:gd name="connsiteX9" fmla="*/ 87222 w 1403190"/>
                <a:gd name="connsiteY9" fmla="*/ 269424 h 292935"/>
                <a:gd name="connsiteX10" fmla="*/ 94862 w 1403190"/>
                <a:gd name="connsiteY10" fmla="*/ 284675 h 292935"/>
                <a:gd name="connsiteX11" fmla="*/ 79582 w 1403190"/>
                <a:gd name="connsiteY11" fmla="*/ 292300 h 292935"/>
                <a:gd name="connsiteX12" fmla="*/ 0 w 1403190"/>
                <a:gd name="connsiteY12" fmla="*/ 189359 h 292935"/>
                <a:gd name="connsiteX13" fmla="*/ 0 w 1403190"/>
                <a:gd name="connsiteY13" fmla="*/ 86419 h 292935"/>
                <a:gd name="connsiteX14" fmla="*/ 86585 w 1403190"/>
                <a:gd name="connsiteY14" fmla="*/ 0 h 292935"/>
                <a:gd name="connsiteX15" fmla="*/ 1316605 w 1403190"/>
                <a:gd name="connsiteY15" fmla="*/ 0 h 292935"/>
                <a:gd name="connsiteX16" fmla="*/ 1403190 w 1403190"/>
                <a:gd name="connsiteY16" fmla="*/ 86419 h 292935"/>
                <a:gd name="connsiteX17" fmla="*/ 1403190 w 1403190"/>
                <a:gd name="connsiteY17" fmla="*/ 189359 h 292935"/>
                <a:gd name="connsiteX18" fmla="*/ 1323608 w 1403190"/>
                <a:gd name="connsiteY18" fmla="*/ 292300 h 292935"/>
                <a:gd name="connsiteX19" fmla="*/ 1319788 w 1403190"/>
                <a:gd name="connsiteY19" fmla="*/ 292935 h 292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03190" h="292935">
                  <a:moveTo>
                    <a:pt x="1319788" y="292935"/>
                  </a:moveTo>
                  <a:cubicBezTo>
                    <a:pt x="1314695" y="292935"/>
                    <a:pt x="1310239" y="289758"/>
                    <a:pt x="1308328" y="284675"/>
                  </a:cubicBezTo>
                  <a:cubicBezTo>
                    <a:pt x="1306419" y="278320"/>
                    <a:pt x="1309602" y="271330"/>
                    <a:pt x="1315969" y="269424"/>
                  </a:cubicBezTo>
                  <a:cubicBezTo>
                    <a:pt x="1377724" y="248455"/>
                    <a:pt x="1378997" y="189995"/>
                    <a:pt x="1378997" y="189359"/>
                  </a:cubicBezTo>
                  <a:lnTo>
                    <a:pt x="1378997" y="86419"/>
                  </a:lnTo>
                  <a:cubicBezTo>
                    <a:pt x="1378997" y="52106"/>
                    <a:pt x="1350985" y="24782"/>
                    <a:pt x="1317242" y="24782"/>
                  </a:cubicBezTo>
                  <a:lnTo>
                    <a:pt x="85949" y="24782"/>
                  </a:lnTo>
                  <a:cubicBezTo>
                    <a:pt x="51569" y="24782"/>
                    <a:pt x="24193" y="52741"/>
                    <a:pt x="24193" y="86419"/>
                  </a:cubicBezTo>
                  <a:lnTo>
                    <a:pt x="24193" y="189359"/>
                  </a:lnTo>
                  <a:cubicBezTo>
                    <a:pt x="24193" y="191901"/>
                    <a:pt x="25466" y="248455"/>
                    <a:pt x="87222" y="269424"/>
                  </a:cubicBezTo>
                  <a:cubicBezTo>
                    <a:pt x="93589" y="271330"/>
                    <a:pt x="96772" y="278320"/>
                    <a:pt x="94862" y="284675"/>
                  </a:cubicBezTo>
                  <a:cubicBezTo>
                    <a:pt x="92952" y="291029"/>
                    <a:pt x="85949" y="294206"/>
                    <a:pt x="79582" y="292300"/>
                  </a:cubicBezTo>
                  <a:cubicBezTo>
                    <a:pt x="17190" y="270695"/>
                    <a:pt x="0" y="215412"/>
                    <a:pt x="0" y="189359"/>
                  </a:cubicBezTo>
                  <a:lnTo>
                    <a:pt x="0" y="86419"/>
                  </a:lnTo>
                  <a:cubicBezTo>
                    <a:pt x="0" y="38762"/>
                    <a:pt x="38836" y="0"/>
                    <a:pt x="86585" y="0"/>
                  </a:cubicBezTo>
                  <a:lnTo>
                    <a:pt x="1316605" y="0"/>
                  </a:lnTo>
                  <a:cubicBezTo>
                    <a:pt x="1364354" y="0"/>
                    <a:pt x="1403190" y="38762"/>
                    <a:pt x="1403190" y="86419"/>
                  </a:cubicBezTo>
                  <a:lnTo>
                    <a:pt x="1403190" y="189359"/>
                  </a:lnTo>
                  <a:cubicBezTo>
                    <a:pt x="1403190" y="215412"/>
                    <a:pt x="1386637" y="270695"/>
                    <a:pt x="1323608" y="292300"/>
                  </a:cubicBezTo>
                  <a:cubicBezTo>
                    <a:pt x="1322335" y="292935"/>
                    <a:pt x="1321061" y="292935"/>
                    <a:pt x="1319788" y="2929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38B7FC39-7A3A-D4AC-8B94-26FDF3FA06A0}"/>
                </a:ext>
              </a:extLst>
            </p:cNvPr>
            <p:cNvSpPr/>
            <p:nvPr/>
          </p:nvSpPr>
          <p:spPr>
            <a:xfrm>
              <a:off x="6114028" y="4603734"/>
              <a:ext cx="1401946" cy="289918"/>
            </a:xfrm>
            <a:custGeom>
              <a:avLst/>
              <a:gdLst>
                <a:gd name="connsiteX0" fmla="*/ 1317242 w 1401946"/>
                <a:gd name="connsiteY0" fmla="*/ 289919 h 289918"/>
                <a:gd name="connsiteX1" fmla="*/ 86585 w 1401946"/>
                <a:gd name="connsiteY1" fmla="*/ 289919 h 289918"/>
                <a:gd name="connsiteX2" fmla="*/ 0 w 1401946"/>
                <a:gd name="connsiteY2" fmla="*/ 203500 h 289918"/>
                <a:gd name="connsiteX3" fmla="*/ 0 w 1401946"/>
                <a:gd name="connsiteY3" fmla="*/ 82767 h 289918"/>
                <a:gd name="connsiteX4" fmla="*/ 59845 w 1401946"/>
                <a:gd name="connsiteY4" fmla="*/ 796 h 289918"/>
                <a:gd name="connsiteX5" fmla="*/ 75125 w 1401946"/>
                <a:gd name="connsiteY5" fmla="*/ 8421 h 289918"/>
                <a:gd name="connsiteX6" fmla="*/ 67485 w 1401946"/>
                <a:gd name="connsiteY6" fmla="*/ 23672 h 289918"/>
                <a:gd name="connsiteX7" fmla="*/ 24193 w 1401946"/>
                <a:gd name="connsiteY7" fmla="*/ 82767 h 289918"/>
                <a:gd name="connsiteX8" fmla="*/ 24193 w 1401946"/>
                <a:gd name="connsiteY8" fmla="*/ 203500 h 289918"/>
                <a:gd name="connsiteX9" fmla="*/ 85949 w 1401946"/>
                <a:gd name="connsiteY9" fmla="*/ 265137 h 289918"/>
                <a:gd name="connsiteX10" fmla="*/ 1315968 w 1401946"/>
                <a:gd name="connsiteY10" fmla="*/ 265137 h 289918"/>
                <a:gd name="connsiteX11" fmla="*/ 1377724 w 1401946"/>
                <a:gd name="connsiteY11" fmla="*/ 203500 h 289918"/>
                <a:gd name="connsiteX12" fmla="*/ 1377724 w 1401946"/>
                <a:gd name="connsiteY12" fmla="*/ 82767 h 289918"/>
                <a:gd name="connsiteX13" fmla="*/ 1334431 w 1401946"/>
                <a:gd name="connsiteY13" fmla="*/ 23672 h 289918"/>
                <a:gd name="connsiteX14" fmla="*/ 1326792 w 1401946"/>
                <a:gd name="connsiteY14" fmla="*/ 8421 h 289918"/>
                <a:gd name="connsiteX15" fmla="*/ 1342071 w 1401946"/>
                <a:gd name="connsiteY15" fmla="*/ 796 h 289918"/>
                <a:gd name="connsiteX16" fmla="*/ 1401916 w 1401946"/>
                <a:gd name="connsiteY16" fmla="*/ 82767 h 289918"/>
                <a:gd name="connsiteX17" fmla="*/ 1401916 w 1401946"/>
                <a:gd name="connsiteY17" fmla="*/ 203500 h 289918"/>
                <a:gd name="connsiteX18" fmla="*/ 1317242 w 1401946"/>
                <a:gd name="connsiteY18" fmla="*/ 289919 h 289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01946" h="289918">
                  <a:moveTo>
                    <a:pt x="1317242" y="289919"/>
                  </a:moveTo>
                  <a:lnTo>
                    <a:pt x="86585" y="289919"/>
                  </a:lnTo>
                  <a:cubicBezTo>
                    <a:pt x="38836" y="289919"/>
                    <a:pt x="0" y="251157"/>
                    <a:pt x="0" y="203500"/>
                  </a:cubicBezTo>
                  <a:lnTo>
                    <a:pt x="0" y="82767"/>
                  </a:lnTo>
                  <a:cubicBezTo>
                    <a:pt x="0" y="45277"/>
                    <a:pt x="24193" y="12234"/>
                    <a:pt x="59845" y="796"/>
                  </a:cubicBezTo>
                  <a:cubicBezTo>
                    <a:pt x="66212" y="-1110"/>
                    <a:pt x="73215" y="2067"/>
                    <a:pt x="75125" y="8421"/>
                  </a:cubicBezTo>
                  <a:cubicBezTo>
                    <a:pt x="77035" y="14776"/>
                    <a:pt x="73852" y="21766"/>
                    <a:pt x="67485" y="23672"/>
                  </a:cubicBezTo>
                  <a:cubicBezTo>
                    <a:pt x="42019" y="31932"/>
                    <a:pt x="24193" y="55444"/>
                    <a:pt x="24193" y="82767"/>
                  </a:cubicBezTo>
                  <a:lnTo>
                    <a:pt x="24193" y="203500"/>
                  </a:lnTo>
                  <a:cubicBezTo>
                    <a:pt x="24193" y="237813"/>
                    <a:pt x="52206" y="265137"/>
                    <a:pt x="85949" y="265137"/>
                  </a:cubicBezTo>
                  <a:lnTo>
                    <a:pt x="1315968" y="265137"/>
                  </a:lnTo>
                  <a:cubicBezTo>
                    <a:pt x="1350348" y="265137"/>
                    <a:pt x="1377724" y="237178"/>
                    <a:pt x="1377724" y="203500"/>
                  </a:cubicBezTo>
                  <a:lnTo>
                    <a:pt x="1377724" y="82767"/>
                  </a:lnTo>
                  <a:cubicBezTo>
                    <a:pt x="1377724" y="55444"/>
                    <a:pt x="1360534" y="31932"/>
                    <a:pt x="1334431" y="23672"/>
                  </a:cubicBezTo>
                  <a:cubicBezTo>
                    <a:pt x="1328065" y="21766"/>
                    <a:pt x="1324245" y="14776"/>
                    <a:pt x="1326792" y="8421"/>
                  </a:cubicBezTo>
                  <a:cubicBezTo>
                    <a:pt x="1328701" y="2067"/>
                    <a:pt x="1335705" y="-1746"/>
                    <a:pt x="1342071" y="796"/>
                  </a:cubicBezTo>
                  <a:cubicBezTo>
                    <a:pt x="1377724" y="12234"/>
                    <a:pt x="1401916" y="45277"/>
                    <a:pt x="1401916" y="82767"/>
                  </a:cubicBezTo>
                  <a:lnTo>
                    <a:pt x="1401916" y="203500"/>
                  </a:lnTo>
                  <a:cubicBezTo>
                    <a:pt x="1403190" y="251157"/>
                    <a:pt x="1364354" y="289919"/>
                    <a:pt x="1317242" y="2899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C448E3CA-6569-27D7-4D83-7712E34ED108}"/>
                </a:ext>
              </a:extLst>
            </p:cNvPr>
            <p:cNvSpPr/>
            <p:nvPr/>
          </p:nvSpPr>
          <p:spPr>
            <a:xfrm>
              <a:off x="6113391" y="4431057"/>
              <a:ext cx="1405736" cy="245436"/>
            </a:xfrm>
            <a:custGeom>
              <a:avLst/>
              <a:gdLst>
                <a:gd name="connsiteX0" fmla="*/ 978541 w 1405736"/>
                <a:gd name="connsiteY0" fmla="*/ 245278 h 245436"/>
                <a:gd name="connsiteX1" fmla="*/ 900869 w 1405736"/>
                <a:gd name="connsiteY1" fmla="*/ 213506 h 245436"/>
                <a:gd name="connsiteX2" fmla="*/ 780541 w 1405736"/>
                <a:gd name="connsiteY2" fmla="*/ 213506 h 245436"/>
                <a:gd name="connsiteX3" fmla="*/ 702869 w 1405736"/>
                <a:gd name="connsiteY3" fmla="*/ 245278 h 245436"/>
                <a:gd name="connsiteX4" fmla="*/ 625196 w 1405736"/>
                <a:gd name="connsiteY4" fmla="*/ 213506 h 245436"/>
                <a:gd name="connsiteX5" fmla="*/ 564714 w 1405736"/>
                <a:gd name="connsiteY5" fmla="*/ 188724 h 245436"/>
                <a:gd name="connsiteX6" fmla="*/ 504232 w 1405736"/>
                <a:gd name="connsiteY6" fmla="*/ 213506 h 245436"/>
                <a:gd name="connsiteX7" fmla="*/ 426560 w 1405736"/>
                <a:gd name="connsiteY7" fmla="*/ 245278 h 245436"/>
                <a:gd name="connsiteX8" fmla="*/ 348888 w 1405736"/>
                <a:gd name="connsiteY8" fmla="*/ 213506 h 245436"/>
                <a:gd name="connsiteX9" fmla="*/ 288406 w 1405736"/>
                <a:gd name="connsiteY9" fmla="*/ 188724 h 245436"/>
                <a:gd name="connsiteX10" fmla="*/ 227923 w 1405736"/>
                <a:gd name="connsiteY10" fmla="*/ 213506 h 245436"/>
                <a:gd name="connsiteX11" fmla="*/ 150251 w 1405736"/>
                <a:gd name="connsiteY11" fmla="*/ 245278 h 245436"/>
                <a:gd name="connsiteX12" fmla="*/ 72579 w 1405736"/>
                <a:gd name="connsiteY12" fmla="*/ 213506 h 245436"/>
                <a:gd name="connsiteX13" fmla="*/ 0 w 1405736"/>
                <a:gd name="connsiteY13" fmla="*/ 38762 h 245436"/>
                <a:gd name="connsiteX14" fmla="*/ 0 w 1405736"/>
                <a:gd name="connsiteY14" fmla="*/ 12073 h 245436"/>
                <a:gd name="connsiteX15" fmla="*/ 12097 w 1405736"/>
                <a:gd name="connsiteY15" fmla="*/ 0 h 245436"/>
                <a:gd name="connsiteX16" fmla="*/ 1000187 w 1405736"/>
                <a:gd name="connsiteY16" fmla="*/ 0 h 245436"/>
                <a:gd name="connsiteX17" fmla="*/ 1012284 w 1405736"/>
                <a:gd name="connsiteY17" fmla="*/ 12073 h 245436"/>
                <a:gd name="connsiteX18" fmla="*/ 1000187 w 1405736"/>
                <a:gd name="connsiteY18" fmla="*/ 24147 h 245436"/>
                <a:gd name="connsiteX19" fmla="*/ 25466 w 1405736"/>
                <a:gd name="connsiteY19" fmla="*/ 24147 h 245436"/>
                <a:gd name="connsiteX20" fmla="*/ 25466 w 1405736"/>
                <a:gd name="connsiteY20" fmla="*/ 38762 h 245436"/>
                <a:gd name="connsiteX21" fmla="*/ 91042 w 1405736"/>
                <a:gd name="connsiteY21" fmla="*/ 196349 h 245436"/>
                <a:gd name="connsiteX22" fmla="*/ 211370 w 1405736"/>
                <a:gd name="connsiteY22" fmla="*/ 196349 h 245436"/>
                <a:gd name="connsiteX23" fmla="*/ 289042 w 1405736"/>
                <a:gd name="connsiteY23" fmla="*/ 164578 h 245436"/>
                <a:gd name="connsiteX24" fmla="*/ 366714 w 1405736"/>
                <a:gd name="connsiteY24" fmla="*/ 196349 h 245436"/>
                <a:gd name="connsiteX25" fmla="*/ 427196 w 1405736"/>
                <a:gd name="connsiteY25" fmla="*/ 221131 h 245436"/>
                <a:gd name="connsiteX26" fmla="*/ 487679 w 1405736"/>
                <a:gd name="connsiteY26" fmla="*/ 196349 h 245436"/>
                <a:gd name="connsiteX27" fmla="*/ 565351 w 1405736"/>
                <a:gd name="connsiteY27" fmla="*/ 164578 h 245436"/>
                <a:gd name="connsiteX28" fmla="*/ 643023 w 1405736"/>
                <a:gd name="connsiteY28" fmla="*/ 196349 h 245436"/>
                <a:gd name="connsiteX29" fmla="*/ 703505 w 1405736"/>
                <a:gd name="connsiteY29" fmla="*/ 221131 h 245436"/>
                <a:gd name="connsiteX30" fmla="*/ 763988 w 1405736"/>
                <a:gd name="connsiteY30" fmla="*/ 196349 h 245436"/>
                <a:gd name="connsiteX31" fmla="*/ 919332 w 1405736"/>
                <a:gd name="connsiteY31" fmla="*/ 196349 h 245436"/>
                <a:gd name="connsiteX32" fmla="*/ 979814 w 1405736"/>
                <a:gd name="connsiteY32" fmla="*/ 221131 h 245436"/>
                <a:gd name="connsiteX33" fmla="*/ 1040297 w 1405736"/>
                <a:gd name="connsiteY33" fmla="*/ 196349 h 245436"/>
                <a:gd name="connsiteX34" fmla="*/ 1117968 w 1405736"/>
                <a:gd name="connsiteY34" fmla="*/ 164578 h 245436"/>
                <a:gd name="connsiteX35" fmla="*/ 1195640 w 1405736"/>
                <a:gd name="connsiteY35" fmla="*/ 196349 h 245436"/>
                <a:gd name="connsiteX36" fmla="*/ 1315968 w 1405736"/>
                <a:gd name="connsiteY36" fmla="*/ 196349 h 245436"/>
                <a:gd name="connsiteX37" fmla="*/ 1381544 w 1405736"/>
                <a:gd name="connsiteY37" fmla="*/ 38762 h 245436"/>
                <a:gd name="connsiteX38" fmla="*/ 1381544 w 1405736"/>
                <a:gd name="connsiteY38" fmla="*/ 24147 h 245436"/>
                <a:gd name="connsiteX39" fmla="*/ 1289866 w 1405736"/>
                <a:gd name="connsiteY39" fmla="*/ 24147 h 245436"/>
                <a:gd name="connsiteX40" fmla="*/ 1277769 w 1405736"/>
                <a:gd name="connsiteY40" fmla="*/ 12073 h 245436"/>
                <a:gd name="connsiteX41" fmla="*/ 1289866 w 1405736"/>
                <a:gd name="connsiteY41" fmla="*/ 0 h 245436"/>
                <a:gd name="connsiteX42" fmla="*/ 1393641 w 1405736"/>
                <a:gd name="connsiteY42" fmla="*/ 0 h 245436"/>
                <a:gd name="connsiteX43" fmla="*/ 1405737 w 1405736"/>
                <a:gd name="connsiteY43" fmla="*/ 12073 h 245436"/>
                <a:gd name="connsiteX44" fmla="*/ 1405737 w 1405736"/>
                <a:gd name="connsiteY44" fmla="*/ 38762 h 245436"/>
                <a:gd name="connsiteX45" fmla="*/ 1333158 w 1405736"/>
                <a:gd name="connsiteY45" fmla="*/ 213506 h 245436"/>
                <a:gd name="connsiteX46" fmla="*/ 1177814 w 1405736"/>
                <a:gd name="connsiteY46" fmla="*/ 213506 h 245436"/>
                <a:gd name="connsiteX47" fmla="*/ 1117332 w 1405736"/>
                <a:gd name="connsiteY47" fmla="*/ 188724 h 245436"/>
                <a:gd name="connsiteX48" fmla="*/ 1056850 w 1405736"/>
                <a:gd name="connsiteY48" fmla="*/ 213506 h 245436"/>
                <a:gd name="connsiteX49" fmla="*/ 978541 w 1405736"/>
                <a:gd name="connsiteY49" fmla="*/ 245278 h 24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405736" h="245436">
                  <a:moveTo>
                    <a:pt x="978541" y="245278"/>
                  </a:moveTo>
                  <a:cubicBezTo>
                    <a:pt x="949255" y="245278"/>
                    <a:pt x="921878" y="233840"/>
                    <a:pt x="900869" y="213506"/>
                  </a:cubicBezTo>
                  <a:cubicBezTo>
                    <a:pt x="867762" y="180463"/>
                    <a:pt x="813646" y="180463"/>
                    <a:pt x="780541" y="213506"/>
                  </a:cubicBezTo>
                  <a:cubicBezTo>
                    <a:pt x="759531" y="234475"/>
                    <a:pt x="732155" y="245278"/>
                    <a:pt x="702869" y="245278"/>
                  </a:cubicBezTo>
                  <a:cubicBezTo>
                    <a:pt x="673582" y="245278"/>
                    <a:pt x="646206" y="233840"/>
                    <a:pt x="625196" y="213506"/>
                  </a:cubicBezTo>
                  <a:cubicBezTo>
                    <a:pt x="609280" y="197620"/>
                    <a:pt x="587634" y="188724"/>
                    <a:pt x="564714" y="188724"/>
                  </a:cubicBezTo>
                  <a:cubicBezTo>
                    <a:pt x="541795" y="188724"/>
                    <a:pt x="520785" y="197620"/>
                    <a:pt x="504232" y="213506"/>
                  </a:cubicBezTo>
                  <a:cubicBezTo>
                    <a:pt x="483223" y="234475"/>
                    <a:pt x="455846" y="245278"/>
                    <a:pt x="426560" y="245278"/>
                  </a:cubicBezTo>
                  <a:cubicBezTo>
                    <a:pt x="397274" y="245278"/>
                    <a:pt x="369897" y="233840"/>
                    <a:pt x="348888" y="213506"/>
                  </a:cubicBezTo>
                  <a:cubicBezTo>
                    <a:pt x="332971" y="197620"/>
                    <a:pt x="311325" y="188724"/>
                    <a:pt x="288406" y="188724"/>
                  </a:cubicBezTo>
                  <a:cubicBezTo>
                    <a:pt x="265486" y="188724"/>
                    <a:pt x="244476" y="197620"/>
                    <a:pt x="227923" y="213506"/>
                  </a:cubicBezTo>
                  <a:cubicBezTo>
                    <a:pt x="206913" y="234475"/>
                    <a:pt x="179537" y="245278"/>
                    <a:pt x="150251" y="245278"/>
                  </a:cubicBezTo>
                  <a:cubicBezTo>
                    <a:pt x="120965" y="245278"/>
                    <a:pt x="93589" y="233840"/>
                    <a:pt x="72579" y="213506"/>
                  </a:cubicBezTo>
                  <a:cubicBezTo>
                    <a:pt x="26103" y="167119"/>
                    <a:pt x="0" y="104847"/>
                    <a:pt x="0" y="38762"/>
                  </a:cubicBezTo>
                  <a:lnTo>
                    <a:pt x="0" y="12073"/>
                  </a:lnTo>
                  <a:cubicBezTo>
                    <a:pt x="0" y="5083"/>
                    <a:pt x="5730" y="0"/>
                    <a:pt x="12097" y="0"/>
                  </a:cubicBezTo>
                  <a:lnTo>
                    <a:pt x="1000187" y="0"/>
                  </a:lnTo>
                  <a:cubicBezTo>
                    <a:pt x="1007190" y="0"/>
                    <a:pt x="1012284" y="5719"/>
                    <a:pt x="1012284" y="12073"/>
                  </a:cubicBezTo>
                  <a:cubicBezTo>
                    <a:pt x="1012284" y="19063"/>
                    <a:pt x="1006554" y="24147"/>
                    <a:pt x="1000187" y="24147"/>
                  </a:cubicBezTo>
                  <a:lnTo>
                    <a:pt x="25466" y="24147"/>
                  </a:lnTo>
                  <a:lnTo>
                    <a:pt x="25466" y="38762"/>
                  </a:lnTo>
                  <a:cubicBezTo>
                    <a:pt x="25466" y="98492"/>
                    <a:pt x="48386" y="154411"/>
                    <a:pt x="91042" y="196349"/>
                  </a:cubicBezTo>
                  <a:cubicBezTo>
                    <a:pt x="124148" y="229392"/>
                    <a:pt x="178264" y="229392"/>
                    <a:pt x="211370" y="196349"/>
                  </a:cubicBezTo>
                  <a:cubicBezTo>
                    <a:pt x="232379" y="175380"/>
                    <a:pt x="259756" y="164578"/>
                    <a:pt x="289042" y="164578"/>
                  </a:cubicBezTo>
                  <a:cubicBezTo>
                    <a:pt x="318328" y="164578"/>
                    <a:pt x="345705" y="176015"/>
                    <a:pt x="366714" y="196349"/>
                  </a:cubicBezTo>
                  <a:cubicBezTo>
                    <a:pt x="382631" y="212235"/>
                    <a:pt x="404277" y="221131"/>
                    <a:pt x="427196" y="221131"/>
                  </a:cubicBezTo>
                  <a:cubicBezTo>
                    <a:pt x="450116" y="221131"/>
                    <a:pt x="471126" y="212235"/>
                    <a:pt x="487679" y="196349"/>
                  </a:cubicBezTo>
                  <a:cubicBezTo>
                    <a:pt x="508689" y="175380"/>
                    <a:pt x="536065" y="164578"/>
                    <a:pt x="565351" y="164578"/>
                  </a:cubicBezTo>
                  <a:cubicBezTo>
                    <a:pt x="594637" y="164578"/>
                    <a:pt x="622013" y="176015"/>
                    <a:pt x="643023" y="196349"/>
                  </a:cubicBezTo>
                  <a:cubicBezTo>
                    <a:pt x="658939" y="212235"/>
                    <a:pt x="680586" y="221131"/>
                    <a:pt x="703505" y="221131"/>
                  </a:cubicBezTo>
                  <a:cubicBezTo>
                    <a:pt x="726425" y="221131"/>
                    <a:pt x="747435" y="212235"/>
                    <a:pt x="763988" y="196349"/>
                  </a:cubicBezTo>
                  <a:cubicBezTo>
                    <a:pt x="806643" y="153775"/>
                    <a:pt x="876676" y="153775"/>
                    <a:pt x="919332" y="196349"/>
                  </a:cubicBezTo>
                  <a:cubicBezTo>
                    <a:pt x="935248" y="212235"/>
                    <a:pt x="956894" y="221131"/>
                    <a:pt x="979814" y="221131"/>
                  </a:cubicBezTo>
                  <a:cubicBezTo>
                    <a:pt x="1002734" y="221131"/>
                    <a:pt x="1023743" y="212235"/>
                    <a:pt x="1040297" y="196349"/>
                  </a:cubicBezTo>
                  <a:cubicBezTo>
                    <a:pt x="1061306" y="175380"/>
                    <a:pt x="1088682" y="164578"/>
                    <a:pt x="1117968" y="164578"/>
                  </a:cubicBezTo>
                  <a:cubicBezTo>
                    <a:pt x="1147254" y="164578"/>
                    <a:pt x="1174631" y="176015"/>
                    <a:pt x="1195640" y="196349"/>
                  </a:cubicBezTo>
                  <a:cubicBezTo>
                    <a:pt x="1228747" y="229392"/>
                    <a:pt x="1282863" y="229392"/>
                    <a:pt x="1315968" y="196349"/>
                  </a:cubicBezTo>
                  <a:cubicBezTo>
                    <a:pt x="1357987" y="154411"/>
                    <a:pt x="1381544" y="98492"/>
                    <a:pt x="1381544" y="38762"/>
                  </a:cubicBezTo>
                  <a:lnTo>
                    <a:pt x="1381544" y="24147"/>
                  </a:lnTo>
                  <a:lnTo>
                    <a:pt x="1289866" y="24147"/>
                  </a:lnTo>
                  <a:cubicBezTo>
                    <a:pt x="1282863" y="24147"/>
                    <a:pt x="1277769" y="18428"/>
                    <a:pt x="1277769" y="12073"/>
                  </a:cubicBezTo>
                  <a:cubicBezTo>
                    <a:pt x="1277769" y="5083"/>
                    <a:pt x="1283499" y="0"/>
                    <a:pt x="1289866" y="0"/>
                  </a:cubicBezTo>
                  <a:lnTo>
                    <a:pt x="1393641" y="0"/>
                  </a:lnTo>
                  <a:cubicBezTo>
                    <a:pt x="1400644" y="0"/>
                    <a:pt x="1405737" y="5719"/>
                    <a:pt x="1405737" y="12073"/>
                  </a:cubicBezTo>
                  <a:lnTo>
                    <a:pt x="1405737" y="38762"/>
                  </a:lnTo>
                  <a:cubicBezTo>
                    <a:pt x="1405737" y="104847"/>
                    <a:pt x="1380270" y="166484"/>
                    <a:pt x="1333158" y="213506"/>
                  </a:cubicBezTo>
                  <a:cubicBezTo>
                    <a:pt x="1290502" y="256080"/>
                    <a:pt x="1221106" y="256080"/>
                    <a:pt x="1177814" y="213506"/>
                  </a:cubicBezTo>
                  <a:cubicBezTo>
                    <a:pt x="1161898" y="197620"/>
                    <a:pt x="1140251" y="188724"/>
                    <a:pt x="1117332" y="188724"/>
                  </a:cubicBezTo>
                  <a:cubicBezTo>
                    <a:pt x="1094412" y="188724"/>
                    <a:pt x="1073402" y="197620"/>
                    <a:pt x="1056850" y="213506"/>
                  </a:cubicBezTo>
                  <a:cubicBezTo>
                    <a:pt x="1035203" y="233840"/>
                    <a:pt x="1007827" y="245278"/>
                    <a:pt x="978541" y="2452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50488D1E-49DC-7CF2-D6EA-342E3E77ABEE}"/>
                </a:ext>
              </a:extLst>
            </p:cNvPr>
            <p:cNvSpPr/>
            <p:nvPr/>
          </p:nvSpPr>
          <p:spPr>
            <a:xfrm>
              <a:off x="6114028" y="3978628"/>
              <a:ext cx="1403190" cy="514701"/>
            </a:xfrm>
            <a:custGeom>
              <a:avLst/>
              <a:gdLst>
                <a:gd name="connsiteX0" fmla="*/ 83402 w 1403190"/>
                <a:gd name="connsiteY0" fmla="*/ 24782 h 514701"/>
                <a:gd name="connsiteX1" fmla="*/ 24829 w 1403190"/>
                <a:gd name="connsiteY1" fmla="*/ 83242 h 514701"/>
                <a:gd name="connsiteX2" fmla="*/ 83402 w 1403190"/>
                <a:gd name="connsiteY2" fmla="*/ 141702 h 514701"/>
                <a:gd name="connsiteX3" fmla="*/ 730244 w 1403190"/>
                <a:gd name="connsiteY3" fmla="*/ 141702 h 514701"/>
                <a:gd name="connsiteX4" fmla="*/ 1031383 w 1403190"/>
                <a:gd name="connsiteY4" fmla="*/ 303738 h 514701"/>
                <a:gd name="connsiteX5" fmla="*/ 1147891 w 1403190"/>
                <a:gd name="connsiteY5" fmla="*/ 480388 h 514701"/>
                <a:gd name="connsiteX6" fmla="*/ 1342708 w 1403190"/>
                <a:gd name="connsiteY6" fmla="*/ 201433 h 514701"/>
                <a:gd name="connsiteX7" fmla="*/ 1378361 w 1403190"/>
                <a:gd name="connsiteY7" fmla="*/ 88325 h 514701"/>
                <a:gd name="connsiteX8" fmla="*/ 1378361 w 1403190"/>
                <a:gd name="connsiteY8" fmla="*/ 83242 h 514701"/>
                <a:gd name="connsiteX9" fmla="*/ 1319788 w 1403190"/>
                <a:gd name="connsiteY9" fmla="*/ 24782 h 514701"/>
                <a:gd name="connsiteX10" fmla="*/ 83402 w 1403190"/>
                <a:gd name="connsiteY10" fmla="*/ 24782 h 514701"/>
                <a:gd name="connsiteX11" fmla="*/ 1147891 w 1403190"/>
                <a:gd name="connsiteY11" fmla="*/ 514702 h 514701"/>
                <a:gd name="connsiteX12" fmla="*/ 1147891 w 1403190"/>
                <a:gd name="connsiteY12" fmla="*/ 514702 h 514701"/>
                <a:gd name="connsiteX13" fmla="*/ 1137704 w 1403190"/>
                <a:gd name="connsiteY13" fmla="*/ 508983 h 514701"/>
                <a:gd name="connsiteX14" fmla="*/ 1011647 w 1403190"/>
                <a:gd name="connsiteY14" fmla="*/ 317717 h 514701"/>
                <a:gd name="connsiteX15" fmla="*/ 730882 w 1403190"/>
                <a:gd name="connsiteY15" fmla="*/ 166484 h 514701"/>
                <a:gd name="connsiteX16" fmla="*/ 83402 w 1403190"/>
                <a:gd name="connsiteY16" fmla="*/ 166484 h 514701"/>
                <a:gd name="connsiteX17" fmla="*/ 0 w 1403190"/>
                <a:gd name="connsiteY17" fmla="*/ 83242 h 514701"/>
                <a:gd name="connsiteX18" fmla="*/ 83402 w 1403190"/>
                <a:gd name="connsiteY18" fmla="*/ 0 h 514701"/>
                <a:gd name="connsiteX19" fmla="*/ 1319788 w 1403190"/>
                <a:gd name="connsiteY19" fmla="*/ 0 h 514701"/>
                <a:gd name="connsiteX20" fmla="*/ 1403190 w 1403190"/>
                <a:gd name="connsiteY20" fmla="*/ 83242 h 514701"/>
                <a:gd name="connsiteX21" fmla="*/ 1403190 w 1403190"/>
                <a:gd name="connsiteY21" fmla="*/ 88325 h 514701"/>
                <a:gd name="connsiteX22" fmla="*/ 1363081 w 1403190"/>
                <a:gd name="connsiteY22" fmla="*/ 215412 h 514701"/>
                <a:gd name="connsiteX23" fmla="*/ 1158078 w 1403190"/>
                <a:gd name="connsiteY23" fmla="*/ 509618 h 514701"/>
                <a:gd name="connsiteX24" fmla="*/ 1147891 w 1403190"/>
                <a:gd name="connsiteY24" fmla="*/ 514702 h 514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3190" h="514701">
                  <a:moveTo>
                    <a:pt x="83402" y="24782"/>
                  </a:moveTo>
                  <a:cubicBezTo>
                    <a:pt x="50932" y="24782"/>
                    <a:pt x="24829" y="50835"/>
                    <a:pt x="24829" y="83242"/>
                  </a:cubicBezTo>
                  <a:cubicBezTo>
                    <a:pt x="24829" y="115649"/>
                    <a:pt x="50932" y="141702"/>
                    <a:pt x="83402" y="141702"/>
                  </a:cubicBezTo>
                  <a:lnTo>
                    <a:pt x="730244" y="141702"/>
                  </a:lnTo>
                  <a:cubicBezTo>
                    <a:pt x="851846" y="141702"/>
                    <a:pt x="964534" y="202068"/>
                    <a:pt x="1031383" y="303738"/>
                  </a:cubicBezTo>
                  <a:lnTo>
                    <a:pt x="1147891" y="480388"/>
                  </a:lnTo>
                  <a:lnTo>
                    <a:pt x="1342708" y="201433"/>
                  </a:lnTo>
                  <a:cubicBezTo>
                    <a:pt x="1366264" y="168390"/>
                    <a:pt x="1378361" y="128993"/>
                    <a:pt x="1378361" y="88325"/>
                  </a:cubicBezTo>
                  <a:lnTo>
                    <a:pt x="1378361" y="83242"/>
                  </a:lnTo>
                  <a:cubicBezTo>
                    <a:pt x="1378361" y="50835"/>
                    <a:pt x="1352258" y="24782"/>
                    <a:pt x="1319788" y="24782"/>
                  </a:cubicBezTo>
                  <a:lnTo>
                    <a:pt x="83402" y="24782"/>
                  </a:lnTo>
                  <a:close/>
                  <a:moveTo>
                    <a:pt x="1147891" y="514702"/>
                  </a:moveTo>
                  <a:lnTo>
                    <a:pt x="1147891" y="514702"/>
                  </a:lnTo>
                  <a:cubicBezTo>
                    <a:pt x="1143434" y="514702"/>
                    <a:pt x="1140251" y="512795"/>
                    <a:pt x="1137704" y="508983"/>
                  </a:cubicBezTo>
                  <a:lnTo>
                    <a:pt x="1011647" y="317717"/>
                  </a:lnTo>
                  <a:cubicBezTo>
                    <a:pt x="949254" y="223037"/>
                    <a:pt x="844206" y="166484"/>
                    <a:pt x="730882" y="166484"/>
                  </a:cubicBezTo>
                  <a:lnTo>
                    <a:pt x="83402" y="166484"/>
                  </a:lnTo>
                  <a:cubicBezTo>
                    <a:pt x="37562" y="166484"/>
                    <a:pt x="0" y="128993"/>
                    <a:pt x="0" y="83242"/>
                  </a:cubicBezTo>
                  <a:cubicBezTo>
                    <a:pt x="0" y="37491"/>
                    <a:pt x="37562" y="0"/>
                    <a:pt x="83402" y="0"/>
                  </a:cubicBezTo>
                  <a:lnTo>
                    <a:pt x="1319788" y="0"/>
                  </a:lnTo>
                  <a:cubicBezTo>
                    <a:pt x="1365627" y="0"/>
                    <a:pt x="1403190" y="37491"/>
                    <a:pt x="1403190" y="83242"/>
                  </a:cubicBezTo>
                  <a:lnTo>
                    <a:pt x="1403190" y="88325"/>
                  </a:lnTo>
                  <a:cubicBezTo>
                    <a:pt x="1403190" y="134077"/>
                    <a:pt x="1389183" y="177922"/>
                    <a:pt x="1363081" y="215412"/>
                  </a:cubicBezTo>
                  <a:lnTo>
                    <a:pt x="1158078" y="509618"/>
                  </a:lnTo>
                  <a:cubicBezTo>
                    <a:pt x="1156167" y="512795"/>
                    <a:pt x="1152348" y="514702"/>
                    <a:pt x="1147891" y="51470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582A6153-E9F1-3239-C00C-E543388705CD}"/>
                </a:ext>
              </a:extLst>
            </p:cNvPr>
            <p:cNvSpPr/>
            <p:nvPr/>
          </p:nvSpPr>
          <p:spPr>
            <a:xfrm>
              <a:off x="6114028" y="4248052"/>
              <a:ext cx="492771" cy="85783"/>
            </a:xfrm>
            <a:custGeom>
              <a:avLst/>
              <a:gdLst>
                <a:gd name="connsiteX0" fmla="*/ 480675 w 492771"/>
                <a:gd name="connsiteY0" fmla="*/ 85784 h 85783"/>
                <a:gd name="connsiteX1" fmla="*/ 468579 w 492771"/>
                <a:gd name="connsiteY1" fmla="*/ 73710 h 85783"/>
                <a:gd name="connsiteX2" fmla="*/ 418920 w 492771"/>
                <a:gd name="connsiteY2" fmla="*/ 24146 h 85783"/>
                <a:gd name="connsiteX3" fmla="*/ 73852 w 492771"/>
                <a:gd name="connsiteY3" fmla="*/ 24146 h 85783"/>
                <a:gd name="connsiteX4" fmla="*/ 24193 w 492771"/>
                <a:gd name="connsiteY4" fmla="*/ 73710 h 85783"/>
                <a:gd name="connsiteX5" fmla="*/ 12096 w 492771"/>
                <a:gd name="connsiteY5" fmla="*/ 85784 h 85783"/>
                <a:gd name="connsiteX6" fmla="*/ 0 w 492771"/>
                <a:gd name="connsiteY6" fmla="*/ 73710 h 85783"/>
                <a:gd name="connsiteX7" fmla="*/ 73852 w 492771"/>
                <a:gd name="connsiteY7" fmla="*/ 0 h 85783"/>
                <a:gd name="connsiteX8" fmla="*/ 418920 w 492771"/>
                <a:gd name="connsiteY8" fmla="*/ 0 h 85783"/>
                <a:gd name="connsiteX9" fmla="*/ 492772 w 492771"/>
                <a:gd name="connsiteY9" fmla="*/ 73710 h 85783"/>
                <a:gd name="connsiteX10" fmla="*/ 480675 w 492771"/>
                <a:gd name="connsiteY10" fmla="*/ 85784 h 85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92771" h="85783">
                  <a:moveTo>
                    <a:pt x="480675" y="85784"/>
                  </a:moveTo>
                  <a:cubicBezTo>
                    <a:pt x="473672" y="85784"/>
                    <a:pt x="468579" y="80065"/>
                    <a:pt x="468579" y="73710"/>
                  </a:cubicBezTo>
                  <a:cubicBezTo>
                    <a:pt x="468579" y="46387"/>
                    <a:pt x="446296" y="24146"/>
                    <a:pt x="418920" y="24146"/>
                  </a:cubicBezTo>
                  <a:lnTo>
                    <a:pt x="73852" y="24146"/>
                  </a:lnTo>
                  <a:cubicBezTo>
                    <a:pt x="46476" y="24146"/>
                    <a:pt x="24193" y="46387"/>
                    <a:pt x="24193" y="73710"/>
                  </a:cubicBezTo>
                  <a:cubicBezTo>
                    <a:pt x="24193" y="80700"/>
                    <a:pt x="18463" y="85784"/>
                    <a:pt x="12096" y="85784"/>
                  </a:cubicBezTo>
                  <a:cubicBezTo>
                    <a:pt x="5093" y="85784"/>
                    <a:pt x="0" y="80065"/>
                    <a:pt x="0" y="73710"/>
                  </a:cubicBezTo>
                  <a:cubicBezTo>
                    <a:pt x="0" y="33043"/>
                    <a:pt x="33106" y="0"/>
                    <a:pt x="73852" y="0"/>
                  </a:cubicBezTo>
                  <a:lnTo>
                    <a:pt x="418920" y="0"/>
                  </a:lnTo>
                  <a:cubicBezTo>
                    <a:pt x="459666" y="0"/>
                    <a:pt x="492772" y="33043"/>
                    <a:pt x="492772" y="73710"/>
                  </a:cubicBezTo>
                  <a:cubicBezTo>
                    <a:pt x="492772" y="80065"/>
                    <a:pt x="487678" y="85784"/>
                    <a:pt x="480675" y="8578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25A0C43F-4233-A1F7-5F25-DA6C325D8C91}"/>
                </a:ext>
              </a:extLst>
            </p:cNvPr>
            <p:cNvSpPr/>
            <p:nvPr/>
          </p:nvSpPr>
          <p:spPr>
            <a:xfrm>
              <a:off x="6662825" y="4248052"/>
              <a:ext cx="358437" cy="85783"/>
            </a:xfrm>
            <a:custGeom>
              <a:avLst/>
              <a:gdLst>
                <a:gd name="connsiteX0" fmla="*/ 12097 w 358437"/>
                <a:gd name="connsiteY0" fmla="*/ 85784 h 85783"/>
                <a:gd name="connsiteX1" fmla="*/ 0 w 358437"/>
                <a:gd name="connsiteY1" fmla="*/ 73710 h 85783"/>
                <a:gd name="connsiteX2" fmla="*/ 73853 w 358437"/>
                <a:gd name="connsiteY2" fmla="*/ 0 h 85783"/>
                <a:gd name="connsiteX3" fmla="*/ 346341 w 358437"/>
                <a:gd name="connsiteY3" fmla="*/ 0 h 85783"/>
                <a:gd name="connsiteX4" fmla="*/ 358438 w 358437"/>
                <a:gd name="connsiteY4" fmla="*/ 12073 h 85783"/>
                <a:gd name="connsiteX5" fmla="*/ 346341 w 358437"/>
                <a:gd name="connsiteY5" fmla="*/ 24146 h 85783"/>
                <a:gd name="connsiteX6" fmla="*/ 73853 w 358437"/>
                <a:gd name="connsiteY6" fmla="*/ 24146 h 85783"/>
                <a:gd name="connsiteX7" fmla="*/ 24193 w 358437"/>
                <a:gd name="connsiteY7" fmla="*/ 73710 h 85783"/>
                <a:gd name="connsiteX8" fmla="*/ 12097 w 358437"/>
                <a:gd name="connsiteY8" fmla="*/ 85784 h 85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8437" h="85783">
                  <a:moveTo>
                    <a:pt x="12097" y="85784"/>
                  </a:moveTo>
                  <a:cubicBezTo>
                    <a:pt x="5094" y="85784"/>
                    <a:pt x="0" y="80065"/>
                    <a:pt x="0" y="73710"/>
                  </a:cubicBezTo>
                  <a:cubicBezTo>
                    <a:pt x="0" y="33043"/>
                    <a:pt x="33107" y="0"/>
                    <a:pt x="73853" y="0"/>
                  </a:cubicBezTo>
                  <a:lnTo>
                    <a:pt x="346341" y="0"/>
                  </a:lnTo>
                  <a:cubicBezTo>
                    <a:pt x="353344" y="0"/>
                    <a:pt x="358438" y="5719"/>
                    <a:pt x="358438" y="12073"/>
                  </a:cubicBezTo>
                  <a:cubicBezTo>
                    <a:pt x="358438" y="18428"/>
                    <a:pt x="352708" y="24146"/>
                    <a:pt x="346341" y="24146"/>
                  </a:cubicBezTo>
                  <a:lnTo>
                    <a:pt x="73853" y="24146"/>
                  </a:lnTo>
                  <a:cubicBezTo>
                    <a:pt x="46476" y="24146"/>
                    <a:pt x="24193" y="46387"/>
                    <a:pt x="24193" y="73710"/>
                  </a:cubicBezTo>
                  <a:cubicBezTo>
                    <a:pt x="24193" y="80065"/>
                    <a:pt x="19100" y="85784"/>
                    <a:pt x="12097" y="8578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6DBC9B02-32A1-E59E-4B22-7D154E4F43DC}"/>
                </a:ext>
              </a:extLst>
            </p:cNvPr>
            <p:cNvSpPr/>
            <p:nvPr/>
          </p:nvSpPr>
          <p:spPr>
            <a:xfrm>
              <a:off x="7385112" y="4442495"/>
              <a:ext cx="1452848" cy="1460863"/>
            </a:xfrm>
            <a:custGeom>
              <a:avLst/>
              <a:gdLst>
                <a:gd name="connsiteX0" fmla="*/ 183675 w 1452848"/>
                <a:gd name="connsiteY0" fmla="*/ 1196523 h 1460863"/>
                <a:gd name="connsiteX1" fmla="*/ 195135 w 1452848"/>
                <a:gd name="connsiteY1" fmla="*/ 1204148 h 1460863"/>
                <a:gd name="connsiteX2" fmla="*/ 191315 w 1452848"/>
                <a:gd name="connsiteY2" fmla="*/ 1218127 h 1460863"/>
                <a:gd name="connsiteX3" fmla="*/ 182402 w 1452848"/>
                <a:gd name="connsiteY3" fmla="*/ 1226388 h 1460863"/>
                <a:gd name="connsiteX4" fmla="*/ 182402 w 1452848"/>
                <a:gd name="connsiteY4" fmla="*/ 1400497 h 1460863"/>
                <a:gd name="connsiteX5" fmla="*/ 268987 w 1452848"/>
                <a:gd name="connsiteY5" fmla="*/ 1436717 h 1460863"/>
                <a:gd name="connsiteX6" fmla="*/ 355572 w 1452848"/>
                <a:gd name="connsiteY6" fmla="*/ 1400497 h 1460863"/>
                <a:gd name="connsiteX7" fmla="*/ 388042 w 1452848"/>
                <a:gd name="connsiteY7" fmla="*/ 1285483 h 1460863"/>
                <a:gd name="connsiteX8" fmla="*/ 393772 w 1452848"/>
                <a:gd name="connsiteY8" fmla="*/ 1272139 h 1460863"/>
                <a:gd name="connsiteX9" fmla="*/ 428788 w 1452848"/>
                <a:gd name="connsiteY9" fmla="*/ 1251805 h 1460863"/>
                <a:gd name="connsiteX10" fmla="*/ 898640 w 1452848"/>
                <a:gd name="connsiteY10" fmla="*/ 903587 h 1460863"/>
                <a:gd name="connsiteX11" fmla="*/ 1244981 w 1452848"/>
                <a:gd name="connsiteY11" fmla="*/ 430824 h 1460863"/>
                <a:gd name="connsiteX12" fmla="*/ 1265354 w 1452848"/>
                <a:gd name="connsiteY12" fmla="*/ 395876 h 1460863"/>
                <a:gd name="connsiteX13" fmla="*/ 1278724 w 1452848"/>
                <a:gd name="connsiteY13" fmla="*/ 390157 h 1460863"/>
                <a:gd name="connsiteX14" fmla="*/ 1392685 w 1452848"/>
                <a:gd name="connsiteY14" fmla="*/ 357750 h 1460863"/>
                <a:gd name="connsiteX15" fmla="*/ 1392685 w 1452848"/>
                <a:gd name="connsiteY15" fmla="*/ 183640 h 1460863"/>
                <a:gd name="connsiteX16" fmla="*/ 1306100 w 1452848"/>
                <a:gd name="connsiteY16" fmla="*/ 147421 h 1460863"/>
                <a:gd name="connsiteX17" fmla="*/ 1219514 w 1452848"/>
                <a:gd name="connsiteY17" fmla="*/ 183640 h 1460863"/>
                <a:gd name="connsiteX18" fmla="*/ 1219514 w 1452848"/>
                <a:gd name="connsiteY18" fmla="*/ 183640 h 1460863"/>
                <a:gd name="connsiteX19" fmla="*/ 1211238 w 1452848"/>
                <a:gd name="connsiteY19" fmla="*/ 193172 h 1460863"/>
                <a:gd name="connsiteX20" fmla="*/ 1197231 w 1452848"/>
                <a:gd name="connsiteY20" fmla="*/ 196985 h 1460863"/>
                <a:gd name="connsiteX21" fmla="*/ 1189592 w 1452848"/>
                <a:gd name="connsiteY21" fmla="*/ 184911 h 1460863"/>
                <a:gd name="connsiteX22" fmla="*/ 1153939 w 1452848"/>
                <a:gd name="connsiteY22" fmla="*/ 91502 h 1460863"/>
                <a:gd name="connsiteX23" fmla="*/ 1067354 w 1452848"/>
                <a:gd name="connsiteY23" fmla="*/ 55283 h 1460863"/>
                <a:gd name="connsiteX24" fmla="*/ 980768 w 1452848"/>
                <a:gd name="connsiteY24" fmla="*/ 91502 h 1460863"/>
                <a:gd name="connsiteX25" fmla="*/ 959759 w 1452848"/>
                <a:gd name="connsiteY25" fmla="*/ 120097 h 1460863"/>
                <a:gd name="connsiteX26" fmla="*/ 947662 w 1452848"/>
                <a:gd name="connsiteY26" fmla="*/ 126451 h 1460863"/>
                <a:gd name="connsiteX27" fmla="*/ 937476 w 1452848"/>
                <a:gd name="connsiteY27" fmla="*/ 117555 h 1460863"/>
                <a:gd name="connsiteX28" fmla="*/ 905643 w 1452848"/>
                <a:gd name="connsiteY28" fmla="*/ 61637 h 1460863"/>
                <a:gd name="connsiteX29" fmla="*/ 819058 w 1452848"/>
                <a:gd name="connsiteY29" fmla="*/ 25417 h 1460863"/>
                <a:gd name="connsiteX30" fmla="*/ 732472 w 1452848"/>
                <a:gd name="connsiteY30" fmla="*/ 61637 h 1460863"/>
                <a:gd name="connsiteX31" fmla="*/ 696820 w 1452848"/>
                <a:gd name="connsiteY31" fmla="*/ 146785 h 1460863"/>
                <a:gd name="connsiteX32" fmla="*/ 687906 w 1452848"/>
                <a:gd name="connsiteY32" fmla="*/ 158223 h 1460863"/>
                <a:gd name="connsiteX33" fmla="*/ 674537 w 1452848"/>
                <a:gd name="connsiteY33" fmla="*/ 153775 h 1460863"/>
                <a:gd name="connsiteX34" fmla="*/ 661167 w 1452848"/>
                <a:gd name="connsiteY34" fmla="*/ 137889 h 1460863"/>
                <a:gd name="connsiteX35" fmla="*/ 574582 w 1452848"/>
                <a:gd name="connsiteY35" fmla="*/ 101669 h 1460863"/>
                <a:gd name="connsiteX36" fmla="*/ 487997 w 1452848"/>
                <a:gd name="connsiteY36" fmla="*/ 137889 h 1460863"/>
                <a:gd name="connsiteX37" fmla="*/ 457437 w 1452848"/>
                <a:gd name="connsiteY37" fmla="*/ 260528 h 1460863"/>
                <a:gd name="connsiteX38" fmla="*/ 452981 w 1452848"/>
                <a:gd name="connsiteY38" fmla="*/ 273872 h 1460863"/>
                <a:gd name="connsiteX39" fmla="*/ 438974 w 1452848"/>
                <a:gd name="connsiteY39" fmla="*/ 273872 h 1460863"/>
                <a:gd name="connsiteX40" fmla="*/ 284904 w 1452848"/>
                <a:gd name="connsiteY40" fmla="*/ 289123 h 1460863"/>
                <a:gd name="connsiteX41" fmla="*/ 269624 w 1452848"/>
                <a:gd name="connsiteY41" fmla="*/ 444168 h 1460863"/>
                <a:gd name="connsiteX42" fmla="*/ 268987 w 1452848"/>
                <a:gd name="connsiteY42" fmla="*/ 458148 h 1460863"/>
                <a:gd name="connsiteX43" fmla="*/ 255618 w 1452848"/>
                <a:gd name="connsiteY43" fmla="*/ 462596 h 1460863"/>
                <a:gd name="connsiteX44" fmla="*/ 134016 w 1452848"/>
                <a:gd name="connsiteY44" fmla="*/ 493097 h 1460863"/>
                <a:gd name="connsiteX45" fmla="*/ 134016 w 1452848"/>
                <a:gd name="connsiteY45" fmla="*/ 667206 h 1460863"/>
                <a:gd name="connsiteX46" fmla="*/ 149932 w 1452848"/>
                <a:gd name="connsiteY46" fmla="*/ 680550 h 1460863"/>
                <a:gd name="connsiteX47" fmla="*/ 154389 w 1452848"/>
                <a:gd name="connsiteY47" fmla="*/ 693894 h 1460863"/>
                <a:gd name="connsiteX48" fmla="*/ 142929 w 1452848"/>
                <a:gd name="connsiteY48" fmla="*/ 702155 h 1460863"/>
                <a:gd name="connsiteX49" fmla="*/ 58254 w 1452848"/>
                <a:gd name="connsiteY49" fmla="*/ 737739 h 1460863"/>
                <a:gd name="connsiteX50" fmla="*/ 58254 w 1452848"/>
                <a:gd name="connsiteY50" fmla="*/ 911848 h 1460863"/>
                <a:gd name="connsiteX51" fmla="*/ 113643 w 1452848"/>
                <a:gd name="connsiteY51" fmla="*/ 943620 h 1460863"/>
                <a:gd name="connsiteX52" fmla="*/ 122556 w 1452848"/>
                <a:gd name="connsiteY52" fmla="*/ 953787 h 1460863"/>
                <a:gd name="connsiteX53" fmla="*/ 116190 w 1452848"/>
                <a:gd name="connsiteY53" fmla="*/ 965860 h 1460863"/>
                <a:gd name="connsiteX54" fmla="*/ 88177 w 1452848"/>
                <a:gd name="connsiteY54" fmla="*/ 986829 h 1460863"/>
                <a:gd name="connsiteX55" fmla="*/ 88177 w 1452848"/>
                <a:gd name="connsiteY55" fmla="*/ 1160938 h 1460863"/>
                <a:gd name="connsiteX56" fmla="*/ 181128 w 1452848"/>
                <a:gd name="connsiteY56" fmla="*/ 1196523 h 1460863"/>
                <a:gd name="connsiteX57" fmla="*/ 183675 w 1452848"/>
                <a:gd name="connsiteY57" fmla="*/ 1196523 h 1460863"/>
                <a:gd name="connsiteX58" fmla="*/ 268987 w 1452848"/>
                <a:gd name="connsiteY58" fmla="*/ 1460863 h 1460863"/>
                <a:gd name="connsiteX59" fmla="*/ 165212 w 1452848"/>
                <a:gd name="connsiteY59" fmla="*/ 1417654 h 1460863"/>
                <a:gd name="connsiteX60" fmla="*/ 155662 w 1452848"/>
                <a:gd name="connsiteY60" fmla="*/ 1220034 h 1460863"/>
                <a:gd name="connsiteX61" fmla="*/ 72897 w 1452848"/>
                <a:gd name="connsiteY61" fmla="*/ 1178730 h 1460863"/>
                <a:gd name="connsiteX62" fmla="*/ 72897 w 1452848"/>
                <a:gd name="connsiteY62" fmla="*/ 970308 h 1460863"/>
                <a:gd name="connsiteX63" fmla="*/ 85630 w 1452848"/>
                <a:gd name="connsiteY63" fmla="*/ 958870 h 1460863"/>
                <a:gd name="connsiteX64" fmla="*/ 42974 w 1452848"/>
                <a:gd name="connsiteY64" fmla="*/ 929005 h 1460863"/>
                <a:gd name="connsiteX65" fmla="*/ 42974 w 1452848"/>
                <a:gd name="connsiteY65" fmla="*/ 720582 h 1460863"/>
                <a:gd name="connsiteX66" fmla="*/ 116190 w 1452848"/>
                <a:gd name="connsiteY66" fmla="*/ 680550 h 1460863"/>
                <a:gd name="connsiteX67" fmla="*/ 118737 w 1452848"/>
                <a:gd name="connsiteY67" fmla="*/ 475305 h 1460863"/>
                <a:gd name="connsiteX68" fmla="*/ 238427 w 1452848"/>
                <a:gd name="connsiteY68" fmla="*/ 432731 h 1460863"/>
                <a:gd name="connsiteX69" fmla="*/ 269624 w 1452848"/>
                <a:gd name="connsiteY69" fmla="*/ 270695 h 1460863"/>
                <a:gd name="connsiteX70" fmla="*/ 430698 w 1452848"/>
                <a:gd name="connsiteY70" fmla="*/ 239559 h 1460863"/>
                <a:gd name="connsiteX71" fmla="*/ 472717 w 1452848"/>
                <a:gd name="connsiteY71" fmla="*/ 119462 h 1460863"/>
                <a:gd name="connsiteX72" fmla="*/ 576492 w 1452848"/>
                <a:gd name="connsiteY72" fmla="*/ 76252 h 1460863"/>
                <a:gd name="connsiteX73" fmla="*/ 576492 w 1452848"/>
                <a:gd name="connsiteY73" fmla="*/ 76252 h 1460863"/>
                <a:gd name="connsiteX74" fmla="*/ 677084 w 1452848"/>
                <a:gd name="connsiteY74" fmla="*/ 116285 h 1460863"/>
                <a:gd name="connsiteX75" fmla="*/ 716556 w 1452848"/>
                <a:gd name="connsiteY75" fmla="*/ 43210 h 1460863"/>
                <a:gd name="connsiteX76" fmla="*/ 820331 w 1452848"/>
                <a:gd name="connsiteY76" fmla="*/ 0 h 1460863"/>
                <a:gd name="connsiteX77" fmla="*/ 924107 w 1452848"/>
                <a:gd name="connsiteY77" fmla="*/ 43210 h 1460863"/>
                <a:gd name="connsiteX78" fmla="*/ 953393 w 1452848"/>
                <a:gd name="connsiteY78" fmla="*/ 85784 h 1460863"/>
                <a:gd name="connsiteX79" fmla="*/ 964215 w 1452848"/>
                <a:gd name="connsiteY79" fmla="*/ 73075 h 1460863"/>
                <a:gd name="connsiteX80" fmla="*/ 1067991 w 1452848"/>
                <a:gd name="connsiteY80" fmla="*/ 29865 h 1460863"/>
                <a:gd name="connsiteX81" fmla="*/ 1171765 w 1452848"/>
                <a:gd name="connsiteY81" fmla="*/ 73075 h 1460863"/>
                <a:gd name="connsiteX82" fmla="*/ 1213148 w 1452848"/>
                <a:gd name="connsiteY82" fmla="*/ 156317 h 1460863"/>
                <a:gd name="connsiteX83" fmla="*/ 1306100 w 1452848"/>
                <a:gd name="connsiteY83" fmla="*/ 122639 h 1460863"/>
                <a:gd name="connsiteX84" fmla="*/ 1409875 w 1452848"/>
                <a:gd name="connsiteY84" fmla="*/ 165848 h 1460863"/>
                <a:gd name="connsiteX85" fmla="*/ 1409875 w 1452848"/>
                <a:gd name="connsiteY85" fmla="*/ 374271 h 1460863"/>
                <a:gd name="connsiteX86" fmla="*/ 1281907 w 1452848"/>
                <a:gd name="connsiteY86" fmla="*/ 415574 h 1460863"/>
                <a:gd name="connsiteX87" fmla="*/ 1265991 w 1452848"/>
                <a:gd name="connsiteY87" fmla="*/ 442898 h 1460863"/>
                <a:gd name="connsiteX88" fmla="*/ 915830 w 1452848"/>
                <a:gd name="connsiteY88" fmla="*/ 920744 h 1460863"/>
                <a:gd name="connsiteX89" fmla="*/ 440884 w 1452848"/>
                <a:gd name="connsiteY89" fmla="*/ 1272775 h 1460863"/>
                <a:gd name="connsiteX90" fmla="*/ 413508 w 1452848"/>
                <a:gd name="connsiteY90" fmla="*/ 1288661 h 1460863"/>
                <a:gd name="connsiteX91" fmla="*/ 372762 w 1452848"/>
                <a:gd name="connsiteY91" fmla="*/ 1417018 h 1460863"/>
                <a:gd name="connsiteX92" fmla="*/ 268987 w 1452848"/>
                <a:gd name="connsiteY92" fmla="*/ 1460863 h 1460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452848" h="1460863">
                  <a:moveTo>
                    <a:pt x="183675" y="1196523"/>
                  </a:moveTo>
                  <a:cubicBezTo>
                    <a:pt x="188769" y="1196523"/>
                    <a:pt x="193225" y="1199700"/>
                    <a:pt x="195135" y="1204148"/>
                  </a:cubicBezTo>
                  <a:cubicBezTo>
                    <a:pt x="197045" y="1209231"/>
                    <a:pt x="195772" y="1214950"/>
                    <a:pt x="191315" y="1218127"/>
                  </a:cubicBezTo>
                  <a:cubicBezTo>
                    <a:pt x="188131" y="1220669"/>
                    <a:pt x="184948" y="1223211"/>
                    <a:pt x="182402" y="1226388"/>
                  </a:cubicBezTo>
                  <a:cubicBezTo>
                    <a:pt x="134653" y="1274046"/>
                    <a:pt x="134653" y="1352204"/>
                    <a:pt x="182402" y="1400497"/>
                  </a:cubicBezTo>
                  <a:cubicBezTo>
                    <a:pt x="205322" y="1424008"/>
                    <a:pt x="235881" y="1436717"/>
                    <a:pt x="268987" y="1436717"/>
                  </a:cubicBezTo>
                  <a:cubicBezTo>
                    <a:pt x="302093" y="1436717"/>
                    <a:pt x="332016" y="1424008"/>
                    <a:pt x="355572" y="1400497"/>
                  </a:cubicBezTo>
                  <a:cubicBezTo>
                    <a:pt x="385495" y="1370632"/>
                    <a:pt x="397591" y="1327422"/>
                    <a:pt x="388042" y="1285483"/>
                  </a:cubicBezTo>
                  <a:cubicBezTo>
                    <a:pt x="386769" y="1280400"/>
                    <a:pt x="389315" y="1274681"/>
                    <a:pt x="393772" y="1272139"/>
                  </a:cubicBezTo>
                  <a:cubicBezTo>
                    <a:pt x="404595" y="1265785"/>
                    <a:pt x="416055" y="1258795"/>
                    <a:pt x="428788" y="1251805"/>
                  </a:cubicBezTo>
                  <a:cubicBezTo>
                    <a:pt x="536383" y="1190168"/>
                    <a:pt x="717193" y="1085957"/>
                    <a:pt x="898640" y="903587"/>
                  </a:cubicBezTo>
                  <a:cubicBezTo>
                    <a:pt x="1080087" y="720582"/>
                    <a:pt x="1183225" y="538848"/>
                    <a:pt x="1244981" y="430824"/>
                  </a:cubicBezTo>
                  <a:cubicBezTo>
                    <a:pt x="1251984" y="418116"/>
                    <a:pt x="1258988" y="406678"/>
                    <a:pt x="1265354" y="395876"/>
                  </a:cubicBezTo>
                  <a:cubicBezTo>
                    <a:pt x="1267901" y="391428"/>
                    <a:pt x="1273630" y="388886"/>
                    <a:pt x="1278724" y="390157"/>
                  </a:cubicBezTo>
                  <a:cubicBezTo>
                    <a:pt x="1320106" y="399688"/>
                    <a:pt x="1362762" y="387615"/>
                    <a:pt x="1392685" y="357750"/>
                  </a:cubicBezTo>
                  <a:cubicBezTo>
                    <a:pt x="1440435" y="310092"/>
                    <a:pt x="1440435" y="231933"/>
                    <a:pt x="1392685" y="183640"/>
                  </a:cubicBezTo>
                  <a:cubicBezTo>
                    <a:pt x="1369766" y="160129"/>
                    <a:pt x="1339206" y="147421"/>
                    <a:pt x="1306100" y="147421"/>
                  </a:cubicBezTo>
                  <a:cubicBezTo>
                    <a:pt x="1272994" y="147421"/>
                    <a:pt x="1243071" y="160129"/>
                    <a:pt x="1219514" y="183640"/>
                  </a:cubicBezTo>
                  <a:lnTo>
                    <a:pt x="1219514" y="183640"/>
                  </a:lnTo>
                  <a:cubicBezTo>
                    <a:pt x="1216331" y="186818"/>
                    <a:pt x="1213785" y="189995"/>
                    <a:pt x="1211238" y="193172"/>
                  </a:cubicBezTo>
                  <a:cubicBezTo>
                    <a:pt x="1208055" y="196985"/>
                    <a:pt x="1202325" y="198891"/>
                    <a:pt x="1197231" y="196985"/>
                  </a:cubicBezTo>
                  <a:cubicBezTo>
                    <a:pt x="1192139" y="195078"/>
                    <a:pt x="1188955" y="189995"/>
                    <a:pt x="1189592" y="184911"/>
                  </a:cubicBezTo>
                  <a:cubicBezTo>
                    <a:pt x="1191502" y="149963"/>
                    <a:pt x="1178769" y="115649"/>
                    <a:pt x="1153939" y="91502"/>
                  </a:cubicBezTo>
                  <a:cubicBezTo>
                    <a:pt x="1131020" y="68627"/>
                    <a:pt x="1100460" y="55283"/>
                    <a:pt x="1067354" y="55283"/>
                  </a:cubicBezTo>
                  <a:cubicBezTo>
                    <a:pt x="1034248" y="55283"/>
                    <a:pt x="1004325" y="67992"/>
                    <a:pt x="980768" y="91502"/>
                  </a:cubicBezTo>
                  <a:cubicBezTo>
                    <a:pt x="972492" y="99763"/>
                    <a:pt x="965489" y="109295"/>
                    <a:pt x="959759" y="120097"/>
                  </a:cubicBezTo>
                  <a:cubicBezTo>
                    <a:pt x="957212" y="124545"/>
                    <a:pt x="952756" y="127087"/>
                    <a:pt x="947662" y="126451"/>
                  </a:cubicBezTo>
                  <a:cubicBezTo>
                    <a:pt x="942569" y="125816"/>
                    <a:pt x="938749" y="122003"/>
                    <a:pt x="937476" y="117555"/>
                  </a:cubicBezTo>
                  <a:cubicBezTo>
                    <a:pt x="931746" y="96586"/>
                    <a:pt x="920923" y="76888"/>
                    <a:pt x="905643" y="61637"/>
                  </a:cubicBezTo>
                  <a:cubicBezTo>
                    <a:pt x="882724" y="38126"/>
                    <a:pt x="852164" y="25417"/>
                    <a:pt x="819058" y="25417"/>
                  </a:cubicBezTo>
                  <a:cubicBezTo>
                    <a:pt x="785952" y="25417"/>
                    <a:pt x="756029" y="38126"/>
                    <a:pt x="732472" y="61637"/>
                  </a:cubicBezTo>
                  <a:cubicBezTo>
                    <a:pt x="709553" y="84513"/>
                    <a:pt x="697456" y="114378"/>
                    <a:pt x="696820" y="146785"/>
                  </a:cubicBezTo>
                  <a:cubicBezTo>
                    <a:pt x="696820" y="151869"/>
                    <a:pt x="693000" y="156952"/>
                    <a:pt x="687906" y="158223"/>
                  </a:cubicBezTo>
                  <a:cubicBezTo>
                    <a:pt x="682814" y="159494"/>
                    <a:pt x="677084" y="158223"/>
                    <a:pt x="674537" y="153775"/>
                  </a:cubicBezTo>
                  <a:cubicBezTo>
                    <a:pt x="670081" y="147421"/>
                    <a:pt x="665624" y="142337"/>
                    <a:pt x="661167" y="137889"/>
                  </a:cubicBezTo>
                  <a:cubicBezTo>
                    <a:pt x="638248" y="114378"/>
                    <a:pt x="607688" y="101669"/>
                    <a:pt x="574582" y="101669"/>
                  </a:cubicBezTo>
                  <a:cubicBezTo>
                    <a:pt x="541476" y="101669"/>
                    <a:pt x="511553" y="114378"/>
                    <a:pt x="487997" y="137889"/>
                  </a:cubicBezTo>
                  <a:cubicBezTo>
                    <a:pt x="456164" y="170296"/>
                    <a:pt x="444704" y="217319"/>
                    <a:pt x="457437" y="260528"/>
                  </a:cubicBezTo>
                  <a:cubicBezTo>
                    <a:pt x="458710" y="265612"/>
                    <a:pt x="457437" y="270695"/>
                    <a:pt x="452981" y="273872"/>
                  </a:cubicBezTo>
                  <a:cubicBezTo>
                    <a:pt x="448524" y="277049"/>
                    <a:pt x="443431" y="277049"/>
                    <a:pt x="438974" y="273872"/>
                  </a:cubicBezTo>
                  <a:cubicBezTo>
                    <a:pt x="390588" y="241465"/>
                    <a:pt x="326286" y="247819"/>
                    <a:pt x="284904" y="289123"/>
                  </a:cubicBezTo>
                  <a:cubicBezTo>
                    <a:pt x="243521" y="330426"/>
                    <a:pt x="237154" y="395876"/>
                    <a:pt x="269624" y="444168"/>
                  </a:cubicBezTo>
                  <a:cubicBezTo>
                    <a:pt x="272171" y="448617"/>
                    <a:pt x="272171" y="454335"/>
                    <a:pt x="268987" y="458148"/>
                  </a:cubicBezTo>
                  <a:cubicBezTo>
                    <a:pt x="265804" y="462596"/>
                    <a:pt x="260710" y="463867"/>
                    <a:pt x="255618" y="462596"/>
                  </a:cubicBezTo>
                  <a:cubicBezTo>
                    <a:pt x="212325" y="449252"/>
                    <a:pt x="165848" y="461325"/>
                    <a:pt x="134016" y="493097"/>
                  </a:cubicBezTo>
                  <a:cubicBezTo>
                    <a:pt x="86266" y="540755"/>
                    <a:pt x="86266" y="618913"/>
                    <a:pt x="134016" y="667206"/>
                  </a:cubicBezTo>
                  <a:cubicBezTo>
                    <a:pt x="138473" y="671654"/>
                    <a:pt x="143565" y="676102"/>
                    <a:pt x="149932" y="680550"/>
                  </a:cubicBezTo>
                  <a:cubicBezTo>
                    <a:pt x="154389" y="683727"/>
                    <a:pt x="156299" y="688811"/>
                    <a:pt x="154389" y="693894"/>
                  </a:cubicBezTo>
                  <a:cubicBezTo>
                    <a:pt x="153115" y="698978"/>
                    <a:pt x="148023" y="702155"/>
                    <a:pt x="142929" y="702155"/>
                  </a:cubicBezTo>
                  <a:cubicBezTo>
                    <a:pt x="111096" y="702790"/>
                    <a:pt x="80537" y="715499"/>
                    <a:pt x="58254" y="737739"/>
                  </a:cubicBezTo>
                  <a:cubicBezTo>
                    <a:pt x="10505" y="785397"/>
                    <a:pt x="10505" y="863555"/>
                    <a:pt x="58254" y="911848"/>
                  </a:cubicBezTo>
                  <a:cubicBezTo>
                    <a:pt x="73533" y="927098"/>
                    <a:pt x="92633" y="937901"/>
                    <a:pt x="113643" y="943620"/>
                  </a:cubicBezTo>
                  <a:cubicBezTo>
                    <a:pt x="118737" y="944891"/>
                    <a:pt x="121920" y="948703"/>
                    <a:pt x="122556" y="953787"/>
                  </a:cubicBezTo>
                  <a:cubicBezTo>
                    <a:pt x="123193" y="958870"/>
                    <a:pt x="120646" y="963318"/>
                    <a:pt x="116190" y="965860"/>
                  </a:cubicBezTo>
                  <a:cubicBezTo>
                    <a:pt x="106003" y="971579"/>
                    <a:pt x="96454" y="978569"/>
                    <a:pt x="88177" y="986829"/>
                  </a:cubicBezTo>
                  <a:cubicBezTo>
                    <a:pt x="40428" y="1034487"/>
                    <a:pt x="40428" y="1112645"/>
                    <a:pt x="88177" y="1160938"/>
                  </a:cubicBezTo>
                  <a:cubicBezTo>
                    <a:pt x="112370" y="1185720"/>
                    <a:pt x="146749" y="1198429"/>
                    <a:pt x="181128" y="1196523"/>
                  </a:cubicBezTo>
                  <a:lnTo>
                    <a:pt x="183675" y="1196523"/>
                  </a:lnTo>
                  <a:moveTo>
                    <a:pt x="268987" y="1460863"/>
                  </a:moveTo>
                  <a:cubicBezTo>
                    <a:pt x="230151" y="1460863"/>
                    <a:pt x="193225" y="1445613"/>
                    <a:pt x="165212" y="1417654"/>
                  </a:cubicBezTo>
                  <a:cubicBezTo>
                    <a:pt x="111733" y="1363642"/>
                    <a:pt x="108549" y="1277858"/>
                    <a:pt x="155662" y="1220034"/>
                  </a:cubicBezTo>
                  <a:cubicBezTo>
                    <a:pt x="124466" y="1215586"/>
                    <a:pt x="95180" y="1200971"/>
                    <a:pt x="72897" y="1178730"/>
                  </a:cubicBezTo>
                  <a:cubicBezTo>
                    <a:pt x="15598" y="1121541"/>
                    <a:pt x="15598" y="1028133"/>
                    <a:pt x="72897" y="970308"/>
                  </a:cubicBezTo>
                  <a:cubicBezTo>
                    <a:pt x="76717" y="966495"/>
                    <a:pt x="81174" y="962683"/>
                    <a:pt x="85630" y="958870"/>
                  </a:cubicBezTo>
                  <a:cubicBezTo>
                    <a:pt x="69714" y="951881"/>
                    <a:pt x="55071" y="941714"/>
                    <a:pt x="42974" y="929005"/>
                  </a:cubicBezTo>
                  <a:cubicBezTo>
                    <a:pt x="-14325" y="871816"/>
                    <a:pt x="-14325" y="778407"/>
                    <a:pt x="42974" y="720582"/>
                  </a:cubicBezTo>
                  <a:cubicBezTo>
                    <a:pt x="63347" y="700249"/>
                    <a:pt x="88177" y="686269"/>
                    <a:pt x="116190" y="680550"/>
                  </a:cubicBezTo>
                  <a:cubicBezTo>
                    <a:pt x="62074" y="622726"/>
                    <a:pt x="62710" y="531859"/>
                    <a:pt x="118737" y="475305"/>
                  </a:cubicBezTo>
                  <a:cubicBezTo>
                    <a:pt x="150569" y="443533"/>
                    <a:pt x="194498" y="428283"/>
                    <a:pt x="238427" y="432731"/>
                  </a:cubicBezTo>
                  <a:cubicBezTo>
                    <a:pt x="215508" y="378083"/>
                    <a:pt x="226968" y="313904"/>
                    <a:pt x="269624" y="270695"/>
                  </a:cubicBezTo>
                  <a:cubicBezTo>
                    <a:pt x="312279" y="227486"/>
                    <a:pt x="376582" y="216048"/>
                    <a:pt x="430698" y="239559"/>
                  </a:cubicBezTo>
                  <a:cubicBezTo>
                    <a:pt x="425604" y="195714"/>
                    <a:pt x="440884" y="151233"/>
                    <a:pt x="472717" y="119462"/>
                  </a:cubicBezTo>
                  <a:cubicBezTo>
                    <a:pt x="500093" y="91502"/>
                    <a:pt x="537019" y="76252"/>
                    <a:pt x="576492" y="76252"/>
                  </a:cubicBezTo>
                  <a:lnTo>
                    <a:pt x="576492" y="76252"/>
                  </a:lnTo>
                  <a:cubicBezTo>
                    <a:pt x="614055" y="76252"/>
                    <a:pt x="649707" y="90232"/>
                    <a:pt x="677084" y="116285"/>
                  </a:cubicBezTo>
                  <a:cubicBezTo>
                    <a:pt x="682814" y="88961"/>
                    <a:pt x="696183" y="63543"/>
                    <a:pt x="716556" y="43210"/>
                  </a:cubicBezTo>
                  <a:cubicBezTo>
                    <a:pt x="743933" y="15250"/>
                    <a:pt x="780859" y="0"/>
                    <a:pt x="820331" y="0"/>
                  </a:cubicBezTo>
                  <a:cubicBezTo>
                    <a:pt x="859804" y="0"/>
                    <a:pt x="896093" y="15250"/>
                    <a:pt x="924107" y="43210"/>
                  </a:cubicBezTo>
                  <a:cubicBezTo>
                    <a:pt x="936202" y="55283"/>
                    <a:pt x="946389" y="69898"/>
                    <a:pt x="953393" y="85784"/>
                  </a:cubicBezTo>
                  <a:cubicBezTo>
                    <a:pt x="956576" y="81336"/>
                    <a:pt x="960396" y="76888"/>
                    <a:pt x="964215" y="73075"/>
                  </a:cubicBezTo>
                  <a:cubicBezTo>
                    <a:pt x="991592" y="45116"/>
                    <a:pt x="1028518" y="29865"/>
                    <a:pt x="1067991" y="29865"/>
                  </a:cubicBezTo>
                  <a:cubicBezTo>
                    <a:pt x="1107463" y="29865"/>
                    <a:pt x="1143753" y="45116"/>
                    <a:pt x="1171765" y="73075"/>
                  </a:cubicBezTo>
                  <a:cubicBezTo>
                    <a:pt x="1194048" y="95951"/>
                    <a:pt x="1208692" y="125181"/>
                    <a:pt x="1213148" y="156317"/>
                  </a:cubicBezTo>
                  <a:cubicBezTo>
                    <a:pt x="1239251" y="134712"/>
                    <a:pt x="1271721" y="122639"/>
                    <a:pt x="1306100" y="122639"/>
                  </a:cubicBezTo>
                  <a:cubicBezTo>
                    <a:pt x="1344936" y="122639"/>
                    <a:pt x="1381862" y="137889"/>
                    <a:pt x="1409875" y="165848"/>
                  </a:cubicBezTo>
                  <a:cubicBezTo>
                    <a:pt x="1467174" y="223037"/>
                    <a:pt x="1467174" y="316446"/>
                    <a:pt x="1409875" y="374271"/>
                  </a:cubicBezTo>
                  <a:cubicBezTo>
                    <a:pt x="1376132" y="407949"/>
                    <a:pt x="1329020" y="423199"/>
                    <a:pt x="1281907" y="415574"/>
                  </a:cubicBezTo>
                  <a:cubicBezTo>
                    <a:pt x="1276813" y="424470"/>
                    <a:pt x="1271721" y="433366"/>
                    <a:pt x="1265991" y="442898"/>
                  </a:cubicBezTo>
                  <a:cubicBezTo>
                    <a:pt x="1203598" y="552192"/>
                    <a:pt x="1099823" y="735833"/>
                    <a:pt x="915830" y="920744"/>
                  </a:cubicBezTo>
                  <a:cubicBezTo>
                    <a:pt x="731836" y="1105656"/>
                    <a:pt x="549752" y="1210502"/>
                    <a:pt x="440884" y="1272775"/>
                  </a:cubicBezTo>
                  <a:cubicBezTo>
                    <a:pt x="431335" y="1278494"/>
                    <a:pt x="421785" y="1283577"/>
                    <a:pt x="413508" y="1288661"/>
                  </a:cubicBezTo>
                  <a:cubicBezTo>
                    <a:pt x="421148" y="1335683"/>
                    <a:pt x="406505" y="1383340"/>
                    <a:pt x="372762" y="1417018"/>
                  </a:cubicBezTo>
                  <a:cubicBezTo>
                    <a:pt x="344749" y="1445613"/>
                    <a:pt x="307823" y="1460863"/>
                    <a:pt x="268987" y="14608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DF78BABB-0091-EC7F-3D52-C7EF05DDBE60}"/>
                </a:ext>
              </a:extLst>
            </p:cNvPr>
            <p:cNvSpPr/>
            <p:nvPr/>
          </p:nvSpPr>
          <p:spPr>
            <a:xfrm>
              <a:off x="7556473" y="5511734"/>
              <a:ext cx="138568" cy="152700"/>
            </a:xfrm>
            <a:custGeom>
              <a:avLst/>
              <a:gdLst>
                <a:gd name="connsiteX0" fmla="*/ 12314 w 138568"/>
                <a:gd name="connsiteY0" fmla="*/ 152065 h 152700"/>
                <a:gd name="connsiteX1" fmla="*/ 218 w 138568"/>
                <a:gd name="connsiteY1" fmla="*/ 141898 h 152700"/>
                <a:gd name="connsiteX2" fmla="*/ 9768 w 138568"/>
                <a:gd name="connsiteY2" fmla="*/ 127918 h 152700"/>
                <a:gd name="connsiteX3" fmla="*/ 114179 w 138568"/>
                <a:gd name="connsiteY3" fmla="*/ 10363 h 152700"/>
                <a:gd name="connsiteX4" fmla="*/ 128185 w 138568"/>
                <a:gd name="connsiteY4" fmla="*/ 196 h 152700"/>
                <a:gd name="connsiteX5" fmla="*/ 138373 w 138568"/>
                <a:gd name="connsiteY5" fmla="*/ 14176 h 152700"/>
                <a:gd name="connsiteX6" fmla="*/ 14225 w 138568"/>
                <a:gd name="connsiteY6" fmla="*/ 152700 h 152700"/>
                <a:gd name="connsiteX7" fmla="*/ 12314 w 138568"/>
                <a:gd name="connsiteY7" fmla="*/ 152065 h 15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568" h="152700">
                  <a:moveTo>
                    <a:pt x="12314" y="152065"/>
                  </a:moveTo>
                  <a:cubicBezTo>
                    <a:pt x="6584" y="152065"/>
                    <a:pt x="1491" y="148252"/>
                    <a:pt x="218" y="141898"/>
                  </a:cubicBezTo>
                  <a:cubicBezTo>
                    <a:pt x="-1055" y="135543"/>
                    <a:pt x="3401" y="129189"/>
                    <a:pt x="9768" y="127918"/>
                  </a:cubicBezTo>
                  <a:cubicBezTo>
                    <a:pt x="13587" y="127283"/>
                    <a:pt x="100173" y="109491"/>
                    <a:pt x="114179" y="10363"/>
                  </a:cubicBezTo>
                  <a:cubicBezTo>
                    <a:pt x="114816" y="4009"/>
                    <a:pt x="121182" y="-1075"/>
                    <a:pt x="128185" y="196"/>
                  </a:cubicBezTo>
                  <a:cubicBezTo>
                    <a:pt x="134552" y="831"/>
                    <a:pt x="139646" y="7186"/>
                    <a:pt x="138373" y="14176"/>
                  </a:cubicBezTo>
                  <a:cubicBezTo>
                    <a:pt x="121819" y="131095"/>
                    <a:pt x="15498" y="152065"/>
                    <a:pt x="14225" y="152700"/>
                  </a:cubicBezTo>
                  <a:cubicBezTo>
                    <a:pt x="13587" y="152065"/>
                    <a:pt x="12951" y="152065"/>
                    <a:pt x="12314" y="1520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838078E6-AE2A-F250-0B39-963BB9F46AEE}"/>
                </a:ext>
              </a:extLst>
            </p:cNvPr>
            <p:cNvSpPr/>
            <p:nvPr/>
          </p:nvSpPr>
          <p:spPr>
            <a:xfrm>
              <a:off x="7485325" y="5294698"/>
              <a:ext cx="165504" cy="116833"/>
            </a:xfrm>
            <a:custGeom>
              <a:avLst/>
              <a:gdLst>
                <a:gd name="connsiteX0" fmla="*/ 19796 w 165504"/>
                <a:gd name="connsiteY0" fmla="*/ 116834 h 116833"/>
                <a:gd name="connsiteX1" fmla="*/ 10883 w 165504"/>
                <a:gd name="connsiteY1" fmla="*/ 116198 h 116833"/>
                <a:gd name="connsiteX2" fmla="*/ 60 w 165504"/>
                <a:gd name="connsiteY2" fmla="*/ 102854 h 116833"/>
                <a:gd name="connsiteX3" fmla="*/ 13430 w 165504"/>
                <a:gd name="connsiteY3" fmla="*/ 92052 h 116833"/>
                <a:gd name="connsiteX4" fmla="*/ 142034 w 165504"/>
                <a:gd name="connsiteY4" fmla="*/ 8175 h 116833"/>
                <a:gd name="connsiteX5" fmla="*/ 157314 w 165504"/>
                <a:gd name="connsiteY5" fmla="*/ 549 h 116833"/>
                <a:gd name="connsiteX6" fmla="*/ 164954 w 165504"/>
                <a:gd name="connsiteY6" fmla="*/ 15800 h 116833"/>
                <a:gd name="connsiteX7" fmla="*/ 19796 w 165504"/>
                <a:gd name="connsiteY7" fmla="*/ 116834 h 11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5504" h="116833">
                  <a:moveTo>
                    <a:pt x="19796" y="116834"/>
                  </a:moveTo>
                  <a:cubicBezTo>
                    <a:pt x="14066" y="116834"/>
                    <a:pt x="10883" y="116834"/>
                    <a:pt x="10883" y="116198"/>
                  </a:cubicBezTo>
                  <a:cubicBezTo>
                    <a:pt x="3880" y="115563"/>
                    <a:pt x="-576" y="109209"/>
                    <a:pt x="60" y="102854"/>
                  </a:cubicBezTo>
                  <a:cubicBezTo>
                    <a:pt x="697" y="95865"/>
                    <a:pt x="6427" y="91416"/>
                    <a:pt x="13430" y="92052"/>
                  </a:cubicBezTo>
                  <a:cubicBezTo>
                    <a:pt x="17250" y="92687"/>
                    <a:pt x="110201" y="100948"/>
                    <a:pt x="142034" y="8175"/>
                  </a:cubicBezTo>
                  <a:cubicBezTo>
                    <a:pt x="143944" y="1820"/>
                    <a:pt x="150947" y="-1357"/>
                    <a:pt x="157314" y="549"/>
                  </a:cubicBezTo>
                  <a:cubicBezTo>
                    <a:pt x="163681" y="2456"/>
                    <a:pt x="166864" y="9446"/>
                    <a:pt x="164954" y="15800"/>
                  </a:cubicBezTo>
                  <a:cubicBezTo>
                    <a:pt x="133122" y="108573"/>
                    <a:pt x="47810" y="116834"/>
                    <a:pt x="19796" y="1168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F21E1241-6900-715C-3084-5A5B08B8D44C}"/>
                </a:ext>
              </a:extLst>
            </p:cNvPr>
            <p:cNvSpPr/>
            <p:nvPr/>
          </p:nvSpPr>
          <p:spPr>
            <a:xfrm>
              <a:off x="7690714" y="5000146"/>
              <a:ext cx="1072700" cy="1004881"/>
            </a:xfrm>
            <a:custGeom>
              <a:avLst/>
              <a:gdLst>
                <a:gd name="connsiteX0" fmla="*/ 91989 w 1072700"/>
                <a:gd name="connsiteY0" fmla="*/ 1004881 h 1004881"/>
                <a:gd name="connsiteX1" fmla="*/ 4768 w 1072700"/>
                <a:gd name="connsiteY1" fmla="*/ 975651 h 1004881"/>
                <a:gd name="connsiteX2" fmla="*/ 2221 w 1072700"/>
                <a:gd name="connsiteY2" fmla="*/ 958494 h 1004881"/>
                <a:gd name="connsiteX3" fmla="*/ 19410 w 1072700"/>
                <a:gd name="connsiteY3" fmla="*/ 955953 h 1004881"/>
                <a:gd name="connsiteX4" fmla="*/ 178574 w 1072700"/>
                <a:gd name="connsiteY4" fmla="*/ 944515 h 1004881"/>
                <a:gd name="connsiteX5" fmla="*/ 211045 w 1072700"/>
                <a:gd name="connsiteY5" fmla="*/ 829501 h 1004881"/>
                <a:gd name="connsiteX6" fmla="*/ 216774 w 1072700"/>
                <a:gd name="connsiteY6" fmla="*/ 816157 h 1004881"/>
                <a:gd name="connsiteX7" fmla="*/ 251790 w 1072700"/>
                <a:gd name="connsiteY7" fmla="*/ 795823 h 1004881"/>
                <a:gd name="connsiteX8" fmla="*/ 722279 w 1072700"/>
                <a:gd name="connsiteY8" fmla="*/ 446970 h 1004881"/>
                <a:gd name="connsiteX9" fmla="*/ 1050157 w 1072700"/>
                <a:gd name="connsiteY9" fmla="*/ 5979 h 1004881"/>
                <a:gd name="connsiteX10" fmla="*/ 1066710 w 1072700"/>
                <a:gd name="connsiteY10" fmla="*/ 1531 h 1004881"/>
                <a:gd name="connsiteX11" fmla="*/ 1071167 w 1072700"/>
                <a:gd name="connsiteY11" fmla="*/ 18052 h 1004881"/>
                <a:gd name="connsiteX12" fmla="*/ 739469 w 1072700"/>
                <a:gd name="connsiteY12" fmla="*/ 464127 h 1004881"/>
                <a:gd name="connsiteX13" fmla="*/ 263887 w 1072700"/>
                <a:gd name="connsiteY13" fmla="*/ 816793 h 1004881"/>
                <a:gd name="connsiteX14" fmla="*/ 236511 w 1072700"/>
                <a:gd name="connsiteY14" fmla="*/ 832679 h 1004881"/>
                <a:gd name="connsiteX15" fmla="*/ 195765 w 1072700"/>
                <a:gd name="connsiteY15" fmla="*/ 961036 h 1004881"/>
                <a:gd name="connsiteX16" fmla="*/ 91989 w 1072700"/>
                <a:gd name="connsiteY16" fmla="*/ 1004881 h 1004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72700" h="1004881">
                  <a:moveTo>
                    <a:pt x="91989" y="1004881"/>
                  </a:moveTo>
                  <a:cubicBezTo>
                    <a:pt x="61430" y="1004881"/>
                    <a:pt x="30234" y="995350"/>
                    <a:pt x="4768" y="975651"/>
                  </a:cubicBezTo>
                  <a:cubicBezTo>
                    <a:pt x="-326" y="971839"/>
                    <a:pt x="-1599" y="964213"/>
                    <a:pt x="2221" y="958494"/>
                  </a:cubicBezTo>
                  <a:cubicBezTo>
                    <a:pt x="6041" y="953411"/>
                    <a:pt x="13681" y="952140"/>
                    <a:pt x="19410" y="955953"/>
                  </a:cubicBezTo>
                  <a:cubicBezTo>
                    <a:pt x="67797" y="992172"/>
                    <a:pt x="135919" y="987089"/>
                    <a:pt x="178574" y="944515"/>
                  </a:cubicBezTo>
                  <a:cubicBezTo>
                    <a:pt x="208498" y="914650"/>
                    <a:pt x="220594" y="871440"/>
                    <a:pt x="211045" y="829501"/>
                  </a:cubicBezTo>
                  <a:cubicBezTo>
                    <a:pt x="209771" y="824418"/>
                    <a:pt x="212318" y="818699"/>
                    <a:pt x="216774" y="816157"/>
                  </a:cubicBezTo>
                  <a:cubicBezTo>
                    <a:pt x="227597" y="809803"/>
                    <a:pt x="239057" y="803449"/>
                    <a:pt x="251790" y="795823"/>
                  </a:cubicBezTo>
                  <a:cubicBezTo>
                    <a:pt x="360021" y="733551"/>
                    <a:pt x="540195" y="629975"/>
                    <a:pt x="722279" y="446970"/>
                  </a:cubicBezTo>
                  <a:cubicBezTo>
                    <a:pt x="879534" y="288747"/>
                    <a:pt x="976305" y="135607"/>
                    <a:pt x="1050157" y="5979"/>
                  </a:cubicBezTo>
                  <a:cubicBezTo>
                    <a:pt x="1053340" y="260"/>
                    <a:pt x="1060981" y="-1647"/>
                    <a:pt x="1066710" y="1531"/>
                  </a:cubicBezTo>
                  <a:cubicBezTo>
                    <a:pt x="1072440" y="4708"/>
                    <a:pt x="1074350" y="12333"/>
                    <a:pt x="1071167" y="18052"/>
                  </a:cubicBezTo>
                  <a:cubicBezTo>
                    <a:pt x="996678" y="148316"/>
                    <a:pt x="898633" y="303362"/>
                    <a:pt x="739469" y="464127"/>
                  </a:cubicBezTo>
                  <a:cubicBezTo>
                    <a:pt x="555475" y="649673"/>
                    <a:pt x="372755" y="753885"/>
                    <a:pt x="263887" y="816793"/>
                  </a:cubicBezTo>
                  <a:cubicBezTo>
                    <a:pt x="254337" y="822512"/>
                    <a:pt x="245423" y="827595"/>
                    <a:pt x="236511" y="832679"/>
                  </a:cubicBezTo>
                  <a:cubicBezTo>
                    <a:pt x="244150" y="879701"/>
                    <a:pt x="229507" y="927358"/>
                    <a:pt x="195765" y="961036"/>
                  </a:cubicBezTo>
                  <a:cubicBezTo>
                    <a:pt x="167752" y="990266"/>
                    <a:pt x="130189" y="1004881"/>
                    <a:pt x="91989" y="100488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AF0A7F3E-22B4-C6F1-15E4-BCE7D669A793}"/>
                </a:ext>
              </a:extLst>
            </p:cNvPr>
            <p:cNvSpPr/>
            <p:nvPr/>
          </p:nvSpPr>
          <p:spPr>
            <a:xfrm>
              <a:off x="8172448" y="4785386"/>
              <a:ext cx="101998" cy="143851"/>
            </a:xfrm>
            <a:custGeom>
              <a:avLst/>
              <a:gdLst>
                <a:gd name="connsiteX0" fmla="*/ 15169 w 101998"/>
                <a:gd name="connsiteY0" fmla="*/ 143852 h 143851"/>
                <a:gd name="connsiteX1" fmla="*/ 3073 w 101998"/>
                <a:gd name="connsiteY1" fmla="*/ 134320 h 143851"/>
                <a:gd name="connsiteX2" fmla="*/ 17079 w 101998"/>
                <a:gd name="connsiteY2" fmla="*/ 49807 h 143851"/>
                <a:gd name="connsiteX3" fmla="*/ 87111 w 101998"/>
                <a:gd name="connsiteY3" fmla="*/ 243 h 143851"/>
                <a:gd name="connsiteX4" fmla="*/ 101755 w 101998"/>
                <a:gd name="connsiteY4" fmla="*/ 9140 h 143851"/>
                <a:gd name="connsiteX5" fmla="*/ 92841 w 101998"/>
                <a:gd name="connsiteY5" fmla="*/ 23755 h 143851"/>
                <a:gd name="connsiteX6" fmla="*/ 38089 w 101998"/>
                <a:gd name="connsiteY6" fmla="*/ 62516 h 143851"/>
                <a:gd name="connsiteX7" fmla="*/ 27265 w 101998"/>
                <a:gd name="connsiteY7" fmla="*/ 128601 h 143851"/>
                <a:gd name="connsiteX8" fmla="*/ 18352 w 101998"/>
                <a:gd name="connsiteY8" fmla="*/ 143216 h 143851"/>
                <a:gd name="connsiteX9" fmla="*/ 15169 w 101998"/>
                <a:gd name="connsiteY9" fmla="*/ 143852 h 143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998" h="143851">
                  <a:moveTo>
                    <a:pt x="15169" y="143852"/>
                  </a:moveTo>
                  <a:cubicBezTo>
                    <a:pt x="9439" y="143852"/>
                    <a:pt x="4346" y="140039"/>
                    <a:pt x="3073" y="134320"/>
                  </a:cubicBezTo>
                  <a:cubicBezTo>
                    <a:pt x="-3931" y="105090"/>
                    <a:pt x="1163" y="75225"/>
                    <a:pt x="17079" y="49807"/>
                  </a:cubicBezTo>
                  <a:cubicBezTo>
                    <a:pt x="32995" y="24390"/>
                    <a:pt x="57825" y="6598"/>
                    <a:pt x="87111" y="243"/>
                  </a:cubicBezTo>
                  <a:cubicBezTo>
                    <a:pt x="93478" y="-1027"/>
                    <a:pt x="100481" y="2785"/>
                    <a:pt x="101755" y="9140"/>
                  </a:cubicBezTo>
                  <a:cubicBezTo>
                    <a:pt x="103028" y="15494"/>
                    <a:pt x="99208" y="22484"/>
                    <a:pt x="92841" y="23755"/>
                  </a:cubicBezTo>
                  <a:cubicBezTo>
                    <a:pt x="69922" y="28838"/>
                    <a:pt x="50822" y="42818"/>
                    <a:pt x="38089" y="62516"/>
                  </a:cubicBezTo>
                  <a:cubicBezTo>
                    <a:pt x="25356" y="82214"/>
                    <a:pt x="21535" y="105726"/>
                    <a:pt x="27265" y="128601"/>
                  </a:cubicBezTo>
                  <a:cubicBezTo>
                    <a:pt x="28539" y="134956"/>
                    <a:pt x="24719" y="141945"/>
                    <a:pt x="18352" y="143216"/>
                  </a:cubicBezTo>
                  <a:cubicBezTo>
                    <a:pt x="16442" y="143852"/>
                    <a:pt x="15806" y="143852"/>
                    <a:pt x="15169" y="1438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5C66F20E-85E5-76CB-38EC-4FF806DA6FD1}"/>
                </a:ext>
              </a:extLst>
            </p:cNvPr>
            <p:cNvSpPr/>
            <p:nvPr/>
          </p:nvSpPr>
          <p:spPr>
            <a:xfrm>
              <a:off x="7890409" y="4874982"/>
              <a:ext cx="101998" cy="143851"/>
            </a:xfrm>
            <a:custGeom>
              <a:avLst/>
              <a:gdLst>
                <a:gd name="connsiteX0" fmla="*/ 15169 w 101998"/>
                <a:gd name="connsiteY0" fmla="*/ 143852 h 143851"/>
                <a:gd name="connsiteX1" fmla="*/ 3072 w 101998"/>
                <a:gd name="connsiteY1" fmla="*/ 134320 h 143851"/>
                <a:gd name="connsiteX2" fmla="*/ 17079 w 101998"/>
                <a:gd name="connsiteY2" fmla="*/ 49807 h 143851"/>
                <a:gd name="connsiteX3" fmla="*/ 87111 w 101998"/>
                <a:gd name="connsiteY3" fmla="*/ 244 h 143851"/>
                <a:gd name="connsiteX4" fmla="*/ 101754 w 101998"/>
                <a:gd name="connsiteY4" fmla="*/ 9140 h 143851"/>
                <a:gd name="connsiteX5" fmla="*/ 92841 w 101998"/>
                <a:gd name="connsiteY5" fmla="*/ 23755 h 143851"/>
                <a:gd name="connsiteX6" fmla="*/ 38089 w 101998"/>
                <a:gd name="connsiteY6" fmla="*/ 62516 h 143851"/>
                <a:gd name="connsiteX7" fmla="*/ 27266 w 101998"/>
                <a:gd name="connsiteY7" fmla="*/ 128601 h 143851"/>
                <a:gd name="connsiteX8" fmla="*/ 18352 w 101998"/>
                <a:gd name="connsiteY8" fmla="*/ 143216 h 143851"/>
                <a:gd name="connsiteX9" fmla="*/ 15169 w 101998"/>
                <a:gd name="connsiteY9" fmla="*/ 143852 h 143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998" h="143851">
                  <a:moveTo>
                    <a:pt x="15169" y="143852"/>
                  </a:moveTo>
                  <a:cubicBezTo>
                    <a:pt x="9439" y="143852"/>
                    <a:pt x="4345" y="140039"/>
                    <a:pt x="3072" y="134320"/>
                  </a:cubicBezTo>
                  <a:cubicBezTo>
                    <a:pt x="-3931" y="105090"/>
                    <a:pt x="1162" y="75225"/>
                    <a:pt x="17079" y="49807"/>
                  </a:cubicBezTo>
                  <a:cubicBezTo>
                    <a:pt x="32995" y="24390"/>
                    <a:pt x="57825" y="6598"/>
                    <a:pt x="87111" y="244"/>
                  </a:cubicBezTo>
                  <a:cubicBezTo>
                    <a:pt x="93477" y="-1027"/>
                    <a:pt x="100481" y="2785"/>
                    <a:pt x="101754" y="9140"/>
                  </a:cubicBezTo>
                  <a:cubicBezTo>
                    <a:pt x="103027" y="15494"/>
                    <a:pt x="99207" y="22484"/>
                    <a:pt x="92841" y="23755"/>
                  </a:cubicBezTo>
                  <a:cubicBezTo>
                    <a:pt x="69921" y="28838"/>
                    <a:pt x="50822" y="42818"/>
                    <a:pt x="38089" y="62516"/>
                  </a:cubicBezTo>
                  <a:cubicBezTo>
                    <a:pt x="25355" y="82214"/>
                    <a:pt x="21536" y="105726"/>
                    <a:pt x="27266" y="128601"/>
                  </a:cubicBezTo>
                  <a:cubicBezTo>
                    <a:pt x="28539" y="134956"/>
                    <a:pt x="24719" y="141945"/>
                    <a:pt x="18352" y="143216"/>
                  </a:cubicBezTo>
                  <a:cubicBezTo>
                    <a:pt x="17079" y="143852"/>
                    <a:pt x="15806" y="143852"/>
                    <a:pt x="15169" y="1438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23CA771F-6BCB-32D5-BB9B-E4B21A112C94}"/>
                </a:ext>
              </a:extLst>
            </p:cNvPr>
            <p:cNvSpPr/>
            <p:nvPr/>
          </p:nvSpPr>
          <p:spPr>
            <a:xfrm>
              <a:off x="8032383" y="5122801"/>
              <a:ext cx="101998" cy="143851"/>
            </a:xfrm>
            <a:custGeom>
              <a:avLst/>
              <a:gdLst>
                <a:gd name="connsiteX0" fmla="*/ 15169 w 101998"/>
                <a:gd name="connsiteY0" fmla="*/ 143852 h 143851"/>
                <a:gd name="connsiteX1" fmla="*/ 3073 w 101998"/>
                <a:gd name="connsiteY1" fmla="*/ 134320 h 143851"/>
                <a:gd name="connsiteX2" fmla="*/ 17079 w 101998"/>
                <a:gd name="connsiteY2" fmla="*/ 49807 h 143851"/>
                <a:gd name="connsiteX3" fmla="*/ 87111 w 101998"/>
                <a:gd name="connsiteY3" fmla="*/ 244 h 143851"/>
                <a:gd name="connsiteX4" fmla="*/ 101755 w 101998"/>
                <a:gd name="connsiteY4" fmla="*/ 9140 h 143851"/>
                <a:gd name="connsiteX5" fmla="*/ 92841 w 101998"/>
                <a:gd name="connsiteY5" fmla="*/ 23755 h 143851"/>
                <a:gd name="connsiteX6" fmla="*/ 38089 w 101998"/>
                <a:gd name="connsiteY6" fmla="*/ 62516 h 143851"/>
                <a:gd name="connsiteX7" fmla="*/ 27265 w 101998"/>
                <a:gd name="connsiteY7" fmla="*/ 128601 h 143851"/>
                <a:gd name="connsiteX8" fmla="*/ 18352 w 101998"/>
                <a:gd name="connsiteY8" fmla="*/ 143216 h 143851"/>
                <a:gd name="connsiteX9" fmla="*/ 15169 w 101998"/>
                <a:gd name="connsiteY9" fmla="*/ 143852 h 143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998" h="143851">
                  <a:moveTo>
                    <a:pt x="15169" y="143852"/>
                  </a:moveTo>
                  <a:cubicBezTo>
                    <a:pt x="9439" y="143852"/>
                    <a:pt x="4346" y="140039"/>
                    <a:pt x="3073" y="134320"/>
                  </a:cubicBezTo>
                  <a:cubicBezTo>
                    <a:pt x="-3931" y="105090"/>
                    <a:pt x="1163" y="75225"/>
                    <a:pt x="17079" y="49807"/>
                  </a:cubicBezTo>
                  <a:cubicBezTo>
                    <a:pt x="32995" y="24390"/>
                    <a:pt x="57825" y="6598"/>
                    <a:pt x="87111" y="244"/>
                  </a:cubicBezTo>
                  <a:cubicBezTo>
                    <a:pt x="93478" y="-1027"/>
                    <a:pt x="100481" y="2785"/>
                    <a:pt x="101755" y="9140"/>
                  </a:cubicBezTo>
                  <a:cubicBezTo>
                    <a:pt x="103028" y="15494"/>
                    <a:pt x="99208" y="22484"/>
                    <a:pt x="92841" y="23755"/>
                  </a:cubicBezTo>
                  <a:cubicBezTo>
                    <a:pt x="69922" y="28838"/>
                    <a:pt x="50822" y="42818"/>
                    <a:pt x="38089" y="62516"/>
                  </a:cubicBezTo>
                  <a:cubicBezTo>
                    <a:pt x="25356" y="82214"/>
                    <a:pt x="21535" y="105726"/>
                    <a:pt x="27265" y="128601"/>
                  </a:cubicBezTo>
                  <a:cubicBezTo>
                    <a:pt x="28539" y="134956"/>
                    <a:pt x="24719" y="141945"/>
                    <a:pt x="18352" y="143216"/>
                  </a:cubicBezTo>
                  <a:cubicBezTo>
                    <a:pt x="16442" y="143852"/>
                    <a:pt x="15806" y="143852"/>
                    <a:pt x="15169" y="1438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8339D158-FF94-8EE4-8447-A107B759A805}"/>
                </a:ext>
              </a:extLst>
            </p:cNvPr>
            <p:cNvSpPr/>
            <p:nvPr/>
          </p:nvSpPr>
          <p:spPr>
            <a:xfrm>
              <a:off x="4864272" y="5415344"/>
              <a:ext cx="1364990" cy="724394"/>
            </a:xfrm>
            <a:custGeom>
              <a:avLst/>
              <a:gdLst>
                <a:gd name="connsiteX0" fmla="*/ 682495 w 1364990"/>
                <a:gd name="connsiteY0" fmla="*/ 724395 h 724394"/>
                <a:gd name="connsiteX1" fmla="*/ 130515 w 1364990"/>
                <a:gd name="connsiteY1" fmla="*/ 653862 h 724394"/>
                <a:gd name="connsiteX2" fmla="*/ 0 w 1364990"/>
                <a:gd name="connsiteY2" fmla="*/ 485472 h 724394"/>
                <a:gd name="connsiteX3" fmla="*/ 0 w 1364990"/>
                <a:gd name="connsiteY3" fmla="*/ 12073 h 724394"/>
                <a:gd name="connsiteX4" fmla="*/ 12096 w 1364990"/>
                <a:gd name="connsiteY4" fmla="*/ 0 h 724394"/>
                <a:gd name="connsiteX5" fmla="*/ 24193 w 1364990"/>
                <a:gd name="connsiteY5" fmla="*/ 12073 h 724394"/>
                <a:gd name="connsiteX6" fmla="*/ 24193 w 1364990"/>
                <a:gd name="connsiteY6" fmla="*/ 485472 h 724394"/>
                <a:gd name="connsiteX7" fmla="*/ 136881 w 1364990"/>
                <a:gd name="connsiteY7" fmla="*/ 630351 h 724394"/>
                <a:gd name="connsiteX8" fmla="*/ 1228109 w 1364990"/>
                <a:gd name="connsiteY8" fmla="*/ 630351 h 724394"/>
                <a:gd name="connsiteX9" fmla="*/ 1340798 w 1364990"/>
                <a:gd name="connsiteY9" fmla="*/ 485472 h 724394"/>
                <a:gd name="connsiteX10" fmla="*/ 1340798 w 1364990"/>
                <a:gd name="connsiteY10" fmla="*/ 12073 h 724394"/>
                <a:gd name="connsiteX11" fmla="*/ 1352894 w 1364990"/>
                <a:gd name="connsiteY11" fmla="*/ 0 h 724394"/>
                <a:gd name="connsiteX12" fmla="*/ 1364991 w 1364990"/>
                <a:gd name="connsiteY12" fmla="*/ 12073 h 724394"/>
                <a:gd name="connsiteX13" fmla="*/ 1364991 w 1364990"/>
                <a:gd name="connsiteY13" fmla="*/ 485472 h 724394"/>
                <a:gd name="connsiteX14" fmla="*/ 1234476 w 1364990"/>
                <a:gd name="connsiteY14" fmla="*/ 653862 h 724394"/>
                <a:gd name="connsiteX15" fmla="*/ 682495 w 1364990"/>
                <a:gd name="connsiteY15" fmla="*/ 724395 h 72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64990" h="724394">
                  <a:moveTo>
                    <a:pt x="682495" y="724395"/>
                  </a:moveTo>
                  <a:cubicBezTo>
                    <a:pt x="496592" y="724395"/>
                    <a:pt x="311325" y="700884"/>
                    <a:pt x="130515" y="653862"/>
                  </a:cubicBezTo>
                  <a:cubicBezTo>
                    <a:pt x="53479" y="633528"/>
                    <a:pt x="0" y="564265"/>
                    <a:pt x="0" y="485472"/>
                  </a:cubicBezTo>
                  <a:lnTo>
                    <a:pt x="0" y="12073"/>
                  </a:lnTo>
                  <a:cubicBezTo>
                    <a:pt x="0" y="5083"/>
                    <a:pt x="5730" y="0"/>
                    <a:pt x="12096" y="0"/>
                  </a:cubicBezTo>
                  <a:cubicBezTo>
                    <a:pt x="19100" y="0"/>
                    <a:pt x="24193" y="5719"/>
                    <a:pt x="24193" y="12073"/>
                  </a:cubicBezTo>
                  <a:lnTo>
                    <a:pt x="24193" y="485472"/>
                  </a:lnTo>
                  <a:cubicBezTo>
                    <a:pt x="24193" y="553463"/>
                    <a:pt x="70669" y="613194"/>
                    <a:pt x="136881" y="630351"/>
                  </a:cubicBezTo>
                  <a:cubicBezTo>
                    <a:pt x="494045" y="723760"/>
                    <a:pt x="870946" y="723760"/>
                    <a:pt x="1228109" y="630351"/>
                  </a:cubicBezTo>
                  <a:cubicBezTo>
                    <a:pt x="1294322" y="613194"/>
                    <a:pt x="1340798" y="553463"/>
                    <a:pt x="1340798" y="485472"/>
                  </a:cubicBezTo>
                  <a:lnTo>
                    <a:pt x="1340798" y="12073"/>
                  </a:lnTo>
                  <a:cubicBezTo>
                    <a:pt x="1340798" y="5083"/>
                    <a:pt x="1346528" y="0"/>
                    <a:pt x="1352894" y="0"/>
                  </a:cubicBezTo>
                  <a:cubicBezTo>
                    <a:pt x="1359897" y="0"/>
                    <a:pt x="1364991" y="5719"/>
                    <a:pt x="1364991" y="12073"/>
                  </a:cubicBezTo>
                  <a:lnTo>
                    <a:pt x="1364991" y="485472"/>
                  </a:lnTo>
                  <a:cubicBezTo>
                    <a:pt x="1364991" y="564901"/>
                    <a:pt x="1311512" y="634163"/>
                    <a:pt x="1234476" y="653862"/>
                  </a:cubicBezTo>
                  <a:cubicBezTo>
                    <a:pt x="1053666" y="700884"/>
                    <a:pt x="868399" y="724395"/>
                    <a:pt x="682495" y="72439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38CF7B85-D8D3-63FD-E302-100AF343AF77}"/>
                </a:ext>
              </a:extLst>
            </p:cNvPr>
            <p:cNvSpPr/>
            <p:nvPr/>
          </p:nvSpPr>
          <p:spPr>
            <a:xfrm>
              <a:off x="4863635" y="5295194"/>
              <a:ext cx="1364353" cy="562412"/>
            </a:xfrm>
            <a:custGeom>
              <a:avLst/>
              <a:gdLst>
                <a:gd name="connsiteX0" fmla="*/ 1161261 w 1364353"/>
                <a:gd name="connsiteY0" fmla="*/ 561777 h 562412"/>
                <a:gd name="connsiteX1" fmla="*/ 1104598 w 1364353"/>
                <a:gd name="connsiteY1" fmla="*/ 538902 h 562412"/>
                <a:gd name="connsiteX2" fmla="*/ 1079769 w 1364353"/>
                <a:gd name="connsiteY2" fmla="*/ 480442 h 562412"/>
                <a:gd name="connsiteX3" fmla="*/ 1079769 w 1364353"/>
                <a:gd name="connsiteY3" fmla="*/ 281551 h 562412"/>
                <a:gd name="connsiteX4" fmla="*/ 1069582 w 1364353"/>
                <a:gd name="connsiteY4" fmla="*/ 259946 h 562412"/>
                <a:gd name="connsiteX5" fmla="*/ 1046663 w 1364353"/>
                <a:gd name="connsiteY5" fmla="*/ 252956 h 562412"/>
                <a:gd name="connsiteX6" fmla="*/ 1019923 w 1364353"/>
                <a:gd name="connsiteY6" fmla="*/ 282186 h 562412"/>
                <a:gd name="connsiteX7" fmla="*/ 1019923 w 1364353"/>
                <a:gd name="connsiteY7" fmla="*/ 394023 h 562412"/>
                <a:gd name="connsiteX8" fmla="*/ 996367 w 1364353"/>
                <a:gd name="connsiteY8" fmla="*/ 449941 h 562412"/>
                <a:gd name="connsiteX9" fmla="*/ 939705 w 1364353"/>
                <a:gd name="connsiteY9" fmla="*/ 472181 h 562412"/>
                <a:gd name="connsiteX10" fmla="*/ 863942 w 1364353"/>
                <a:gd name="connsiteY10" fmla="*/ 391481 h 562412"/>
                <a:gd name="connsiteX11" fmla="*/ 863942 w 1364353"/>
                <a:gd name="connsiteY11" fmla="*/ 299978 h 562412"/>
                <a:gd name="connsiteX12" fmla="*/ 855029 w 1364353"/>
                <a:gd name="connsiteY12" fmla="*/ 279009 h 562412"/>
                <a:gd name="connsiteX13" fmla="*/ 833383 w 1364353"/>
                <a:gd name="connsiteY13" fmla="*/ 270749 h 562412"/>
                <a:gd name="connsiteX14" fmla="*/ 682495 w 1364353"/>
                <a:gd name="connsiteY14" fmla="*/ 273926 h 562412"/>
                <a:gd name="connsiteX15" fmla="*/ 0 w 1364353"/>
                <a:gd name="connsiteY15" fmla="*/ 132859 h 562412"/>
                <a:gd name="connsiteX16" fmla="*/ 439293 w 1364353"/>
                <a:gd name="connsiteY16" fmla="*/ 54 h 562412"/>
                <a:gd name="connsiteX17" fmla="*/ 452663 w 1364353"/>
                <a:gd name="connsiteY17" fmla="*/ 11491 h 562412"/>
                <a:gd name="connsiteX18" fmla="*/ 441203 w 1364353"/>
                <a:gd name="connsiteY18" fmla="*/ 24836 h 562412"/>
                <a:gd name="connsiteX19" fmla="*/ 24193 w 1364353"/>
                <a:gd name="connsiteY19" fmla="*/ 132859 h 562412"/>
                <a:gd name="connsiteX20" fmla="*/ 681859 w 1364353"/>
                <a:gd name="connsiteY20" fmla="*/ 249779 h 562412"/>
                <a:gd name="connsiteX21" fmla="*/ 831473 w 1364353"/>
                <a:gd name="connsiteY21" fmla="*/ 246602 h 562412"/>
                <a:gd name="connsiteX22" fmla="*/ 870946 w 1364353"/>
                <a:gd name="connsiteY22" fmla="*/ 261217 h 562412"/>
                <a:gd name="connsiteX23" fmla="*/ 887499 w 1364353"/>
                <a:gd name="connsiteY23" fmla="*/ 299978 h 562412"/>
                <a:gd name="connsiteX24" fmla="*/ 887499 w 1364353"/>
                <a:gd name="connsiteY24" fmla="*/ 391481 h 562412"/>
                <a:gd name="connsiteX25" fmla="*/ 939705 w 1364353"/>
                <a:gd name="connsiteY25" fmla="*/ 448035 h 562412"/>
                <a:gd name="connsiteX26" fmla="*/ 978541 w 1364353"/>
                <a:gd name="connsiteY26" fmla="*/ 432784 h 562412"/>
                <a:gd name="connsiteX27" fmla="*/ 995093 w 1364353"/>
                <a:gd name="connsiteY27" fmla="*/ 394658 h 562412"/>
                <a:gd name="connsiteX28" fmla="*/ 995093 w 1364353"/>
                <a:gd name="connsiteY28" fmla="*/ 282822 h 562412"/>
                <a:gd name="connsiteX29" fmla="*/ 1042206 w 1364353"/>
                <a:gd name="connsiteY29" fmla="*/ 229445 h 562412"/>
                <a:gd name="connsiteX30" fmla="*/ 1084862 w 1364353"/>
                <a:gd name="connsiteY30" fmla="*/ 242154 h 562412"/>
                <a:gd name="connsiteX31" fmla="*/ 1102689 w 1364353"/>
                <a:gd name="connsiteY31" fmla="*/ 282186 h 562412"/>
                <a:gd name="connsiteX32" fmla="*/ 1102689 w 1364353"/>
                <a:gd name="connsiteY32" fmla="*/ 481077 h 562412"/>
                <a:gd name="connsiteX33" fmla="*/ 1119878 w 1364353"/>
                <a:gd name="connsiteY33" fmla="*/ 521745 h 562412"/>
                <a:gd name="connsiteX34" fmla="*/ 1161261 w 1364353"/>
                <a:gd name="connsiteY34" fmla="*/ 537631 h 562412"/>
                <a:gd name="connsiteX35" fmla="*/ 1216650 w 1364353"/>
                <a:gd name="connsiteY35" fmla="*/ 477900 h 562412"/>
                <a:gd name="connsiteX36" fmla="*/ 1216650 w 1364353"/>
                <a:gd name="connsiteY36" fmla="*/ 237706 h 562412"/>
                <a:gd name="connsiteX37" fmla="*/ 1253576 w 1364353"/>
                <a:gd name="connsiteY37" fmla="*/ 186871 h 562412"/>
                <a:gd name="connsiteX38" fmla="*/ 1339525 w 1364353"/>
                <a:gd name="connsiteY38" fmla="*/ 132224 h 562412"/>
                <a:gd name="connsiteX39" fmla="*/ 961988 w 1364353"/>
                <a:gd name="connsiteY39" fmla="*/ 27377 h 562412"/>
                <a:gd name="connsiteX40" fmla="*/ 951164 w 1364353"/>
                <a:gd name="connsiteY40" fmla="*/ 14033 h 562412"/>
                <a:gd name="connsiteX41" fmla="*/ 964534 w 1364353"/>
                <a:gd name="connsiteY41" fmla="*/ 3231 h 562412"/>
                <a:gd name="connsiteX42" fmla="*/ 1364354 w 1364353"/>
                <a:gd name="connsiteY42" fmla="*/ 132224 h 562412"/>
                <a:gd name="connsiteX43" fmla="*/ 1261216 w 1364353"/>
                <a:gd name="connsiteY43" fmla="*/ 209747 h 562412"/>
                <a:gd name="connsiteX44" fmla="*/ 1240843 w 1364353"/>
                <a:gd name="connsiteY44" fmla="*/ 237706 h 562412"/>
                <a:gd name="connsiteX45" fmla="*/ 1240843 w 1364353"/>
                <a:gd name="connsiteY45" fmla="*/ 477900 h 562412"/>
                <a:gd name="connsiteX46" fmla="*/ 1161897 w 1364353"/>
                <a:gd name="connsiteY46" fmla="*/ 562413 h 562412"/>
                <a:gd name="connsiteX47" fmla="*/ 1161261 w 1364353"/>
                <a:gd name="connsiteY47" fmla="*/ 561777 h 562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364353" h="562412">
                  <a:moveTo>
                    <a:pt x="1161261" y="561777"/>
                  </a:moveTo>
                  <a:cubicBezTo>
                    <a:pt x="1139614" y="561777"/>
                    <a:pt x="1119878" y="553517"/>
                    <a:pt x="1104598" y="538902"/>
                  </a:cubicBezTo>
                  <a:cubicBezTo>
                    <a:pt x="1088682" y="523651"/>
                    <a:pt x="1079769" y="502682"/>
                    <a:pt x="1079769" y="480442"/>
                  </a:cubicBezTo>
                  <a:lnTo>
                    <a:pt x="1079769" y="281551"/>
                  </a:lnTo>
                  <a:cubicBezTo>
                    <a:pt x="1079769" y="273290"/>
                    <a:pt x="1075949" y="265030"/>
                    <a:pt x="1069582" y="259946"/>
                  </a:cubicBezTo>
                  <a:cubicBezTo>
                    <a:pt x="1063216" y="254227"/>
                    <a:pt x="1054939" y="251686"/>
                    <a:pt x="1046663" y="252956"/>
                  </a:cubicBezTo>
                  <a:cubicBezTo>
                    <a:pt x="1031383" y="254863"/>
                    <a:pt x="1019923" y="267571"/>
                    <a:pt x="1019923" y="282186"/>
                  </a:cubicBezTo>
                  <a:lnTo>
                    <a:pt x="1019923" y="394023"/>
                  </a:lnTo>
                  <a:cubicBezTo>
                    <a:pt x="1019923" y="414992"/>
                    <a:pt x="1011647" y="435326"/>
                    <a:pt x="996367" y="449941"/>
                  </a:cubicBezTo>
                  <a:cubicBezTo>
                    <a:pt x="981087" y="464556"/>
                    <a:pt x="960714" y="472181"/>
                    <a:pt x="939705" y="472181"/>
                  </a:cubicBezTo>
                  <a:cubicBezTo>
                    <a:pt x="897685" y="470910"/>
                    <a:pt x="863942" y="434691"/>
                    <a:pt x="863942" y="391481"/>
                  </a:cubicBezTo>
                  <a:lnTo>
                    <a:pt x="863942" y="299978"/>
                  </a:lnTo>
                  <a:cubicBezTo>
                    <a:pt x="863942" y="291718"/>
                    <a:pt x="860759" y="284728"/>
                    <a:pt x="855029" y="279009"/>
                  </a:cubicBezTo>
                  <a:cubicBezTo>
                    <a:pt x="849299" y="273290"/>
                    <a:pt x="841659" y="270749"/>
                    <a:pt x="833383" y="270749"/>
                  </a:cubicBezTo>
                  <a:cubicBezTo>
                    <a:pt x="784360" y="272655"/>
                    <a:pt x="733428" y="273926"/>
                    <a:pt x="682495" y="273926"/>
                  </a:cubicBezTo>
                  <a:cubicBezTo>
                    <a:pt x="351434" y="273926"/>
                    <a:pt x="0" y="224362"/>
                    <a:pt x="0" y="132859"/>
                  </a:cubicBezTo>
                  <a:cubicBezTo>
                    <a:pt x="0" y="41357"/>
                    <a:pt x="336154" y="8314"/>
                    <a:pt x="439293" y="54"/>
                  </a:cubicBezTo>
                  <a:cubicBezTo>
                    <a:pt x="446296" y="-582"/>
                    <a:pt x="452026" y="4502"/>
                    <a:pt x="452663" y="11491"/>
                  </a:cubicBezTo>
                  <a:cubicBezTo>
                    <a:pt x="453299" y="18481"/>
                    <a:pt x="448206" y="24200"/>
                    <a:pt x="441203" y="24836"/>
                  </a:cubicBezTo>
                  <a:cubicBezTo>
                    <a:pt x="170624" y="45169"/>
                    <a:pt x="24193" y="95369"/>
                    <a:pt x="24193" y="132859"/>
                  </a:cubicBezTo>
                  <a:cubicBezTo>
                    <a:pt x="24193" y="180517"/>
                    <a:pt x="258483" y="249779"/>
                    <a:pt x="681859" y="249779"/>
                  </a:cubicBezTo>
                  <a:cubicBezTo>
                    <a:pt x="732155" y="249779"/>
                    <a:pt x="782451" y="248508"/>
                    <a:pt x="831473" y="246602"/>
                  </a:cubicBezTo>
                  <a:cubicBezTo>
                    <a:pt x="846116" y="245967"/>
                    <a:pt x="860123" y="251050"/>
                    <a:pt x="870946" y="261217"/>
                  </a:cubicBezTo>
                  <a:cubicBezTo>
                    <a:pt x="881769" y="271384"/>
                    <a:pt x="887499" y="285364"/>
                    <a:pt x="887499" y="299978"/>
                  </a:cubicBezTo>
                  <a:lnTo>
                    <a:pt x="887499" y="391481"/>
                  </a:lnTo>
                  <a:cubicBezTo>
                    <a:pt x="887499" y="421346"/>
                    <a:pt x="911055" y="446764"/>
                    <a:pt x="939705" y="448035"/>
                  </a:cubicBezTo>
                  <a:cubicBezTo>
                    <a:pt x="954348" y="448670"/>
                    <a:pt x="968354" y="442951"/>
                    <a:pt x="978541" y="432784"/>
                  </a:cubicBezTo>
                  <a:cubicBezTo>
                    <a:pt x="989364" y="422617"/>
                    <a:pt x="995093" y="409273"/>
                    <a:pt x="995093" y="394658"/>
                  </a:cubicBezTo>
                  <a:lnTo>
                    <a:pt x="995093" y="282822"/>
                  </a:lnTo>
                  <a:cubicBezTo>
                    <a:pt x="995093" y="256134"/>
                    <a:pt x="1015467" y="233258"/>
                    <a:pt x="1042206" y="229445"/>
                  </a:cubicBezTo>
                  <a:cubicBezTo>
                    <a:pt x="1058123" y="227539"/>
                    <a:pt x="1073402" y="231987"/>
                    <a:pt x="1084862" y="242154"/>
                  </a:cubicBezTo>
                  <a:cubicBezTo>
                    <a:pt x="1096322" y="252321"/>
                    <a:pt x="1102689" y="266936"/>
                    <a:pt x="1102689" y="282186"/>
                  </a:cubicBezTo>
                  <a:lnTo>
                    <a:pt x="1102689" y="481077"/>
                  </a:lnTo>
                  <a:cubicBezTo>
                    <a:pt x="1102689" y="496328"/>
                    <a:pt x="1109055" y="510943"/>
                    <a:pt x="1119878" y="521745"/>
                  </a:cubicBezTo>
                  <a:cubicBezTo>
                    <a:pt x="1131338" y="532547"/>
                    <a:pt x="1145981" y="538266"/>
                    <a:pt x="1161261" y="537631"/>
                  </a:cubicBezTo>
                  <a:cubicBezTo>
                    <a:pt x="1191820" y="536996"/>
                    <a:pt x="1216650" y="509672"/>
                    <a:pt x="1216650" y="477900"/>
                  </a:cubicBezTo>
                  <a:lnTo>
                    <a:pt x="1216650" y="237706"/>
                  </a:lnTo>
                  <a:cubicBezTo>
                    <a:pt x="1216650" y="214195"/>
                    <a:pt x="1231293" y="193861"/>
                    <a:pt x="1253576" y="186871"/>
                  </a:cubicBezTo>
                  <a:cubicBezTo>
                    <a:pt x="1333158" y="161454"/>
                    <a:pt x="1339525" y="138578"/>
                    <a:pt x="1339525" y="132224"/>
                  </a:cubicBezTo>
                  <a:cubicBezTo>
                    <a:pt x="1339525" y="96640"/>
                    <a:pt x="1209647" y="49617"/>
                    <a:pt x="961988" y="27377"/>
                  </a:cubicBezTo>
                  <a:cubicBezTo>
                    <a:pt x="954984" y="26742"/>
                    <a:pt x="950528" y="21023"/>
                    <a:pt x="951164" y="14033"/>
                  </a:cubicBezTo>
                  <a:cubicBezTo>
                    <a:pt x="951801" y="7043"/>
                    <a:pt x="957531" y="2595"/>
                    <a:pt x="964534" y="3231"/>
                  </a:cubicBezTo>
                  <a:cubicBezTo>
                    <a:pt x="1084862" y="14033"/>
                    <a:pt x="1364354" y="47711"/>
                    <a:pt x="1364354" y="132224"/>
                  </a:cubicBezTo>
                  <a:cubicBezTo>
                    <a:pt x="1364354" y="162089"/>
                    <a:pt x="1330611" y="187507"/>
                    <a:pt x="1261216" y="209747"/>
                  </a:cubicBezTo>
                  <a:cubicBezTo>
                    <a:pt x="1249119" y="213560"/>
                    <a:pt x="1240843" y="224997"/>
                    <a:pt x="1240843" y="237706"/>
                  </a:cubicBezTo>
                  <a:lnTo>
                    <a:pt x="1240843" y="477900"/>
                  </a:lnTo>
                  <a:cubicBezTo>
                    <a:pt x="1240843" y="523016"/>
                    <a:pt x="1205190" y="561142"/>
                    <a:pt x="1161897" y="562413"/>
                  </a:cubicBezTo>
                  <a:cubicBezTo>
                    <a:pt x="1162534" y="561777"/>
                    <a:pt x="1161897" y="561777"/>
                    <a:pt x="1161261" y="5617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CD861EF5-4559-28E3-B3DE-0A8C82FC2609}"/>
                </a:ext>
              </a:extLst>
            </p:cNvPr>
            <p:cNvSpPr/>
            <p:nvPr/>
          </p:nvSpPr>
          <p:spPr>
            <a:xfrm>
              <a:off x="5274158" y="4321127"/>
              <a:ext cx="799384" cy="1040205"/>
            </a:xfrm>
            <a:custGeom>
              <a:avLst/>
              <a:gdLst>
                <a:gd name="connsiteX0" fmla="*/ 108989 w 799384"/>
                <a:gd name="connsiteY0" fmla="*/ 832419 h 1040205"/>
                <a:gd name="connsiteX1" fmla="*/ 129362 w 799384"/>
                <a:gd name="connsiteY1" fmla="*/ 834961 h 1040205"/>
                <a:gd name="connsiteX2" fmla="*/ 173291 w 799384"/>
                <a:gd name="connsiteY2" fmla="*/ 869909 h 1040205"/>
                <a:gd name="connsiteX3" fmla="*/ 191117 w 799384"/>
                <a:gd name="connsiteY3" fmla="*/ 902316 h 1040205"/>
                <a:gd name="connsiteX4" fmla="*/ 200667 w 799384"/>
                <a:gd name="connsiteY4" fmla="*/ 958870 h 1040205"/>
                <a:gd name="connsiteX5" fmla="*/ 212127 w 799384"/>
                <a:gd name="connsiteY5" fmla="*/ 997632 h 1040205"/>
                <a:gd name="connsiteX6" fmla="*/ 266880 w 799384"/>
                <a:gd name="connsiteY6" fmla="*/ 1013517 h 1040205"/>
                <a:gd name="connsiteX7" fmla="*/ 299349 w 799384"/>
                <a:gd name="connsiteY7" fmla="*/ 983652 h 1040205"/>
                <a:gd name="connsiteX8" fmla="*/ 296803 w 799384"/>
                <a:gd name="connsiteY8" fmla="*/ 940442 h 1040205"/>
                <a:gd name="connsiteX9" fmla="*/ 271973 w 799384"/>
                <a:gd name="connsiteY9" fmla="*/ 918202 h 1040205"/>
                <a:gd name="connsiteX10" fmla="*/ 230590 w 799384"/>
                <a:gd name="connsiteY10" fmla="*/ 880712 h 1040205"/>
                <a:gd name="connsiteX11" fmla="*/ 212764 w 799384"/>
                <a:gd name="connsiteY11" fmla="*/ 848305 h 1040205"/>
                <a:gd name="connsiteX12" fmla="*/ 241413 w 799384"/>
                <a:gd name="connsiteY12" fmla="*/ 749177 h 1040205"/>
                <a:gd name="connsiteX13" fmla="*/ 268153 w 799384"/>
                <a:gd name="connsiteY13" fmla="*/ 734562 h 1040205"/>
                <a:gd name="connsiteX14" fmla="*/ 303806 w 799384"/>
                <a:gd name="connsiteY14" fmla="*/ 730749 h 1040205"/>
                <a:gd name="connsiteX15" fmla="*/ 331819 w 799384"/>
                <a:gd name="connsiteY15" fmla="*/ 752989 h 1040205"/>
                <a:gd name="connsiteX16" fmla="*/ 341369 w 799384"/>
                <a:gd name="connsiteY16" fmla="*/ 809543 h 1040205"/>
                <a:gd name="connsiteX17" fmla="*/ 352828 w 799384"/>
                <a:gd name="connsiteY17" fmla="*/ 848305 h 1040205"/>
                <a:gd name="connsiteX18" fmla="*/ 407581 w 799384"/>
                <a:gd name="connsiteY18" fmla="*/ 864190 h 1040205"/>
                <a:gd name="connsiteX19" fmla="*/ 440050 w 799384"/>
                <a:gd name="connsiteY19" fmla="*/ 834325 h 1040205"/>
                <a:gd name="connsiteX20" fmla="*/ 437503 w 799384"/>
                <a:gd name="connsiteY20" fmla="*/ 791115 h 1040205"/>
                <a:gd name="connsiteX21" fmla="*/ 415857 w 799384"/>
                <a:gd name="connsiteY21" fmla="*/ 770146 h 1040205"/>
                <a:gd name="connsiteX22" fmla="*/ 370018 w 799384"/>
                <a:gd name="connsiteY22" fmla="*/ 728208 h 1040205"/>
                <a:gd name="connsiteX23" fmla="*/ 366198 w 799384"/>
                <a:gd name="connsiteY23" fmla="*/ 695800 h 1040205"/>
                <a:gd name="connsiteX24" fmla="*/ 386571 w 799384"/>
                <a:gd name="connsiteY24" fmla="*/ 670383 h 1040205"/>
                <a:gd name="connsiteX25" fmla="*/ 436867 w 799384"/>
                <a:gd name="connsiteY25" fmla="*/ 642424 h 1040205"/>
                <a:gd name="connsiteX26" fmla="*/ 527909 w 799384"/>
                <a:gd name="connsiteY26" fmla="*/ 668477 h 1040205"/>
                <a:gd name="connsiteX27" fmla="*/ 566108 w 799384"/>
                <a:gd name="connsiteY27" fmla="*/ 789209 h 1040205"/>
                <a:gd name="connsiteX28" fmla="*/ 576931 w 799384"/>
                <a:gd name="connsiteY28" fmla="*/ 813991 h 1040205"/>
                <a:gd name="connsiteX29" fmla="*/ 631684 w 799384"/>
                <a:gd name="connsiteY29" fmla="*/ 829877 h 1040205"/>
                <a:gd name="connsiteX30" fmla="*/ 664153 w 799384"/>
                <a:gd name="connsiteY30" fmla="*/ 800012 h 1040205"/>
                <a:gd name="connsiteX31" fmla="*/ 661606 w 799384"/>
                <a:gd name="connsiteY31" fmla="*/ 756802 h 1040205"/>
                <a:gd name="connsiteX32" fmla="*/ 649510 w 799384"/>
                <a:gd name="connsiteY32" fmla="*/ 742187 h 1040205"/>
                <a:gd name="connsiteX33" fmla="*/ 560378 w 799384"/>
                <a:gd name="connsiteY33" fmla="*/ 633528 h 1040205"/>
                <a:gd name="connsiteX34" fmla="*/ 555921 w 799384"/>
                <a:gd name="connsiteY34" fmla="*/ 594131 h 1040205"/>
                <a:gd name="connsiteX35" fmla="*/ 580751 w 799384"/>
                <a:gd name="connsiteY35" fmla="*/ 562995 h 1040205"/>
                <a:gd name="connsiteX36" fmla="*/ 774931 w 799384"/>
                <a:gd name="connsiteY36" fmla="*/ 455606 h 1040205"/>
                <a:gd name="connsiteX37" fmla="*/ 139548 w 799384"/>
                <a:gd name="connsiteY37" fmla="*/ 25417 h 1040205"/>
                <a:gd name="connsiteX38" fmla="*/ 31317 w 799384"/>
                <a:gd name="connsiteY38" fmla="*/ 867368 h 1040205"/>
                <a:gd name="connsiteX39" fmla="*/ 77793 w 799384"/>
                <a:gd name="connsiteY39" fmla="*/ 841950 h 1040205"/>
                <a:gd name="connsiteX40" fmla="*/ 108989 w 799384"/>
                <a:gd name="connsiteY40" fmla="*/ 832419 h 1040205"/>
                <a:gd name="connsiteX41" fmla="*/ 250963 w 799384"/>
                <a:gd name="connsiteY41" fmla="*/ 1040206 h 1040205"/>
                <a:gd name="connsiteX42" fmla="*/ 193027 w 799384"/>
                <a:gd name="connsiteY42" fmla="*/ 1012882 h 1040205"/>
                <a:gd name="connsiteX43" fmla="*/ 176474 w 799384"/>
                <a:gd name="connsiteY43" fmla="*/ 955693 h 1040205"/>
                <a:gd name="connsiteX44" fmla="*/ 169471 w 799384"/>
                <a:gd name="connsiteY44" fmla="*/ 914390 h 1040205"/>
                <a:gd name="connsiteX45" fmla="*/ 151645 w 799384"/>
                <a:gd name="connsiteY45" fmla="*/ 881983 h 1040205"/>
                <a:gd name="connsiteX46" fmla="*/ 122359 w 799384"/>
                <a:gd name="connsiteY46" fmla="*/ 859107 h 1040205"/>
                <a:gd name="connsiteX47" fmla="*/ 85433 w 799384"/>
                <a:gd name="connsiteY47" fmla="*/ 863555 h 1040205"/>
                <a:gd name="connsiteX48" fmla="*/ 17947 w 799384"/>
                <a:gd name="connsiteY48" fmla="*/ 901046 h 1040205"/>
                <a:gd name="connsiteX49" fmla="*/ 5214 w 799384"/>
                <a:gd name="connsiteY49" fmla="*/ 900410 h 1040205"/>
                <a:gd name="connsiteX50" fmla="*/ 121 w 799384"/>
                <a:gd name="connsiteY50" fmla="*/ 888972 h 1040205"/>
                <a:gd name="connsiteX51" fmla="*/ 112809 w 799384"/>
                <a:gd name="connsiteY51" fmla="*/ 10802 h 1040205"/>
                <a:gd name="connsiteX52" fmla="*/ 117265 w 799384"/>
                <a:gd name="connsiteY52" fmla="*/ 2542 h 1040205"/>
                <a:gd name="connsiteX53" fmla="*/ 126178 w 799384"/>
                <a:gd name="connsiteY53" fmla="*/ 0 h 1040205"/>
                <a:gd name="connsiteX54" fmla="*/ 797851 w 799384"/>
                <a:gd name="connsiteY54" fmla="*/ 454971 h 1040205"/>
                <a:gd name="connsiteX55" fmla="*/ 793394 w 799384"/>
                <a:gd name="connsiteY55" fmla="*/ 471492 h 1040205"/>
                <a:gd name="connsiteX56" fmla="*/ 588391 w 799384"/>
                <a:gd name="connsiteY56" fmla="*/ 585235 h 1040205"/>
                <a:gd name="connsiteX57" fmla="*/ 575021 w 799384"/>
                <a:gd name="connsiteY57" fmla="*/ 601756 h 1040205"/>
                <a:gd name="connsiteX58" fmla="*/ 577568 w 799384"/>
                <a:gd name="connsiteY58" fmla="*/ 622725 h 1040205"/>
                <a:gd name="connsiteX59" fmla="*/ 660970 w 799384"/>
                <a:gd name="connsiteY59" fmla="*/ 724395 h 1040205"/>
                <a:gd name="connsiteX60" fmla="*/ 679433 w 799384"/>
                <a:gd name="connsiteY60" fmla="*/ 746000 h 1040205"/>
                <a:gd name="connsiteX61" fmla="*/ 683889 w 799384"/>
                <a:gd name="connsiteY61" fmla="*/ 810178 h 1040205"/>
                <a:gd name="connsiteX62" fmla="*/ 636777 w 799384"/>
                <a:gd name="connsiteY62" fmla="*/ 854659 h 1040205"/>
                <a:gd name="connsiteX63" fmla="*/ 555921 w 799384"/>
                <a:gd name="connsiteY63" fmla="*/ 830512 h 1040205"/>
                <a:gd name="connsiteX64" fmla="*/ 539368 w 799384"/>
                <a:gd name="connsiteY64" fmla="*/ 793657 h 1040205"/>
                <a:gd name="connsiteX65" fmla="*/ 504352 w 799384"/>
                <a:gd name="connsiteY65" fmla="*/ 681185 h 1040205"/>
                <a:gd name="connsiteX66" fmla="*/ 446417 w 799384"/>
                <a:gd name="connsiteY66" fmla="*/ 664664 h 1040205"/>
                <a:gd name="connsiteX67" fmla="*/ 396121 w 799384"/>
                <a:gd name="connsiteY67" fmla="*/ 692623 h 1040205"/>
                <a:gd name="connsiteX68" fmla="*/ 387207 w 799384"/>
                <a:gd name="connsiteY68" fmla="*/ 704061 h 1040205"/>
                <a:gd name="connsiteX69" fmla="*/ 389118 w 799384"/>
                <a:gd name="connsiteY69" fmla="*/ 718041 h 1040205"/>
                <a:gd name="connsiteX70" fmla="*/ 424134 w 799384"/>
                <a:gd name="connsiteY70" fmla="*/ 749812 h 1040205"/>
                <a:gd name="connsiteX71" fmla="*/ 456603 w 799384"/>
                <a:gd name="connsiteY71" fmla="*/ 780949 h 1040205"/>
                <a:gd name="connsiteX72" fmla="*/ 461060 w 799384"/>
                <a:gd name="connsiteY72" fmla="*/ 845127 h 1040205"/>
                <a:gd name="connsiteX73" fmla="*/ 413311 w 799384"/>
                <a:gd name="connsiteY73" fmla="*/ 889608 h 1040205"/>
                <a:gd name="connsiteX74" fmla="*/ 332455 w 799384"/>
                <a:gd name="connsiteY74" fmla="*/ 865461 h 1040205"/>
                <a:gd name="connsiteX75" fmla="*/ 315902 w 799384"/>
                <a:gd name="connsiteY75" fmla="*/ 808272 h 1040205"/>
                <a:gd name="connsiteX76" fmla="*/ 308899 w 799384"/>
                <a:gd name="connsiteY76" fmla="*/ 766969 h 1040205"/>
                <a:gd name="connsiteX77" fmla="*/ 295529 w 799384"/>
                <a:gd name="connsiteY77" fmla="*/ 756167 h 1040205"/>
                <a:gd name="connsiteX78" fmla="*/ 278339 w 799384"/>
                <a:gd name="connsiteY78" fmla="*/ 758073 h 1040205"/>
                <a:gd name="connsiteX79" fmla="*/ 251600 w 799384"/>
                <a:gd name="connsiteY79" fmla="*/ 772688 h 1040205"/>
                <a:gd name="connsiteX80" fmla="*/ 232500 w 799384"/>
                <a:gd name="connsiteY80" fmla="*/ 838773 h 1040205"/>
                <a:gd name="connsiteX81" fmla="*/ 250326 w 799384"/>
                <a:gd name="connsiteY81" fmla="*/ 871180 h 1040205"/>
                <a:gd name="connsiteX82" fmla="*/ 279613 w 799384"/>
                <a:gd name="connsiteY82" fmla="*/ 897869 h 1040205"/>
                <a:gd name="connsiteX83" fmla="*/ 315902 w 799384"/>
                <a:gd name="connsiteY83" fmla="*/ 930276 h 1040205"/>
                <a:gd name="connsiteX84" fmla="*/ 320359 w 799384"/>
                <a:gd name="connsiteY84" fmla="*/ 994454 h 1040205"/>
                <a:gd name="connsiteX85" fmla="*/ 273246 w 799384"/>
                <a:gd name="connsiteY85" fmla="*/ 1038935 h 1040205"/>
                <a:gd name="connsiteX86" fmla="*/ 250963 w 799384"/>
                <a:gd name="connsiteY86" fmla="*/ 1040206 h 1040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799384" h="1040205">
                  <a:moveTo>
                    <a:pt x="108989" y="832419"/>
                  </a:moveTo>
                  <a:cubicBezTo>
                    <a:pt x="115992" y="832419"/>
                    <a:pt x="122359" y="833054"/>
                    <a:pt x="129362" y="834961"/>
                  </a:cubicBezTo>
                  <a:cubicBezTo>
                    <a:pt x="147825" y="840044"/>
                    <a:pt x="163741" y="852753"/>
                    <a:pt x="173291" y="869909"/>
                  </a:cubicBezTo>
                  <a:lnTo>
                    <a:pt x="191117" y="902316"/>
                  </a:lnTo>
                  <a:cubicBezTo>
                    <a:pt x="200031" y="918202"/>
                    <a:pt x="203214" y="937901"/>
                    <a:pt x="200667" y="958870"/>
                  </a:cubicBezTo>
                  <a:cubicBezTo>
                    <a:pt x="198757" y="972850"/>
                    <a:pt x="202577" y="986829"/>
                    <a:pt x="212127" y="997632"/>
                  </a:cubicBezTo>
                  <a:cubicBezTo>
                    <a:pt x="224860" y="1013517"/>
                    <a:pt x="247143" y="1019872"/>
                    <a:pt x="266880" y="1013517"/>
                  </a:cubicBezTo>
                  <a:cubicBezTo>
                    <a:pt x="282159" y="1008434"/>
                    <a:pt x="293619" y="998267"/>
                    <a:pt x="299349" y="983652"/>
                  </a:cubicBezTo>
                  <a:cubicBezTo>
                    <a:pt x="305079" y="969673"/>
                    <a:pt x="303806" y="953787"/>
                    <a:pt x="296803" y="940442"/>
                  </a:cubicBezTo>
                  <a:cubicBezTo>
                    <a:pt x="291073" y="930276"/>
                    <a:pt x="282796" y="922650"/>
                    <a:pt x="271973" y="918202"/>
                  </a:cubicBezTo>
                  <a:cubicBezTo>
                    <a:pt x="254783" y="910577"/>
                    <a:pt x="240140" y="897869"/>
                    <a:pt x="230590" y="880712"/>
                  </a:cubicBezTo>
                  <a:lnTo>
                    <a:pt x="212764" y="848305"/>
                  </a:lnTo>
                  <a:cubicBezTo>
                    <a:pt x="193027" y="813356"/>
                    <a:pt x="205760" y="768875"/>
                    <a:pt x="241413" y="749177"/>
                  </a:cubicBezTo>
                  <a:lnTo>
                    <a:pt x="268153" y="734562"/>
                  </a:lnTo>
                  <a:cubicBezTo>
                    <a:pt x="278976" y="728843"/>
                    <a:pt x="291709" y="726937"/>
                    <a:pt x="303806" y="730749"/>
                  </a:cubicBezTo>
                  <a:cubicBezTo>
                    <a:pt x="315902" y="733926"/>
                    <a:pt x="325452" y="742187"/>
                    <a:pt x="331819" y="752989"/>
                  </a:cubicBezTo>
                  <a:cubicBezTo>
                    <a:pt x="340732" y="768875"/>
                    <a:pt x="343915" y="788574"/>
                    <a:pt x="341369" y="809543"/>
                  </a:cubicBezTo>
                  <a:cubicBezTo>
                    <a:pt x="339458" y="823523"/>
                    <a:pt x="343278" y="837502"/>
                    <a:pt x="352828" y="848305"/>
                  </a:cubicBezTo>
                  <a:cubicBezTo>
                    <a:pt x="365561" y="864190"/>
                    <a:pt x="387844" y="870545"/>
                    <a:pt x="407581" y="864190"/>
                  </a:cubicBezTo>
                  <a:cubicBezTo>
                    <a:pt x="422860" y="859107"/>
                    <a:pt x="434320" y="848940"/>
                    <a:pt x="440050" y="834325"/>
                  </a:cubicBezTo>
                  <a:cubicBezTo>
                    <a:pt x="445780" y="820345"/>
                    <a:pt x="444506" y="804460"/>
                    <a:pt x="437503" y="791115"/>
                  </a:cubicBezTo>
                  <a:cubicBezTo>
                    <a:pt x="432410" y="782219"/>
                    <a:pt x="424770" y="774594"/>
                    <a:pt x="415857" y="770146"/>
                  </a:cubicBezTo>
                  <a:cubicBezTo>
                    <a:pt x="395484" y="759979"/>
                    <a:pt x="379568" y="745364"/>
                    <a:pt x="370018" y="728208"/>
                  </a:cubicBezTo>
                  <a:cubicBezTo>
                    <a:pt x="364288" y="718041"/>
                    <a:pt x="363015" y="706603"/>
                    <a:pt x="366198" y="695800"/>
                  </a:cubicBezTo>
                  <a:cubicBezTo>
                    <a:pt x="369381" y="684998"/>
                    <a:pt x="376385" y="675467"/>
                    <a:pt x="386571" y="670383"/>
                  </a:cubicBezTo>
                  <a:lnTo>
                    <a:pt x="436867" y="642424"/>
                  </a:lnTo>
                  <a:cubicBezTo>
                    <a:pt x="469336" y="624632"/>
                    <a:pt x="510082" y="636070"/>
                    <a:pt x="527909" y="668477"/>
                  </a:cubicBezTo>
                  <a:cubicBezTo>
                    <a:pt x="546371" y="701519"/>
                    <a:pt x="559105" y="741552"/>
                    <a:pt x="566108" y="789209"/>
                  </a:cubicBezTo>
                  <a:cubicBezTo>
                    <a:pt x="567381" y="798105"/>
                    <a:pt x="571201" y="807001"/>
                    <a:pt x="576931" y="813991"/>
                  </a:cubicBezTo>
                  <a:cubicBezTo>
                    <a:pt x="589664" y="829877"/>
                    <a:pt x="611947" y="836231"/>
                    <a:pt x="631684" y="829877"/>
                  </a:cubicBezTo>
                  <a:cubicBezTo>
                    <a:pt x="646963" y="824794"/>
                    <a:pt x="658423" y="814627"/>
                    <a:pt x="664153" y="800012"/>
                  </a:cubicBezTo>
                  <a:cubicBezTo>
                    <a:pt x="669883" y="786032"/>
                    <a:pt x="668610" y="770146"/>
                    <a:pt x="661606" y="756802"/>
                  </a:cubicBezTo>
                  <a:cubicBezTo>
                    <a:pt x="658423" y="751083"/>
                    <a:pt x="654603" y="746000"/>
                    <a:pt x="649510" y="742187"/>
                  </a:cubicBezTo>
                  <a:cubicBezTo>
                    <a:pt x="614494" y="713593"/>
                    <a:pt x="584571" y="677373"/>
                    <a:pt x="560378" y="633528"/>
                  </a:cubicBezTo>
                  <a:cubicBezTo>
                    <a:pt x="553375" y="621455"/>
                    <a:pt x="552102" y="607475"/>
                    <a:pt x="555921" y="594131"/>
                  </a:cubicBezTo>
                  <a:cubicBezTo>
                    <a:pt x="559742" y="580787"/>
                    <a:pt x="568654" y="569984"/>
                    <a:pt x="580751" y="562995"/>
                  </a:cubicBezTo>
                  <a:lnTo>
                    <a:pt x="774931" y="455606"/>
                  </a:lnTo>
                  <a:cubicBezTo>
                    <a:pt x="641233" y="223037"/>
                    <a:pt x="405671" y="63543"/>
                    <a:pt x="139548" y="25417"/>
                  </a:cubicBezTo>
                  <a:lnTo>
                    <a:pt x="31317" y="867368"/>
                  </a:lnTo>
                  <a:lnTo>
                    <a:pt x="77793" y="841950"/>
                  </a:lnTo>
                  <a:cubicBezTo>
                    <a:pt x="84796" y="834961"/>
                    <a:pt x="96892" y="832419"/>
                    <a:pt x="108989" y="832419"/>
                  </a:cubicBezTo>
                  <a:moveTo>
                    <a:pt x="250963" y="1040206"/>
                  </a:moveTo>
                  <a:cubicBezTo>
                    <a:pt x="228680" y="1040206"/>
                    <a:pt x="207034" y="1030039"/>
                    <a:pt x="193027" y="1012882"/>
                  </a:cubicBezTo>
                  <a:cubicBezTo>
                    <a:pt x="179658" y="996361"/>
                    <a:pt x="173928" y="976027"/>
                    <a:pt x="176474" y="955693"/>
                  </a:cubicBezTo>
                  <a:cubicBezTo>
                    <a:pt x="178384" y="940442"/>
                    <a:pt x="175838" y="925828"/>
                    <a:pt x="169471" y="914390"/>
                  </a:cubicBezTo>
                  <a:lnTo>
                    <a:pt x="151645" y="881983"/>
                  </a:lnTo>
                  <a:cubicBezTo>
                    <a:pt x="145278" y="870545"/>
                    <a:pt x="135092" y="862284"/>
                    <a:pt x="122359" y="859107"/>
                  </a:cubicBezTo>
                  <a:cubicBezTo>
                    <a:pt x="109626" y="855294"/>
                    <a:pt x="96892" y="857201"/>
                    <a:pt x="85433" y="863555"/>
                  </a:cubicBezTo>
                  <a:lnTo>
                    <a:pt x="17947" y="901046"/>
                  </a:lnTo>
                  <a:cubicBezTo>
                    <a:pt x="14127" y="903587"/>
                    <a:pt x="9034" y="902952"/>
                    <a:pt x="5214" y="900410"/>
                  </a:cubicBezTo>
                  <a:cubicBezTo>
                    <a:pt x="1394" y="897869"/>
                    <a:pt x="-516" y="893420"/>
                    <a:pt x="121" y="888972"/>
                  </a:cubicBezTo>
                  <a:lnTo>
                    <a:pt x="112809" y="10802"/>
                  </a:lnTo>
                  <a:cubicBezTo>
                    <a:pt x="113445" y="7625"/>
                    <a:pt x="114719" y="4448"/>
                    <a:pt x="117265" y="2542"/>
                  </a:cubicBezTo>
                  <a:cubicBezTo>
                    <a:pt x="119812" y="635"/>
                    <a:pt x="122995" y="0"/>
                    <a:pt x="126178" y="0"/>
                  </a:cubicBezTo>
                  <a:cubicBezTo>
                    <a:pt x="408854" y="36220"/>
                    <a:pt x="660333" y="206516"/>
                    <a:pt x="797851" y="454971"/>
                  </a:cubicBezTo>
                  <a:cubicBezTo>
                    <a:pt x="801034" y="460690"/>
                    <a:pt x="799124" y="468315"/>
                    <a:pt x="793394" y="471492"/>
                  </a:cubicBezTo>
                  <a:lnTo>
                    <a:pt x="588391" y="585235"/>
                  </a:lnTo>
                  <a:cubicBezTo>
                    <a:pt x="582024" y="589047"/>
                    <a:pt x="577568" y="594766"/>
                    <a:pt x="575021" y="601756"/>
                  </a:cubicBezTo>
                  <a:cubicBezTo>
                    <a:pt x="573111" y="608746"/>
                    <a:pt x="573748" y="616371"/>
                    <a:pt x="577568" y="622725"/>
                  </a:cubicBezTo>
                  <a:cubicBezTo>
                    <a:pt x="600487" y="664029"/>
                    <a:pt x="628500" y="697707"/>
                    <a:pt x="660970" y="724395"/>
                  </a:cubicBezTo>
                  <a:cubicBezTo>
                    <a:pt x="668610" y="730114"/>
                    <a:pt x="674340" y="737739"/>
                    <a:pt x="679433" y="746000"/>
                  </a:cubicBezTo>
                  <a:cubicBezTo>
                    <a:pt x="690256" y="765698"/>
                    <a:pt x="692166" y="789209"/>
                    <a:pt x="683889" y="810178"/>
                  </a:cubicBezTo>
                  <a:cubicBezTo>
                    <a:pt x="675613" y="831148"/>
                    <a:pt x="658423" y="847034"/>
                    <a:pt x="636777" y="854659"/>
                  </a:cubicBezTo>
                  <a:cubicBezTo>
                    <a:pt x="607491" y="864190"/>
                    <a:pt x="575021" y="854659"/>
                    <a:pt x="555921" y="830512"/>
                  </a:cubicBezTo>
                  <a:cubicBezTo>
                    <a:pt x="547008" y="819710"/>
                    <a:pt x="541278" y="807001"/>
                    <a:pt x="539368" y="793657"/>
                  </a:cubicBezTo>
                  <a:cubicBezTo>
                    <a:pt x="533002" y="748541"/>
                    <a:pt x="520905" y="711686"/>
                    <a:pt x="504352" y="681185"/>
                  </a:cubicBezTo>
                  <a:cubicBezTo>
                    <a:pt x="492893" y="660851"/>
                    <a:pt x="466789" y="653226"/>
                    <a:pt x="446417" y="664664"/>
                  </a:cubicBezTo>
                  <a:lnTo>
                    <a:pt x="396121" y="692623"/>
                  </a:lnTo>
                  <a:cubicBezTo>
                    <a:pt x="391664" y="695165"/>
                    <a:pt x="388481" y="698978"/>
                    <a:pt x="387207" y="704061"/>
                  </a:cubicBezTo>
                  <a:cubicBezTo>
                    <a:pt x="385934" y="709145"/>
                    <a:pt x="386571" y="713593"/>
                    <a:pt x="389118" y="718041"/>
                  </a:cubicBezTo>
                  <a:cubicBezTo>
                    <a:pt x="396121" y="731385"/>
                    <a:pt x="408217" y="741552"/>
                    <a:pt x="424134" y="749812"/>
                  </a:cubicBezTo>
                  <a:cubicBezTo>
                    <a:pt x="438140" y="756802"/>
                    <a:pt x="448963" y="766969"/>
                    <a:pt x="456603" y="780949"/>
                  </a:cubicBezTo>
                  <a:cubicBezTo>
                    <a:pt x="467426" y="800647"/>
                    <a:pt x="469336" y="824158"/>
                    <a:pt x="461060" y="845127"/>
                  </a:cubicBezTo>
                  <a:cubicBezTo>
                    <a:pt x="452783" y="866097"/>
                    <a:pt x="435594" y="881983"/>
                    <a:pt x="413311" y="889608"/>
                  </a:cubicBezTo>
                  <a:cubicBezTo>
                    <a:pt x="384024" y="899139"/>
                    <a:pt x="351555" y="889608"/>
                    <a:pt x="332455" y="865461"/>
                  </a:cubicBezTo>
                  <a:cubicBezTo>
                    <a:pt x="319086" y="848940"/>
                    <a:pt x="313355" y="828606"/>
                    <a:pt x="315902" y="808272"/>
                  </a:cubicBezTo>
                  <a:cubicBezTo>
                    <a:pt x="317812" y="793022"/>
                    <a:pt x="315265" y="778407"/>
                    <a:pt x="308899" y="766969"/>
                  </a:cubicBezTo>
                  <a:cubicBezTo>
                    <a:pt x="305716" y="761886"/>
                    <a:pt x="301259" y="758073"/>
                    <a:pt x="295529" y="756167"/>
                  </a:cubicBezTo>
                  <a:cubicBezTo>
                    <a:pt x="289799" y="754260"/>
                    <a:pt x="284069" y="754896"/>
                    <a:pt x="278339" y="758073"/>
                  </a:cubicBezTo>
                  <a:lnTo>
                    <a:pt x="251600" y="772688"/>
                  </a:lnTo>
                  <a:cubicBezTo>
                    <a:pt x="228043" y="785397"/>
                    <a:pt x="219767" y="815262"/>
                    <a:pt x="232500" y="838773"/>
                  </a:cubicBezTo>
                  <a:lnTo>
                    <a:pt x="250326" y="871180"/>
                  </a:lnTo>
                  <a:cubicBezTo>
                    <a:pt x="256693" y="883253"/>
                    <a:pt x="267516" y="892785"/>
                    <a:pt x="279613" y="897869"/>
                  </a:cubicBezTo>
                  <a:cubicBezTo>
                    <a:pt x="294892" y="904223"/>
                    <a:pt x="307625" y="915661"/>
                    <a:pt x="315902" y="930276"/>
                  </a:cubicBezTo>
                  <a:cubicBezTo>
                    <a:pt x="326725" y="949974"/>
                    <a:pt x="328635" y="973485"/>
                    <a:pt x="320359" y="994454"/>
                  </a:cubicBezTo>
                  <a:cubicBezTo>
                    <a:pt x="312082" y="1015424"/>
                    <a:pt x="294892" y="1031310"/>
                    <a:pt x="273246" y="1038935"/>
                  </a:cubicBezTo>
                  <a:cubicBezTo>
                    <a:pt x="266243" y="1038935"/>
                    <a:pt x="258603" y="1040206"/>
                    <a:pt x="250963" y="104020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5097261B-3A4E-21F2-A71E-848A648F17A3}"/>
                </a:ext>
              </a:extLst>
            </p:cNvPr>
            <p:cNvSpPr/>
            <p:nvPr/>
          </p:nvSpPr>
          <p:spPr>
            <a:xfrm>
              <a:off x="5576468" y="4589628"/>
              <a:ext cx="41892" cy="42225"/>
            </a:xfrm>
            <a:custGeom>
              <a:avLst/>
              <a:gdLst>
                <a:gd name="connsiteX0" fmla="*/ 21231 w 41892"/>
                <a:gd name="connsiteY0" fmla="*/ 42226 h 42225"/>
                <a:gd name="connsiteX1" fmla="*/ 16775 w 41892"/>
                <a:gd name="connsiteY1" fmla="*/ 41590 h 42225"/>
                <a:gd name="connsiteX2" fmla="*/ 3405 w 41892"/>
                <a:gd name="connsiteY2" fmla="*/ 32694 h 42225"/>
                <a:gd name="connsiteX3" fmla="*/ 222 w 41892"/>
                <a:gd name="connsiteY3" fmla="*/ 16809 h 42225"/>
                <a:gd name="connsiteX4" fmla="*/ 9135 w 41892"/>
                <a:gd name="connsiteY4" fmla="*/ 3464 h 42225"/>
                <a:gd name="connsiteX5" fmla="*/ 38421 w 41892"/>
                <a:gd name="connsiteY5" fmla="*/ 9819 h 42225"/>
                <a:gd name="connsiteX6" fmla="*/ 32055 w 41892"/>
                <a:gd name="connsiteY6" fmla="*/ 39049 h 42225"/>
                <a:gd name="connsiteX7" fmla="*/ 32055 w 41892"/>
                <a:gd name="connsiteY7" fmla="*/ 39049 h 42225"/>
                <a:gd name="connsiteX8" fmla="*/ 21231 w 41892"/>
                <a:gd name="connsiteY8" fmla="*/ 42226 h 4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892" h="42225">
                  <a:moveTo>
                    <a:pt x="21231" y="42226"/>
                  </a:moveTo>
                  <a:cubicBezTo>
                    <a:pt x="19958" y="42226"/>
                    <a:pt x="18048" y="42226"/>
                    <a:pt x="16775" y="41590"/>
                  </a:cubicBezTo>
                  <a:cubicBezTo>
                    <a:pt x="11045" y="40319"/>
                    <a:pt x="6588" y="37142"/>
                    <a:pt x="3405" y="32694"/>
                  </a:cubicBezTo>
                  <a:cubicBezTo>
                    <a:pt x="222" y="28246"/>
                    <a:pt x="-415" y="22527"/>
                    <a:pt x="222" y="16809"/>
                  </a:cubicBezTo>
                  <a:cubicBezTo>
                    <a:pt x="1495" y="11089"/>
                    <a:pt x="4678" y="6642"/>
                    <a:pt x="9135" y="3464"/>
                  </a:cubicBezTo>
                  <a:cubicBezTo>
                    <a:pt x="18685" y="-2890"/>
                    <a:pt x="32055" y="-348"/>
                    <a:pt x="38421" y="9819"/>
                  </a:cubicBezTo>
                  <a:cubicBezTo>
                    <a:pt x="44788" y="19350"/>
                    <a:pt x="42241" y="32694"/>
                    <a:pt x="32055" y="39049"/>
                  </a:cubicBezTo>
                  <a:lnTo>
                    <a:pt x="32055" y="39049"/>
                  </a:lnTo>
                  <a:cubicBezTo>
                    <a:pt x="28871" y="40955"/>
                    <a:pt x="25052" y="42226"/>
                    <a:pt x="21231" y="422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7117041A-810F-A2E4-F2A7-580225B0D5D7}"/>
                </a:ext>
              </a:extLst>
            </p:cNvPr>
            <p:cNvSpPr/>
            <p:nvPr/>
          </p:nvSpPr>
          <p:spPr>
            <a:xfrm>
              <a:off x="5552846" y="4748487"/>
              <a:ext cx="42594" cy="42225"/>
            </a:xfrm>
            <a:custGeom>
              <a:avLst/>
              <a:gdLst>
                <a:gd name="connsiteX0" fmla="*/ 21298 w 42594"/>
                <a:gd name="connsiteY0" fmla="*/ 42226 h 42225"/>
                <a:gd name="connsiteX1" fmla="*/ 3471 w 42594"/>
                <a:gd name="connsiteY1" fmla="*/ 32694 h 42225"/>
                <a:gd name="connsiteX2" fmla="*/ 9838 w 42594"/>
                <a:gd name="connsiteY2" fmla="*/ 3464 h 42225"/>
                <a:gd name="connsiteX3" fmla="*/ 39124 w 42594"/>
                <a:gd name="connsiteY3" fmla="*/ 9819 h 42225"/>
                <a:gd name="connsiteX4" fmla="*/ 32757 w 42594"/>
                <a:gd name="connsiteY4" fmla="*/ 39049 h 42225"/>
                <a:gd name="connsiteX5" fmla="*/ 32757 w 42594"/>
                <a:gd name="connsiteY5" fmla="*/ 39049 h 42225"/>
                <a:gd name="connsiteX6" fmla="*/ 21298 w 42594"/>
                <a:gd name="connsiteY6" fmla="*/ 42226 h 4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594" h="42225">
                  <a:moveTo>
                    <a:pt x="21298" y="42226"/>
                  </a:moveTo>
                  <a:cubicBezTo>
                    <a:pt x="14294" y="42226"/>
                    <a:pt x="7928" y="39049"/>
                    <a:pt x="3471" y="32694"/>
                  </a:cubicBezTo>
                  <a:cubicBezTo>
                    <a:pt x="-2896" y="23163"/>
                    <a:pt x="-349" y="9819"/>
                    <a:pt x="9838" y="3464"/>
                  </a:cubicBezTo>
                  <a:cubicBezTo>
                    <a:pt x="19387" y="-2890"/>
                    <a:pt x="32757" y="-348"/>
                    <a:pt x="39124" y="9819"/>
                  </a:cubicBezTo>
                  <a:cubicBezTo>
                    <a:pt x="45491" y="19350"/>
                    <a:pt x="42944" y="32694"/>
                    <a:pt x="32757" y="39049"/>
                  </a:cubicBezTo>
                  <a:lnTo>
                    <a:pt x="32757" y="39049"/>
                  </a:lnTo>
                  <a:cubicBezTo>
                    <a:pt x="28937" y="40955"/>
                    <a:pt x="25117" y="42226"/>
                    <a:pt x="21298" y="422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8DAF2717-EA87-5518-2916-C76A18B51877}"/>
                </a:ext>
              </a:extLst>
            </p:cNvPr>
            <p:cNvSpPr/>
            <p:nvPr/>
          </p:nvSpPr>
          <p:spPr>
            <a:xfrm>
              <a:off x="5698004" y="4694541"/>
              <a:ext cx="42528" cy="42160"/>
            </a:xfrm>
            <a:custGeom>
              <a:avLst/>
              <a:gdLst>
                <a:gd name="connsiteX0" fmla="*/ 21297 w 42528"/>
                <a:gd name="connsiteY0" fmla="*/ 42160 h 42160"/>
                <a:gd name="connsiteX1" fmla="*/ 3471 w 42528"/>
                <a:gd name="connsiteY1" fmla="*/ 32629 h 42160"/>
                <a:gd name="connsiteX2" fmla="*/ 9838 w 42528"/>
                <a:gd name="connsiteY2" fmla="*/ 3399 h 42160"/>
                <a:gd name="connsiteX3" fmla="*/ 25754 w 42528"/>
                <a:gd name="connsiteY3" fmla="*/ 221 h 42160"/>
                <a:gd name="connsiteX4" fmla="*/ 39124 w 42528"/>
                <a:gd name="connsiteY4" fmla="*/ 9117 h 42160"/>
                <a:gd name="connsiteX5" fmla="*/ 42307 w 42528"/>
                <a:gd name="connsiteY5" fmla="*/ 25003 h 42160"/>
                <a:gd name="connsiteX6" fmla="*/ 33394 w 42528"/>
                <a:gd name="connsiteY6" fmla="*/ 38347 h 42160"/>
                <a:gd name="connsiteX7" fmla="*/ 33394 w 42528"/>
                <a:gd name="connsiteY7" fmla="*/ 38347 h 42160"/>
                <a:gd name="connsiteX8" fmla="*/ 21297 w 42528"/>
                <a:gd name="connsiteY8" fmla="*/ 42160 h 4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28" h="42160">
                  <a:moveTo>
                    <a:pt x="21297" y="42160"/>
                  </a:moveTo>
                  <a:cubicBezTo>
                    <a:pt x="14294" y="42160"/>
                    <a:pt x="7927" y="38983"/>
                    <a:pt x="3471" y="32629"/>
                  </a:cubicBezTo>
                  <a:cubicBezTo>
                    <a:pt x="-2895" y="23097"/>
                    <a:pt x="-349" y="9753"/>
                    <a:pt x="9838" y="3399"/>
                  </a:cubicBezTo>
                  <a:cubicBezTo>
                    <a:pt x="14294" y="221"/>
                    <a:pt x="20024" y="-414"/>
                    <a:pt x="25754" y="221"/>
                  </a:cubicBezTo>
                  <a:cubicBezTo>
                    <a:pt x="31484" y="1492"/>
                    <a:pt x="35940" y="4669"/>
                    <a:pt x="39124" y="9117"/>
                  </a:cubicBezTo>
                  <a:cubicBezTo>
                    <a:pt x="42307" y="13566"/>
                    <a:pt x="42943" y="19284"/>
                    <a:pt x="42307" y="25003"/>
                  </a:cubicBezTo>
                  <a:cubicBezTo>
                    <a:pt x="41034" y="30722"/>
                    <a:pt x="37850" y="35170"/>
                    <a:pt x="33394" y="38347"/>
                  </a:cubicBezTo>
                  <a:lnTo>
                    <a:pt x="33394" y="38347"/>
                  </a:lnTo>
                  <a:cubicBezTo>
                    <a:pt x="28937" y="40889"/>
                    <a:pt x="25117" y="42160"/>
                    <a:pt x="21297" y="421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57BCE7FA-10F6-9183-7B28-4BAEB7547E00}"/>
                </a:ext>
              </a:extLst>
            </p:cNvPr>
            <p:cNvSpPr/>
            <p:nvPr/>
          </p:nvSpPr>
          <p:spPr>
            <a:xfrm>
              <a:off x="8871882" y="4514299"/>
              <a:ext cx="1127160" cy="751083"/>
            </a:xfrm>
            <a:custGeom>
              <a:avLst/>
              <a:gdLst>
                <a:gd name="connsiteX0" fmla="*/ 68899 w 1127160"/>
                <a:gd name="connsiteY0" fmla="*/ 24782 h 751083"/>
                <a:gd name="connsiteX1" fmla="*/ 33246 w 1127160"/>
                <a:gd name="connsiteY1" fmla="*/ 41939 h 751083"/>
                <a:gd name="connsiteX2" fmla="*/ 24969 w 1127160"/>
                <a:gd name="connsiteY2" fmla="*/ 80065 h 751083"/>
                <a:gd name="connsiteX3" fmla="*/ 175857 w 1127160"/>
                <a:gd name="connsiteY3" fmla="*/ 690081 h 751083"/>
                <a:gd name="connsiteX4" fmla="*/ 223606 w 1127160"/>
                <a:gd name="connsiteY4" fmla="*/ 726937 h 751083"/>
                <a:gd name="connsiteX5" fmla="*/ 901645 w 1127160"/>
                <a:gd name="connsiteY5" fmla="*/ 726937 h 751083"/>
                <a:gd name="connsiteX6" fmla="*/ 949394 w 1127160"/>
                <a:gd name="connsiteY6" fmla="*/ 690081 h 751083"/>
                <a:gd name="connsiteX7" fmla="*/ 1100281 w 1127160"/>
                <a:gd name="connsiteY7" fmla="*/ 80065 h 751083"/>
                <a:gd name="connsiteX8" fmla="*/ 1092005 w 1127160"/>
                <a:gd name="connsiteY8" fmla="*/ 41939 h 751083"/>
                <a:gd name="connsiteX9" fmla="*/ 1056352 w 1127160"/>
                <a:gd name="connsiteY9" fmla="*/ 24782 h 751083"/>
                <a:gd name="connsiteX10" fmla="*/ 932204 w 1127160"/>
                <a:gd name="connsiteY10" fmla="*/ 24782 h 751083"/>
                <a:gd name="connsiteX11" fmla="*/ 885091 w 1127160"/>
                <a:gd name="connsiteY11" fmla="*/ 61002 h 751083"/>
                <a:gd name="connsiteX12" fmla="*/ 562307 w 1127160"/>
                <a:gd name="connsiteY12" fmla="*/ 284039 h 751083"/>
                <a:gd name="connsiteX13" fmla="*/ 239523 w 1127160"/>
                <a:gd name="connsiteY13" fmla="*/ 61002 h 751083"/>
                <a:gd name="connsiteX14" fmla="*/ 192410 w 1127160"/>
                <a:gd name="connsiteY14" fmla="*/ 24782 h 751083"/>
                <a:gd name="connsiteX15" fmla="*/ 68899 w 1127160"/>
                <a:gd name="connsiteY15" fmla="*/ 24782 h 751083"/>
                <a:gd name="connsiteX16" fmla="*/ 902282 w 1127160"/>
                <a:gd name="connsiteY16" fmla="*/ 751083 h 751083"/>
                <a:gd name="connsiteX17" fmla="*/ 224243 w 1127160"/>
                <a:gd name="connsiteY17" fmla="*/ 751083 h 751083"/>
                <a:gd name="connsiteX18" fmla="*/ 152937 w 1127160"/>
                <a:gd name="connsiteY18" fmla="*/ 695800 h 751083"/>
                <a:gd name="connsiteX19" fmla="*/ 2050 w 1127160"/>
                <a:gd name="connsiteY19" fmla="*/ 85784 h 751083"/>
                <a:gd name="connsiteX20" fmla="*/ 14783 w 1127160"/>
                <a:gd name="connsiteY20" fmla="*/ 26688 h 751083"/>
                <a:gd name="connsiteX21" fmla="*/ 69535 w 1127160"/>
                <a:gd name="connsiteY21" fmla="*/ 0 h 751083"/>
                <a:gd name="connsiteX22" fmla="*/ 193683 w 1127160"/>
                <a:gd name="connsiteY22" fmla="*/ 0 h 751083"/>
                <a:gd name="connsiteX23" fmla="*/ 264352 w 1127160"/>
                <a:gd name="connsiteY23" fmla="*/ 53376 h 751083"/>
                <a:gd name="connsiteX24" fmla="*/ 563580 w 1127160"/>
                <a:gd name="connsiteY24" fmla="*/ 259257 h 751083"/>
                <a:gd name="connsiteX25" fmla="*/ 862808 w 1127160"/>
                <a:gd name="connsiteY25" fmla="*/ 53376 h 751083"/>
                <a:gd name="connsiteX26" fmla="*/ 933478 w 1127160"/>
                <a:gd name="connsiteY26" fmla="*/ 0 h 751083"/>
                <a:gd name="connsiteX27" fmla="*/ 1057626 w 1127160"/>
                <a:gd name="connsiteY27" fmla="*/ 0 h 751083"/>
                <a:gd name="connsiteX28" fmla="*/ 1112378 w 1127160"/>
                <a:gd name="connsiteY28" fmla="*/ 26688 h 751083"/>
                <a:gd name="connsiteX29" fmla="*/ 1125111 w 1127160"/>
                <a:gd name="connsiteY29" fmla="*/ 85784 h 751083"/>
                <a:gd name="connsiteX30" fmla="*/ 974223 w 1127160"/>
                <a:gd name="connsiteY30" fmla="*/ 695800 h 751083"/>
                <a:gd name="connsiteX31" fmla="*/ 902282 w 1127160"/>
                <a:gd name="connsiteY31" fmla="*/ 751083 h 75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27160" h="751083">
                  <a:moveTo>
                    <a:pt x="68899" y="24782"/>
                  </a:moveTo>
                  <a:cubicBezTo>
                    <a:pt x="54892" y="24782"/>
                    <a:pt x="41522" y="31136"/>
                    <a:pt x="33246" y="41939"/>
                  </a:cubicBezTo>
                  <a:cubicBezTo>
                    <a:pt x="24969" y="52741"/>
                    <a:pt x="21786" y="66721"/>
                    <a:pt x="24969" y="80065"/>
                  </a:cubicBezTo>
                  <a:lnTo>
                    <a:pt x="175857" y="690081"/>
                  </a:lnTo>
                  <a:cubicBezTo>
                    <a:pt x="180950" y="711686"/>
                    <a:pt x="200686" y="726937"/>
                    <a:pt x="223606" y="726937"/>
                  </a:cubicBezTo>
                  <a:lnTo>
                    <a:pt x="901645" y="726937"/>
                  </a:lnTo>
                  <a:cubicBezTo>
                    <a:pt x="924565" y="726937"/>
                    <a:pt x="943664" y="711686"/>
                    <a:pt x="949394" y="690081"/>
                  </a:cubicBezTo>
                  <a:lnTo>
                    <a:pt x="1100281" y="80065"/>
                  </a:lnTo>
                  <a:cubicBezTo>
                    <a:pt x="1103465" y="66721"/>
                    <a:pt x="1100918" y="52741"/>
                    <a:pt x="1092005" y="41939"/>
                  </a:cubicBezTo>
                  <a:cubicBezTo>
                    <a:pt x="1083092" y="31136"/>
                    <a:pt x="1070359" y="24782"/>
                    <a:pt x="1056352" y="24782"/>
                  </a:cubicBezTo>
                  <a:lnTo>
                    <a:pt x="932204" y="24782"/>
                  </a:lnTo>
                  <a:cubicBezTo>
                    <a:pt x="910558" y="24782"/>
                    <a:pt x="891458" y="39397"/>
                    <a:pt x="885091" y="61002"/>
                  </a:cubicBezTo>
                  <a:cubicBezTo>
                    <a:pt x="846256" y="192536"/>
                    <a:pt x="713832" y="284039"/>
                    <a:pt x="562307" y="284039"/>
                  </a:cubicBezTo>
                  <a:cubicBezTo>
                    <a:pt x="410783" y="284039"/>
                    <a:pt x="278359" y="192536"/>
                    <a:pt x="239523" y="61002"/>
                  </a:cubicBezTo>
                  <a:cubicBezTo>
                    <a:pt x="233156" y="39397"/>
                    <a:pt x="214056" y="24782"/>
                    <a:pt x="192410" y="24782"/>
                  </a:cubicBezTo>
                  <a:lnTo>
                    <a:pt x="68899" y="24782"/>
                  </a:lnTo>
                  <a:close/>
                  <a:moveTo>
                    <a:pt x="902282" y="751083"/>
                  </a:moveTo>
                  <a:lnTo>
                    <a:pt x="224243" y="751083"/>
                  </a:lnTo>
                  <a:cubicBezTo>
                    <a:pt x="190500" y="751083"/>
                    <a:pt x="161214" y="728207"/>
                    <a:pt x="152937" y="695800"/>
                  </a:cubicBezTo>
                  <a:lnTo>
                    <a:pt x="2050" y="85784"/>
                  </a:lnTo>
                  <a:cubicBezTo>
                    <a:pt x="-3044" y="65450"/>
                    <a:pt x="1413" y="43845"/>
                    <a:pt x="14783" y="26688"/>
                  </a:cubicBezTo>
                  <a:cubicBezTo>
                    <a:pt x="28152" y="9532"/>
                    <a:pt x="47889" y="0"/>
                    <a:pt x="69535" y="0"/>
                  </a:cubicBezTo>
                  <a:lnTo>
                    <a:pt x="193683" y="0"/>
                  </a:lnTo>
                  <a:cubicBezTo>
                    <a:pt x="226152" y="0"/>
                    <a:pt x="254802" y="21605"/>
                    <a:pt x="264352" y="53376"/>
                  </a:cubicBezTo>
                  <a:cubicBezTo>
                    <a:pt x="300005" y="174744"/>
                    <a:pt x="423516" y="259257"/>
                    <a:pt x="563580" y="259257"/>
                  </a:cubicBezTo>
                  <a:cubicBezTo>
                    <a:pt x="703644" y="259257"/>
                    <a:pt x="827156" y="174744"/>
                    <a:pt x="862808" y="53376"/>
                  </a:cubicBezTo>
                  <a:cubicBezTo>
                    <a:pt x="872358" y="21605"/>
                    <a:pt x="900371" y="0"/>
                    <a:pt x="933478" y="0"/>
                  </a:cubicBezTo>
                  <a:lnTo>
                    <a:pt x="1057626" y="0"/>
                  </a:lnTo>
                  <a:cubicBezTo>
                    <a:pt x="1079272" y="0"/>
                    <a:pt x="1099008" y="9532"/>
                    <a:pt x="1112378" y="26688"/>
                  </a:cubicBezTo>
                  <a:cubicBezTo>
                    <a:pt x="1125748" y="43209"/>
                    <a:pt x="1130204" y="64814"/>
                    <a:pt x="1125111" y="85784"/>
                  </a:cubicBezTo>
                  <a:lnTo>
                    <a:pt x="974223" y="695800"/>
                  </a:lnTo>
                  <a:cubicBezTo>
                    <a:pt x="965311" y="728207"/>
                    <a:pt x="936024" y="751083"/>
                    <a:pt x="902282" y="751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E1A63647-8ADC-CD6E-F01D-239E094A6998}"/>
                </a:ext>
              </a:extLst>
            </p:cNvPr>
            <p:cNvSpPr/>
            <p:nvPr/>
          </p:nvSpPr>
          <p:spPr>
            <a:xfrm>
              <a:off x="9045746" y="5097627"/>
              <a:ext cx="779433" cy="154493"/>
            </a:xfrm>
            <a:custGeom>
              <a:avLst/>
              <a:gdLst>
                <a:gd name="connsiteX0" fmla="*/ 766617 w 779433"/>
                <a:gd name="connsiteY0" fmla="*/ 154410 h 154493"/>
                <a:gd name="connsiteX1" fmla="*/ 757704 w 779433"/>
                <a:gd name="connsiteY1" fmla="*/ 150598 h 154493"/>
                <a:gd name="connsiteX2" fmla="*/ 662206 w 779433"/>
                <a:gd name="connsiteY2" fmla="*/ 45751 h 154493"/>
                <a:gd name="connsiteX3" fmla="*/ 613184 w 779433"/>
                <a:gd name="connsiteY3" fmla="*/ 24146 h 154493"/>
                <a:gd name="connsiteX4" fmla="*/ 165614 w 779433"/>
                <a:gd name="connsiteY4" fmla="*/ 24146 h 154493"/>
                <a:gd name="connsiteX5" fmla="*/ 116592 w 779433"/>
                <a:gd name="connsiteY5" fmla="*/ 45751 h 154493"/>
                <a:gd name="connsiteX6" fmla="*/ 21093 w 779433"/>
                <a:gd name="connsiteY6" fmla="*/ 150598 h 154493"/>
                <a:gd name="connsiteX7" fmla="*/ 3903 w 779433"/>
                <a:gd name="connsiteY7" fmla="*/ 151233 h 154493"/>
                <a:gd name="connsiteX8" fmla="*/ 3267 w 779433"/>
                <a:gd name="connsiteY8" fmla="*/ 134077 h 154493"/>
                <a:gd name="connsiteX9" fmla="*/ 98765 w 779433"/>
                <a:gd name="connsiteY9" fmla="*/ 29230 h 154493"/>
                <a:gd name="connsiteX10" fmla="*/ 166250 w 779433"/>
                <a:gd name="connsiteY10" fmla="*/ 0 h 154493"/>
                <a:gd name="connsiteX11" fmla="*/ 613820 w 779433"/>
                <a:gd name="connsiteY11" fmla="*/ 0 h 154493"/>
                <a:gd name="connsiteX12" fmla="*/ 680669 w 779433"/>
                <a:gd name="connsiteY12" fmla="*/ 29230 h 154493"/>
                <a:gd name="connsiteX13" fmla="*/ 776167 w 779433"/>
                <a:gd name="connsiteY13" fmla="*/ 134077 h 154493"/>
                <a:gd name="connsiteX14" fmla="*/ 775531 w 779433"/>
                <a:gd name="connsiteY14" fmla="*/ 151233 h 154493"/>
                <a:gd name="connsiteX15" fmla="*/ 766617 w 779433"/>
                <a:gd name="connsiteY15" fmla="*/ 154410 h 154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9433" h="154493">
                  <a:moveTo>
                    <a:pt x="766617" y="154410"/>
                  </a:moveTo>
                  <a:cubicBezTo>
                    <a:pt x="763434" y="154410"/>
                    <a:pt x="760251" y="153140"/>
                    <a:pt x="757704" y="150598"/>
                  </a:cubicBezTo>
                  <a:lnTo>
                    <a:pt x="662206" y="45751"/>
                  </a:lnTo>
                  <a:cubicBezTo>
                    <a:pt x="649473" y="31772"/>
                    <a:pt x="631646" y="24146"/>
                    <a:pt x="613184" y="24146"/>
                  </a:cubicBezTo>
                  <a:lnTo>
                    <a:pt x="165614" y="24146"/>
                  </a:lnTo>
                  <a:cubicBezTo>
                    <a:pt x="147151" y="24146"/>
                    <a:pt x="128688" y="31772"/>
                    <a:pt x="116592" y="45751"/>
                  </a:cubicBezTo>
                  <a:lnTo>
                    <a:pt x="21093" y="150598"/>
                  </a:lnTo>
                  <a:cubicBezTo>
                    <a:pt x="16636" y="155681"/>
                    <a:pt x="8997" y="155681"/>
                    <a:pt x="3903" y="151233"/>
                  </a:cubicBezTo>
                  <a:cubicBezTo>
                    <a:pt x="-1190" y="146785"/>
                    <a:pt x="-1190" y="139160"/>
                    <a:pt x="3267" y="134077"/>
                  </a:cubicBezTo>
                  <a:lnTo>
                    <a:pt x="98765" y="29230"/>
                  </a:lnTo>
                  <a:cubicBezTo>
                    <a:pt x="115954" y="10167"/>
                    <a:pt x="140148" y="0"/>
                    <a:pt x="166250" y="0"/>
                  </a:cubicBezTo>
                  <a:lnTo>
                    <a:pt x="613820" y="0"/>
                  </a:lnTo>
                  <a:cubicBezTo>
                    <a:pt x="639286" y="0"/>
                    <a:pt x="664116" y="10802"/>
                    <a:pt x="680669" y="29230"/>
                  </a:cubicBezTo>
                  <a:lnTo>
                    <a:pt x="776167" y="134077"/>
                  </a:lnTo>
                  <a:cubicBezTo>
                    <a:pt x="780624" y="139160"/>
                    <a:pt x="780624" y="146785"/>
                    <a:pt x="775531" y="151233"/>
                  </a:cubicBezTo>
                  <a:cubicBezTo>
                    <a:pt x="772348" y="153140"/>
                    <a:pt x="769801" y="154410"/>
                    <a:pt x="766617" y="1544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DC0463A2-6F8A-FBBD-20FF-88A31F54CDC4}"/>
                </a:ext>
              </a:extLst>
            </p:cNvPr>
            <p:cNvSpPr/>
            <p:nvPr/>
          </p:nvSpPr>
          <p:spPr>
            <a:xfrm>
              <a:off x="8891287" y="3703557"/>
              <a:ext cx="570135" cy="447909"/>
            </a:xfrm>
            <a:custGeom>
              <a:avLst/>
              <a:gdLst>
                <a:gd name="connsiteX0" fmla="*/ 303520 w 570135"/>
                <a:gd name="connsiteY0" fmla="*/ 24075 h 447909"/>
                <a:gd name="connsiteX1" fmla="*/ 269140 w 570135"/>
                <a:gd name="connsiteY1" fmla="*/ 25981 h 447909"/>
                <a:gd name="connsiteX2" fmla="*/ 89603 w 570135"/>
                <a:gd name="connsiteY2" fmla="*/ 73639 h 447909"/>
                <a:gd name="connsiteX3" fmla="*/ 24664 w 570135"/>
                <a:gd name="connsiteY3" fmla="*/ 156881 h 447909"/>
                <a:gd name="connsiteX4" fmla="*/ 41217 w 570135"/>
                <a:gd name="connsiteY4" fmla="*/ 336073 h 447909"/>
                <a:gd name="connsiteX5" fmla="*/ 121436 w 570135"/>
                <a:gd name="connsiteY5" fmla="*/ 406606 h 447909"/>
                <a:gd name="connsiteX6" fmla="*/ 303520 w 570135"/>
                <a:gd name="connsiteY6" fmla="*/ 423127 h 447909"/>
                <a:gd name="connsiteX7" fmla="*/ 479873 w 570135"/>
                <a:gd name="connsiteY7" fmla="*/ 373564 h 447909"/>
                <a:gd name="connsiteX8" fmla="*/ 545449 w 570135"/>
                <a:gd name="connsiteY8" fmla="*/ 290322 h 447909"/>
                <a:gd name="connsiteX9" fmla="*/ 528896 w 570135"/>
                <a:gd name="connsiteY9" fmla="*/ 111129 h 447909"/>
                <a:gd name="connsiteX10" fmla="*/ 449314 w 570135"/>
                <a:gd name="connsiteY10" fmla="*/ 41231 h 447909"/>
                <a:gd name="connsiteX11" fmla="*/ 303520 w 570135"/>
                <a:gd name="connsiteY11" fmla="*/ 24075 h 447909"/>
                <a:gd name="connsiteX12" fmla="*/ 271687 w 570135"/>
                <a:gd name="connsiteY12" fmla="*/ 447909 h 447909"/>
                <a:gd name="connsiteX13" fmla="*/ 115070 w 570135"/>
                <a:gd name="connsiteY13" fmla="*/ 429482 h 447909"/>
                <a:gd name="connsiteX14" fmla="*/ 17024 w 570135"/>
                <a:gd name="connsiteY14" fmla="*/ 337979 h 447909"/>
                <a:gd name="connsiteX15" fmla="*/ 471 w 570135"/>
                <a:gd name="connsiteY15" fmla="*/ 158787 h 447909"/>
                <a:gd name="connsiteX16" fmla="*/ 80690 w 570135"/>
                <a:gd name="connsiteY16" fmla="*/ 50763 h 447909"/>
                <a:gd name="connsiteX17" fmla="*/ 267230 w 570135"/>
                <a:gd name="connsiteY17" fmla="*/ 1835 h 447909"/>
                <a:gd name="connsiteX18" fmla="*/ 454407 w 570135"/>
                <a:gd name="connsiteY18" fmla="*/ 17085 h 447909"/>
                <a:gd name="connsiteX19" fmla="*/ 553089 w 570135"/>
                <a:gd name="connsiteY19" fmla="*/ 108588 h 447909"/>
                <a:gd name="connsiteX20" fmla="*/ 569641 w 570135"/>
                <a:gd name="connsiteY20" fmla="*/ 287780 h 447909"/>
                <a:gd name="connsiteX21" fmla="*/ 490059 w 570135"/>
                <a:gd name="connsiteY21" fmla="*/ 395168 h 447909"/>
                <a:gd name="connsiteX22" fmla="*/ 305429 w 570135"/>
                <a:gd name="connsiteY22" fmla="*/ 446639 h 447909"/>
                <a:gd name="connsiteX23" fmla="*/ 271687 w 570135"/>
                <a:gd name="connsiteY23" fmla="*/ 447909 h 447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70135" h="447909">
                  <a:moveTo>
                    <a:pt x="303520" y="24075"/>
                  </a:moveTo>
                  <a:cubicBezTo>
                    <a:pt x="291423" y="24075"/>
                    <a:pt x="279963" y="24710"/>
                    <a:pt x="269140" y="25981"/>
                  </a:cubicBezTo>
                  <a:cubicBezTo>
                    <a:pt x="183828" y="34877"/>
                    <a:pt x="90240" y="73003"/>
                    <a:pt x="89603" y="73639"/>
                  </a:cubicBezTo>
                  <a:cubicBezTo>
                    <a:pt x="42491" y="92702"/>
                    <a:pt x="20844" y="119390"/>
                    <a:pt x="24664" y="156881"/>
                  </a:cubicBezTo>
                  <a:lnTo>
                    <a:pt x="41217" y="336073"/>
                  </a:lnTo>
                  <a:cubicBezTo>
                    <a:pt x="45037" y="375470"/>
                    <a:pt x="76233" y="392627"/>
                    <a:pt x="121436" y="406606"/>
                  </a:cubicBezTo>
                  <a:cubicBezTo>
                    <a:pt x="122073" y="406606"/>
                    <a:pt x="216935" y="429482"/>
                    <a:pt x="303520" y="423127"/>
                  </a:cubicBezTo>
                  <a:cubicBezTo>
                    <a:pt x="376735" y="418044"/>
                    <a:pt x="478600" y="374199"/>
                    <a:pt x="479873" y="373564"/>
                  </a:cubicBezTo>
                  <a:cubicBezTo>
                    <a:pt x="529533" y="350053"/>
                    <a:pt x="548632" y="325906"/>
                    <a:pt x="545449" y="290322"/>
                  </a:cubicBezTo>
                  <a:lnTo>
                    <a:pt x="528896" y="111129"/>
                  </a:lnTo>
                  <a:cubicBezTo>
                    <a:pt x="525713" y="74910"/>
                    <a:pt x="501520" y="53940"/>
                    <a:pt x="449314" y="41231"/>
                  </a:cubicBezTo>
                  <a:cubicBezTo>
                    <a:pt x="447404" y="39961"/>
                    <a:pt x="371642" y="24075"/>
                    <a:pt x="303520" y="24075"/>
                  </a:cubicBezTo>
                  <a:moveTo>
                    <a:pt x="271687" y="447909"/>
                  </a:moveTo>
                  <a:cubicBezTo>
                    <a:pt x="192741" y="447909"/>
                    <a:pt x="118253" y="430117"/>
                    <a:pt x="115070" y="429482"/>
                  </a:cubicBezTo>
                  <a:cubicBezTo>
                    <a:pt x="69230" y="415502"/>
                    <a:pt x="22117" y="393897"/>
                    <a:pt x="17024" y="337979"/>
                  </a:cubicBezTo>
                  <a:lnTo>
                    <a:pt x="471" y="158787"/>
                  </a:lnTo>
                  <a:cubicBezTo>
                    <a:pt x="-2712" y="125109"/>
                    <a:pt x="8748" y="79358"/>
                    <a:pt x="80690" y="50763"/>
                  </a:cubicBezTo>
                  <a:cubicBezTo>
                    <a:pt x="84510" y="49492"/>
                    <a:pt x="178098" y="10731"/>
                    <a:pt x="267230" y="1835"/>
                  </a:cubicBezTo>
                  <a:cubicBezTo>
                    <a:pt x="345539" y="-6426"/>
                    <a:pt x="449951" y="15814"/>
                    <a:pt x="454407" y="17085"/>
                  </a:cubicBezTo>
                  <a:cubicBezTo>
                    <a:pt x="493880" y="27252"/>
                    <a:pt x="547358" y="47586"/>
                    <a:pt x="553089" y="108588"/>
                  </a:cubicBezTo>
                  <a:lnTo>
                    <a:pt x="569641" y="287780"/>
                  </a:lnTo>
                  <a:cubicBezTo>
                    <a:pt x="575372" y="347511"/>
                    <a:pt x="530169" y="376741"/>
                    <a:pt x="490059" y="395168"/>
                  </a:cubicBezTo>
                  <a:cubicBezTo>
                    <a:pt x="485603" y="397075"/>
                    <a:pt x="383102" y="441555"/>
                    <a:pt x="305429" y="446639"/>
                  </a:cubicBezTo>
                  <a:cubicBezTo>
                    <a:pt x="293970" y="447274"/>
                    <a:pt x="282510" y="447909"/>
                    <a:pt x="271687" y="44790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952A9C02-C5C3-87BE-E972-46021CDA1677}"/>
                </a:ext>
              </a:extLst>
            </p:cNvPr>
            <p:cNvSpPr/>
            <p:nvPr/>
          </p:nvSpPr>
          <p:spPr>
            <a:xfrm>
              <a:off x="9178885" y="3998957"/>
              <a:ext cx="17836" cy="17802"/>
            </a:xfrm>
            <a:custGeom>
              <a:avLst/>
              <a:gdLst>
                <a:gd name="connsiteX0" fmla="*/ 5735 w 17836"/>
                <a:gd name="connsiteY0" fmla="*/ 640 h 17802"/>
                <a:gd name="connsiteX1" fmla="*/ 17195 w 17836"/>
                <a:gd name="connsiteY1" fmla="*/ 5724 h 17802"/>
                <a:gd name="connsiteX2" fmla="*/ 12102 w 17836"/>
                <a:gd name="connsiteY2" fmla="*/ 17162 h 17802"/>
                <a:gd name="connsiteX3" fmla="*/ 642 w 17836"/>
                <a:gd name="connsiteY3" fmla="*/ 12078 h 17802"/>
                <a:gd name="connsiteX4" fmla="*/ 5735 w 17836"/>
                <a:gd name="connsiteY4" fmla="*/ 640 h 1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36" h="17802">
                  <a:moveTo>
                    <a:pt x="5735" y="640"/>
                  </a:moveTo>
                  <a:cubicBezTo>
                    <a:pt x="10192" y="-1266"/>
                    <a:pt x="15285" y="1276"/>
                    <a:pt x="17195" y="5724"/>
                  </a:cubicBezTo>
                  <a:cubicBezTo>
                    <a:pt x="19105" y="10172"/>
                    <a:pt x="16558" y="15255"/>
                    <a:pt x="12102" y="17162"/>
                  </a:cubicBezTo>
                  <a:cubicBezTo>
                    <a:pt x="7645" y="19068"/>
                    <a:pt x="2552" y="16526"/>
                    <a:pt x="642" y="12078"/>
                  </a:cubicBezTo>
                  <a:cubicBezTo>
                    <a:pt x="-1269" y="6995"/>
                    <a:pt x="1278" y="1911"/>
                    <a:pt x="5735" y="64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48CA048B-913D-455D-6628-270E7A567E3E}"/>
                </a:ext>
              </a:extLst>
            </p:cNvPr>
            <p:cNvSpPr/>
            <p:nvPr/>
          </p:nvSpPr>
          <p:spPr>
            <a:xfrm>
              <a:off x="9166706" y="3986901"/>
              <a:ext cx="41458" cy="41291"/>
            </a:xfrm>
            <a:custGeom>
              <a:avLst/>
              <a:gdLst>
                <a:gd name="connsiteX0" fmla="*/ 21098 w 41458"/>
                <a:gd name="connsiteY0" fmla="*/ 41291 h 41291"/>
                <a:gd name="connsiteX1" fmla="*/ 12185 w 41458"/>
                <a:gd name="connsiteY1" fmla="*/ 39385 h 41291"/>
                <a:gd name="connsiteX2" fmla="*/ 1361 w 41458"/>
                <a:gd name="connsiteY2" fmla="*/ 27947 h 41291"/>
                <a:gd name="connsiteX3" fmla="*/ 1998 w 41458"/>
                <a:gd name="connsiteY3" fmla="*/ 12061 h 41291"/>
                <a:gd name="connsiteX4" fmla="*/ 13458 w 41458"/>
                <a:gd name="connsiteY4" fmla="*/ 1259 h 41291"/>
                <a:gd name="connsiteX5" fmla="*/ 40198 w 41458"/>
                <a:gd name="connsiteY5" fmla="*/ 13332 h 41291"/>
                <a:gd name="connsiteX6" fmla="*/ 28101 w 41458"/>
                <a:gd name="connsiteY6" fmla="*/ 40020 h 41291"/>
                <a:gd name="connsiteX7" fmla="*/ 21098 w 41458"/>
                <a:gd name="connsiteY7" fmla="*/ 41291 h 4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458" h="41291">
                  <a:moveTo>
                    <a:pt x="21098" y="41291"/>
                  </a:moveTo>
                  <a:cubicBezTo>
                    <a:pt x="17915" y="41291"/>
                    <a:pt x="15368" y="40656"/>
                    <a:pt x="12185" y="39385"/>
                  </a:cubicBezTo>
                  <a:cubicBezTo>
                    <a:pt x="7091" y="36843"/>
                    <a:pt x="3271" y="33030"/>
                    <a:pt x="1361" y="27947"/>
                  </a:cubicBezTo>
                  <a:cubicBezTo>
                    <a:pt x="-548" y="22863"/>
                    <a:pt x="-548" y="17145"/>
                    <a:pt x="1998" y="12061"/>
                  </a:cubicBezTo>
                  <a:cubicBezTo>
                    <a:pt x="4544" y="6978"/>
                    <a:pt x="8365" y="3165"/>
                    <a:pt x="13458" y="1259"/>
                  </a:cubicBezTo>
                  <a:cubicBezTo>
                    <a:pt x="24281" y="-2554"/>
                    <a:pt x="36377" y="2530"/>
                    <a:pt x="40198" y="13332"/>
                  </a:cubicBezTo>
                  <a:cubicBezTo>
                    <a:pt x="44017" y="24134"/>
                    <a:pt x="38924" y="36208"/>
                    <a:pt x="28101" y="40020"/>
                  </a:cubicBezTo>
                  <a:cubicBezTo>
                    <a:pt x="25554" y="41291"/>
                    <a:pt x="23008" y="41291"/>
                    <a:pt x="21098" y="412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05789ADE-9742-C241-1953-2F7A7A0CB075}"/>
                </a:ext>
              </a:extLst>
            </p:cNvPr>
            <p:cNvSpPr/>
            <p:nvPr/>
          </p:nvSpPr>
          <p:spPr>
            <a:xfrm>
              <a:off x="9224105" y="3836838"/>
              <a:ext cx="41458" cy="41391"/>
            </a:xfrm>
            <a:custGeom>
              <a:avLst/>
              <a:gdLst>
                <a:gd name="connsiteX0" fmla="*/ 20998 w 41458"/>
                <a:gd name="connsiteY0" fmla="*/ 41391 h 41391"/>
                <a:gd name="connsiteX1" fmla="*/ 12085 w 41458"/>
                <a:gd name="connsiteY1" fmla="*/ 39485 h 41391"/>
                <a:gd name="connsiteX2" fmla="*/ 1261 w 41458"/>
                <a:gd name="connsiteY2" fmla="*/ 28047 h 41391"/>
                <a:gd name="connsiteX3" fmla="*/ 13358 w 41458"/>
                <a:gd name="connsiteY3" fmla="*/ 1359 h 41391"/>
                <a:gd name="connsiteX4" fmla="*/ 13358 w 41458"/>
                <a:gd name="connsiteY4" fmla="*/ 1359 h 41391"/>
                <a:gd name="connsiteX5" fmla="*/ 29274 w 41458"/>
                <a:gd name="connsiteY5" fmla="*/ 1994 h 41391"/>
                <a:gd name="connsiteX6" fmla="*/ 40098 w 41458"/>
                <a:gd name="connsiteY6" fmla="*/ 13432 h 41391"/>
                <a:gd name="connsiteX7" fmla="*/ 39460 w 41458"/>
                <a:gd name="connsiteY7" fmla="*/ 29318 h 41391"/>
                <a:gd name="connsiteX8" fmla="*/ 28001 w 41458"/>
                <a:gd name="connsiteY8" fmla="*/ 40120 h 41391"/>
                <a:gd name="connsiteX9" fmla="*/ 20998 w 41458"/>
                <a:gd name="connsiteY9" fmla="*/ 41391 h 4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458" h="41391">
                  <a:moveTo>
                    <a:pt x="20998" y="41391"/>
                  </a:moveTo>
                  <a:cubicBezTo>
                    <a:pt x="17815" y="41391"/>
                    <a:pt x="15268" y="40756"/>
                    <a:pt x="12085" y="39485"/>
                  </a:cubicBezTo>
                  <a:cubicBezTo>
                    <a:pt x="6991" y="36943"/>
                    <a:pt x="3171" y="33131"/>
                    <a:pt x="1261" y="28047"/>
                  </a:cubicBezTo>
                  <a:cubicBezTo>
                    <a:pt x="-2559" y="17245"/>
                    <a:pt x="2535" y="5171"/>
                    <a:pt x="13358" y="1359"/>
                  </a:cubicBezTo>
                  <a:lnTo>
                    <a:pt x="13358" y="1359"/>
                  </a:lnTo>
                  <a:cubicBezTo>
                    <a:pt x="18451" y="-547"/>
                    <a:pt x="24181" y="-547"/>
                    <a:pt x="29274" y="1994"/>
                  </a:cubicBezTo>
                  <a:cubicBezTo>
                    <a:pt x="34368" y="4536"/>
                    <a:pt x="38187" y="8349"/>
                    <a:pt x="40098" y="13432"/>
                  </a:cubicBezTo>
                  <a:cubicBezTo>
                    <a:pt x="42007" y="18516"/>
                    <a:pt x="42007" y="24234"/>
                    <a:pt x="39460" y="29318"/>
                  </a:cubicBezTo>
                  <a:cubicBezTo>
                    <a:pt x="36914" y="34401"/>
                    <a:pt x="33094" y="38214"/>
                    <a:pt x="28001" y="40120"/>
                  </a:cubicBezTo>
                  <a:cubicBezTo>
                    <a:pt x="26091" y="40756"/>
                    <a:pt x="23544" y="41391"/>
                    <a:pt x="20998" y="41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2CEE4BD8-0D2C-FCCA-7419-95DF4656BEF1}"/>
                </a:ext>
              </a:extLst>
            </p:cNvPr>
            <p:cNvSpPr/>
            <p:nvPr/>
          </p:nvSpPr>
          <p:spPr>
            <a:xfrm>
              <a:off x="9241442" y="3854083"/>
              <a:ext cx="4934" cy="6830"/>
            </a:xfrm>
            <a:custGeom>
              <a:avLst/>
              <a:gdLst>
                <a:gd name="connsiteX0" fmla="*/ 2387 w 4934"/>
                <a:gd name="connsiteY0" fmla="*/ 0 h 6830"/>
                <a:gd name="connsiteX1" fmla="*/ 2387 w 4934"/>
                <a:gd name="connsiteY1" fmla="*/ 0 h 6830"/>
                <a:gd name="connsiteX2" fmla="*/ 478 w 4934"/>
                <a:gd name="connsiteY2" fmla="*/ 1906 h 6830"/>
                <a:gd name="connsiteX3" fmla="*/ 478 w 4934"/>
                <a:gd name="connsiteY3" fmla="*/ 4448 h 6830"/>
                <a:gd name="connsiteX4" fmla="*/ 2387 w 4934"/>
                <a:gd name="connsiteY4" fmla="*/ 6354 h 6830"/>
                <a:gd name="connsiteX5" fmla="*/ 4934 w 4934"/>
                <a:gd name="connsiteY5" fmla="*/ 6354 h 6830"/>
                <a:gd name="connsiteX6" fmla="*/ 2387 w 4934"/>
                <a:gd name="connsiteY6" fmla="*/ 0 h 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34" h="6830">
                  <a:moveTo>
                    <a:pt x="2387" y="0"/>
                  </a:moveTo>
                  <a:lnTo>
                    <a:pt x="2387" y="0"/>
                  </a:lnTo>
                  <a:cubicBezTo>
                    <a:pt x="1751" y="635"/>
                    <a:pt x="1114" y="1271"/>
                    <a:pt x="478" y="1906"/>
                  </a:cubicBezTo>
                  <a:cubicBezTo>
                    <a:pt x="-159" y="2542"/>
                    <a:pt x="-159" y="3813"/>
                    <a:pt x="478" y="4448"/>
                  </a:cubicBezTo>
                  <a:cubicBezTo>
                    <a:pt x="478" y="5083"/>
                    <a:pt x="1751" y="5719"/>
                    <a:pt x="2387" y="6354"/>
                  </a:cubicBezTo>
                  <a:cubicBezTo>
                    <a:pt x="3024" y="6990"/>
                    <a:pt x="4298" y="6990"/>
                    <a:pt x="4934" y="6354"/>
                  </a:cubicBezTo>
                  <a:lnTo>
                    <a:pt x="2387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4F20A858-5AB8-43B1-38A8-5DFBACDDE2BB}"/>
                </a:ext>
              </a:extLst>
            </p:cNvPr>
            <p:cNvSpPr/>
            <p:nvPr/>
          </p:nvSpPr>
          <p:spPr>
            <a:xfrm>
              <a:off x="9082750" y="3869964"/>
              <a:ext cx="17836" cy="17802"/>
            </a:xfrm>
            <a:custGeom>
              <a:avLst/>
              <a:gdLst>
                <a:gd name="connsiteX0" fmla="*/ 5735 w 17836"/>
                <a:gd name="connsiteY0" fmla="*/ 640 h 17802"/>
                <a:gd name="connsiteX1" fmla="*/ 17195 w 17836"/>
                <a:gd name="connsiteY1" fmla="*/ 5724 h 17802"/>
                <a:gd name="connsiteX2" fmla="*/ 12101 w 17836"/>
                <a:gd name="connsiteY2" fmla="*/ 17162 h 17802"/>
                <a:gd name="connsiteX3" fmla="*/ 642 w 17836"/>
                <a:gd name="connsiteY3" fmla="*/ 12078 h 17802"/>
                <a:gd name="connsiteX4" fmla="*/ 5735 w 17836"/>
                <a:gd name="connsiteY4" fmla="*/ 640 h 1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36" h="17802">
                  <a:moveTo>
                    <a:pt x="5735" y="640"/>
                  </a:moveTo>
                  <a:cubicBezTo>
                    <a:pt x="10192" y="-1266"/>
                    <a:pt x="15284" y="1276"/>
                    <a:pt x="17195" y="5724"/>
                  </a:cubicBezTo>
                  <a:cubicBezTo>
                    <a:pt x="19105" y="10172"/>
                    <a:pt x="16558" y="15255"/>
                    <a:pt x="12101" y="17162"/>
                  </a:cubicBezTo>
                  <a:cubicBezTo>
                    <a:pt x="7645" y="19068"/>
                    <a:pt x="2551" y="16526"/>
                    <a:pt x="642" y="12078"/>
                  </a:cubicBezTo>
                  <a:cubicBezTo>
                    <a:pt x="-1269" y="6995"/>
                    <a:pt x="1278" y="1911"/>
                    <a:pt x="5735" y="64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ECC17FF5-4EAD-9833-6675-A8BD21491214}"/>
                </a:ext>
              </a:extLst>
            </p:cNvPr>
            <p:cNvSpPr/>
            <p:nvPr/>
          </p:nvSpPr>
          <p:spPr>
            <a:xfrm>
              <a:off x="9070671" y="3857172"/>
              <a:ext cx="41458" cy="42026"/>
            </a:xfrm>
            <a:custGeom>
              <a:avLst/>
              <a:gdLst>
                <a:gd name="connsiteX0" fmla="*/ 20997 w 41458"/>
                <a:gd name="connsiteY0" fmla="*/ 42027 h 42026"/>
                <a:gd name="connsiteX1" fmla="*/ 12085 w 41458"/>
                <a:gd name="connsiteY1" fmla="*/ 40120 h 42026"/>
                <a:gd name="connsiteX2" fmla="*/ 1261 w 41458"/>
                <a:gd name="connsiteY2" fmla="*/ 28047 h 42026"/>
                <a:gd name="connsiteX3" fmla="*/ 13358 w 41458"/>
                <a:gd name="connsiteY3" fmla="*/ 1359 h 42026"/>
                <a:gd name="connsiteX4" fmla="*/ 13358 w 41458"/>
                <a:gd name="connsiteY4" fmla="*/ 1359 h 42026"/>
                <a:gd name="connsiteX5" fmla="*/ 29274 w 41458"/>
                <a:gd name="connsiteY5" fmla="*/ 1994 h 42026"/>
                <a:gd name="connsiteX6" fmla="*/ 40097 w 41458"/>
                <a:gd name="connsiteY6" fmla="*/ 13432 h 42026"/>
                <a:gd name="connsiteX7" fmla="*/ 39460 w 41458"/>
                <a:gd name="connsiteY7" fmla="*/ 29318 h 42026"/>
                <a:gd name="connsiteX8" fmla="*/ 28001 w 41458"/>
                <a:gd name="connsiteY8" fmla="*/ 40120 h 42026"/>
                <a:gd name="connsiteX9" fmla="*/ 20997 w 41458"/>
                <a:gd name="connsiteY9" fmla="*/ 42027 h 42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458" h="42026">
                  <a:moveTo>
                    <a:pt x="20997" y="42027"/>
                  </a:moveTo>
                  <a:cubicBezTo>
                    <a:pt x="17814" y="42027"/>
                    <a:pt x="15268" y="41391"/>
                    <a:pt x="12085" y="40120"/>
                  </a:cubicBezTo>
                  <a:cubicBezTo>
                    <a:pt x="6991" y="37579"/>
                    <a:pt x="3171" y="33766"/>
                    <a:pt x="1261" y="28047"/>
                  </a:cubicBezTo>
                  <a:cubicBezTo>
                    <a:pt x="-2559" y="17245"/>
                    <a:pt x="2535" y="5171"/>
                    <a:pt x="13358" y="1359"/>
                  </a:cubicBezTo>
                  <a:lnTo>
                    <a:pt x="13358" y="1359"/>
                  </a:lnTo>
                  <a:cubicBezTo>
                    <a:pt x="18451" y="-547"/>
                    <a:pt x="24180" y="-547"/>
                    <a:pt x="29274" y="1994"/>
                  </a:cubicBezTo>
                  <a:cubicBezTo>
                    <a:pt x="34368" y="4536"/>
                    <a:pt x="38187" y="8349"/>
                    <a:pt x="40097" y="13432"/>
                  </a:cubicBezTo>
                  <a:cubicBezTo>
                    <a:pt x="42007" y="18516"/>
                    <a:pt x="42007" y="24234"/>
                    <a:pt x="39460" y="29318"/>
                  </a:cubicBezTo>
                  <a:cubicBezTo>
                    <a:pt x="36914" y="34401"/>
                    <a:pt x="33094" y="38214"/>
                    <a:pt x="28001" y="40120"/>
                  </a:cubicBezTo>
                  <a:cubicBezTo>
                    <a:pt x="25454" y="42027"/>
                    <a:pt x="23544" y="42027"/>
                    <a:pt x="20997" y="420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4A4B7F76-9090-6EFE-838A-70A814C3367E}"/>
                </a:ext>
              </a:extLst>
            </p:cNvPr>
            <p:cNvSpPr/>
            <p:nvPr/>
          </p:nvSpPr>
          <p:spPr>
            <a:xfrm>
              <a:off x="9493301" y="3736639"/>
              <a:ext cx="562008" cy="580039"/>
            </a:xfrm>
            <a:custGeom>
              <a:avLst/>
              <a:gdLst>
                <a:gd name="connsiteX0" fmla="*/ 331159 w 562008"/>
                <a:gd name="connsiteY0" fmla="*/ 24035 h 580039"/>
                <a:gd name="connsiteX1" fmla="*/ 266856 w 562008"/>
                <a:gd name="connsiteY1" fmla="*/ 46275 h 580039"/>
                <a:gd name="connsiteX2" fmla="*/ 129338 w 562008"/>
                <a:gd name="connsiteY2" fmla="*/ 161289 h 580039"/>
                <a:gd name="connsiteX3" fmla="*/ 36386 w 562008"/>
                <a:gd name="connsiteY3" fmla="*/ 320783 h 580039"/>
                <a:gd name="connsiteX4" fmla="*/ 49756 w 562008"/>
                <a:gd name="connsiteY4" fmla="*/ 424994 h 580039"/>
                <a:gd name="connsiteX5" fmla="*/ 189184 w 562008"/>
                <a:gd name="connsiteY5" fmla="*/ 540008 h 580039"/>
                <a:gd name="connsiteX6" fmla="*/ 296142 w 562008"/>
                <a:gd name="connsiteY6" fmla="*/ 533653 h 580039"/>
                <a:gd name="connsiteX7" fmla="*/ 436843 w 562008"/>
                <a:gd name="connsiteY7" fmla="*/ 418004 h 580039"/>
                <a:gd name="connsiteX8" fmla="*/ 525975 w 562008"/>
                <a:gd name="connsiteY8" fmla="*/ 259781 h 580039"/>
                <a:gd name="connsiteX9" fmla="*/ 512605 w 562008"/>
                <a:gd name="connsiteY9" fmla="*/ 154935 h 580039"/>
                <a:gd name="connsiteX10" fmla="*/ 373178 w 562008"/>
                <a:gd name="connsiteY10" fmla="*/ 39921 h 580039"/>
                <a:gd name="connsiteX11" fmla="*/ 331159 w 562008"/>
                <a:gd name="connsiteY11" fmla="*/ 24035 h 580039"/>
                <a:gd name="connsiteX12" fmla="*/ 229930 w 562008"/>
                <a:gd name="connsiteY12" fmla="*/ 580040 h 580039"/>
                <a:gd name="connsiteX13" fmla="*/ 173904 w 562008"/>
                <a:gd name="connsiteY13" fmla="*/ 559706 h 580039"/>
                <a:gd name="connsiteX14" fmla="*/ 34476 w 562008"/>
                <a:gd name="connsiteY14" fmla="*/ 444693 h 580039"/>
                <a:gd name="connsiteX15" fmla="*/ 14103 w 562008"/>
                <a:gd name="connsiteY15" fmla="*/ 311887 h 580039"/>
                <a:gd name="connsiteX16" fmla="*/ 110875 w 562008"/>
                <a:gd name="connsiteY16" fmla="*/ 146674 h 580039"/>
                <a:gd name="connsiteX17" fmla="*/ 254122 w 562008"/>
                <a:gd name="connsiteY17" fmla="*/ 25941 h 580039"/>
                <a:gd name="connsiteX18" fmla="*/ 389094 w 562008"/>
                <a:gd name="connsiteY18" fmla="*/ 21493 h 580039"/>
                <a:gd name="connsiteX19" fmla="*/ 528522 w 562008"/>
                <a:gd name="connsiteY19" fmla="*/ 136507 h 580039"/>
                <a:gd name="connsiteX20" fmla="*/ 548895 w 562008"/>
                <a:gd name="connsiteY20" fmla="*/ 268677 h 580039"/>
                <a:gd name="connsiteX21" fmla="*/ 455306 w 562008"/>
                <a:gd name="connsiteY21" fmla="*/ 434526 h 580039"/>
                <a:gd name="connsiteX22" fmla="*/ 308238 w 562008"/>
                <a:gd name="connsiteY22" fmla="*/ 555258 h 580039"/>
                <a:gd name="connsiteX23" fmla="*/ 229930 w 562008"/>
                <a:gd name="connsiteY23" fmla="*/ 580040 h 58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62008" h="580039">
                  <a:moveTo>
                    <a:pt x="331159" y="24035"/>
                  </a:moveTo>
                  <a:cubicBezTo>
                    <a:pt x="312695" y="24035"/>
                    <a:pt x="291685" y="31660"/>
                    <a:pt x="266856" y="46275"/>
                  </a:cubicBezTo>
                  <a:cubicBezTo>
                    <a:pt x="266219" y="46911"/>
                    <a:pt x="176451" y="104100"/>
                    <a:pt x="129338" y="161289"/>
                  </a:cubicBezTo>
                  <a:cubicBezTo>
                    <a:pt x="75222" y="227374"/>
                    <a:pt x="36386" y="320147"/>
                    <a:pt x="36386" y="320783"/>
                  </a:cubicBezTo>
                  <a:cubicBezTo>
                    <a:pt x="16650" y="367170"/>
                    <a:pt x="21107" y="401483"/>
                    <a:pt x="49756" y="424994"/>
                  </a:cubicBezTo>
                  <a:lnTo>
                    <a:pt x="189184" y="540008"/>
                  </a:lnTo>
                  <a:cubicBezTo>
                    <a:pt x="219744" y="565425"/>
                    <a:pt x="254122" y="555894"/>
                    <a:pt x="296142" y="533653"/>
                  </a:cubicBezTo>
                  <a:cubicBezTo>
                    <a:pt x="296142" y="533653"/>
                    <a:pt x="380181" y="482819"/>
                    <a:pt x="436843" y="418004"/>
                  </a:cubicBezTo>
                  <a:cubicBezTo>
                    <a:pt x="485229" y="362722"/>
                    <a:pt x="525339" y="260417"/>
                    <a:pt x="525975" y="259781"/>
                  </a:cubicBezTo>
                  <a:cubicBezTo>
                    <a:pt x="544438" y="208311"/>
                    <a:pt x="540618" y="178446"/>
                    <a:pt x="512605" y="154935"/>
                  </a:cubicBezTo>
                  <a:lnTo>
                    <a:pt x="373178" y="39921"/>
                  </a:lnTo>
                  <a:cubicBezTo>
                    <a:pt x="360445" y="29754"/>
                    <a:pt x="346438" y="24035"/>
                    <a:pt x="331159" y="24035"/>
                  </a:cubicBezTo>
                  <a:moveTo>
                    <a:pt x="229930" y="580040"/>
                  </a:moveTo>
                  <a:cubicBezTo>
                    <a:pt x="210830" y="580040"/>
                    <a:pt x="192367" y="574321"/>
                    <a:pt x="173904" y="559706"/>
                  </a:cubicBezTo>
                  <a:lnTo>
                    <a:pt x="34476" y="444693"/>
                  </a:lnTo>
                  <a:cubicBezTo>
                    <a:pt x="8373" y="423088"/>
                    <a:pt x="-16456" y="383055"/>
                    <a:pt x="14103" y="311887"/>
                  </a:cubicBezTo>
                  <a:cubicBezTo>
                    <a:pt x="15376" y="308074"/>
                    <a:pt x="54213" y="215301"/>
                    <a:pt x="110875" y="146674"/>
                  </a:cubicBezTo>
                  <a:cubicBezTo>
                    <a:pt x="160534" y="85672"/>
                    <a:pt x="250303" y="28483"/>
                    <a:pt x="254122" y="25941"/>
                  </a:cubicBezTo>
                  <a:cubicBezTo>
                    <a:pt x="289139" y="4972"/>
                    <a:pt x="341345" y="-17903"/>
                    <a:pt x="389094" y="21493"/>
                  </a:cubicBezTo>
                  <a:lnTo>
                    <a:pt x="528522" y="136507"/>
                  </a:lnTo>
                  <a:cubicBezTo>
                    <a:pt x="574997" y="174633"/>
                    <a:pt x="564175" y="227374"/>
                    <a:pt x="548895" y="268677"/>
                  </a:cubicBezTo>
                  <a:cubicBezTo>
                    <a:pt x="546984" y="273125"/>
                    <a:pt x="506239" y="376066"/>
                    <a:pt x="455306" y="434526"/>
                  </a:cubicBezTo>
                  <a:cubicBezTo>
                    <a:pt x="396097" y="502517"/>
                    <a:pt x="311422" y="553352"/>
                    <a:pt x="308238" y="555258"/>
                  </a:cubicBezTo>
                  <a:cubicBezTo>
                    <a:pt x="283409" y="568602"/>
                    <a:pt x="256669" y="580040"/>
                    <a:pt x="229930" y="58004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8EBAB9D6-8001-ABDF-45C9-6A457DCF610A}"/>
                </a:ext>
              </a:extLst>
            </p:cNvPr>
            <p:cNvSpPr/>
            <p:nvPr/>
          </p:nvSpPr>
          <p:spPr>
            <a:xfrm>
              <a:off x="9773527" y="4046587"/>
              <a:ext cx="42019" cy="41970"/>
            </a:xfrm>
            <a:custGeom>
              <a:avLst/>
              <a:gdLst>
                <a:gd name="connsiteX0" fmla="*/ 21009 w 42019"/>
                <a:gd name="connsiteY0" fmla="*/ 41971 h 41970"/>
                <a:gd name="connsiteX1" fmla="*/ 20373 w 42019"/>
                <a:gd name="connsiteY1" fmla="*/ 41971 h 41970"/>
                <a:gd name="connsiteX2" fmla="*/ 5729 w 42019"/>
                <a:gd name="connsiteY2" fmla="*/ 34981 h 41970"/>
                <a:gd name="connsiteX3" fmla="*/ 0 w 42019"/>
                <a:gd name="connsiteY3" fmla="*/ 19731 h 41970"/>
                <a:gd name="connsiteX4" fmla="*/ 21646 w 42019"/>
                <a:gd name="connsiteY4" fmla="*/ 32 h 41970"/>
                <a:gd name="connsiteX5" fmla="*/ 36289 w 42019"/>
                <a:gd name="connsiteY5" fmla="*/ 7022 h 41970"/>
                <a:gd name="connsiteX6" fmla="*/ 42019 w 42019"/>
                <a:gd name="connsiteY6" fmla="*/ 22272 h 41970"/>
                <a:gd name="connsiteX7" fmla="*/ 21009 w 42019"/>
                <a:gd name="connsiteY7" fmla="*/ 41971 h 41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19" h="41970">
                  <a:moveTo>
                    <a:pt x="21009" y="41971"/>
                  </a:moveTo>
                  <a:lnTo>
                    <a:pt x="20373" y="41971"/>
                  </a:lnTo>
                  <a:cubicBezTo>
                    <a:pt x="14643" y="41971"/>
                    <a:pt x="9550" y="39429"/>
                    <a:pt x="5729" y="34981"/>
                  </a:cubicBezTo>
                  <a:cubicBezTo>
                    <a:pt x="1910" y="31168"/>
                    <a:pt x="0" y="25449"/>
                    <a:pt x="0" y="19731"/>
                  </a:cubicBezTo>
                  <a:cubicBezTo>
                    <a:pt x="637" y="8293"/>
                    <a:pt x="10186" y="-603"/>
                    <a:pt x="21646" y="32"/>
                  </a:cubicBezTo>
                  <a:cubicBezTo>
                    <a:pt x="27376" y="32"/>
                    <a:pt x="32469" y="2574"/>
                    <a:pt x="36289" y="7022"/>
                  </a:cubicBezTo>
                  <a:cubicBezTo>
                    <a:pt x="40109" y="10834"/>
                    <a:pt x="42019" y="16553"/>
                    <a:pt x="42019" y="22272"/>
                  </a:cubicBezTo>
                  <a:cubicBezTo>
                    <a:pt x="42019" y="33075"/>
                    <a:pt x="32469" y="41971"/>
                    <a:pt x="21009" y="41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945378B8-220A-0AF6-0592-1F8E1CB32415}"/>
                </a:ext>
              </a:extLst>
            </p:cNvPr>
            <p:cNvSpPr/>
            <p:nvPr/>
          </p:nvSpPr>
          <p:spPr>
            <a:xfrm>
              <a:off x="9886183" y="3931574"/>
              <a:ext cx="42051" cy="41335"/>
            </a:xfrm>
            <a:custGeom>
              <a:avLst/>
              <a:gdLst>
                <a:gd name="connsiteX0" fmla="*/ 20405 w 42051"/>
                <a:gd name="connsiteY0" fmla="*/ 41335 h 41335"/>
                <a:gd name="connsiteX1" fmla="*/ 19768 w 42051"/>
                <a:gd name="connsiteY1" fmla="*/ 41335 h 41335"/>
                <a:gd name="connsiteX2" fmla="*/ 32 w 42051"/>
                <a:gd name="connsiteY2" fmla="*/ 19730 h 41335"/>
                <a:gd name="connsiteX3" fmla="*/ 21679 w 42051"/>
                <a:gd name="connsiteY3" fmla="*/ 32 h 41335"/>
                <a:gd name="connsiteX4" fmla="*/ 36321 w 42051"/>
                <a:gd name="connsiteY4" fmla="*/ 7022 h 41335"/>
                <a:gd name="connsiteX5" fmla="*/ 42051 w 42051"/>
                <a:gd name="connsiteY5" fmla="*/ 22272 h 41335"/>
                <a:gd name="connsiteX6" fmla="*/ 35048 w 42051"/>
                <a:gd name="connsiteY6" fmla="*/ 36887 h 41335"/>
                <a:gd name="connsiteX7" fmla="*/ 20405 w 42051"/>
                <a:gd name="connsiteY7" fmla="*/ 41335 h 4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51" h="41335">
                  <a:moveTo>
                    <a:pt x="20405" y="41335"/>
                  </a:moveTo>
                  <a:lnTo>
                    <a:pt x="19768" y="41335"/>
                  </a:lnTo>
                  <a:cubicBezTo>
                    <a:pt x="8309" y="40700"/>
                    <a:pt x="-604" y="31168"/>
                    <a:pt x="32" y="19730"/>
                  </a:cubicBezTo>
                  <a:cubicBezTo>
                    <a:pt x="669" y="8293"/>
                    <a:pt x="10218" y="-603"/>
                    <a:pt x="21679" y="32"/>
                  </a:cubicBezTo>
                  <a:cubicBezTo>
                    <a:pt x="27409" y="32"/>
                    <a:pt x="32501" y="2574"/>
                    <a:pt x="36321" y="7022"/>
                  </a:cubicBezTo>
                  <a:cubicBezTo>
                    <a:pt x="40142" y="10834"/>
                    <a:pt x="42051" y="16553"/>
                    <a:pt x="42051" y="22272"/>
                  </a:cubicBezTo>
                  <a:cubicBezTo>
                    <a:pt x="42051" y="27991"/>
                    <a:pt x="39504" y="33075"/>
                    <a:pt x="35048" y="36887"/>
                  </a:cubicBezTo>
                  <a:cubicBezTo>
                    <a:pt x="30592" y="39429"/>
                    <a:pt x="25498" y="41335"/>
                    <a:pt x="20405" y="41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A7EE80EF-5229-747D-5A50-7038C9992233}"/>
                </a:ext>
              </a:extLst>
            </p:cNvPr>
            <p:cNvSpPr/>
            <p:nvPr/>
          </p:nvSpPr>
          <p:spPr>
            <a:xfrm>
              <a:off x="9736569" y="3890906"/>
              <a:ext cx="41446" cy="41335"/>
            </a:xfrm>
            <a:custGeom>
              <a:avLst/>
              <a:gdLst>
                <a:gd name="connsiteX0" fmla="*/ 20405 w 41446"/>
                <a:gd name="connsiteY0" fmla="*/ 41335 h 41335"/>
                <a:gd name="connsiteX1" fmla="*/ 19768 w 41446"/>
                <a:gd name="connsiteY1" fmla="*/ 41335 h 41335"/>
                <a:gd name="connsiteX2" fmla="*/ 32 w 41446"/>
                <a:gd name="connsiteY2" fmla="*/ 19731 h 41335"/>
                <a:gd name="connsiteX3" fmla="*/ 21679 w 41446"/>
                <a:gd name="connsiteY3" fmla="*/ 32 h 41335"/>
                <a:gd name="connsiteX4" fmla="*/ 41415 w 41446"/>
                <a:gd name="connsiteY4" fmla="*/ 21637 h 41335"/>
                <a:gd name="connsiteX5" fmla="*/ 34412 w 41446"/>
                <a:gd name="connsiteY5" fmla="*/ 36252 h 41335"/>
                <a:gd name="connsiteX6" fmla="*/ 20405 w 41446"/>
                <a:gd name="connsiteY6" fmla="*/ 41335 h 4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446" h="41335">
                  <a:moveTo>
                    <a:pt x="20405" y="41335"/>
                  </a:moveTo>
                  <a:lnTo>
                    <a:pt x="19768" y="41335"/>
                  </a:lnTo>
                  <a:cubicBezTo>
                    <a:pt x="8309" y="40700"/>
                    <a:pt x="-604" y="31168"/>
                    <a:pt x="32" y="19731"/>
                  </a:cubicBezTo>
                  <a:cubicBezTo>
                    <a:pt x="669" y="8293"/>
                    <a:pt x="9582" y="-603"/>
                    <a:pt x="21679" y="32"/>
                  </a:cubicBezTo>
                  <a:cubicBezTo>
                    <a:pt x="33138" y="668"/>
                    <a:pt x="42051" y="10199"/>
                    <a:pt x="41415" y="21637"/>
                  </a:cubicBezTo>
                  <a:cubicBezTo>
                    <a:pt x="41415" y="27356"/>
                    <a:pt x="38868" y="32439"/>
                    <a:pt x="34412" y="36252"/>
                  </a:cubicBezTo>
                  <a:cubicBezTo>
                    <a:pt x="30592" y="39429"/>
                    <a:pt x="25498" y="41335"/>
                    <a:pt x="20405" y="41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03605CF6-AD7D-0ED0-08E4-735BA98B5926}"/>
                </a:ext>
              </a:extLst>
            </p:cNvPr>
            <p:cNvSpPr/>
            <p:nvPr/>
          </p:nvSpPr>
          <p:spPr>
            <a:xfrm>
              <a:off x="9100969" y="4171673"/>
              <a:ext cx="596313" cy="504026"/>
            </a:xfrm>
            <a:custGeom>
              <a:avLst/>
              <a:gdLst>
                <a:gd name="connsiteX0" fmla="*/ 180423 w 596313"/>
                <a:gd name="connsiteY0" fmla="*/ 23638 h 504026"/>
                <a:gd name="connsiteX1" fmla="*/ 107208 w 596313"/>
                <a:gd name="connsiteY1" fmla="*/ 65577 h 504026"/>
                <a:gd name="connsiteX2" fmla="*/ 31445 w 596313"/>
                <a:gd name="connsiteY2" fmla="*/ 228883 h 504026"/>
                <a:gd name="connsiteX3" fmla="*/ 65188 w 596313"/>
                <a:gd name="connsiteY3" fmla="*/ 329282 h 504026"/>
                <a:gd name="connsiteX4" fmla="*/ 214166 w 596313"/>
                <a:gd name="connsiteY4" fmla="*/ 434129 h 504026"/>
                <a:gd name="connsiteX5" fmla="*/ 391792 w 596313"/>
                <a:gd name="connsiteY5" fmla="*/ 478609 h 504026"/>
                <a:gd name="connsiteX6" fmla="*/ 490474 w 596313"/>
                <a:gd name="connsiteY6" fmla="*/ 438577 h 504026"/>
                <a:gd name="connsiteX7" fmla="*/ 566236 w 596313"/>
                <a:gd name="connsiteY7" fmla="*/ 275270 h 504026"/>
                <a:gd name="connsiteX8" fmla="*/ 532494 w 596313"/>
                <a:gd name="connsiteY8" fmla="*/ 174871 h 504026"/>
                <a:gd name="connsiteX9" fmla="*/ 384789 w 596313"/>
                <a:gd name="connsiteY9" fmla="*/ 73202 h 504026"/>
                <a:gd name="connsiteX10" fmla="*/ 205253 w 596313"/>
                <a:gd name="connsiteY10" fmla="*/ 25544 h 504026"/>
                <a:gd name="connsiteX11" fmla="*/ 180423 w 596313"/>
                <a:gd name="connsiteY11" fmla="*/ 23638 h 504026"/>
                <a:gd name="connsiteX12" fmla="*/ 412802 w 596313"/>
                <a:gd name="connsiteY12" fmla="*/ 504026 h 504026"/>
                <a:gd name="connsiteX13" fmla="*/ 389246 w 596313"/>
                <a:gd name="connsiteY13" fmla="*/ 502755 h 504026"/>
                <a:gd name="connsiteX14" fmla="*/ 203342 w 596313"/>
                <a:gd name="connsiteY14" fmla="*/ 456369 h 504026"/>
                <a:gd name="connsiteX15" fmla="*/ 47362 w 596313"/>
                <a:gd name="connsiteY15" fmla="*/ 347074 h 504026"/>
                <a:gd name="connsiteX16" fmla="*/ 8526 w 596313"/>
                <a:gd name="connsiteY16" fmla="*/ 219352 h 504026"/>
                <a:gd name="connsiteX17" fmla="*/ 84288 w 596313"/>
                <a:gd name="connsiteY17" fmla="*/ 56045 h 504026"/>
                <a:gd name="connsiteX18" fmla="*/ 207799 w 596313"/>
                <a:gd name="connsiteY18" fmla="*/ 2033 h 504026"/>
                <a:gd name="connsiteX19" fmla="*/ 393703 w 596313"/>
                <a:gd name="connsiteY19" fmla="*/ 51597 h 504026"/>
                <a:gd name="connsiteX20" fmla="*/ 548411 w 596313"/>
                <a:gd name="connsiteY20" fmla="*/ 157715 h 504026"/>
                <a:gd name="connsiteX21" fmla="*/ 587246 w 596313"/>
                <a:gd name="connsiteY21" fmla="*/ 286072 h 504026"/>
                <a:gd name="connsiteX22" fmla="*/ 511484 w 596313"/>
                <a:gd name="connsiteY22" fmla="*/ 449379 h 504026"/>
                <a:gd name="connsiteX23" fmla="*/ 412802 w 596313"/>
                <a:gd name="connsiteY23" fmla="*/ 504026 h 504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96313" h="504026">
                  <a:moveTo>
                    <a:pt x="180423" y="23638"/>
                  </a:moveTo>
                  <a:cubicBezTo>
                    <a:pt x="144134" y="23638"/>
                    <a:pt x="119941" y="37618"/>
                    <a:pt x="107208" y="65577"/>
                  </a:cubicBezTo>
                  <a:lnTo>
                    <a:pt x="31445" y="228883"/>
                  </a:lnTo>
                  <a:cubicBezTo>
                    <a:pt x="14892" y="264468"/>
                    <a:pt x="32719" y="294969"/>
                    <a:pt x="65188" y="329282"/>
                  </a:cubicBezTo>
                  <a:cubicBezTo>
                    <a:pt x="65188" y="329282"/>
                    <a:pt x="136494" y="396638"/>
                    <a:pt x="214166" y="434129"/>
                  </a:cubicBezTo>
                  <a:cubicBezTo>
                    <a:pt x="280378" y="465900"/>
                    <a:pt x="390519" y="477974"/>
                    <a:pt x="391792" y="478609"/>
                  </a:cubicBezTo>
                  <a:cubicBezTo>
                    <a:pt x="446546" y="483057"/>
                    <a:pt x="475195" y="471619"/>
                    <a:pt x="490474" y="438577"/>
                  </a:cubicBezTo>
                  <a:lnTo>
                    <a:pt x="566236" y="275270"/>
                  </a:lnTo>
                  <a:cubicBezTo>
                    <a:pt x="581516" y="242227"/>
                    <a:pt x="571330" y="212362"/>
                    <a:pt x="532494" y="174871"/>
                  </a:cubicBezTo>
                  <a:cubicBezTo>
                    <a:pt x="531857" y="174236"/>
                    <a:pt x="452912" y="103067"/>
                    <a:pt x="384789" y="73202"/>
                  </a:cubicBezTo>
                  <a:cubicBezTo>
                    <a:pt x="305844" y="38253"/>
                    <a:pt x="205889" y="25544"/>
                    <a:pt x="205253" y="25544"/>
                  </a:cubicBezTo>
                  <a:cubicBezTo>
                    <a:pt x="196339" y="24273"/>
                    <a:pt x="188063" y="23638"/>
                    <a:pt x="180423" y="23638"/>
                  </a:cubicBezTo>
                  <a:moveTo>
                    <a:pt x="412802" y="504026"/>
                  </a:moveTo>
                  <a:cubicBezTo>
                    <a:pt x="405163" y="504026"/>
                    <a:pt x="396886" y="503391"/>
                    <a:pt x="389246" y="502755"/>
                  </a:cubicBezTo>
                  <a:cubicBezTo>
                    <a:pt x="384153" y="502120"/>
                    <a:pt x="273375" y="490047"/>
                    <a:pt x="203342" y="456369"/>
                  </a:cubicBezTo>
                  <a:cubicBezTo>
                    <a:pt x="121851" y="416972"/>
                    <a:pt x="50545" y="349616"/>
                    <a:pt x="47362" y="347074"/>
                  </a:cubicBezTo>
                  <a:cubicBezTo>
                    <a:pt x="14256" y="312125"/>
                    <a:pt x="-15030" y="270187"/>
                    <a:pt x="8526" y="219352"/>
                  </a:cubicBezTo>
                  <a:lnTo>
                    <a:pt x="84288" y="56045"/>
                  </a:lnTo>
                  <a:cubicBezTo>
                    <a:pt x="98294" y="25544"/>
                    <a:pt x="131401" y="-8769"/>
                    <a:pt x="207799" y="2033"/>
                  </a:cubicBezTo>
                  <a:cubicBezTo>
                    <a:pt x="211619" y="2669"/>
                    <a:pt x="312210" y="15377"/>
                    <a:pt x="393703" y="51597"/>
                  </a:cubicBezTo>
                  <a:cubicBezTo>
                    <a:pt x="465645" y="83369"/>
                    <a:pt x="545227" y="154537"/>
                    <a:pt x="548411" y="157715"/>
                  </a:cubicBezTo>
                  <a:cubicBezTo>
                    <a:pt x="577697" y="186309"/>
                    <a:pt x="613349" y="230154"/>
                    <a:pt x="587246" y="286072"/>
                  </a:cubicBezTo>
                  <a:lnTo>
                    <a:pt x="511484" y="449379"/>
                  </a:lnTo>
                  <a:cubicBezTo>
                    <a:pt x="491748" y="493859"/>
                    <a:pt x="451002" y="504026"/>
                    <a:pt x="412802" y="504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783944DB-0A2A-1353-9BCE-A8005AB7BE1E}"/>
                </a:ext>
              </a:extLst>
            </p:cNvPr>
            <p:cNvSpPr/>
            <p:nvPr/>
          </p:nvSpPr>
          <p:spPr>
            <a:xfrm>
              <a:off x="9365593" y="4452184"/>
              <a:ext cx="42330" cy="41781"/>
            </a:xfrm>
            <a:custGeom>
              <a:avLst/>
              <a:gdLst>
                <a:gd name="connsiteX0" fmla="*/ 21484 w 42330"/>
                <a:gd name="connsiteY0" fmla="*/ 41781 h 41781"/>
                <a:gd name="connsiteX1" fmla="*/ 11934 w 42330"/>
                <a:gd name="connsiteY1" fmla="*/ 39875 h 41781"/>
                <a:gd name="connsiteX2" fmla="*/ 1111 w 42330"/>
                <a:gd name="connsiteY2" fmla="*/ 27801 h 41781"/>
                <a:gd name="connsiteX3" fmla="*/ 2384 w 42330"/>
                <a:gd name="connsiteY3" fmla="*/ 11916 h 41781"/>
                <a:gd name="connsiteX4" fmla="*/ 14480 w 42330"/>
                <a:gd name="connsiteY4" fmla="*/ 1113 h 41781"/>
                <a:gd name="connsiteX5" fmla="*/ 14480 w 42330"/>
                <a:gd name="connsiteY5" fmla="*/ 1113 h 41781"/>
                <a:gd name="connsiteX6" fmla="*/ 41220 w 42330"/>
                <a:gd name="connsiteY6" fmla="*/ 14458 h 41781"/>
                <a:gd name="connsiteX7" fmla="*/ 39947 w 42330"/>
                <a:gd name="connsiteY7" fmla="*/ 30343 h 41781"/>
                <a:gd name="connsiteX8" fmla="*/ 27850 w 42330"/>
                <a:gd name="connsiteY8" fmla="*/ 41146 h 41781"/>
                <a:gd name="connsiteX9" fmla="*/ 21484 w 42330"/>
                <a:gd name="connsiteY9" fmla="*/ 41781 h 41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330" h="41781">
                  <a:moveTo>
                    <a:pt x="21484" y="41781"/>
                  </a:moveTo>
                  <a:cubicBezTo>
                    <a:pt x="18300" y="41781"/>
                    <a:pt x="15117" y="41146"/>
                    <a:pt x="11934" y="39875"/>
                  </a:cubicBezTo>
                  <a:cubicBezTo>
                    <a:pt x="6841" y="37333"/>
                    <a:pt x="3020" y="32885"/>
                    <a:pt x="1111" y="27801"/>
                  </a:cubicBezTo>
                  <a:cubicBezTo>
                    <a:pt x="-799" y="22718"/>
                    <a:pt x="-163" y="16999"/>
                    <a:pt x="2384" y="11916"/>
                  </a:cubicBezTo>
                  <a:cubicBezTo>
                    <a:pt x="4931" y="6832"/>
                    <a:pt x="9387" y="3020"/>
                    <a:pt x="14480" y="1113"/>
                  </a:cubicBezTo>
                  <a:lnTo>
                    <a:pt x="14480" y="1113"/>
                  </a:lnTo>
                  <a:cubicBezTo>
                    <a:pt x="25303" y="-2699"/>
                    <a:pt x="37400" y="3655"/>
                    <a:pt x="41220" y="14458"/>
                  </a:cubicBezTo>
                  <a:cubicBezTo>
                    <a:pt x="43130" y="19541"/>
                    <a:pt x="42493" y="25260"/>
                    <a:pt x="39947" y="30343"/>
                  </a:cubicBezTo>
                  <a:cubicBezTo>
                    <a:pt x="37400" y="35427"/>
                    <a:pt x="32944" y="39239"/>
                    <a:pt x="27850" y="41146"/>
                  </a:cubicBezTo>
                  <a:cubicBezTo>
                    <a:pt x="25941" y="41781"/>
                    <a:pt x="23394" y="41781"/>
                    <a:pt x="21484" y="4178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EF9007B1-E779-4F85-4502-9B393369AA19}"/>
                </a:ext>
              </a:extLst>
            </p:cNvPr>
            <p:cNvSpPr/>
            <p:nvPr/>
          </p:nvSpPr>
          <p:spPr>
            <a:xfrm>
              <a:off x="9274546" y="4320014"/>
              <a:ext cx="42335" cy="41781"/>
            </a:xfrm>
            <a:custGeom>
              <a:avLst/>
              <a:gdLst>
                <a:gd name="connsiteX0" fmla="*/ 20852 w 42335"/>
                <a:gd name="connsiteY0" fmla="*/ 41781 h 41781"/>
                <a:gd name="connsiteX1" fmla="*/ 1115 w 42335"/>
                <a:gd name="connsiteY1" fmla="*/ 27802 h 41781"/>
                <a:gd name="connsiteX2" fmla="*/ 14485 w 42335"/>
                <a:gd name="connsiteY2" fmla="*/ 1113 h 41781"/>
                <a:gd name="connsiteX3" fmla="*/ 14485 w 42335"/>
                <a:gd name="connsiteY3" fmla="*/ 1113 h 41781"/>
                <a:gd name="connsiteX4" fmla="*/ 41225 w 42335"/>
                <a:gd name="connsiteY4" fmla="*/ 14457 h 41781"/>
                <a:gd name="connsiteX5" fmla="*/ 39951 w 42335"/>
                <a:gd name="connsiteY5" fmla="*/ 30343 h 41781"/>
                <a:gd name="connsiteX6" fmla="*/ 27855 w 42335"/>
                <a:gd name="connsiteY6" fmla="*/ 41146 h 41781"/>
                <a:gd name="connsiteX7" fmla="*/ 20852 w 42335"/>
                <a:gd name="connsiteY7" fmla="*/ 41781 h 41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335" h="41781">
                  <a:moveTo>
                    <a:pt x="20852" y="41781"/>
                  </a:moveTo>
                  <a:cubicBezTo>
                    <a:pt x="11939" y="41781"/>
                    <a:pt x="3662" y="36062"/>
                    <a:pt x="1115" y="27802"/>
                  </a:cubicBezTo>
                  <a:cubicBezTo>
                    <a:pt x="-2704" y="16999"/>
                    <a:pt x="3662" y="4926"/>
                    <a:pt x="14485" y="1113"/>
                  </a:cubicBezTo>
                  <a:lnTo>
                    <a:pt x="14485" y="1113"/>
                  </a:lnTo>
                  <a:cubicBezTo>
                    <a:pt x="25309" y="-2699"/>
                    <a:pt x="37405" y="3655"/>
                    <a:pt x="41225" y="14457"/>
                  </a:cubicBezTo>
                  <a:cubicBezTo>
                    <a:pt x="43135" y="19541"/>
                    <a:pt x="42498" y="25260"/>
                    <a:pt x="39951" y="30343"/>
                  </a:cubicBezTo>
                  <a:cubicBezTo>
                    <a:pt x="37405" y="35427"/>
                    <a:pt x="32948" y="39239"/>
                    <a:pt x="27855" y="41146"/>
                  </a:cubicBezTo>
                  <a:cubicBezTo>
                    <a:pt x="25309" y="41781"/>
                    <a:pt x="22762" y="41781"/>
                    <a:pt x="20852" y="4178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DD9F2647-FE71-2EC4-5F4B-687FE67A9364}"/>
                </a:ext>
              </a:extLst>
            </p:cNvPr>
            <p:cNvSpPr/>
            <p:nvPr/>
          </p:nvSpPr>
          <p:spPr>
            <a:xfrm>
              <a:off x="10314685" y="4628042"/>
              <a:ext cx="709871" cy="97856"/>
            </a:xfrm>
            <a:custGeom>
              <a:avLst/>
              <a:gdLst>
                <a:gd name="connsiteX0" fmla="*/ 697775 w 709871"/>
                <a:gd name="connsiteY0" fmla="*/ 97857 h 97856"/>
                <a:gd name="connsiteX1" fmla="*/ 685678 w 709871"/>
                <a:gd name="connsiteY1" fmla="*/ 85784 h 97856"/>
                <a:gd name="connsiteX2" fmla="*/ 632836 w 709871"/>
                <a:gd name="connsiteY2" fmla="*/ 24146 h 97856"/>
                <a:gd name="connsiteX3" fmla="*/ 77035 w 709871"/>
                <a:gd name="connsiteY3" fmla="*/ 24146 h 97856"/>
                <a:gd name="connsiteX4" fmla="*/ 24192 w 709871"/>
                <a:gd name="connsiteY4" fmla="*/ 85784 h 97856"/>
                <a:gd name="connsiteX5" fmla="*/ 12096 w 709871"/>
                <a:gd name="connsiteY5" fmla="*/ 97857 h 97856"/>
                <a:gd name="connsiteX6" fmla="*/ 0 w 709871"/>
                <a:gd name="connsiteY6" fmla="*/ 85784 h 97856"/>
                <a:gd name="connsiteX7" fmla="*/ 77035 w 709871"/>
                <a:gd name="connsiteY7" fmla="*/ 0 h 97856"/>
                <a:gd name="connsiteX8" fmla="*/ 632836 w 709871"/>
                <a:gd name="connsiteY8" fmla="*/ 0 h 97856"/>
                <a:gd name="connsiteX9" fmla="*/ 709872 w 709871"/>
                <a:gd name="connsiteY9" fmla="*/ 85784 h 97856"/>
                <a:gd name="connsiteX10" fmla="*/ 697775 w 709871"/>
                <a:gd name="connsiteY10" fmla="*/ 97857 h 97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9871" h="97856">
                  <a:moveTo>
                    <a:pt x="697775" y="97857"/>
                  </a:moveTo>
                  <a:cubicBezTo>
                    <a:pt x="690772" y="97857"/>
                    <a:pt x="685678" y="92138"/>
                    <a:pt x="685678" y="85784"/>
                  </a:cubicBezTo>
                  <a:cubicBezTo>
                    <a:pt x="685678" y="52105"/>
                    <a:pt x="662122" y="24146"/>
                    <a:pt x="632836" y="24146"/>
                  </a:cubicBezTo>
                  <a:lnTo>
                    <a:pt x="77035" y="24146"/>
                  </a:lnTo>
                  <a:cubicBezTo>
                    <a:pt x="47749" y="24146"/>
                    <a:pt x="24192" y="51470"/>
                    <a:pt x="24192" y="85784"/>
                  </a:cubicBezTo>
                  <a:cubicBezTo>
                    <a:pt x="24192" y="92773"/>
                    <a:pt x="18462" y="97857"/>
                    <a:pt x="12096" y="97857"/>
                  </a:cubicBezTo>
                  <a:cubicBezTo>
                    <a:pt x="5093" y="97857"/>
                    <a:pt x="0" y="92138"/>
                    <a:pt x="0" y="85784"/>
                  </a:cubicBezTo>
                  <a:cubicBezTo>
                    <a:pt x="0" y="38762"/>
                    <a:pt x="34379" y="0"/>
                    <a:pt x="77035" y="0"/>
                  </a:cubicBezTo>
                  <a:lnTo>
                    <a:pt x="632836" y="0"/>
                  </a:lnTo>
                  <a:cubicBezTo>
                    <a:pt x="675492" y="0"/>
                    <a:pt x="709872" y="38126"/>
                    <a:pt x="709872" y="85784"/>
                  </a:cubicBezTo>
                  <a:cubicBezTo>
                    <a:pt x="709872" y="92138"/>
                    <a:pt x="704142" y="97857"/>
                    <a:pt x="697775" y="978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D81E4C9E-9727-F756-07ED-23E8180CCC92}"/>
                </a:ext>
              </a:extLst>
            </p:cNvPr>
            <p:cNvSpPr/>
            <p:nvPr/>
          </p:nvSpPr>
          <p:spPr>
            <a:xfrm>
              <a:off x="10234466" y="4772920"/>
              <a:ext cx="856302" cy="24146"/>
            </a:xfrm>
            <a:custGeom>
              <a:avLst/>
              <a:gdLst>
                <a:gd name="connsiteX0" fmla="*/ 844207 w 856302"/>
                <a:gd name="connsiteY0" fmla="*/ 24147 h 24146"/>
                <a:gd name="connsiteX1" fmla="*/ 12097 w 856302"/>
                <a:gd name="connsiteY1" fmla="*/ 24147 h 24146"/>
                <a:gd name="connsiteX2" fmla="*/ 0 w 856302"/>
                <a:gd name="connsiteY2" fmla="*/ 12073 h 24146"/>
                <a:gd name="connsiteX3" fmla="*/ 12097 w 856302"/>
                <a:gd name="connsiteY3" fmla="*/ 0 h 24146"/>
                <a:gd name="connsiteX4" fmla="*/ 844207 w 856302"/>
                <a:gd name="connsiteY4" fmla="*/ 0 h 24146"/>
                <a:gd name="connsiteX5" fmla="*/ 856302 w 856302"/>
                <a:gd name="connsiteY5" fmla="*/ 12073 h 24146"/>
                <a:gd name="connsiteX6" fmla="*/ 844207 w 856302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6302" h="24146">
                  <a:moveTo>
                    <a:pt x="844207" y="24147"/>
                  </a:moveTo>
                  <a:lnTo>
                    <a:pt x="12097" y="24147"/>
                  </a:lnTo>
                  <a:cubicBezTo>
                    <a:pt x="5094" y="24147"/>
                    <a:pt x="0" y="18428"/>
                    <a:pt x="0" y="12073"/>
                  </a:cubicBezTo>
                  <a:cubicBezTo>
                    <a:pt x="0" y="5084"/>
                    <a:pt x="5730" y="0"/>
                    <a:pt x="12097" y="0"/>
                  </a:cubicBezTo>
                  <a:lnTo>
                    <a:pt x="844207" y="0"/>
                  </a:lnTo>
                  <a:cubicBezTo>
                    <a:pt x="851210" y="0"/>
                    <a:pt x="856302" y="5719"/>
                    <a:pt x="856302" y="12073"/>
                  </a:cubicBezTo>
                  <a:cubicBezTo>
                    <a:pt x="856302" y="18428"/>
                    <a:pt x="851210" y="24147"/>
                    <a:pt x="844207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8E8278DA-ED72-3529-8F11-EB3B22555528}"/>
                </a:ext>
              </a:extLst>
            </p:cNvPr>
            <p:cNvSpPr/>
            <p:nvPr/>
          </p:nvSpPr>
          <p:spPr>
            <a:xfrm>
              <a:off x="10149791" y="3570044"/>
              <a:ext cx="1040932" cy="220495"/>
            </a:xfrm>
            <a:custGeom>
              <a:avLst/>
              <a:gdLst>
                <a:gd name="connsiteX0" fmla="*/ 1027563 w 1040932"/>
                <a:gd name="connsiteY0" fmla="*/ 220496 h 220495"/>
                <a:gd name="connsiteX1" fmla="*/ 1015467 w 1040932"/>
                <a:gd name="connsiteY1" fmla="*/ 208422 h 220495"/>
                <a:gd name="connsiteX2" fmla="*/ 1015467 w 1040932"/>
                <a:gd name="connsiteY2" fmla="*/ 142337 h 220495"/>
                <a:gd name="connsiteX3" fmla="*/ 902778 w 1040932"/>
                <a:gd name="connsiteY3" fmla="*/ 24146 h 220495"/>
                <a:gd name="connsiteX4" fmla="*/ 136881 w 1040932"/>
                <a:gd name="connsiteY4" fmla="*/ 24146 h 220495"/>
                <a:gd name="connsiteX5" fmla="*/ 24192 w 1040932"/>
                <a:gd name="connsiteY5" fmla="*/ 142337 h 220495"/>
                <a:gd name="connsiteX6" fmla="*/ 24192 w 1040932"/>
                <a:gd name="connsiteY6" fmla="*/ 208422 h 220495"/>
                <a:gd name="connsiteX7" fmla="*/ 12097 w 1040932"/>
                <a:gd name="connsiteY7" fmla="*/ 220496 h 220495"/>
                <a:gd name="connsiteX8" fmla="*/ 0 w 1040932"/>
                <a:gd name="connsiteY8" fmla="*/ 208422 h 220495"/>
                <a:gd name="connsiteX9" fmla="*/ 0 w 1040932"/>
                <a:gd name="connsiteY9" fmla="*/ 142337 h 220495"/>
                <a:gd name="connsiteX10" fmla="*/ 137518 w 1040932"/>
                <a:gd name="connsiteY10" fmla="*/ 0 h 220495"/>
                <a:gd name="connsiteX11" fmla="*/ 903415 w 1040932"/>
                <a:gd name="connsiteY11" fmla="*/ 0 h 220495"/>
                <a:gd name="connsiteX12" fmla="*/ 1040933 w 1040932"/>
                <a:gd name="connsiteY12" fmla="*/ 142337 h 220495"/>
                <a:gd name="connsiteX13" fmla="*/ 1040933 w 1040932"/>
                <a:gd name="connsiteY13" fmla="*/ 208422 h 220495"/>
                <a:gd name="connsiteX14" fmla="*/ 1027563 w 1040932"/>
                <a:gd name="connsiteY14" fmla="*/ 220496 h 220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40932" h="220495">
                  <a:moveTo>
                    <a:pt x="1027563" y="220496"/>
                  </a:moveTo>
                  <a:cubicBezTo>
                    <a:pt x="1020559" y="220496"/>
                    <a:pt x="1015467" y="214777"/>
                    <a:pt x="1015467" y="208422"/>
                  </a:cubicBezTo>
                  <a:lnTo>
                    <a:pt x="1015467" y="142337"/>
                  </a:lnTo>
                  <a:cubicBezTo>
                    <a:pt x="1015467" y="77523"/>
                    <a:pt x="964534" y="24146"/>
                    <a:pt x="902778" y="24146"/>
                  </a:cubicBezTo>
                  <a:lnTo>
                    <a:pt x="136881" y="24146"/>
                  </a:lnTo>
                  <a:cubicBezTo>
                    <a:pt x="74488" y="24146"/>
                    <a:pt x="24192" y="76888"/>
                    <a:pt x="24192" y="142337"/>
                  </a:cubicBezTo>
                  <a:lnTo>
                    <a:pt x="24192" y="208422"/>
                  </a:lnTo>
                  <a:cubicBezTo>
                    <a:pt x="24192" y="215412"/>
                    <a:pt x="18463" y="220496"/>
                    <a:pt x="12097" y="220496"/>
                  </a:cubicBezTo>
                  <a:cubicBezTo>
                    <a:pt x="5093" y="220496"/>
                    <a:pt x="0" y="214777"/>
                    <a:pt x="0" y="208422"/>
                  </a:cubicBezTo>
                  <a:lnTo>
                    <a:pt x="0" y="142337"/>
                  </a:lnTo>
                  <a:cubicBezTo>
                    <a:pt x="0" y="63543"/>
                    <a:pt x="61755" y="0"/>
                    <a:pt x="137518" y="0"/>
                  </a:cubicBezTo>
                  <a:lnTo>
                    <a:pt x="903415" y="0"/>
                  </a:lnTo>
                  <a:cubicBezTo>
                    <a:pt x="979177" y="0"/>
                    <a:pt x="1040933" y="63543"/>
                    <a:pt x="1040933" y="142337"/>
                  </a:cubicBezTo>
                  <a:lnTo>
                    <a:pt x="1040933" y="208422"/>
                  </a:lnTo>
                  <a:cubicBezTo>
                    <a:pt x="1040296" y="214777"/>
                    <a:pt x="1034566" y="220496"/>
                    <a:pt x="1027563" y="2204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886BCA9A-6319-BA60-6635-E2122DBFCBFE}"/>
                </a:ext>
              </a:extLst>
            </p:cNvPr>
            <p:cNvSpPr/>
            <p:nvPr/>
          </p:nvSpPr>
          <p:spPr>
            <a:xfrm>
              <a:off x="10230585" y="3722352"/>
              <a:ext cx="875659" cy="939367"/>
            </a:xfrm>
            <a:custGeom>
              <a:avLst/>
              <a:gdLst>
                <a:gd name="connsiteX0" fmla="*/ 734125 w 875659"/>
                <a:gd name="connsiteY0" fmla="*/ 939368 h 939367"/>
                <a:gd name="connsiteX1" fmla="*/ 142672 w 875659"/>
                <a:gd name="connsiteY1" fmla="*/ 939368 h 939367"/>
                <a:gd name="connsiteX2" fmla="*/ 130575 w 875659"/>
                <a:gd name="connsiteY2" fmla="*/ 929201 h 939367"/>
                <a:gd name="connsiteX3" fmla="*/ 60 w 875659"/>
                <a:gd name="connsiteY3" fmla="*/ 14176 h 939367"/>
                <a:gd name="connsiteX4" fmla="*/ 10247 w 875659"/>
                <a:gd name="connsiteY4" fmla="*/ 196 h 939367"/>
                <a:gd name="connsiteX5" fmla="*/ 24254 w 875659"/>
                <a:gd name="connsiteY5" fmla="*/ 10363 h 939367"/>
                <a:gd name="connsiteX6" fmla="*/ 152858 w 875659"/>
                <a:gd name="connsiteY6" fmla="*/ 914586 h 939367"/>
                <a:gd name="connsiteX7" fmla="*/ 722665 w 875659"/>
                <a:gd name="connsiteY7" fmla="*/ 914586 h 939367"/>
                <a:gd name="connsiteX8" fmla="*/ 851270 w 875659"/>
                <a:gd name="connsiteY8" fmla="*/ 10363 h 939367"/>
                <a:gd name="connsiteX9" fmla="*/ 865276 w 875659"/>
                <a:gd name="connsiteY9" fmla="*/ 196 h 939367"/>
                <a:gd name="connsiteX10" fmla="*/ 875463 w 875659"/>
                <a:gd name="connsiteY10" fmla="*/ 14176 h 939367"/>
                <a:gd name="connsiteX11" fmla="*/ 744948 w 875659"/>
                <a:gd name="connsiteY11" fmla="*/ 929201 h 939367"/>
                <a:gd name="connsiteX12" fmla="*/ 734125 w 875659"/>
                <a:gd name="connsiteY12" fmla="*/ 939368 h 93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5659" h="939367">
                  <a:moveTo>
                    <a:pt x="734125" y="939368"/>
                  </a:moveTo>
                  <a:lnTo>
                    <a:pt x="142672" y="939368"/>
                  </a:lnTo>
                  <a:cubicBezTo>
                    <a:pt x="136305" y="939368"/>
                    <a:pt x="131211" y="934920"/>
                    <a:pt x="130575" y="929201"/>
                  </a:cubicBezTo>
                  <a:lnTo>
                    <a:pt x="60" y="14176"/>
                  </a:lnTo>
                  <a:cubicBezTo>
                    <a:pt x="-576" y="7821"/>
                    <a:pt x="3880" y="1467"/>
                    <a:pt x="10247" y="196"/>
                  </a:cubicBezTo>
                  <a:cubicBezTo>
                    <a:pt x="17251" y="-1075"/>
                    <a:pt x="22980" y="4009"/>
                    <a:pt x="24254" y="10363"/>
                  </a:cubicBezTo>
                  <a:lnTo>
                    <a:pt x="152858" y="914586"/>
                  </a:lnTo>
                  <a:lnTo>
                    <a:pt x="722665" y="914586"/>
                  </a:lnTo>
                  <a:lnTo>
                    <a:pt x="851270" y="10363"/>
                  </a:lnTo>
                  <a:cubicBezTo>
                    <a:pt x="851907" y="4009"/>
                    <a:pt x="858273" y="-1075"/>
                    <a:pt x="865276" y="196"/>
                  </a:cubicBezTo>
                  <a:cubicBezTo>
                    <a:pt x="871643" y="832"/>
                    <a:pt x="876736" y="7186"/>
                    <a:pt x="875463" y="14176"/>
                  </a:cubicBezTo>
                  <a:lnTo>
                    <a:pt x="744948" y="929201"/>
                  </a:lnTo>
                  <a:cubicBezTo>
                    <a:pt x="745585" y="934920"/>
                    <a:pt x="740492" y="939368"/>
                    <a:pt x="734125" y="9393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402904DD-F0B2-AF94-1C08-7136B3B470AC}"/>
                </a:ext>
              </a:extLst>
            </p:cNvPr>
            <p:cNvSpPr/>
            <p:nvPr/>
          </p:nvSpPr>
          <p:spPr>
            <a:xfrm>
              <a:off x="10317231" y="3422623"/>
              <a:ext cx="443113" cy="244642"/>
            </a:xfrm>
            <a:custGeom>
              <a:avLst/>
              <a:gdLst>
                <a:gd name="connsiteX0" fmla="*/ 429743 w 443113"/>
                <a:gd name="connsiteY0" fmla="*/ 244642 h 244642"/>
                <a:gd name="connsiteX1" fmla="*/ 417647 w 443113"/>
                <a:gd name="connsiteY1" fmla="*/ 232569 h 244642"/>
                <a:gd name="connsiteX2" fmla="*/ 220920 w 443113"/>
                <a:gd name="connsiteY2" fmla="*/ 24782 h 244642"/>
                <a:gd name="connsiteX3" fmla="*/ 24193 w 443113"/>
                <a:gd name="connsiteY3" fmla="*/ 232569 h 244642"/>
                <a:gd name="connsiteX4" fmla="*/ 12097 w 443113"/>
                <a:gd name="connsiteY4" fmla="*/ 244642 h 244642"/>
                <a:gd name="connsiteX5" fmla="*/ 0 w 443113"/>
                <a:gd name="connsiteY5" fmla="*/ 232569 h 244642"/>
                <a:gd name="connsiteX6" fmla="*/ 221557 w 443113"/>
                <a:gd name="connsiteY6" fmla="*/ 0 h 244642"/>
                <a:gd name="connsiteX7" fmla="*/ 443113 w 443113"/>
                <a:gd name="connsiteY7" fmla="*/ 232569 h 244642"/>
                <a:gd name="connsiteX8" fmla="*/ 429743 w 443113"/>
                <a:gd name="connsiteY8" fmla="*/ 244642 h 24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3113" h="244642">
                  <a:moveTo>
                    <a:pt x="429743" y="244642"/>
                  </a:moveTo>
                  <a:cubicBezTo>
                    <a:pt x="422740" y="244642"/>
                    <a:pt x="417647" y="238923"/>
                    <a:pt x="417647" y="232569"/>
                  </a:cubicBezTo>
                  <a:cubicBezTo>
                    <a:pt x="417647" y="117555"/>
                    <a:pt x="329152" y="24782"/>
                    <a:pt x="220920" y="24782"/>
                  </a:cubicBezTo>
                  <a:cubicBezTo>
                    <a:pt x="112689" y="24782"/>
                    <a:pt x="24193" y="118191"/>
                    <a:pt x="24193" y="232569"/>
                  </a:cubicBezTo>
                  <a:cubicBezTo>
                    <a:pt x="24193" y="239559"/>
                    <a:pt x="18463" y="244642"/>
                    <a:pt x="12097" y="244642"/>
                  </a:cubicBezTo>
                  <a:cubicBezTo>
                    <a:pt x="5094" y="244642"/>
                    <a:pt x="0" y="238923"/>
                    <a:pt x="0" y="232569"/>
                  </a:cubicBezTo>
                  <a:cubicBezTo>
                    <a:pt x="0" y="104211"/>
                    <a:pt x="99319" y="0"/>
                    <a:pt x="221557" y="0"/>
                  </a:cubicBezTo>
                  <a:cubicBezTo>
                    <a:pt x="343794" y="0"/>
                    <a:pt x="443113" y="104211"/>
                    <a:pt x="443113" y="232569"/>
                  </a:cubicBezTo>
                  <a:cubicBezTo>
                    <a:pt x="442476" y="238923"/>
                    <a:pt x="436747" y="244642"/>
                    <a:pt x="429743" y="2446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E065BBF3-CCD7-07B9-EE27-CCF9FE8672C2}"/>
                </a:ext>
              </a:extLst>
            </p:cNvPr>
            <p:cNvSpPr/>
            <p:nvPr/>
          </p:nvSpPr>
          <p:spPr>
            <a:xfrm>
              <a:off x="10352884" y="3727631"/>
              <a:ext cx="632835" cy="24146"/>
            </a:xfrm>
            <a:custGeom>
              <a:avLst/>
              <a:gdLst>
                <a:gd name="connsiteX0" fmla="*/ 620740 w 632835"/>
                <a:gd name="connsiteY0" fmla="*/ 24147 h 24146"/>
                <a:gd name="connsiteX1" fmla="*/ 12096 w 632835"/>
                <a:gd name="connsiteY1" fmla="*/ 24147 h 24146"/>
                <a:gd name="connsiteX2" fmla="*/ 0 w 632835"/>
                <a:gd name="connsiteY2" fmla="*/ 12073 h 24146"/>
                <a:gd name="connsiteX3" fmla="*/ 12096 w 632835"/>
                <a:gd name="connsiteY3" fmla="*/ 0 h 24146"/>
                <a:gd name="connsiteX4" fmla="*/ 620740 w 632835"/>
                <a:gd name="connsiteY4" fmla="*/ 0 h 24146"/>
                <a:gd name="connsiteX5" fmla="*/ 632836 w 632835"/>
                <a:gd name="connsiteY5" fmla="*/ 12073 h 24146"/>
                <a:gd name="connsiteX6" fmla="*/ 620740 w 6328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2835" h="24146">
                  <a:moveTo>
                    <a:pt x="620740" y="24147"/>
                  </a:moveTo>
                  <a:lnTo>
                    <a:pt x="12096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29" y="0"/>
                    <a:pt x="12096" y="0"/>
                  </a:cubicBezTo>
                  <a:lnTo>
                    <a:pt x="620740" y="0"/>
                  </a:lnTo>
                  <a:cubicBezTo>
                    <a:pt x="627743" y="0"/>
                    <a:pt x="632836" y="5719"/>
                    <a:pt x="632836" y="12073"/>
                  </a:cubicBezTo>
                  <a:cubicBezTo>
                    <a:pt x="632836" y="18428"/>
                    <a:pt x="627743" y="24147"/>
                    <a:pt x="620740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C4DF9675-DC00-D63C-F75C-E29AAE6B3788}"/>
                </a:ext>
              </a:extLst>
            </p:cNvPr>
            <p:cNvSpPr/>
            <p:nvPr/>
          </p:nvSpPr>
          <p:spPr>
            <a:xfrm>
              <a:off x="10831793" y="3093611"/>
              <a:ext cx="372157" cy="372221"/>
            </a:xfrm>
            <a:custGeom>
              <a:avLst/>
              <a:gdLst>
                <a:gd name="connsiteX0" fmla="*/ 11953 w 372157"/>
                <a:gd name="connsiteY0" fmla="*/ 372221 h 372221"/>
                <a:gd name="connsiteX1" fmla="*/ 8770 w 372157"/>
                <a:gd name="connsiteY1" fmla="*/ 371586 h 372221"/>
                <a:gd name="connsiteX2" fmla="*/ 493 w 372157"/>
                <a:gd name="connsiteY2" fmla="*/ 356336 h 372221"/>
                <a:gd name="connsiteX3" fmla="*/ 61612 w 372157"/>
                <a:gd name="connsiteY3" fmla="*/ 144736 h 372221"/>
                <a:gd name="connsiteX4" fmla="*/ 141831 w 372157"/>
                <a:gd name="connsiteY4" fmla="*/ 64036 h 372221"/>
                <a:gd name="connsiteX5" fmla="*/ 356384 w 372157"/>
                <a:gd name="connsiteY5" fmla="*/ 492 h 372221"/>
                <a:gd name="connsiteX6" fmla="*/ 371664 w 372157"/>
                <a:gd name="connsiteY6" fmla="*/ 8753 h 372221"/>
                <a:gd name="connsiteX7" fmla="*/ 363387 w 372157"/>
                <a:gd name="connsiteY7" fmla="*/ 24003 h 372221"/>
                <a:gd name="connsiteX8" fmla="*/ 148834 w 372157"/>
                <a:gd name="connsiteY8" fmla="*/ 87547 h 372221"/>
                <a:gd name="connsiteX9" fmla="*/ 85169 w 372157"/>
                <a:gd name="connsiteY9" fmla="*/ 151726 h 372221"/>
                <a:gd name="connsiteX10" fmla="*/ 24050 w 372157"/>
                <a:gd name="connsiteY10" fmla="*/ 363325 h 372221"/>
                <a:gd name="connsiteX11" fmla="*/ 11953 w 372157"/>
                <a:gd name="connsiteY11" fmla="*/ 372221 h 372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157" h="372221">
                  <a:moveTo>
                    <a:pt x="11953" y="372221"/>
                  </a:moveTo>
                  <a:cubicBezTo>
                    <a:pt x="10680" y="372221"/>
                    <a:pt x="9407" y="372221"/>
                    <a:pt x="8770" y="371586"/>
                  </a:cubicBezTo>
                  <a:cubicBezTo>
                    <a:pt x="2403" y="369680"/>
                    <a:pt x="-1416" y="362690"/>
                    <a:pt x="493" y="356336"/>
                  </a:cubicBezTo>
                  <a:lnTo>
                    <a:pt x="61612" y="144736"/>
                  </a:lnTo>
                  <a:cubicBezTo>
                    <a:pt x="73072" y="105339"/>
                    <a:pt x="102995" y="75474"/>
                    <a:pt x="141831" y="64036"/>
                  </a:cubicBezTo>
                  <a:lnTo>
                    <a:pt x="356384" y="492"/>
                  </a:lnTo>
                  <a:cubicBezTo>
                    <a:pt x="362751" y="-1414"/>
                    <a:pt x="369754" y="2399"/>
                    <a:pt x="371664" y="8753"/>
                  </a:cubicBezTo>
                  <a:cubicBezTo>
                    <a:pt x="373574" y="15107"/>
                    <a:pt x="369754" y="22097"/>
                    <a:pt x="363387" y="24003"/>
                  </a:cubicBezTo>
                  <a:lnTo>
                    <a:pt x="148834" y="87547"/>
                  </a:lnTo>
                  <a:cubicBezTo>
                    <a:pt x="117638" y="97078"/>
                    <a:pt x="94082" y="120589"/>
                    <a:pt x="85169" y="151726"/>
                  </a:cubicBezTo>
                  <a:lnTo>
                    <a:pt x="24050" y="363325"/>
                  </a:lnTo>
                  <a:cubicBezTo>
                    <a:pt x="22140" y="369044"/>
                    <a:pt x="17683" y="372221"/>
                    <a:pt x="11953" y="37222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EE7D918A-A309-EB2F-F855-AABE1215D40A}"/>
                </a:ext>
              </a:extLst>
            </p:cNvPr>
            <p:cNvSpPr/>
            <p:nvPr/>
          </p:nvSpPr>
          <p:spPr>
            <a:xfrm>
              <a:off x="10548337" y="3336839"/>
              <a:ext cx="443112" cy="244642"/>
            </a:xfrm>
            <a:custGeom>
              <a:avLst/>
              <a:gdLst>
                <a:gd name="connsiteX0" fmla="*/ 429743 w 443112"/>
                <a:gd name="connsiteY0" fmla="*/ 244642 h 244642"/>
                <a:gd name="connsiteX1" fmla="*/ 417646 w 443112"/>
                <a:gd name="connsiteY1" fmla="*/ 232569 h 244642"/>
                <a:gd name="connsiteX2" fmla="*/ 220919 w 443112"/>
                <a:gd name="connsiteY2" fmla="*/ 24782 h 244642"/>
                <a:gd name="connsiteX3" fmla="*/ 24193 w 443112"/>
                <a:gd name="connsiteY3" fmla="*/ 232569 h 244642"/>
                <a:gd name="connsiteX4" fmla="*/ 12097 w 443112"/>
                <a:gd name="connsiteY4" fmla="*/ 244642 h 244642"/>
                <a:gd name="connsiteX5" fmla="*/ 0 w 443112"/>
                <a:gd name="connsiteY5" fmla="*/ 232569 h 244642"/>
                <a:gd name="connsiteX6" fmla="*/ 221557 w 443112"/>
                <a:gd name="connsiteY6" fmla="*/ 0 h 244642"/>
                <a:gd name="connsiteX7" fmla="*/ 443113 w 443112"/>
                <a:gd name="connsiteY7" fmla="*/ 232569 h 244642"/>
                <a:gd name="connsiteX8" fmla="*/ 429743 w 443112"/>
                <a:gd name="connsiteY8" fmla="*/ 244642 h 24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3112" h="244642">
                  <a:moveTo>
                    <a:pt x="429743" y="244642"/>
                  </a:moveTo>
                  <a:cubicBezTo>
                    <a:pt x="422740" y="244642"/>
                    <a:pt x="417646" y="238923"/>
                    <a:pt x="417646" y="232569"/>
                  </a:cubicBezTo>
                  <a:cubicBezTo>
                    <a:pt x="417646" y="117555"/>
                    <a:pt x="329151" y="24782"/>
                    <a:pt x="220919" y="24782"/>
                  </a:cubicBezTo>
                  <a:cubicBezTo>
                    <a:pt x="112688" y="24782"/>
                    <a:pt x="24193" y="118191"/>
                    <a:pt x="24193" y="232569"/>
                  </a:cubicBezTo>
                  <a:cubicBezTo>
                    <a:pt x="24193" y="239559"/>
                    <a:pt x="18463" y="244642"/>
                    <a:pt x="12097" y="244642"/>
                  </a:cubicBezTo>
                  <a:cubicBezTo>
                    <a:pt x="5094" y="244642"/>
                    <a:pt x="0" y="238923"/>
                    <a:pt x="0" y="232569"/>
                  </a:cubicBezTo>
                  <a:cubicBezTo>
                    <a:pt x="0" y="104211"/>
                    <a:pt x="99318" y="0"/>
                    <a:pt x="221557" y="0"/>
                  </a:cubicBezTo>
                  <a:cubicBezTo>
                    <a:pt x="343794" y="0"/>
                    <a:pt x="443113" y="104211"/>
                    <a:pt x="443113" y="232569"/>
                  </a:cubicBezTo>
                  <a:cubicBezTo>
                    <a:pt x="441840" y="238923"/>
                    <a:pt x="436109" y="244642"/>
                    <a:pt x="429743" y="2446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8CF0CDAF-10CD-AA5E-1B29-E5D870D6F7F7}"/>
                </a:ext>
              </a:extLst>
            </p:cNvPr>
            <p:cNvSpPr/>
            <p:nvPr/>
          </p:nvSpPr>
          <p:spPr>
            <a:xfrm>
              <a:off x="458907" y="4908751"/>
              <a:ext cx="701639" cy="558063"/>
            </a:xfrm>
            <a:custGeom>
              <a:avLst/>
              <a:gdLst>
                <a:gd name="connsiteX0" fmla="*/ 532585 w 701639"/>
                <a:gd name="connsiteY0" fmla="*/ 24299 h 558063"/>
                <a:gd name="connsiteX1" fmla="*/ 513486 w 701639"/>
                <a:gd name="connsiteY1" fmla="*/ 26841 h 558063"/>
                <a:gd name="connsiteX2" fmla="*/ 86289 w 701639"/>
                <a:gd name="connsiteY2" fmla="*/ 137406 h 558063"/>
                <a:gd name="connsiteX3" fmla="*/ 27717 w 701639"/>
                <a:gd name="connsiteY3" fmla="*/ 250514 h 558063"/>
                <a:gd name="connsiteX4" fmla="*/ 82469 w 701639"/>
                <a:gd name="connsiteY4" fmla="*/ 460842 h 558063"/>
                <a:gd name="connsiteX5" fmla="*/ 123852 w 701639"/>
                <a:gd name="connsiteY5" fmla="*/ 519938 h 558063"/>
                <a:gd name="connsiteX6" fmla="*/ 188154 w 701639"/>
                <a:gd name="connsiteY6" fmla="*/ 531376 h 558063"/>
                <a:gd name="connsiteX7" fmla="*/ 615351 w 701639"/>
                <a:gd name="connsiteY7" fmla="*/ 420810 h 558063"/>
                <a:gd name="connsiteX8" fmla="*/ 673923 w 701639"/>
                <a:gd name="connsiteY8" fmla="*/ 307703 h 558063"/>
                <a:gd name="connsiteX9" fmla="*/ 619171 w 701639"/>
                <a:gd name="connsiteY9" fmla="*/ 97374 h 558063"/>
                <a:gd name="connsiteX10" fmla="*/ 577788 w 701639"/>
                <a:gd name="connsiteY10" fmla="*/ 38279 h 558063"/>
                <a:gd name="connsiteX11" fmla="*/ 532585 w 701639"/>
                <a:gd name="connsiteY11" fmla="*/ 24299 h 558063"/>
                <a:gd name="connsiteX12" fmla="*/ 169055 w 701639"/>
                <a:gd name="connsiteY12" fmla="*/ 558064 h 558063"/>
                <a:gd name="connsiteX13" fmla="*/ 110482 w 701639"/>
                <a:gd name="connsiteY13" fmla="*/ 540272 h 558063"/>
                <a:gd name="connsiteX14" fmla="*/ 58913 w 701639"/>
                <a:gd name="connsiteY14" fmla="*/ 467197 h 558063"/>
                <a:gd name="connsiteX15" fmla="*/ 4161 w 701639"/>
                <a:gd name="connsiteY15" fmla="*/ 256868 h 558063"/>
                <a:gd name="connsiteX16" fmla="*/ 79923 w 701639"/>
                <a:gd name="connsiteY16" fmla="*/ 113895 h 558063"/>
                <a:gd name="connsiteX17" fmla="*/ 507119 w 701639"/>
                <a:gd name="connsiteY17" fmla="*/ 3330 h 558063"/>
                <a:gd name="connsiteX18" fmla="*/ 591158 w 701639"/>
                <a:gd name="connsiteY18" fmla="*/ 17945 h 558063"/>
                <a:gd name="connsiteX19" fmla="*/ 642727 w 701639"/>
                <a:gd name="connsiteY19" fmla="*/ 91020 h 558063"/>
                <a:gd name="connsiteX20" fmla="*/ 697479 w 701639"/>
                <a:gd name="connsiteY20" fmla="*/ 301349 h 558063"/>
                <a:gd name="connsiteX21" fmla="*/ 621717 w 701639"/>
                <a:gd name="connsiteY21" fmla="*/ 444321 h 558063"/>
                <a:gd name="connsiteX22" fmla="*/ 194521 w 701639"/>
                <a:gd name="connsiteY22" fmla="*/ 554887 h 558063"/>
                <a:gd name="connsiteX23" fmla="*/ 169055 w 701639"/>
                <a:gd name="connsiteY23" fmla="*/ 558064 h 558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01639" h="558063">
                  <a:moveTo>
                    <a:pt x="532585" y="24299"/>
                  </a:moveTo>
                  <a:cubicBezTo>
                    <a:pt x="526219" y="24299"/>
                    <a:pt x="519852" y="24935"/>
                    <a:pt x="513486" y="26841"/>
                  </a:cubicBezTo>
                  <a:lnTo>
                    <a:pt x="86289" y="137406"/>
                  </a:lnTo>
                  <a:cubicBezTo>
                    <a:pt x="41087" y="148844"/>
                    <a:pt x="14984" y="199679"/>
                    <a:pt x="27717" y="250514"/>
                  </a:cubicBezTo>
                  <a:lnTo>
                    <a:pt x="82469" y="460842"/>
                  </a:lnTo>
                  <a:cubicBezTo>
                    <a:pt x="88836" y="485624"/>
                    <a:pt x="103479" y="506594"/>
                    <a:pt x="123852" y="519938"/>
                  </a:cubicBezTo>
                  <a:cubicBezTo>
                    <a:pt x="143588" y="533282"/>
                    <a:pt x="166508" y="537094"/>
                    <a:pt x="188154" y="531376"/>
                  </a:cubicBezTo>
                  <a:lnTo>
                    <a:pt x="615351" y="420810"/>
                  </a:lnTo>
                  <a:cubicBezTo>
                    <a:pt x="660553" y="409372"/>
                    <a:pt x="686656" y="358538"/>
                    <a:pt x="673923" y="307703"/>
                  </a:cubicBezTo>
                  <a:lnTo>
                    <a:pt x="619171" y="97374"/>
                  </a:lnTo>
                  <a:cubicBezTo>
                    <a:pt x="612804" y="72592"/>
                    <a:pt x="598161" y="51623"/>
                    <a:pt x="577788" y="38279"/>
                  </a:cubicBezTo>
                  <a:cubicBezTo>
                    <a:pt x="563781" y="28747"/>
                    <a:pt x="548502" y="24299"/>
                    <a:pt x="532585" y="24299"/>
                  </a:cubicBezTo>
                  <a:moveTo>
                    <a:pt x="169055" y="558064"/>
                  </a:moveTo>
                  <a:cubicBezTo>
                    <a:pt x="148682" y="558064"/>
                    <a:pt x="128309" y="551710"/>
                    <a:pt x="110482" y="540272"/>
                  </a:cubicBezTo>
                  <a:cubicBezTo>
                    <a:pt x="85016" y="523750"/>
                    <a:pt x="66553" y="497698"/>
                    <a:pt x="58913" y="467197"/>
                  </a:cubicBezTo>
                  <a:lnTo>
                    <a:pt x="4161" y="256868"/>
                  </a:lnTo>
                  <a:cubicBezTo>
                    <a:pt x="-12392" y="193325"/>
                    <a:pt x="21987" y="129146"/>
                    <a:pt x="79923" y="113895"/>
                  </a:cubicBezTo>
                  <a:lnTo>
                    <a:pt x="507119" y="3330"/>
                  </a:lnTo>
                  <a:cubicBezTo>
                    <a:pt x="535769" y="-4295"/>
                    <a:pt x="565691" y="1423"/>
                    <a:pt x="591158" y="17945"/>
                  </a:cubicBezTo>
                  <a:cubicBezTo>
                    <a:pt x="616624" y="34466"/>
                    <a:pt x="635087" y="60519"/>
                    <a:pt x="642727" y="91020"/>
                  </a:cubicBezTo>
                  <a:lnTo>
                    <a:pt x="697479" y="301349"/>
                  </a:lnTo>
                  <a:cubicBezTo>
                    <a:pt x="714032" y="364892"/>
                    <a:pt x="679653" y="429071"/>
                    <a:pt x="621717" y="444321"/>
                  </a:cubicBezTo>
                  <a:lnTo>
                    <a:pt x="194521" y="554887"/>
                  </a:lnTo>
                  <a:cubicBezTo>
                    <a:pt x="186244" y="556793"/>
                    <a:pt x="177331" y="558064"/>
                    <a:pt x="169055" y="55806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5A3605FD-FEEB-5A14-86AC-770A24C6D52F}"/>
                </a:ext>
              </a:extLst>
            </p:cNvPr>
            <p:cNvSpPr/>
            <p:nvPr/>
          </p:nvSpPr>
          <p:spPr>
            <a:xfrm>
              <a:off x="981306" y="5178328"/>
              <a:ext cx="42019" cy="41938"/>
            </a:xfrm>
            <a:custGeom>
              <a:avLst/>
              <a:gdLst>
                <a:gd name="connsiteX0" fmla="*/ 21010 w 42019"/>
                <a:gd name="connsiteY0" fmla="*/ 41939 h 41938"/>
                <a:gd name="connsiteX1" fmla="*/ 0 w 42019"/>
                <a:gd name="connsiteY1" fmla="*/ 21605 h 41938"/>
                <a:gd name="connsiteX2" fmla="*/ 0 w 42019"/>
                <a:gd name="connsiteY2" fmla="*/ 21605 h 41938"/>
                <a:gd name="connsiteX3" fmla="*/ 20373 w 42019"/>
                <a:gd name="connsiteY3" fmla="*/ 0 h 41938"/>
                <a:gd name="connsiteX4" fmla="*/ 21010 w 42019"/>
                <a:gd name="connsiteY4" fmla="*/ 0 h 41938"/>
                <a:gd name="connsiteX5" fmla="*/ 42019 w 42019"/>
                <a:gd name="connsiteY5" fmla="*/ 20334 h 41938"/>
                <a:gd name="connsiteX6" fmla="*/ 21010 w 42019"/>
                <a:gd name="connsiteY6" fmla="*/ 41939 h 41938"/>
                <a:gd name="connsiteX7" fmla="*/ 21010 w 42019"/>
                <a:gd name="connsiteY7" fmla="*/ 41939 h 4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19" h="41938">
                  <a:moveTo>
                    <a:pt x="21010" y="41939"/>
                  </a:moveTo>
                  <a:cubicBezTo>
                    <a:pt x="9550" y="41939"/>
                    <a:pt x="0" y="33042"/>
                    <a:pt x="0" y="21605"/>
                  </a:cubicBezTo>
                  <a:lnTo>
                    <a:pt x="0" y="21605"/>
                  </a:lnTo>
                  <a:cubicBezTo>
                    <a:pt x="0" y="10167"/>
                    <a:pt x="8913" y="635"/>
                    <a:pt x="20373" y="0"/>
                  </a:cubicBezTo>
                  <a:lnTo>
                    <a:pt x="21010" y="0"/>
                  </a:lnTo>
                  <a:cubicBezTo>
                    <a:pt x="32470" y="0"/>
                    <a:pt x="42019" y="8896"/>
                    <a:pt x="42019" y="20334"/>
                  </a:cubicBezTo>
                  <a:cubicBezTo>
                    <a:pt x="42019" y="32407"/>
                    <a:pt x="33106" y="41939"/>
                    <a:pt x="21010" y="41939"/>
                  </a:cubicBezTo>
                  <a:lnTo>
                    <a:pt x="21010" y="419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C95D27B0-5B06-E12D-F907-6A52D9D10BF9}"/>
                </a:ext>
              </a:extLst>
            </p:cNvPr>
            <p:cNvSpPr/>
            <p:nvPr/>
          </p:nvSpPr>
          <p:spPr>
            <a:xfrm>
              <a:off x="857795" y="5075387"/>
              <a:ext cx="41382" cy="41938"/>
            </a:xfrm>
            <a:custGeom>
              <a:avLst/>
              <a:gdLst>
                <a:gd name="connsiteX0" fmla="*/ 21010 w 41382"/>
                <a:gd name="connsiteY0" fmla="*/ 41939 h 41938"/>
                <a:gd name="connsiteX1" fmla="*/ 0 w 41382"/>
                <a:gd name="connsiteY1" fmla="*/ 21605 h 41938"/>
                <a:gd name="connsiteX2" fmla="*/ 5730 w 41382"/>
                <a:gd name="connsiteY2" fmla="*/ 6354 h 41938"/>
                <a:gd name="connsiteX3" fmla="*/ 20373 w 41382"/>
                <a:gd name="connsiteY3" fmla="*/ 0 h 41938"/>
                <a:gd name="connsiteX4" fmla="*/ 35016 w 41382"/>
                <a:gd name="connsiteY4" fmla="*/ 5719 h 41938"/>
                <a:gd name="connsiteX5" fmla="*/ 41383 w 41382"/>
                <a:gd name="connsiteY5" fmla="*/ 20334 h 41938"/>
                <a:gd name="connsiteX6" fmla="*/ 35653 w 41382"/>
                <a:gd name="connsiteY6" fmla="*/ 35584 h 41938"/>
                <a:gd name="connsiteX7" fmla="*/ 21010 w 41382"/>
                <a:gd name="connsiteY7" fmla="*/ 41939 h 41938"/>
                <a:gd name="connsiteX8" fmla="*/ 21010 w 41382"/>
                <a:gd name="connsiteY8" fmla="*/ 41939 h 4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382" h="41938">
                  <a:moveTo>
                    <a:pt x="21010" y="41939"/>
                  </a:moveTo>
                  <a:cubicBezTo>
                    <a:pt x="9550" y="41939"/>
                    <a:pt x="637" y="33043"/>
                    <a:pt x="0" y="21605"/>
                  </a:cubicBezTo>
                  <a:cubicBezTo>
                    <a:pt x="0" y="15886"/>
                    <a:pt x="1910" y="10802"/>
                    <a:pt x="5730" y="6354"/>
                  </a:cubicBezTo>
                  <a:cubicBezTo>
                    <a:pt x="9550" y="2542"/>
                    <a:pt x="14643" y="0"/>
                    <a:pt x="20373" y="0"/>
                  </a:cubicBezTo>
                  <a:cubicBezTo>
                    <a:pt x="25466" y="0"/>
                    <a:pt x="31196" y="1906"/>
                    <a:pt x="35016" y="5719"/>
                  </a:cubicBezTo>
                  <a:cubicBezTo>
                    <a:pt x="38836" y="9532"/>
                    <a:pt x="41383" y="14615"/>
                    <a:pt x="41383" y="20334"/>
                  </a:cubicBezTo>
                  <a:cubicBezTo>
                    <a:pt x="41383" y="26053"/>
                    <a:pt x="39473" y="31136"/>
                    <a:pt x="35653" y="35584"/>
                  </a:cubicBezTo>
                  <a:cubicBezTo>
                    <a:pt x="32469" y="39397"/>
                    <a:pt x="26740" y="41303"/>
                    <a:pt x="21010" y="41939"/>
                  </a:cubicBezTo>
                  <a:lnTo>
                    <a:pt x="21010" y="419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657DF605-1471-6F1C-1E79-78B5817E70ED}"/>
                </a:ext>
              </a:extLst>
            </p:cNvPr>
            <p:cNvSpPr/>
            <p:nvPr/>
          </p:nvSpPr>
          <p:spPr>
            <a:xfrm>
              <a:off x="827872" y="5227256"/>
              <a:ext cx="42019" cy="41938"/>
            </a:xfrm>
            <a:custGeom>
              <a:avLst/>
              <a:gdLst>
                <a:gd name="connsiteX0" fmla="*/ 21010 w 42019"/>
                <a:gd name="connsiteY0" fmla="*/ 41939 h 41938"/>
                <a:gd name="connsiteX1" fmla="*/ 6367 w 42019"/>
                <a:gd name="connsiteY1" fmla="*/ 36220 h 41938"/>
                <a:gd name="connsiteX2" fmla="*/ 0 w 42019"/>
                <a:gd name="connsiteY2" fmla="*/ 21605 h 41938"/>
                <a:gd name="connsiteX3" fmla="*/ 5730 w 42019"/>
                <a:gd name="connsiteY3" fmla="*/ 6354 h 41938"/>
                <a:gd name="connsiteX4" fmla="*/ 20373 w 42019"/>
                <a:gd name="connsiteY4" fmla="*/ 0 h 41938"/>
                <a:gd name="connsiteX5" fmla="*/ 42019 w 42019"/>
                <a:gd name="connsiteY5" fmla="*/ 20334 h 41938"/>
                <a:gd name="connsiteX6" fmla="*/ 21010 w 42019"/>
                <a:gd name="connsiteY6" fmla="*/ 41939 h 41938"/>
                <a:gd name="connsiteX7" fmla="*/ 21010 w 42019"/>
                <a:gd name="connsiteY7" fmla="*/ 41939 h 4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19" h="41938">
                  <a:moveTo>
                    <a:pt x="21010" y="41939"/>
                  </a:moveTo>
                  <a:cubicBezTo>
                    <a:pt x="15280" y="41939"/>
                    <a:pt x="10186" y="40032"/>
                    <a:pt x="6367" y="36220"/>
                  </a:cubicBezTo>
                  <a:cubicBezTo>
                    <a:pt x="2547" y="32407"/>
                    <a:pt x="0" y="27324"/>
                    <a:pt x="0" y="21605"/>
                  </a:cubicBezTo>
                  <a:cubicBezTo>
                    <a:pt x="0" y="15886"/>
                    <a:pt x="1910" y="10802"/>
                    <a:pt x="5730" y="6354"/>
                  </a:cubicBezTo>
                  <a:cubicBezTo>
                    <a:pt x="9550" y="2542"/>
                    <a:pt x="14643" y="0"/>
                    <a:pt x="20373" y="0"/>
                  </a:cubicBezTo>
                  <a:cubicBezTo>
                    <a:pt x="31833" y="0"/>
                    <a:pt x="41383" y="8896"/>
                    <a:pt x="42019" y="20334"/>
                  </a:cubicBezTo>
                  <a:cubicBezTo>
                    <a:pt x="42019" y="31772"/>
                    <a:pt x="33106" y="41303"/>
                    <a:pt x="21010" y="41939"/>
                  </a:cubicBezTo>
                  <a:lnTo>
                    <a:pt x="21010" y="419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ABD31FC0-B410-5843-C368-ACE992248806}"/>
                </a:ext>
              </a:extLst>
            </p:cNvPr>
            <p:cNvSpPr/>
            <p:nvPr/>
          </p:nvSpPr>
          <p:spPr>
            <a:xfrm>
              <a:off x="304973" y="5122349"/>
              <a:ext cx="236318" cy="310787"/>
            </a:xfrm>
            <a:custGeom>
              <a:avLst/>
              <a:gdLst>
                <a:gd name="connsiteX0" fmla="*/ 165735 w 236318"/>
                <a:gd name="connsiteY0" fmla="*/ 310787 h 310787"/>
                <a:gd name="connsiteX1" fmla="*/ 3388 w 236318"/>
                <a:gd name="connsiteY1" fmla="*/ 193868 h 310787"/>
                <a:gd name="connsiteX2" fmla="*/ 23124 w 236318"/>
                <a:gd name="connsiteY2" fmla="*/ 83938 h 310787"/>
                <a:gd name="connsiteX3" fmla="*/ 140269 w 236318"/>
                <a:gd name="connsiteY3" fmla="*/ 3237 h 310787"/>
                <a:gd name="connsiteX4" fmla="*/ 160005 w 236318"/>
                <a:gd name="connsiteY4" fmla="*/ 60 h 310787"/>
                <a:gd name="connsiteX5" fmla="*/ 173375 w 236318"/>
                <a:gd name="connsiteY5" fmla="*/ 10863 h 310787"/>
                <a:gd name="connsiteX6" fmla="*/ 162552 w 236318"/>
                <a:gd name="connsiteY6" fmla="*/ 24207 h 310787"/>
                <a:gd name="connsiteX7" fmla="*/ 145362 w 236318"/>
                <a:gd name="connsiteY7" fmla="*/ 27384 h 310787"/>
                <a:gd name="connsiteX8" fmla="*/ 43497 w 236318"/>
                <a:gd name="connsiteY8" fmla="*/ 97282 h 310787"/>
                <a:gd name="connsiteX9" fmla="*/ 26944 w 236318"/>
                <a:gd name="connsiteY9" fmla="*/ 188784 h 310787"/>
                <a:gd name="connsiteX10" fmla="*/ 204571 w 236318"/>
                <a:gd name="connsiteY10" fmla="*/ 282193 h 310787"/>
                <a:gd name="connsiteX11" fmla="*/ 220488 w 236318"/>
                <a:gd name="connsiteY11" fmla="*/ 277745 h 310787"/>
                <a:gd name="connsiteX12" fmla="*/ 235768 w 236318"/>
                <a:gd name="connsiteY12" fmla="*/ 285370 h 310787"/>
                <a:gd name="connsiteX13" fmla="*/ 228128 w 236318"/>
                <a:gd name="connsiteY13" fmla="*/ 300621 h 310787"/>
                <a:gd name="connsiteX14" fmla="*/ 209665 w 236318"/>
                <a:gd name="connsiteY14" fmla="*/ 305704 h 310787"/>
                <a:gd name="connsiteX15" fmla="*/ 165735 w 236318"/>
                <a:gd name="connsiteY15" fmla="*/ 310787 h 310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6318" h="310787">
                  <a:moveTo>
                    <a:pt x="165735" y="310787"/>
                  </a:moveTo>
                  <a:cubicBezTo>
                    <a:pt x="88063" y="310787"/>
                    <a:pt x="19304" y="264401"/>
                    <a:pt x="3388" y="193868"/>
                  </a:cubicBezTo>
                  <a:cubicBezTo>
                    <a:pt x="-4888" y="157013"/>
                    <a:pt x="2115" y="118251"/>
                    <a:pt x="23124" y="83938"/>
                  </a:cubicBezTo>
                  <a:cubicBezTo>
                    <a:pt x="47954" y="43905"/>
                    <a:pt x="90610" y="14675"/>
                    <a:pt x="140269" y="3237"/>
                  </a:cubicBezTo>
                  <a:cubicBezTo>
                    <a:pt x="146636" y="1967"/>
                    <a:pt x="153639" y="696"/>
                    <a:pt x="160005" y="60"/>
                  </a:cubicBezTo>
                  <a:cubicBezTo>
                    <a:pt x="167009" y="-575"/>
                    <a:pt x="172739" y="3873"/>
                    <a:pt x="173375" y="10863"/>
                  </a:cubicBezTo>
                  <a:cubicBezTo>
                    <a:pt x="174012" y="17217"/>
                    <a:pt x="169555" y="23571"/>
                    <a:pt x="162552" y="24207"/>
                  </a:cubicBezTo>
                  <a:cubicBezTo>
                    <a:pt x="156822" y="24842"/>
                    <a:pt x="151092" y="26113"/>
                    <a:pt x="145362" y="27384"/>
                  </a:cubicBezTo>
                  <a:cubicBezTo>
                    <a:pt x="102070" y="37551"/>
                    <a:pt x="65144" y="62968"/>
                    <a:pt x="43497" y="97282"/>
                  </a:cubicBezTo>
                  <a:cubicBezTo>
                    <a:pt x="25671" y="125876"/>
                    <a:pt x="19941" y="158283"/>
                    <a:pt x="26944" y="188784"/>
                  </a:cubicBezTo>
                  <a:cubicBezTo>
                    <a:pt x="43497" y="259317"/>
                    <a:pt x="123079" y="301256"/>
                    <a:pt x="204571" y="282193"/>
                  </a:cubicBezTo>
                  <a:cubicBezTo>
                    <a:pt x="210301" y="280922"/>
                    <a:pt x="215395" y="279651"/>
                    <a:pt x="220488" y="277745"/>
                  </a:cubicBezTo>
                  <a:cubicBezTo>
                    <a:pt x="226854" y="275839"/>
                    <a:pt x="233858" y="279016"/>
                    <a:pt x="235768" y="285370"/>
                  </a:cubicBezTo>
                  <a:cubicBezTo>
                    <a:pt x="237678" y="291724"/>
                    <a:pt x="234494" y="298714"/>
                    <a:pt x="228128" y="300621"/>
                  </a:cubicBezTo>
                  <a:cubicBezTo>
                    <a:pt x="222398" y="302527"/>
                    <a:pt x="216031" y="304433"/>
                    <a:pt x="209665" y="305704"/>
                  </a:cubicBezTo>
                  <a:cubicBezTo>
                    <a:pt x="195658" y="308881"/>
                    <a:pt x="180378" y="310787"/>
                    <a:pt x="165735" y="310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A6BAE4E9-E42E-EE3C-9611-57AE9D85D34D}"/>
                </a:ext>
              </a:extLst>
            </p:cNvPr>
            <p:cNvSpPr/>
            <p:nvPr/>
          </p:nvSpPr>
          <p:spPr>
            <a:xfrm>
              <a:off x="1084531" y="4942649"/>
              <a:ext cx="236954" cy="310660"/>
            </a:xfrm>
            <a:custGeom>
              <a:avLst/>
              <a:gdLst>
                <a:gd name="connsiteX0" fmla="*/ 75039 w 236954"/>
                <a:gd name="connsiteY0" fmla="*/ 310660 h 310660"/>
                <a:gd name="connsiteX1" fmla="*/ 62943 w 236954"/>
                <a:gd name="connsiteY1" fmla="*/ 299858 h 310660"/>
                <a:gd name="connsiteX2" fmla="*/ 73766 w 236954"/>
                <a:gd name="connsiteY2" fmla="*/ 286514 h 310660"/>
                <a:gd name="connsiteX3" fmla="*/ 90956 w 236954"/>
                <a:gd name="connsiteY3" fmla="*/ 283336 h 310660"/>
                <a:gd name="connsiteX4" fmla="*/ 192821 w 236954"/>
                <a:gd name="connsiteY4" fmla="*/ 213439 h 310660"/>
                <a:gd name="connsiteX5" fmla="*/ 209374 w 236954"/>
                <a:gd name="connsiteY5" fmla="*/ 121936 h 310660"/>
                <a:gd name="connsiteX6" fmla="*/ 31747 w 236954"/>
                <a:gd name="connsiteY6" fmla="*/ 28527 h 310660"/>
                <a:gd name="connsiteX7" fmla="*/ 15830 w 236954"/>
                <a:gd name="connsiteY7" fmla="*/ 32975 h 310660"/>
                <a:gd name="connsiteX8" fmla="*/ 550 w 236954"/>
                <a:gd name="connsiteY8" fmla="*/ 25350 h 310660"/>
                <a:gd name="connsiteX9" fmla="*/ 8190 w 236954"/>
                <a:gd name="connsiteY9" fmla="*/ 10100 h 310660"/>
                <a:gd name="connsiteX10" fmla="*/ 26653 w 236954"/>
                <a:gd name="connsiteY10" fmla="*/ 5016 h 310660"/>
                <a:gd name="connsiteX11" fmla="*/ 233567 w 236954"/>
                <a:gd name="connsiteY11" fmla="*/ 116853 h 310660"/>
                <a:gd name="connsiteX12" fmla="*/ 213830 w 236954"/>
                <a:gd name="connsiteY12" fmla="*/ 226783 h 310660"/>
                <a:gd name="connsiteX13" fmla="*/ 96686 w 236954"/>
                <a:gd name="connsiteY13" fmla="*/ 307483 h 310660"/>
                <a:gd name="connsiteX14" fmla="*/ 76949 w 236954"/>
                <a:gd name="connsiteY14" fmla="*/ 310660 h 310660"/>
                <a:gd name="connsiteX15" fmla="*/ 75039 w 236954"/>
                <a:gd name="connsiteY15" fmla="*/ 310660 h 310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6954" h="310660">
                  <a:moveTo>
                    <a:pt x="75039" y="310660"/>
                  </a:moveTo>
                  <a:cubicBezTo>
                    <a:pt x="68673" y="310660"/>
                    <a:pt x="63579" y="306212"/>
                    <a:pt x="62943" y="299858"/>
                  </a:cubicBezTo>
                  <a:cubicBezTo>
                    <a:pt x="62306" y="292868"/>
                    <a:pt x="66763" y="287149"/>
                    <a:pt x="73766" y="286514"/>
                  </a:cubicBezTo>
                  <a:cubicBezTo>
                    <a:pt x="79496" y="285878"/>
                    <a:pt x="85226" y="284607"/>
                    <a:pt x="90956" y="283336"/>
                  </a:cubicBezTo>
                  <a:cubicBezTo>
                    <a:pt x="134248" y="273169"/>
                    <a:pt x="171174" y="247752"/>
                    <a:pt x="192821" y="213439"/>
                  </a:cubicBezTo>
                  <a:cubicBezTo>
                    <a:pt x="210647" y="184844"/>
                    <a:pt x="216377" y="152437"/>
                    <a:pt x="209374" y="121936"/>
                  </a:cubicBezTo>
                  <a:cubicBezTo>
                    <a:pt x="192821" y="51403"/>
                    <a:pt x="113239" y="9464"/>
                    <a:pt x="31747" y="28527"/>
                  </a:cubicBezTo>
                  <a:cubicBezTo>
                    <a:pt x="26017" y="29798"/>
                    <a:pt x="20923" y="31069"/>
                    <a:pt x="15830" y="32975"/>
                  </a:cubicBezTo>
                  <a:cubicBezTo>
                    <a:pt x="9464" y="34882"/>
                    <a:pt x="2460" y="31704"/>
                    <a:pt x="550" y="25350"/>
                  </a:cubicBezTo>
                  <a:cubicBezTo>
                    <a:pt x="-1359" y="18996"/>
                    <a:pt x="1824" y="12006"/>
                    <a:pt x="8190" y="10100"/>
                  </a:cubicBezTo>
                  <a:cubicBezTo>
                    <a:pt x="14557" y="8193"/>
                    <a:pt x="20287" y="6287"/>
                    <a:pt x="26653" y="5016"/>
                  </a:cubicBezTo>
                  <a:cubicBezTo>
                    <a:pt x="121515" y="-16589"/>
                    <a:pt x="213830" y="33611"/>
                    <a:pt x="233567" y="116853"/>
                  </a:cubicBezTo>
                  <a:cubicBezTo>
                    <a:pt x="241843" y="153708"/>
                    <a:pt x="234840" y="192469"/>
                    <a:pt x="213830" y="226783"/>
                  </a:cubicBezTo>
                  <a:cubicBezTo>
                    <a:pt x="189001" y="266815"/>
                    <a:pt x="146345" y="296045"/>
                    <a:pt x="96686" y="307483"/>
                  </a:cubicBezTo>
                  <a:cubicBezTo>
                    <a:pt x="90319" y="308754"/>
                    <a:pt x="83316" y="310025"/>
                    <a:pt x="76949" y="310660"/>
                  </a:cubicBezTo>
                  <a:cubicBezTo>
                    <a:pt x="76313" y="310660"/>
                    <a:pt x="75676" y="310660"/>
                    <a:pt x="75039" y="3106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 168">
              <a:extLst>
                <a:ext uri="{FF2B5EF4-FFF2-40B4-BE49-F238E27FC236}">
                  <a16:creationId xmlns:a16="http://schemas.microsoft.com/office/drawing/2014/main" id="{2A821052-FA47-3C23-FF35-48EDA5DBDE9A}"/>
                </a:ext>
              </a:extLst>
            </p:cNvPr>
            <p:cNvSpPr/>
            <p:nvPr/>
          </p:nvSpPr>
          <p:spPr>
            <a:xfrm>
              <a:off x="146069" y="4198260"/>
              <a:ext cx="709123" cy="667434"/>
            </a:xfrm>
            <a:custGeom>
              <a:avLst/>
              <a:gdLst>
                <a:gd name="connsiteX0" fmla="*/ 173751 w 709123"/>
                <a:gd name="connsiteY0" fmla="*/ 64407 h 667434"/>
                <a:gd name="connsiteX1" fmla="*/ 44510 w 709123"/>
                <a:gd name="connsiteY1" fmla="*/ 239152 h 667434"/>
                <a:gd name="connsiteX2" fmla="*/ 56607 w 709123"/>
                <a:gd name="connsiteY2" fmla="*/ 365603 h 667434"/>
                <a:gd name="connsiteX3" fmla="*/ 411224 w 709123"/>
                <a:gd name="connsiteY3" fmla="*/ 627402 h 667434"/>
                <a:gd name="connsiteX4" fmla="*/ 475526 w 709123"/>
                <a:gd name="connsiteY4" fmla="*/ 640746 h 667434"/>
                <a:gd name="connsiteX5" fmla="*/ 536009 w 709123"/>
                <a:gd name="connsiteY5" fmla="*/ 601349 h 667434"/>
                <a:gd name="connsiteX6" fmla="*/ 665250 w 709123"/>
                <a:gd name="connsiteY6" fmla="*/ 426605 h 667434"/>
                <a:gd name="connsiteX7" fmla="*/ 653154 w 709123"/>
                <a:gd name="connsiteY7" fmla="*/ 300153 h 667434"/>
                <a:gd name="connsiteX8" fmla="*/ 298536 w 709123"/>
                <a:gd name="connsiteY8" fmla="*/ 38355 h 667434"/>
                <a:gd name="connsiteX9" fmla="*/ 234234 w 709123"/>
                <a:gd name="connsiteY9" fmla="*/ 25010 h 667434"/>
                <a:gd name="connsiteX10" fmla="*/ 173751 w 709123"/>
                <a:gd name="connsiteY10" fmla="*/ 64407 h 667434"/>
                <a:gd name="connsiteX11" fmla="*/ 457700 w 709123"/>
                <a:gd name="connsiteY11" fmla="*/ 667434 h 667434"/>
                <a:gd name="connsiteX12" fmla="*/ 396581 w 709123"/>
                <a:gd name="connsiteY12" fmla="*/ 647736 h 667434"/>
                <a:gd name="connsiteX13" fmla="*/ 41964 w 709123"/>
                <a:gd name="connsiteY13" fmla="*/ 385937 h 667434"/>
                <a:gd name="connsiteX14" fmla="*/ 24774 w 709123"/>
                <a:gd name="connsiteY14" fmla="*/ 225172 h 667434"/>
                <a:gd name="connsiteX15" fmla="*/ 154015 w 709123"/>
                <a:gd name="connsiteY15" fmla="*/ 50428 h 667434"/>
                <a:gd name="connsiteX16" fmla="*/ 229141 w 709123"/>
                <a:gd name="connsiteY16" fmla="*/ 2135 h 667434"/>
                <a:gd name="connsiteX17" fmla="*/ 312543 w 709123"/>
                <a:gd name="connsiteY17" fmla="*/ 19927 h 667434"/>
                <a:gd name="connsiteX18" fmla="*/ 667160 w 709123"/>
                <a:gd name="connsiteY18" fmla="*/ 281726 h 667434"/>
                <a:gd name="connsiteX19" fmla="*/ 684350 w 709123"/>
                <a:gd name="connsiteY19" fmla="*/ 442491 h 667434"/>
                <a:gd name="connsiteX20" fmla="*/ 555109 w 709123"/>
                <a:gd name="connsiteY20" fmla="*/ 616600 h 667434"/>
                <a:gd name="connsiteX21" fmla="*/ 479983 w 709123"/>
                <a:gd name="connsiteY21" fmla="*/ 664893 h 667434"/>
                <a:gd name="connsiteX22" fmla="*/ 457700 w 709123"/>
                <a:gd name="connsiteY22" fmla="*/ 667434 h 667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09123" h="667434">
                  <a:moveTo>
                    <a:pt x="173751" y="64407"/>
                  </a:moveTo>
                  <a:lnTo>
                    <a:pt x="44510" y="239152"/>
                  </a:lnTo>
                  <a:cubicBezTo>
                    <a:pt x="13314" y="281090"/>
                    <a:pt x="18407" y="338280"/>
                    <a:pt x="56607" y="365603"/>
                  </a:cubicBezTo>
                  <a:lnTo>
                    <a:pt x="411224" y="627402"/>
                  </a:lnTo>
                  <a:cubicBezTo>
                    <a:pt x="429051" y="640746"/>
                    <a:pt x="451970" y="645830"/>
                    <a:pt x="475526" y="640746"/>
                  </a:cubicBezTo>
                  <a:cubicBezTo>
                    <a:pt x="499083" y="636298"/>
                    <a:pt x="520729" y="622319"/>
                    <a:pt x="536009" y="601349"/>
                  </a:cubicBezTo>
                  <a:lnTo>
                    <a:pt x="665250" y="426605"/>
                  </a:lnTo>
                  <a:cubicBezTo>
                    <a:pt x="696446" y="384666"/>
                    <a:pt x="691353" y="327477"/>
                    <a:pt x="653154" y="300153"/>
                  </a:cubicBezTo>
                  <a:lnTo>
                    <a:pt x="298536" y="38355"/>
                  </a:lnTo>
                  <a:cubicBezTo>
                    <a:pt x="280710" y="25010"/>
                    <a:pt x="257790" y="19927"/>
                    <a:pt x="234234" y="25010"/>
                  </a:cubicBezTo>
                  <a:cubicBezTo>
                    <a:pt x="210041" y="30094"/>
                    <a:pt x="189031" y="43438"/>
                    <a:pt x="173751" y="64407"/>
                  </a:cubicBezTo>
                  <a:moveTo>
                    <a:pt x="457700" y="667434"/>
                  </a:moveTo>
                  <a:cubicBezTo>
                    <a:pt x="435417" y="667434"/>
                    <a:pt x="414407" y="660445"/>
                    <a:pt x="396581" y="647736"/>
                  </a:cubicBezTo>
                  <a:lnTo>
                    <a:pt x="41964" y="385937"/>
                  </a:lnTo>
                  <a:cubicBezTo>
                    <a:pt x="-6422" y="350353"/>
                    <a:pt x="-14062" y="277913"/>
                    <a:pt x="24774" y="225172"/>
                  </a:cubicBezTo>
                  <a:lnTo>
                    <a:pt x="154015" y="50428"/>
                  </a:lnTo>
                  <a:cubicBezTo>
                    <a:pt x="173115" y="25010"/>
                    <a:pt x="199854" y="7854"/>
                    <a:pt x="229141" y="2135"/>
                  </a:cubicBezTo>
                  <a:cubicBezTo>
                    <a:pt x="259063" y="-3584"/>
                    <a:pt x="288986" y="2135"/>
                    <a:pt x="312543" y="19927"/>
                  </a:cubicBezTo>
                  <a:lnTo>
                    <a:pt x="667160" y="281726"/>
                  </a:lnTo>
                  <a:cubicBezTo>
                    <a:pt x="715546" y="317310"/>
                    <a:pt x="723186" y="389750"/>
                    <a:pt x="684350" y="442491"/>
                  </a:cubicBezTo>
                  <a:lnTo>
                    <a:pt x="555109" y="616600"/>
                  </a:lnTo>
                  <a:cubicBezTo>
                    <a:pt x="536009" y="642017"/>
                    <a:pt x="509269" y="659174"/>
                    <a:pt x="479983" y="664893"/>
                  </a:cubicBezTo>
                  <a:cubicBezTo>
                    <a:pt x="472343" y="666163"/>
                    <a:pt x="464703" y="667434"/>
                    <a:pt x="457700" y="667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6053E1B4-578C-E0EA-B464-44A127AABB43}"/>
                </a:ext>
              </a:extLst>
            </p:cNvPr>
            <p:cNvSpPr/>
            <p:nvPr/>
          </p:nvSpPr>
          <p:spPr>
            <a:xfrm>
              <a:off x="508347" y="4602065"/>
              <a:ext cx="42063" cy="41226"/>
            </a:xfrm>
            <a:custGeom>
              <a:avLst/>
              <a:gdLst>
                <a:gd name="connsiteX0" fmla="*/ 20933 w 42063"/>
                <a:gd name="connsiteY0" fmla="*/ 41227 h 41226"/>
                <a:gd name="connsiteX1" fmla="*/ 5016 w 42063"/>
                <a:gd name="connsiteY1" fmla="*/ 34237 h 41226"/>
                <a:gd name="connsiteX2" fmla="*/ 7563 w 42063"/>
                <a:gd name="connsiteY2" fmla="*/ 5007 h 41226"/>
                <a:gd name="connsiteX3" fmla="*/ 36849 w 42063"/>
                <a:gd name="connsiteY3" fmla="*/ 7549 h 41226"/>
                <a:gd name="connsiteX4" fmla="*/ 41943 w 42063"/>
                <a:gd name="connsiteY4" fmla="*/ 22799 h 41226"/>
                <a:gd name="connsiteX5" fmla="*/ 34939 w 42063"/>
                <a:gd name="connsiteY5" fmla="*/ 36779 h 41226"/>
                <a:gd name="connsiteX6" fmla="*/ 20933 w 42063"/>
                <a:gd name="connsiteY6" fmla="*/ 41227 h 41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063" h="41226">
                  <a:moveTo>
                    <a:pt x="20933" y="41227"/>
                  </a:moveTo>
                  <a:cubicBezTo>
                    <a:pt x="15203" y="41227"/>
                    <a:pt x="8836" y="38685"/>
                    <a:pt x="5016" y="34237"/>
                  </a:cubicBezTo>
                  <a:cubicBezTo>
                    <a:pt x="-2623" y="25341"/>
                    <a:pt x="-1350" y="11997"/>
                    <a:pt x="7563" y="5007"/>
                  </a:cubicBezTo>
                  <a:cubicBezTo>
                    <a:pt x="16476" y="-2618"/>
                    <a:pt x="29846" y="-1348"/>
                    <a:pt x="36849" y="7549"/>
                  </a:cubicBezTo>
                  <a:cubicBezTo>
                    <a:pt x="40669" y="11997"/>
                    <a:pt x="42579" y="17080"/>
                    <a:pt x="41943" y="22799"/>
                  </a:cubicBezTo>
                  <a:cubicBezTo>
                    <a:pt x="41306" y="28518"/>
                    <a:pt x="38759" y="33601"/>
                    <a:pt x="34939" y="36779"/>
                  </a:cubicBezTo>
                  <a:cubicBezTo>
                    <a:pt x="30483" y="39956"/>
                    <a:pt x="25390" y="41227"/>
                    <a:pt x="20933" y="412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7CD736BB-2AA0-0A2A-C276-875CEE8EA470}"/>
                </a:ext>
              </a:extLst>
            </p:cNvPr>
            <p:cNvSpPr/>
            <p:nvPr/>
          </p:nvSpPr>
          <p:spPr>
            <a:xfrm>
              <a:off x="510817" y="4440665"/>
              <a:ext cx="41503" cy="41862"/>
            </a:xfrm>
            <a:custGeom>
              <a:avLst/>
              <a:gdLst>
                <a:gd name="connsiteX0" fmla="*/ 21010 w 41503"/>
                <a:gd name="connsiteY0" fmla="*/ 41862 h 41862"/>
                <a:gd name="connsiteX1" fmla="*/ 5093 w 41503"/>
                <a:gd name="connsiteY1" fmla="*/ 34237 h 41862"/>
                <a:gd name="connsiteX2" fmla="*/ 0 w 41503"/>
                <a:gd name="connsiteY2" fmla="*/ 18986 h 41862"/>
                <a:gd name="connsiteX3" fmla="*/ 7003 w 41503"/>
                <a:gd name="connsiteY3" fmla="*/ 5007 h 41862"/>
                <a:gd name="connsiteX4" fmla="*/ 36289 w 41503"/>
                <a:gd name="connsiteY4" fmla="*/ 7549 h 41862"/>
                <a:gd name="connsiteX5" fmla="*/ 41383 w 41503"/>
                <a:gd name="connsiteY5" fmla="*/ 22799 h 41862"/>
                <a:gd name="connsiteX6" fmla="*/ 34379 w 41503"/>
                <a:gd name="connsiteY6" fmla="*/ 36779 h 41862"/>
                <a:gd name="connsiteX7" fmla="*/ 21010 w 41503"/>
                <a:gd name="connsiteY7" fmla="*/ 41862 h 4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503" h="41862">
                  <a:moveTo>
                    <a:pt x="21010" y="41862"/>
                  </a:moveTo>
                  <a:cubicBezTo>
                    <a:pt x="15280" y="41862"/>
                    <a:pt x="8913" y="39320"/>
                    <a:pt x="5093" y="34237"/>
                  </a:cubicBezTo>
                  <a:cubicBezTo>
                    <a:pt x="1273" y="29789"/>
                    <a:pt x="0" y="24705"/>
                    <a:pt x="0" y="18986"/>
                  </a:cubicBezTo>
                  <a:cubicBezTo>
                    <a:pt x="637" y="13268"/>
                    <a:pt x="3183" y="8184"/>
                    <a:pt x="7003" y="5007"/>
                  </a:cubicBezTo>
                  <a:cubicBezTo>
                    <a:pt x="15916" y="-2618"/>
                    <a:pt x="29286" y="-1347"/>
                    <a:pt x="36289" y="7549"/>
                  </a:cubicBezTo>
                  <a:cubicBezTo>
                    <a:pt x="40109" y="11997"/>
                    <a:pt x="42019" y="17080"/>
                    <a:pt x="41383" y="22799"/>
                  </a:cubicBezTo>
                  <a:cubicBezTo>
                    <a:pt x="40746" y="28518"/>
                    <a:pt x="38199" y="33601"/>
                    <a:pt x="34379" y="36779"/>
                  </a:cubicBezTo>
                  <a:cubicBezTo>
                    <a:pt x="30559" y="39956"/>
                    <a:pt x="25466" y="41862"/>
                    <a:pt x="21010" y="4186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6E656F98-2D41-E0C9-FE5F-35B6FE4CDC9A}"/>
                </a:ext>
              </a:extLst>
            </p:cNvPr>
            <p:cNvSpPr/>
            <p:nvPr/>
          </p:nvSpPr>
          <p:spPr>
            <a:xfrm>
              <a:off x="666714" y="4601912"/>
              <a:ext cx="283110" cy="297460"/>
            </a:xfrm>
            <a:custGeom>
              <a:avLst/>
              <a:gdLst>
                <a:gd name="connsiteX0" fmla="*/ 134418 w 283110"/>
                <a:gd name="connsiteY0" fmla="*/ 297460 h 297460"/>
                <a:gd name="connsiteX1" fmla="*/ 19183 w 283110"/>
                <a:gd name="connsiteY1" fmla="*/ 256793 h 297460"/>
                <a:gd name="connsiteX2" fmla="*/ 3904 w 283110"/>
                <a:gd name="connsiteY2" fmla="*/ 244084 h 297460"/>
                <a:gd name="connsiteX3" fmla="*/ 3267 w 283110"/>
                <a:gd name="connsiteY3" fmla="*/ 226927 h 297460"/>
                <a:gd name="connsiteX4" fmla="*/ 20457 w 283110"/>
                <a:gd name="connsiteY4" fmla="*/ 226292 h 297460"/>
                <a:gd name="connsiteX5" fmla="*/ 33826 w 283110"/>
                <a:gd name="connsiteY5" fmla="*/ 237730 h 297460"/>
                <a:gd name="connsiteX6" fmla="*/ 233736 w 283110"/>
                <a:gd name="connsiteY6" fmla="*/ 227563 h 297460"/>
                <a:gd name="connsiteX7" fmla="*/ 256019 w 283110"/>
                <a:gd name="connsiteY7" fmla="*/ 128435 h 297460"/>
                <a:gd name="connsiteX8" fmla="*/ 195537 w 283110"/>
                <a:gd name="connsiteY8" fmla="*/ 31849 h 297460"/>
                <a:gd name="connsiteX9" fmla="*/ 181531 w 283110"/>
                <a:gd name="connsiteY9" fmla="*/ 22317 h 297460"/>
                <a:gd name="connsiteX10" fmla="*/ 177711 w 283110"/>
                <a:gd name="connsiteY10" fmla="*/ 5796 h 297460"/>
                <a:gd name="connsiteX11" fmla="*/ 194264 w 283110"/>
                <a:gd name="connsiteY11" fmla="*/ 1983 h 297460"/>
                <a:gd name="connsiteX12" fmla="*/ 210180 w 283110"/>
                <a:gd name="connsiteY12" fmla="*/ 12786 h 297460"/>
                <a:gd name="connsiteX13" fmla="*/ 280212 w 283110"/>
                <a:gd name="connsiteY13" fmla="*/ 123987 h 297460"/>
                <a:gd name="connsiteX14" fmla="*/ 252836 w 283110"/>
                <a:gd name="connsiteY14" fmla="*/ 242813 h 297460"/>
                <a:gd name="connsiteX15" fmla="*/ 134418 w 283110"/>
                <a:gd name="connsiteY15" fmla="*/ 297460 h 297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3110" h="297460">
                  <a:moveTo>
                    <a:pt x="134418" y="297460"/>
                  </a:moveTo>
                  <a:cubicBezTo>
                    <a:pt x="94945" y="297460"/>
                    <a:pt x="54199" y="284116"/>
                    <a:pt x="19183" y="256793"/>
                  </a:cubicBezTo>
                  <a:cubicBezTo>
                    <a:pt x="14090" y="252980"/>
                    <a:pt x="8997" y="248532"/>
                    <a:pt x="3904" y="244084"/>
                  </a:cubicBezTo>
                  <a:cubicBezTo>
                    <a:pt x="-1190" y="239636"/>
                    <a:pt x="-1190" y="232011"/>
                    <a:pt x="3267" y="226927"/>
                  </a:cubicBezTo>
                  <a:cubicBezTo>
                    <a:pt x="7723" y="221844"/>
                    <a:pt x="15363" y="221844"/>
                    <a:pt x="20457" y="226292"/>
                  </a:cubicBezTo>
                  <a:cubicBezTo>
                    <a:pt x="24913" y="230104"/>
                    <a:pt x="29370" y="233917"/>
                    <a:pt x="33826" y="237730"/>
                  </a:cubicBezTo>
                  <a:cubicBezTo>
                    <a:pt x="99402" y="289200"/>
                    <a:pt x="189170" y="284116"/>
                    <a:pt x="233736" y="227563"/>
                  </a:cubicBezTo>
                  <a:cubicBezTo>
                    <a:pt x="255383" y="200239"/>
                    <a:pt x="263023" y="164655"/>
                    <a:pt x="256019" y="128435"/>
                  </a:cubicBezTo>
                  <a:cubicBezTo>
                    <a:pt x="249016" y="90944"/>
                    <a:pt x="227370" y="56631"/>
                    <a:pt x="195537" y="31849"/>
                  </a:cubicBezTo>
                  <a:cubicBezTo>
                    <a:pt x="191080" y="28672"/>
                    <a:pt x="186624" y="25495"/>
                    <a:pt x="181531" y="22317"/>
                  </a:cubicBezTo>
                  <a:cubicBezTo>
                    <a:pt x="175801" y="18505"/>
                    <a:pt x="173891" y="10880"/>
                    <a:pt x="177711" y="5796"/>
                  </a:cubicBezTo>
                  <a:cubicBezTo>
                    <a:pt x="181531" y="77"/>
                    <a:pt x="189170" y="-1829"/>
                    <a:pt x="194264" y="1983"/>
                  </a:cubicBezTo>
                  <a:cubicBezTo>
                    <a:pt x="199994" y="5161"/>
                    <a:pt x="205087" y="8973"/>
                    <a:pt x="210180" y="12786"/>
                  </a:cubicBezTo>
                  <a:cubicBezTo>
                    <a:pt x="247106" y="41380"/>
                    <a:pt x="271936" y="80777"/>
                    <a:pt x="280212" y="123987"/>
                  </a:cubicBezTo>
                  <a:cubicBezTo>
                    <a:pt x="288489" y="167832"/>
                    <a:pt x="278939" y="209771"/>
                    <a:pt x="252836" y="242813"/>
                  </a:cubicBezTo>
                  <a:cubicBezTo>
                    <a:pt x="224823" y="278397"/>
                    <a:pt x="180894" y="297460"/>
                    <a:pt x="134418" y="2974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6C5F4BC0-0E1A-26E1-95C5-046DD3FC0524}"/>
                </a:ext>
              </a:extLst>
            </p:cNvPr>
            <p:cNvSpPr/>
            <p:nvPr/>
          </p:nvSpPr>
          <p:spPr>
            <a:xfrm>
              <a:off x="845197" y="4075375"/>
              <a:ext cx="645298" cy="712796"/>
            </a:xfrm>
            <a:custGeom>
              <a:avLst/>
              <a:gdLst>
                <a:gd name="connsiteX0" fmla="*/ 260894 w 645298"/>
                <a:gd name="connsiteY0" fmla="*/ 38600 h 712796"/>
                <a:gd name="connsiteX1" fmla="*/ 73717 w 645298"/>
                <a:gd name="connsiteY1" fmla="*/ 148531 h 712796"/>
                <a:gd name="connsiteX2" fmla="*/ 28514 w 645298"/>
                <a:gd name="connsiteY2" fmla="*/ 204449 h 712796"/>
                <a:gd name="connsiteX3" fmla="*/ 35517 w 645298"/>
                <a:gd name="connsiteY3" fmla="*/ 269898 h 712796"/>
                <a:gd name="connsiteX4" fmla="*/ 259621 w 645298"/>
                <a:gd name="connsiteY4" fmla="*/ 649253 h 712796"/>
                <a:gd name="connsiteX5" fmla="*/ 384405 w 645298"/>
                <a:gd name="connsiteY5" fmla="*/ 674035 h 712796"/>
                <a:gd name="connsiteX6" fmla="*/ 572219 w 645298"/>
                <a:gd name="connsiteY6" fmla="*/ 564105 h 712796"/>
                <a:gd name="connsiteX7" fmla="*/ 617421 w 645298"/>
                <a:gd name="connsiteY7" fmla="*/ 508186 h 712796"/>
                <a:gd name="connsiteX8" fmla="*/ 610418 w 645298"/>
                <a:gd name="connsiteY8" fmla="*/ 442737 h 712796"/>
                <a:gd name="connsiteX9" fmla="*/ 386315 w 645298"/>
                <a:gd name="connsiteY9" fmla="*/ 63382 h 712796"/>
                <a:gd name="connsiteX10" fmla="*/ 260894 w 645298"/>
                <a:gd name="connsiteY10" fmla="*/ 38600 h 712796"/>
                <a:gd name="connsiteX11" fmla="*/ 332199 w 645298"/>
                <a:gd name="connsiteY11" fmla="*/ 712796 h 712796"/>
                <a:gd name="connsiteX12" fmla="*/ 237974 w 645298"/>
                <a:gd name="connsiteY12" fmla="*/ 661326 h 712796"/>
                <a:gd name="connsiteX13" fmla="*/ 13871 w 645298"/>
                <a:gd name="connsiteY13" fmla="*/ 281972 h 712796"/>
                <a:gd name="connsiteX14" fmla="*/ 4958 w 645298"/>
                <a:gd name="connsiteY14" fmla="*/ 197459 h 712796"/>
                <a:gd name="connsiteX15" fmla="*/ 60984 w 645298"/>
                <a:gd name="connsiteY15" fmla="*/ 127561 h 712796"/>
                <a:gd name="connsiteX16" fmla="*/ 248797 w 645298"/>
                <a:gd name="connsiteY16" fmla="*/ 17631 h 712796"/>
                <a:gd name="connsiteX17" fmla="*/ 407325 w 645298"/>
                <a:gd name="connsiteY17" fmla="*/ 51309 h 712796"/>
                <a:gd name="connsiteX18" fmla="*/ 631428 w 645298"/>
                <a:gd name="connsiteY18" fmla="*/ 430663 h 712796"/>
                <a:gd name="connsiteX19" fmla="*/ 640341 w 645298"/>
                <a:gd name="connsiteY19" fmla="*/ 515176 h 712796"/>
                <a:gd name="connsiteX20" fmla="*/ 584315 w 645298"/>
                <a:gd name="connsiteY20" fmla="*/ 585074 h 712796"/>
                <a:gd name="connsiteX21" fmla="*/ 396502 w 645298"/>
                <a:gd name="connsiteY21" fmla="*/ 695004 h 712796"/>
                <a:gd name="connsiteX22" fmla="*/ 332199 w 645298"/>
                <a:gd name="connsiteY22" fmla="*/ 712796 h 71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45298" h="712796">
                  <a:moveTo>
                    <a:pt x="260894" y="38600"/>
                  </a:moveTo>
                  <a:lnTo>
                    <a:pt x="73717" y="148531"/>
                  </a:lnTo>
                  <a:cubicBezTo>
                    <a:pt x="51434" y="161239"/>
                    <a:pt x="35517" y="181573"/>
                    <a:pt x="28514" y="204449"/>
                  </a:cubicBezTo>
                  <a:cubicBezTo>
                    <a:pt x="21511" y="227324"/>
                    <a:pt x="24058" y="250200"/>
                    <a:pt x="35517" y="269898"/>
                  </a:cubicBezTo>
                  <a:lnTo>
                    <a:pt x="259621" y="649253"/>
                  </a:lnTo>
                  <a:cubicBezTo>
                    <a:pt x="283177" y="689285"/>
                    <a:pt x="339203" y="700723"/>
                    <a:pt x="384405" y="674035"/>
                  </a:cubicBezTo>
                  <a:lnTo>
                    <a:pt x="572219" y="564105"/>
                  </a:lnTo>
                  <a:cubicBezTo>
                    <a:pt x="594502" y="551396"/>
                    <a:pt x="610418" y="531062"/>
                    <a:pt x="617421" y="508186"/>
                  </a:cubicBezTo>
                  <a:cubicBezTo>
                    <a:pt x="624424" y="485311"/>
                    <a:pt x="621878" y="462435"/>
                    <a:pt x="610418" y="442737"/>
                  </a:cubicBezTo>
                  <a:lnTo>
                    <a:pt x="386315" y="63382"/>
                  </a:lnTo>
                  <a:cubicBezTo>
                    <a:pt x="362122" y="23350"/>
                    <a:pt x="306096" y="11912"/>
                    <a:pt x="260894" y="38600"/>
                  </a:cubicBezTo>
                  <a:moveTo>
                    <a:pt x="332199" y="712796"/>
                  </a:moveTo>
                  <a:cubicBezTo>
                    <a:pt x="294000" y="712796"/>
                    <a:pt x="257711" y="694369"/>
                    <a:pt x="237974" y="661326"/>
                  </a:cubicBezTo>
                  <a:lnTo>
                    <a:pt x="13871" y="281972"/>
                  </a:lnTo>
                  <a:cubicBezTo>
                    <a:pt x="-772" y="256554"/>
                    <a:pt x="-3955" y="226689"/>
                    <a:pt x="4958" y="197459"/>
                  </a:cubicBezTo>
                  <a:cubicBezTo>
                    <a:pt x="13871" y="168229"/>
                    <a:pt x="34244" y="144083"/>
                    <a:pt x="60984" y="127561"/>
                  </a:cubicBezTo>
                  <a:lnTo>
                    <a:pt x="248797" y="17631"/>
                  </a:lnTo>
                  <a:cubicBezTo>
                    <a:pt x="305460" y="-15411"/>
                    <a:pt x="376765" y="-796"/>
                    <a:pt x="407325" y="51309"/>
                  </a:cubicBezTo>
                  <a:lnTo>
                    <a:pt x="631428" y="430663"/>
                  </a:lnTo>
                  <a:cubicBezTo>
                    <a:pt x="646071" y="456081"/>
                    <a:pt x="649254" y="485946"/>
                    <a:pt x="640341" y="515176"/>
                  </a:cubicBezTo>
                  <a:cubicBezTo>
                    <a:pt x="631428" y="544406"/>
                    <a:pt x="611055" y="568553"/>
                    <a:pt x="584315" y="585074"/>
                  </a:cubicBezTo>
                  <a:lnTo>
                    <a:pt x="396502" y="695004"/>
                  </a:lnTo>
                  <a:cubicBezTo>
                    <a:pt x="376129" y="707077"/>
                    <a:pt x="353846" y="712796"/>
                    <a:pt x="332199" y="7127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5DD66B10-A193-205D-BAA0-107CA4D7074A}"/>
                </a:ext>
              </a:extLst>
            </p:cNvPr>
            <p:cNvSpPr/>
            <p:nvPr/>
          </p:nvSpPr>
          <p:spPr>
            <a:xfrm>
              <a:off x="1175366" y="4489396"/>
              <a:ext cx="41537" cy="41423"/>
            </a:xfrm>
            <a:custGeom>
              <a:avLst/>
              <a:gdLst>
                <a:gd name="connsiteX0" fmla="*/ 20494 w 41537"/>
                <a:gd name="connsiteY0" fmla="*/ 41424 h 41423"/>
                <a:gd name="connsiteX1" fmla="*/ 7124 w 41537"/>
                <a:gd name="connsiteY1" fmla="*/ 36340 h 41423"/>
                <a:gd name="connsiteX2" fmla="*/ 121 w 41537"/>
                <a:gd name="connsiteY2" fmla="*/ 22361 h 41423"/>
                <a:gd name="connsiteX3" fmla="*/ 5214 w 41537"/>
                <a:gd name="connsiteY3" fmla="*/ 7110 h 41423"/>
                <a:gd name="connsiteX4" fmla="*/ 19220 w 41537"/>
                <a:gd name="connsiteY4" fmla="*/ 120 h 41423"/>
                <a:gd name="connsiteX5" fmla="*/ 34500 w 41537"/>
                <a:gd name="connsiteY5" fmla="*/ 5204 h 41423"/>
                <a:gd name="connsiteX6" fmla="*/ 41503 w 41537"/>
                <a:gd name="connsiteY6" fmla="*/ 19183 h 41423"/>
                <a:gd name="connsiteX7" fmla="*/ 22404 w 41537"/>
                <a:gd name="connsiteY7" fmla="*/ 41424 h 41423"/>
                <a:gd name="connsiteX8" fmla="*/ 20494 w 41537"/>
                <a:gd name="connsiteY8" fmla="*/ 41424 h 4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537" h="41423">
                  <a:moveTo>
                    <a:pt x="20494" y="41424"/>
                  </a:moveTo>
                  <a:cubicBezTo>
                    <a:pt x="15400" y="41424"/>
                    <a:pt x="10944" y="39517"/>
                    <a:pt x="7124" y="36340"/>
                  </a:cubicBezTo>
                  <a:cubicBezTo>
                    <a:pt x="2667" y="32528"/>
                    <a:pt x="121" y="27444"/>
                    <a:pt x="121" y="22361"/>
                  </a:cubicBezTo>
                  <a:cubicBezTo>
                    <a:pt x="-516" y="16642"/>
                    <a:pt x="1394" y="11558"/>
                    <a:pt x="5214" y="7110"/>
                  </a:cubicBezTo>
                  <a:cubicBezTo>
                    <a:pt x="9034" y="2662"/>
                    <a:pt x="14127" y="120"/>
                    <a:pt x="19220" y="120"/>
                  </a:cubicBezTo>
                  <a:cubicBezTo>
                    <a:pt x="24950" y="-515"/>
                    <a:pt x="30043" y="1391"/>
                    <a:pt x="34500" y="5204"/>
                  </a:cubicBezTo>
                  <a:cubicBezTo>
                    <a:pt x="38957" y="9017"/>
                    <a:pt x="41503" y="14100"/>
                    <a:pt x="41503" y="19183"/>
                  </a:cubicBezTo>
                  <a:cubicBezTo>
                    <a:pt x="42140" y="30621"/>
                    <a:pt x="33863" y="40788"/>
                    <a:pt x="22404" y="41424"/>
                  </a:cubicBezTo>
                  <a:lnTo>
                    <a:pt x="20494" y="41424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 174">
              <a:extLst>
                <a:ext uri="{FF2B5EF4-FFF2-40B4-BE49-F238E27FC236}">
                  <a16:creationId xmlns:a16="http://schemas.microsoft.com/office/drawing/2014/main" id="{9626B84C-2C6D-4A2A-B743-46DD3A56EFB8}"/>
                </a:ext>
              </a:extLst>
            </p:cNvPr>
            <p:cNvSpPr/>
            <p:nvPr/>
          </p:nvSpPr>
          <p:spPr>
            <a:xfrm>
              <a:off x="1118153" y="4338885"/>
              <a:ext cx="41451" cy="41337"/>
            </a:xfrm>
            <a:custGeom>
              <a:avLst/>
              <a:gdLst>
                <a:gd name="connsiteX0" fmla="*/ 21044 w 41451"/>
                <a:gd name="connsiteY0" fmla="*/ 41338 h 41337"/>
                <a:gd name="connsiteX1" fmla="*/ 34 w 41451"/>
                <a:gd name="connsiteY1" fmla="*/ 22274 h 41337"/>
                <a:gd name="connsiteX2" fmla="*/ 19134 w 41451"/>
                <a:gd name="connsiteY2" fmla="*/ 34 h 41337"/>
                <a:gd name="connsiteX3" fmla="*/ 41417 w 41451"/>
                <a:gd name="connsiteY3" fmla="*/ 19097 h 41337"/>
                <a:gd name="connsiteX4" fmla="*/ 22317 w 41451"/>
                <a:gd name="connsiteY4" fmla="*/ 41338 h 41337"/>
                <a:gd name="connsiteX5" fmla="*/ 21044 w 41451"/>
                <a:gd name="connsiteY5" fmla="*/ 41338 h 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451" h="41337">
                  <a:moveTo>
                    <a:pt x="21044" y="41338"/>
                  </a:moveTo>
                  <a:cubicBezTo>
                    <a:pt x="10221" y="41338"/>
                    <a:pt x="1308" y="33077"/>
                    <a:pt x="34" y="22274"/>
                  </a:cubicBezTo>
                  <a:cubicBezTo>
                    <a:pt x="-602" y="10837"/>
                    <a:pt x="7674" y="670"/>
                    <a:pt x="19134" y="34"/>
                  </a:cubicBezTo>
                  <a:cubicBezTo>
                    <a:pt x="30594" y="-601"/>
                    <a:pt x="40780" y="7660"/>
                    <a:pt x="41417" y="19097"/>
                  </a:cubicBezTo>
                  <a:cubicBezTo>
                    <a:pt x="42054" y="30535"/>
                    <a:pt x="33777" y="40702"/>
                    <a:pt x="22317" y="41338"/>
                  </a:cubicBezTo>
                  <a:lnTo>
                    <a:pt x="21044" y="41338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 175">
              <a:extLst>
                <a:ext uri="{FF2B5EF4-FFF2-40B4-BE49-F238E27FC236}">
                  <a16:creationId xmlns:a16="http://schemas.microsoft.com/office/drawing/2014/main" id="{31952850-C831-C91F-D3DE-402341DE992E}"/>
                </a:ext>
              </a:extLst>
            </p:cNvPr>
            <p:cNvSpPr/>
            <p:nvPr/>
          </p:nvSpPr>
          <p:spPr>
            <a:xfrm>
              <a:off x="830115" y="3968827"/>
              <a:ext cx="306237" cy="267787"/>
            </a:xfrm>
            <a:custGeom>
              <a:avLst/>
              <a:gdLst>
                <a:gd name="connsiteX0" fmla="*/ 44870 w 306237"/>
                <a:gd name="connsiteY0" fmla="*/ 267787 h 267787"/>
                <a:gd name="connsiteX1" fmla="*/ 34683 w 306237"/>
                <a:gd name="connsiteY1" fmla="*/ 262704 h 267787"/>
                <a:gd name="connsiteX2" fmla="*/ 24497 w 306237"/>
                <a:gd name="connsiteY2" fmla="*/ 246182 h 267787"/>
                <a:gd name="connsiteX3" fmla="*/ 75429 w 306237"/>
                <a:gd name="connsiteY3" fmla="*/ 17426 h 267787"/>
                <a:gd name="connsiteX4" fmla="*/ 186844 w 306237"/>
                <a:gd name="connsiteY4" fmla="*/ 5988 h 267787"/>
                <a:gd name="connsiteX5" fmla="*/ 296349 w 306237"/>
                <a:gd name="connsiteY5" fmla="*/ 95584 h 267787"/>
                <a:gd name="connsiteX6" fmla="*/ 305262 w 306237"/>
                <a:gd name="connsiteY6" fmla="*/ 113377 h 267787"/>
                <a:gd name="connsiteX7" fmla="*/ 298895 w 306237"/>
                <a:gd name="connsiteY7" fmla="*/ 129263 h 267787"/>
                <a:gd name="connsiteX8" fmla="*/ 282979 w 306237"/>
                <a:gd name="connsiteY8" fmla="*/ 122908 h 267787"/>
                <a:gd name="connsiteX9" fmla="*/ 275339 w 306237"/>
                <a:gd name="connsiteY9" fmla="*/ 107022 h 267787"/>
                <a:gd name="connsiteX10" fmla="*/ 180477 w 306237"/>
                <a:gd name="connsiteY10" fmla="*/ 28864 h 267787"/>
                <a:gd name="connsiteX11" fmla="*/ 87525 w 306237"/>
                <a:gd name="connsiteY11" fmla="*/ 38395 h 267787"/>
                <a:gd name="connsiteX12" fmla="*/ 46143 w 306237"/>
                <a:gd name="connsiteY12" fmla="*/ 234109 h 267787"/>
                <a:gd name="connsiteX13" fmla="*/ 55056 w 306237"/>
                <a:gd name="connsiteY13" fmla="*/ 248089 h 267787"/>
                <a:gd name="connsiteX14" fmla="*/ 51873 w 306237"/>
                <a:gd name="connsiteY14" fmla="*/ 265245 h 267787"/>
                <a:gd name="connsiteX15" fmla="*/ 44870 w 306237"/>
                <a:gd name="connsiteY15" fmla="*/ 267787 h 267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6237" h="267787">
                  <a:moveTo>
                    <a:pt x="44870" y="267787"/>
                  </a:moveTo>
                  <a:cubicBezTo>
                    <a:pt x="41050" y="267787"/>
                    <a:pt x="37230" y="265881"/>
                    <a:pt x="34683" y="262704"/>
                  </a:cubicBezTo>
                  <a:cubicBezTo>
                    <a:pt x="30863" y="257620"/>
                    <a:pt x="27680" y="251901"/>
                    <a:pt x="24497" y="246182"/>
                  </a:cubicBezTo>
                  <a:cubicBezTo>
                    <a:pt x="-22616" y="161670"/>
                    <a:pt x="304" y="58729"/>
                    <a:pt x="75429" y="17426"/>
                  </a:cubicBezTo>
                  <a:cubicBezTo>
                    <a:pt x="108535" y="-1001"/>
                    <a:pt x="148008" y="-4814"/>
                    <a:pt x="186844" y="5988"/>
                  </a:cubicBezTo>
                  <a:cubicBezTo>
                    <a:pt x="232046" y="18697"/>
                    <a:pt x="272156" y="51740"/>
                    <a:pt x="296349" y="95584"/>
                  </a:cubicBezTo>
                  <a:cubicBezTo>
                    <a:pt x="299532" y="101303"/>
                    <a:pt x="302715" y="107022"/>
                    <a:pt x="305262" y="113377"/>
                  </a:cubicBezTo>
                  <a:cubicBezTo>
                    <a:pt x="307809" y="119731"/>
                    <a:pt x="305262" y="126721"/>
                    <a:pt x="298895" y="129263"/>
                  </a:cubicBezTo>
                  <a:cubicBezTo>
                    <a:pt x="292529" y="131804"/>
                    <a:pt x="285526" y="129263"/>
                    <a:pt x="282979" y="122908"/>
                  </a:cubicBezTo>
                  <a:cubicBezTo>
                    <a:pt x="280432" y="117825"/>
                    <a:pt x="277886" y="112106"/>
                    <a:pt x="275339" y="107022"/>
                  </a:cubicBezTo>
                  <a:cubicBezTo>
                    <a:pt x="254329" y="68896"/>
                    <a:pt x="219313" y="40302"/>
                    <a:pt x="180477" y="28864"/>
                  </a:cubicBezTo>
                  <a:cubicBezTo>
                    <a:pt x="148008" y="19332"/>
                    <a:pt x="114902" y="23145"/>
                    <a:pt x="87525" y="38395"/>
                  </a:cubicBezTo>
                  <a:cubicBezTo>
                    <a:pt x="24497" y="73344"/>
                    <a:pt x="6034" y="161034"/>
                    <a:pt x="46143" y="234109"/>
                  </a:cubicBezTo>
                  <a:cubicBezTo>
                    <a:pt x="48690" y="239193"/>
                    <a:pt x="51873" y="243641"/>
                    <a:pt x="55056" y="248089"/>
                  </a:cubicBezTo>
                  <a:cubicBezTo>
                    <a:pt x="58876" y="253808"/>
                    <a:pt x="57603" y="261433"/>
                    <a:pt x="51873" y="265245"/>
                  </a:cubicBezTo>
                  <a:cubicBezTo>
                    <a:pt x="49963" y="267152"/>
                    <a:pt x="47416" y="267787"/>
                    <a:pt x="44870" y="267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817786D3-6E36-9E80-FCBE-FF5844CD9ACB}"/>
                </a:ext>
              </a:extLst>
            </p:cNvPr>
            <p:cNvSpPr/>
            <p:nvPr/>
          </p:nvSpPr>
          <p:spPr>
            <a:xfrm>
              <a:off x="1200613" y="4632852"/>
              <a:ext cx="306237" cy="267790"/>
            </a:xfrm>
            <a:custGeom>
              <a:avLst/>
              <a:gdLst>
                <a:gd name="connsiteX0" fmla="*/ 162050 w 306237"/>
                <a:gd name="connsiteY0" fmla="*/ 267791 h 267790"/>
                <a:gd name="connsiteX1" fmla="*/ 119394 w 306237"/>
                <a:gd name="connsiteY1" fmla="*/ 261436 h 267790"/>
                <a:gd name="connsiteX2" fmla="*/ 9889 w 306237"/>
                <a:gd name="connsiteY2" fmla="*/ 171840 h 267790"/>
                <a:gd name="connsiteX3" fmla="*/ 976 w 306237"/>
                <a:gd name="connsiteY3" fmla="*/ 154048 h 267790"/>
                <a:gd name="connsiteX4" fmla="*/ 7342 w 306237"/>
                <a:gd name="connsiteY4" fmla="*/ 138162 h 267790"/>
                <a:gd name="connsiteX5" fmla="*/ 23259 w 306237"/>
                <a:gd name="connsiteY5" fmla="*/ 144517 h 267790"/>
                <a:gd name="connsiteX6" fmla="*/ 30899 w 306237"/>
                <a:gd name="connsiteY6" fmla="*/ 160402 h 267790"/>
                <a:gd name="connsiteX7" fmla="*/ 125760 w 306237"/>
                <a:gd name="connsiteY7" fmla="*/ 238561 h 267790"/>
                <a:gd name="connsiteX8" fmla="*/ 218712 w 306237"/>
                <a:gd name="connsiteY8" fmla="*/ 229029 h 267790"/>
                <a:gd name="connsiteX9" fmla="*/ 260095 w 306237"/>
                <a:gd name="connsiteY9" fmla="*/ 33316 h 267790"/>
                <a:gd name="connsiteX10" fmla="*/ 251182 w 306237"/>
                <a:gd name="connsiteY10" fmla="*/ 19336 h 267790"/>
                <a:gd name="connsiteX11" fmla="*/ 254365 w 306237"/>
                <a:gd name="connsiteY11" fmla="*/ 2179 h 267790"/>
                <a:gd name="connsiteX12" fmla="*/ 271555 w 306237"/>
                <a:gd name="connsiteY12" fmla="*/ 5357 h 267790"/>
                <a:gd name="connsiteX13" fmla="*/ 281741 w 306237"/>
                <a:gd name="connsiteY13" fmla="*/ 21878 h 267790"/>
                <a:gd name="connsiteX14" fmla="*/ 230809 w 306237"/>
                <a:gd name="connsiteY14" fmla="*/ 250634 h 267790"/>
                <a:gd name="connsiteX15" fmla="*/ 162050 w 306237"/>
                <a:gd name="connsiteY15" fmla="*/ 267791 h 267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6237" h="267790">
                  <a:moveTo>
                    <a:pt x="162050" y="267791"/>
                  </a:moveTo>
                  <a:cubicBezTo>
                    <a:pt x="148043" y="267791"/>
                    <a:pt x="133400" y="265885"/>
                    <a:pt x="119394" y="261436"/>
                  </a:cubicBezTo>
                  <a:cubicBezTo>
                    <a:pt x="74191" y="248728"/>
                    <a:pt x="34082" y="215685"/>
                    <a:pt x="9889" y="171840"/>
                  </a:cubicBezTo>
                  <a:cubicBezTo>
                    <a:pt x="6706" y="166121"/>
                    <a:pt x="3522" y="160402"/>
                    <a:pt x="976" y="154048"/>
                  </a:cubicBezTo>
                  <a:cubicBezTo>
                    <a:pt x="-1571" y="147694"/>
                    <a:pt x="976" y="140704"/>
                    <a:pt x="7342" y="138162"/>
                  </a:cubicBezTo>
                  <a:cubicBezTo>
                    <a:pt x="13709" y="135621"/>
                    <a:pt x="20712" y="138162"/>
                    <a:pt x="23259" y="144517"/>
                  </a:cubicBezTo>
                  <a:cubicBezTo>
                    <a:pt x="25805" y="149600"/>
                    <a:pt x="28352" y="155319"/>
                    <a:pt x="30899" y="160402"/>
                  </a:cubicBezTo>
                  <a:cubicBezTo>
                    <a:pt x="51908" y="198529"/>
                    <a:pt x="86924" y="227123"/>
                    <a:pt x="125760" y="238561"/>
                  </a:cubicBezTo>
                  <a:cubicBezTo>
                    <a:pt x="158230" y="248092"/>
                    <a:pt x="191336" y="244280"/>
                    <a:pt x="218712" y="229029"/>
                  </a:cubicBezTo>
                  <a:cubicBezTo>
                    <a:pt x="281741" y="194080"/>
                    <a:pt x="300204" y="106391"/>
                    <a:pt x="260095" y="33316"/>
                  </a:cubicBezTo>
                  <a:cubicBezTo>
                    <a:pt x="257548" y="28232"/>
                    <a:pt x="254365" y="23784"/>
                    <a:pt x="251182" y="19336"/>
                  </a:cubicBezTo>
                  <a:cubicBezTo>
                    <a:pt x="247362" y="13617"/>
                    <a:pt x="248635" y="5992"/>
                    <a:pt x="254365" y="2179"/>
                  </a:cubicBezTo>
                  <a:cubicBezTo>
                    <a:pt x="260095" y="-1633"/>
                    <a:pt x="267735" y="-362"/>
                    <a:pt x="271555" y="5357"/>
                  </a:cubicBezTo>
                  <a:cubicBezTo>
                    <a:pt x="275375" y="10440"/>
                    <a:pt x="278558" y="16159"/>
                    <a:pt x="281741" y="21878"/>
                  </a:cubicBezTo>
                  <a:cubicBezTo>
                    <a:pt x="328854" y="106391"/>
                    <a:pt x="305934" y="209331"/>
                    <a:pt x="230809" y="250634"/>
                  </a:cubicBezTo>
                  <a:cubicBezTo>
                    <a:pt x="209799" y="262072"/>
                    <a:pt x="186243" y="267791"/>
                    <a:pt x="162050" y="2677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852862F0-4A18-CEB2-F498-86CD8B50D6EA}"/>
                </a:ext>
              </a:extLst>
            </p:cNvPr>
            <p:cNvSpPr/>
            <p:nvPr/>
          </p:nvSpPr>
          <p:spPr>
            <a:xfrm>
              <a:off x="54620" y="4168853"/>
              <a:ext cx="283747" cy="297788"/>
            </a:xfrm>
            <a:custGeom>
              <a:avLst/>
              <a:gdLst>
                <a:gd name="connsiteX0" fmla="*/ 95213 w 283747"/>
                <a:gd name="connsiteY0" fmla="*/ 297788 h 297788"/>
                <a:gd name="connsiteX1" fmla="*/ 88847 w 283747"/>
                <a:gd name="connsiteY1" fmla="*/ 295882 h 297788"/>
                <a:gd name="connsiteX2" fmla="*/ 72930 w 283747"/>
                <a:gd name="connsiteY2" fmla="*/ 285080 h 297788"/>
                <a:gd name="connsiteX3" fmla="*/ 2898 w 283747"/>
                <a:gd name="connsiteY3" fmla="*/ 173879 h 297788"/>
                <a:gd name="connsiteX4" fmla="*/ 30274 w 283747"/>
                <a:gd name="connsiteY4" fmla="*/ 55052 h 297788"/>
                <a:gd name="connsiteX5" fmla="*/ 264564 w 283747"/>
                <a:gd name="connsiteY5" fmla="*/ 40437 h 297788"/>
                <a:gd name="connsiteX6" fmla="*/ 279844 w 283747"/>
                <a:gd name="connsiteY6" fmla="*/ 53146 h 297788"/>
                <a:gd name="connsiteX7" fmla="*/ 280480 w 283747"/>
                <a:gd name="connsiteY7" fmla="*/ 70303 h 297788"/>
                <a:gd name="connsiteX8" fmla="*/ 263291 w 283747"/>
                <a:gd name="connsiteY8" fmla="*/ 70938 h 297788"/>
                <a:gd name="connsiteX9" fmla="*/ 249921 w 283747"/>
                <a:gd name="connsiteY9" fmla="*/ 59501 h 297788"/>
                <a:gd name="connsiteX10" fmla="*/ 50011 w 283747"/>
                <a:gd name="connsiteY10" fmla="*/ 69667 h 297788"/>
                <a:gd name="connsiteX11" fmla="*/ 27728 w 283747"/>
                <a:gd name="connsiteY11" fmla="*/ 168795 h 297788"/>
                <a:gd name="connsiteX12" fmla="*/ 88210 w 283747"/>
                <a:gd name="connsiteY12" fmla="*/ 265381 h 297788"/>
                <a:gd name="connsiteX13" fmla="*/ 102216 w 283747"/>
                <a:gd name="connsiteY13" fmla="*/ 274913 h 297788"/>
                <a:gd name="connsiteX14" fmla="*/ 106036 w 283747"/>
                <a:gd name="connsiteY14" fmla="*/ 291434 h 297788"/>
                <a:gd name="connsiteX15" fmla="*/ 95213 w 283747"/>
                <a:gd name="connsiteY15" fmla="*/ 297788 h 297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3747" h="297788">
                  <a:moveTo>
                    <a:pt x="95213" y="297788"/>
                  </a:moveTo>
                  <a:cubicBezTo>
                    <a:pt x="92667" y="297788"/>
                    <a:pt x="90757" y="297153"/>
                    <a:pt x="88847" y="295882"/>
                  </a:cubicBezTo>
                  <a:cubicBezTo>
                    <a:pt x="83753" y="292705"/>
                    <a:pt x="78024" y="288892"/>
                    <a:pt x="72930" y="285080"/>
                  </a:cubicBezTo>
                  <a:cubicBezTo>
                    <a:pt x="36004" y="256485"/>
                    <a:pt x="11175" y="217088"/>
                    <a:pt x="2898" y="173879"/>
                  </a:cubicBezTo>
                  <a:cubicBezTo>
                    <a:pt x="-5378" y="130034"/>
                    <a:pt x="4171" y="88095"/>
                    <a:pt x="30274" y="55052"/>
                  </a:cubicBezTo>
                  <a:cubicBezTo>
                    <a:pt x="83117" y="-12304"/>
                    <a:pt x="188165" y="-18658"/>
                    <a:pt x="264564" y="40437"/>
                  </a:cubicBezTo>
                  <a:cubicBezTo>
                    <a:pt x="269657" y="44250"/>
                    <a:pt x="274750" y="48698"/>
                    <a:pt x="279844" y="53146"/>
                  </a:cubicBezTo>
                  <a:cubicBezTo>
                    <a:pt x="284937" y="57594"/>
                    <a:pt x="284937" y="65219"/>
                    <a:pt x="280480" y="70303"/>
                  </a:cubicBezTo>
                  <a:cubicBezTo>
                    <a:pt x="276024" y="75386"/>
                    <a:pt x="268384" y="75386"/>
                    <a:pt x="263291" y="70938"/>
                  </a:cubicBezTo>
                  <a:cubicBezTo>
                    <a:pt x="258834" y="67126"/>
                    <a:pt x="254377" y="63313"/>
                    <a:pt x="249921" y="59501"/>
                  </a:cubicBezTo>
                  <a:cubicBezTo>
                    <a:pt x="184345" y="8030"/>
                    <a:pt x="94577" y="13114"/>
                    <a:pt x="50011" y="69667"/>
                  </a:cubicBezTo>
                  <a:cubicBezTo>
                    <a:pt x="28364" y="96991"/>
                    <a:pt x="20725" y="132575"/>
                    <a:pt x="27728" y="168795"/>
                  </a:cubicBezTo>
                  <a:cubicBezTo>
                    <a:pt x="34731" y="206286"/>
                    <a:pt x="56377" y="240599"/>
                    <a:pt x="88210" y="265381"/>
                  </a:cubicBezTo>
                  <a:cubicBezTo>
                    <a:pt x="92667" y="268558"/>
                    <a:pt x="97123" y="272371"/>
                    <a:pt x="102216" y="274913"/>
                  </a:cubicBezTo>
                  <a:cubicBezTo>
                    <a:pt x="107946" y="278725"/>
                    <a:pt x="109856" y="286350"/>
                    <a:pt x="106036" y="291434"/>
                  </a:cubicBezTo>
                  <a:cubicBezTo>
                    <a:pt x="103490" y="295247"/>
                    <a:pt x="99033" y="297788"/>
                    <a:pt x="95213" y="2977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C1973D9D-BD0D-7E28-BE9A-2EAA559A18B1}"/>
                </a:ext>
              </a:extLst>
            </p:cNvPr>
            <p:cNvSpPr/>
            <p:nvPr/>
          </p:nvSpPr>
          <p:spPr>
            <a:xfrm>
              <a:off x="373376" y="4512908"/>
              <a:ext cx="42063" cy="42059"/>
            </a:xfrm>
            <a:custGeom>
              <a:avLst/>
              <a:gdLst>
                <a:gd name="connsiteX0" fmla="*/ 20933 w 42063"/>
                <a:gd name="connsiteY0" fmla="*/ 42059 h 42059"/>
                <a:gd name="connsiteX1" fmla="*/ 5016 w 42063"/>
                <a:gd name="connsiteY1" fmla="*/ 34434 h 42059"/>
                <a:gd name="connsiteX2" fmla="*/ 7563 w 42063"/>
                <a:gd name="connsiteY2" fmla="*/ 5204 h 42059"/>
                <a:gd name="connsiteX3" fmla="*/ 22843 w 42063"/>
                <a:gd name="connsiteY3" fmla="*/ 120 h 42059"/>
                <a:gd name="connsiteX4" fmla="*/ 36849 w 42063"/>
                <a:gd name="connsiteY4" fmla="*/ 7110 h 42059"/>
                <a:gd name="connsiteX5" fmla="*/ 41943 w 42063"/>
                <a:gd name="connsiteY5" fmla="*/ 22361 h 42059"/>
                <a:gd name="connsiteX6" fmla="*/ 34939 w 42063"/>
                <a:gd name="connsiteY6" fmla="*/ 36340 h 42059"/>
                <a:gd name="connsiteX7" fmla="*/ 20933 w 42063"/>
                <a:gd name="connsiteY7" fmla="*/ 42059 h 4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63" h="42059">
                  <a:moveTo>
                    <a:pt x="20933" y="42059"/>
                  </a:moveTo>
                  <a:cubicBezTo>
                    <a:pt x="15203" y="42059"/>
                    <a:pt x="8836" y="39517"/>
                    <a:pt x="5016" y="34434"/>
                  </a:cubicBezTo>
                  <a:cubicBezTo>
                    <a:pt x="-2623" y="25538"/>
                    <a:pt x="-1350" y="12194"/>
                    <a:pt x="7563" y="5204"/>
                  </a:cubicBezTo>
                  <a:cubicBezTo>
                    <a:pt x="12020" y="1391"/>
                    <a:pt x="17113" y="-515"/>
                    <a:pt x="22843" y="120"/>
                  </a:cubicBezTo>
                  <a:cubicBezTo>
                    <a:pt x="28573" y="756"/>
                    <a:pt x="33666" y="3298"/>
                    <a:pt x="36849" y="7110"/>
                  </a:cubicBezTo>
                  <a:cubicBezTo>
                    <a:pt x="40669" y="11558"/>
                    <a:pt x="42579" y="16642"/>
                    <a:pt x="41943" y="22361"/>
                  </a:cubicBezTo>
                  <a:cubicBezTo>
                    <a:pt x="41306" y="28079"/>
                    <a:pt x="38759" y="33163"/>
                    <a:pt x="34939" y="36340"/>
                  </a:cubicBezTo>
                  <a:cubicBezTo>
                    <a:pt x="31119" y="40788"/>
                    <a:pt x="26026" y="42059"/>
                    <a:pt x="20933" y="420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E8CB5F38-3E5F-21AA-15B5-F19A14062EED}"/>
                </a:ext>
              </a:extLst>
            </p:cNvPr>
            <p:cNvSpPr/>
            <p:nvPr/>
          </p:nvSpPr>
          <p:spPr>
            <a:xfrm>
              <a:off x="11223829" y="4394837"/>
              <a:ext cx="57984" cy="24146"/>
            </a:xfrm>
            <a:custGeom>
              <a:avLst/>
              <a:gdLst>
                <a:gd name="connsiteX0" fmla="*/ 45840 w 57984"/>
                <a:gd name="connsiteY0" fmla="*/ 24147 h 24146"/>
                <a:gd name="connsiteX1" fmla="*/ 12097 w 57984"/>
                <a:gd name="connsiteY1" fmla="*/ 24147 h 24146"/>
                <a:gd name="connsiteX2" fmla="*/ 0 w 57984"/>
                <a:gd name="connsiteY2" fmla="*/ 12073 h 24146"/>
                <a:gd name="connsiteX3" fmla="*/ 12097 w 57984"/>
                <a:gd name="connsiteY3" fmla="*/ 0 h 24146"/>
                <a:gd name="connsiteX4" fmla="*/ 45840 w 57984"/>
                <a:gd name="connsiteY4" fmla="*/ 0 h 24146"/>
                <a:gd name="connsiteX5" fmla="*/ 57936 w 57984"/>
                <a:gd name="connsiteY5" fmla="*/ 12073 h 24146"/>
                <a:gd name="connsiteX6" fmla="*/ 45840 w 57984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84" h="24146">
                  <a:moveTo>
                    <a:pt x="45840" y="24147"/>
                  </a:moveTo>
                  <a:lnTo>
                    <a:pt x="12097" y="24147"/>
                  </a:lnTo>
                  <a:cubicBezTo>
                    <a:pt x="5094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45840" y="0"/>
                  </a:lnTo>
                  <a:cubicBezTo>
                    <a:pt x="52843" y="0"/>
                    <a:pt x="57936" y="5719"/>
                    <a:pt x="57936" y="12073"/>
                  </a:cubicBezTo>
                  <a:cubicBezTo>
                    <a:pt x="58573" y="19063"/>
                    <a:pt x="52843" y="24147"/>
                    <a:pt x="45840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 180">
              <a:extLst>
                <a:ext uri="{FF2B5EF4-FFF2-40B4-BE49-F238E27FC236}">
                  <a16:creationId xmlns:a16="http://schemas.microsoft.com/office/drawing/2014/main" id="{8196265F-34F7-E8F1-71FD-8D27C6B9516A}"/>
                </a:ext>
              </a:extLst>
            </p:cNvPr>
            <p:cNvSpPr/>
            <p:nvPr/>
          </p:nvSpPr>
          <p:spPr>
            <a:xfrm>
              <a:off x="11323148" y="4303335"/>
              <a:ext cx="57936" cy="24146"/>
            </a:xfrm>
            <a:custGeom>
              <a:avLst/>
              <a:gdLst>
                <a:gd name="connsiteX0" fmla="*/ 45840 w 57936"/>
                <a:gd name="connsiteY0" fmla="*/ 24147 h 24146"/>
                <a:gd name="connsiteX1" fmla="*/ 12097 w 57936"/>
                <a:gd name="connsiteY1" fmla="*/ 24147 h 24146"/>
                <a:gd name="connsiteX2" fmla="*/ 0 w 57936"/>
                <a:gd name="connsiteY2" fmla="*/ 12073 h 24146"/>
                <a:gd name="connsiteX3" fmla="*/ 12097 w 57936"/>
                <a:gd name="connsiteY3" fmla="*/ 0 h 24146"/>
                <a:gd name="connsiteX4" fmla="*/ 45840 w 57936"/>
                <a:gd name="connsiteY4" fmla="*/ 0 h 24146"/>
                <a:gd name="connsiteX5" fmla="*/ 57936 w 57936"/>
                <a:gd name="connsiteY5" fmla="*/ 12073 h 24146"/>
                <a:gd name="connsiteX6" fmla="*/ 45840 w 57936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6" h="24146">
                  <a:moveTo>
                    <a:pt x="45840" y="24147"/>
                  </a:moveTo>
                  <a:lnTo>
                    <a:pt x="12097" y="24147"/>
                  </a:lnTo>
                  <a:cubicBezTo>
                    <a:pt x="5094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45840" y="0"/>
                  </a:lnTo>
                  <a:cubicBezTo>
                    <a:pt x="52843" y="0"/>
                    <a:pt x="57936" y="5719"/>
                    <a:pt x="57936" y="12073"/>
                  </a:cubicBezTo>
                  <a:cubicBezTo>
                    <a:pt x="57936" y="18428"/>
                    <a:pt x="52843" y="24147"/>
                    <a:pt x="45840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1D5BD2A1-EBBA-1B3C-93A5-1A945D614312}"/>
                </a:ext>
              </a:extLst>
            </p:cNvPr>
            <p:cNvSpPr/>
            <p:nvPr/>
          </p:nvSpPr>
          <p:spPr>
            <a:xfrm>
              <a:off x="11422467" y="4394837"/>
              <a:ext cx="57935" cy="24146"/>
            </a:xfrm>
            <a:custGeom>
              <a:avLst/>
              <a:gdLst>
                <a:gd name="connsiteX0" fmla="*/ 45839 w 57935"/>
                <a:gd name="connsiteY0" fmla="*/ 24147 h 24146"/>
                <a:gd name="connsiteX1" fmla="*/ 12096 w 57935"/>
                <a:gd name="connsiteY1" fmla="*/ 24147 h 24146"/>
                <a:gd name="connsiteX2" fmla="*/ 0 w 57935"/>
                <a:gd name="connsiteY2" fmla="*/ 12073 h 24146"/>
                <a:gd name="connsiteX3" fmla="*/ 12096 w 57935"/>
                <a:gd name="connsiteY3" fmla="*/ 0 h 24146"/>
                <a:gd name="connsiteX4" fmla="*/ 45839 w 57935"/>
                <a:gd name="connsiteY4" fmla="*/ 0 h 24146"/>
                <a:gd name="connsiteX5" fmla="*/ 57936 w 57935"/>
                <a:gd name="connsiteY5" fmla="*/ 12073 h 24146"/>
                <a:gd name="connsiteX6" fmla="*/ 45839 w 579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5" h="24146">
                  <a:moveTo>
                    <a:pt x="45839" y="24147"/>
                  </a:moveTo>
                  <a:lnTo>
                    <a:pt x="12096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29" y="0"/>
                    <a:pt x="12096" y="0"/>
                  </a:cubicBezTo>
                  <a:lnTo>
                    <a:pt x="45839" y="0"/>
                  </a:lnTo>
                  <a:cubicBezTo>
                    <a:pt x="52842" y="0"/>
                    <a:pt x="57936" y="5719"/>
                    <a:pt x="57936" y="12073"/>
                  </a:cubicBezTo>
                  <a:cubicBezTo>
                    <a:pt x="57936" y="19063"/>
                    <a:pt x="52205" y="24147"/>
                    <a:pt x="45839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FA75649E-8BE4-C234-B0FD-B01829C0FA00}"/>
                </a:ext>
              </a:extLst>
            </p:cNvPr>
            <p:cNvSpPr/>
            <p:nvPr/>
          </p:nvSpPr>
          <p:spPr>
            <a:xfrm>
              <a:off x="11521148" y="4303335"/>
              <a:ext cx="57935" cy="24146"/>
            </a:xfrm>
            <a:custGeom>
              <a:avLst/>
              <a:gdLst>
                <a:gd name="connsiteX0" fmla="*/ 45839 w 57935"/>
                <a:gd name="connsiteY0" fmla="*/ 24147 h 24146"/>
                <a:gd name="connsiteX1" fmla="*/ 12096 w 57935"/>
                <a:gd name="connsiteY1" fmla="*/ 24147 h 24146"/>
                <a:gd name="connsiteX2" fmla="*/ 0 w 57935"/>
                <a:gd name="connsiteY2" fmla="*/ 12073 h 24146"/>
                <a:gd name="connsiteX3" fmla="*/ 12096 w 57935"/>
                <a:gd name="connsiteY3" fmla="*/ 0 h 24146"/>
                <a:gd name="connsiteX4" fmla="*/ 45839 w 57935"/>
                <a:gd name="connsiteY4" fmla="*/ 0 h 24146"/>
                <a:gd name="connsiteX5" fmla="*/ 57936 w 57935"/>
                <a:gd name="connsiteY5" fmla="*/ 12073 h 24146"/>
                <a:gd name="connsiteX6" fmla="*/ 45839 w 579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5" h="24146">
                  <a:moveTo>
                    <a:pt x="45839" y="24147"/>
                  </a:moveTo>
                  <a:lnTo>
                    <a:pt x="12096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29" y="0"/>
                    <a:pt x="12096" y="0"/>
                  </a:cubicBezTo>
                  <a:lnTo>
                    <a:pt x="45839" y="0"/>
                  </a:lnTo>
                  <a:cubicBezTo>
                    <a:pt x="52842" y="0"/>
                    <a:pt x="57936" y="5719"/>
                    <a:pt x="57936" y="12073"/>
                  </a:cubicBezTo>
                  <a:cubicBezTo>
                    <a:pt x="57936" y="18428"/>
                    <a:pt x="52842" y="24147"/>
                    <a:pt x="45839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 183">
              <a:extLst>
                <a:ext uri="{FF2B5EF4-FFF2-40B4-BE49-F238E27FC236}">
                  <a16:creationId xmlns:a16="http://schemas.microsoft.com/office/drawing/2014/main" id="{192B76C8-4491-0A92-091C-9ED0BDA81609}"/>
                </a:ext>
              </a:extLst>
            </p:cNvPr>
            <p:cNvSpPr/>
            <p:nvPr/>
          </p:nvSpPr>
          <p:spPr>
            <a:xfrm>
              <a:off x="11620467" y="4394837"/>
              <a:ext cx="57935" cy="24146"/>
            </a:xfrm>
            <a:custGeom>
              <a:avLst/>
              <a:gdLst>
                <a:gd name="connsiteX0" fmla="*/ 45839 w 57935"/>
                <a:gd name="connsiteY0" fmla="*/ 24147 h 24146"/>
                <a:gd name="connsiteX1" fmla="*/ 12097 w 57935"/>
                <a:gd name="connsiteY1" fmla="*/ 24147 h 24146"/>
                <a:gd name="connsiteX2" fmla="*/ 0 w 57935"/>
                <a:gd name="connsiteY2" fmla="*/ 12073 h 24146"/>
                <a:gd name="connsiteX3" fmla="*/ 12097 w 57935"/>
                <a:gd name="connsiteY3" fmla="*/ 0 h 24146"/>
                <a:gd name="connsiteX4" fmla="*/ 45839 w 57935"/>
                <a:gd name="connsiteY4" fmla="*/ 0 h 24146"/>
                <a:gd name="connsiteX5" fmla="*/ 57936 w 57935"/>
                <a:gd name="connsiteY5" fmla="*/ 12073 h 24146"/>
                <a:gd name="connsiteX6" fmla="*/ 45839 w 579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5" h="24146">
                  <a:moveTo>
                    <a:pt x="45839" y="24147"/>
                  </a:moveTo>
                  <a:lnTo>
                    <a:pt x="12097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45839" y="0"/>
                  </a:lnTo>
                  <a:cubicBezTo>
                    <a:pt x="52842" y="0"/>
                    <a:pt x="57936" y="5719"/>
                    <a:pt x="57936" y="12073"/>
                  </a:cubicBezTo>
                  <a:cubicBezTo>
                    <a:pt x="57936" y="19063"/>
                    <a:pt x="52842" y="24147"/>
                    <a:pt x="45839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 184">
              <a:extLst>
                <a:ext uri="{FF2B5EF4-FFF2-40B4-BE49-F238E27FC236}">
                  <a16:creationId xmlns:a16="http://schemas.microsoft.com/office/drawing/2014/main" id="{0CF6980F-930D-134A-C7F3-2DDF22DE5088}"/>
                </a:ext>
              </a:extLst>
            </p:cNvPr>
            <p:cNvSpPr/>
            <p:nvPr/>
          </p:nvSpPr>
          <p:spPr>
            <a:xfrm>
              <a:off x="10788994" y="4622269"/>
              <a:ext cx="1325517" cy="509036"/>
            </a:xfrm>
            <a:custGeom>
              <a:avLst/>
              <a:gdLst>
                <a:gd name="connsiteX0" fmla="*/ 970901 w 1325517"/>
                <a:gd name="connsiteY0" fmla="*/ 509036 h 509036"/>
                <a:gd name="connsiteX1" fmla="*/ 353344 w 1325517"/>
                <a:gd name="connsiteY1" fmla="*/ 509036 h 509036"/>
                <a:gd name="connsiteX2" fmla="*/ 349524 w 1325517"/>
                <a:gd name="connsiteY2" fmla="*/ 508401 h 509036"/>
                <a:gd name="connsiteX3" fmla="*/ 0 w 1325517"/>
                <a:gd name="connsiteY3" fmla="*/ 12762 h 509036"/>
                <a:gd name="connsiteX4" fmla="*/ 11459 w 1325517"/>
                <a:gd name="connsiteY4" fmla="*/ 54 h 509036"/>
                <a:gd name="connsiteX5" fmla="*/ 24192 w 1325517"/>
                <a:gd name="connsiteY5" fmla="*/ 11491 h 509036"/>
                <a:gd name="connsiteX6" fmla="*/ 355890 w 1325517"/>
                <a:gd name="connsiteY6" fmla="*/ 484254 h 509036"/>
                <a:gd name="connsiteX7" fmla="*/ 968990 w 1325517"/>
                <a:gd name="connsiteY7" fmla="*/ 484254 h 509036"/>
                <a:gd name="connsiteX8" fmla="*/ 1300688 w 1325517"/>
                <a:gd name="connsiteY8" fmla="*/ 11491 h 509036"/>
                <a:gd name="connsiteX9" fmla="*/ 1313421 w 1325517"/>
                <a:gd name="connsiteY9" fmla="*/ 54 h 509036"/>
                <a:gd name="connsiteX10" fmla="*/ 1325518 w 1325517"/>
                <a:gd name="connsiteY10" fmla="*/ 12762 h 509036"/>
                <a:gd name="connsiteX11" fmla="*/ 975993 w 1325517"/>
                <a:gd name="connsiteY11" fmla="*/ 508401 h 509036"/>
                <a:gd name="connsiteX12" fmla="*/ 970901 w 1325517"/>
                <a:gd name="connsiteY12" fmla="*/ 509036 h 509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25517" h="509036">
                  <a:moveTo>
                    <a:pt x="970901" y="509036"/>
                  </a:moveTo>
                  <a:lnTo>
                    <a:pt x="353344" y="509036"/>
                  </a:lnTo>
                  <a:cubicBezTo>
                    <a:pt x="352070" y="509036"/>
                    <a:pt x="350797" y="509036"/>
                    <a:pt x="349524" y="508401"/>
                  </a:cubicBezTo>
                  <a:cubicBezTo>
                    <a:pt x="17189" y="389575"/>
                    <a:pt x="0" y="16575"/>
                    <a:pt x="0" y="12762"/>
                  </a:cubicBezTo>
                  <a:cubicBezTo>
                    <a:pt x="0" y="5773"/>
                    <a:pt x="5093" y="689"/>
                    <a:pt x="11459" y="54"/>
                  </a:cubicBezTo>
                  <a:cubicBezTo>
                    <a:pt x="18462" y="-582"/>
                    <a:pt x="23556" y="5137"/>
                    <a:pt x="24192" y="11491"/>
                  </a:cubicBezTo>
                  <a:cubicBezTo>
                    <a:pt x="24192" y="15304"/>
                    <a:pt x="40745" y="370512"/>
                    <a:pt x="355890" y="484254"/>
                  </a:cubicBezTo>
                  <a:lnTo>
                    <a:pt x="968990" y="484254"/>
                  </a:lnTo>
                  <a:cubicBezTo>
                    <a:pt x="1283499" y="370512"/>
                    <a:pt x="1300688" y="14669"/>
                    <a:pt x="1300688" y="11491"/>
                  </a:cubicBezTo>
                  <a:cubicBezTo>
                    <a:pt x="1300688" y="4502"/>
                    <a:pt x="1306418" y="-582"/>
                    <a:pt x="1313421" y="54"/>
                  </a:cubicBezTo>
                  <a:cubicBezTo>
                    <a:pt x="1320424" y="54"/>
                    <a:pt x="1325518" y="5773"/>
                    <a:pt x="1325518" y="12762"/>
                  </a:cubicBezTo>
                  <a:cubicBezTo>
                    <a:pt x="1325518" y="16575"/>
                    <a:pt x="1308328" y="390210"/>
                    <a:pt x="975993" y="508401"/>
                  </a:cubicBezTo>
                  <a:cubicBezTo>
                    <a:pt x="974084" y="508401"/>
                    <a:pt x="972174" y="509036"/>
                    <a:pt x="970901" y="50903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60C0409A-F9B4-C419-D4F1-9D7528D812CA}"/>
                </a:ext>
              </a:extLst>
            </p:cNvPr>
            <p:cNvSpPr/>
            <p:nvPr/>
          </p:nvSpPr>
          <p:spPr>
            <a:xfrm>
              <a:off x="10788994" y="4622269"/>
              <a:ext cx="1325517" cy="509036"/>
            </a:xfrm>
            <a:custGeom>
              <a:avLst/>
              <a:gdLst>
                <a:gd name="connsiteX0" fmla="*/ 970901 w 1325517"/>
                <a:gd name="connsiteY0" fmla="*/ 509036 h 509036"/>
                <a:gd name="connsiteX1" fmla="*/ 353344 w 1325517"/>
                <a:gd name="connsiteY1" fmla="*/ 509036 h 509036"/>
                <a:gd name="connsiteX2" fmla="*/ 349524 w 1325517"/>
                <a:gd name="connsiteY2" fmla="*/ 508401 h 509036"/>
                <a:gd name="connsiteX3" fmla="*/ 0 w 1325517"/>
                <a:gd name="connsiteY3" fmla="*/ 12762 h 509036"/>
                <a:gd name="connsiteX4" fmla="*/ 11459 w 1325517"/>
                <a:gd name="connsiteY4" fmla="*/ 54 h 509036"/>
                <a:gd name="connsiteX5" fmla="*/ 24192 w 1325517"/>
                <a:gd name="connsiteY5" fmla="*/ 11491 h 509036"/>
                <a:gd name="connsiteX6" fmla="*/ 355890 w 1325517"/>
                <a:gd name="connsiteY6" fmla="*/ 484254 h 509036"/>
                <a:gd name="connsiteX7" fmla="*/ 968990 w 1325517"/>
                <a:gd name="connsiteY7" fmla="*/ 484254 h 509036"/>
                <a:gd name="connsiteX8" fmla="*/ 1300688 w 1325517"/>
                <a:gd name="connsiteY8" fmla="*/ 11491 h 509036"/>
                <a:gd name="connsiteX9" fmla="*/ 1313421 w 1325517"/>
                <a:gd name="connsiteY9" fmla="*/ 54 h 509036"/>
                <a:gd name="connsiteX10" fmla="*/ 1325518 w 1325517"/>
                <a:gd name="connsiteY10" fmla="*/ 12762 h 509036"/>
                <a:gd name="connsiteX11" fmla="*/ 975993 w 1325517"/>
                <a:gd name="connsiteY11" fmla="*/ 508401 h 509036"/>
                <a:gd name="connsiteX12" fmla="*/ 970901 w 1325517"/>
                <a:gd name="connsiteY12" fmla="*/ 509036 h 509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25517" h="509036">
                  <a:moveTo>
                    <a:pt x="970901" y="509036"/>
                  </a:moveTo>
                  <a:lnTo>
                    <a:pt x="353344" y="509036"/>
                  </a:lnTo>
                  <a:cubicBezTo>
                    <a:pt x="352070" y="509036"/>
                    <a:pt x="350797" y="509036"/>
                    <a:pt x="349524" y="508401"/>
                  </a:cubicBezTo>
                  <a:cubicBezTo>
                    <a:pt x="17189" y="389575"/>
                    <a:pt x="0" y="16575"/>
                    <a:pt x="0" y="12762"/>
                  </a:cubicBezTo>
                  <a:cubicBezTo>
                    <a:pt x="0" y="5773"/>
                    <a:pt x="5093" y="689"/>
                    <a:pt x="11459" y="54"/>
                  </a:cubicBezTo>
                  <a:cubicBezTo>
                    <a:pt x="18462" y="-582"/>
                    <a:pt x="23556" y="5137"/>
                    <a:pt x="24192" y="11491"/>
                  </a:cubicBezTo>
                  <a:cubicBezTo>
                    <a:pt x="24192" y="15304"/>
                    <a:pt x="40745" y="370512"/>
                    <a:pt x="355890" y="484254"/>
                  </a:cubicBezTo>
                  <a:lnTo>
                    <a:pt x="968990" y="484254"/>
                  </a:lnTo>
                  <a:cubicBezTo>
                    <a:pt x="1283499" y="370512"/>
                    <a:pt x="1300688" y="14669"/>
                    <a:pt x="1300688" y="11491"/>
                  </a:cubicBezTo>
                  <a:cubicBezTo>
                    <a:pt x="1300688" y="4502"/>
                    <a:pt x="1306418" y="-582"/>
                    <a:pt x="1313421" y="54"/>
                  </a:cubicBezTo>
                  <a:cubicBezTo>
                    <a:pt x="1320424" y="54"/>
                    <a:pt x="1325518" y="5773"/>
                    <a:pt x="1325518" y="12762"/>
                  </a:cubicBezTo>
                  <a:cubicBezTo>
                    <a:pt x="1325518" y="16575"/>
                    <a:pt x="1308328" y="390210"/>
                    <a:pt x="975993" y="508401"/>
                  </a:cubicBezTo>
                  <a:cubicBezTo>
                    <a:pt x="974084" y="508401"/>
                    <a:pt x="972174" y="509036"/>
                    <a:pt x="970901" y="50903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 186">
              <a:extLst>
                <a:ext uri="{FF2B5EF4-FFF2-40B4-BE49-F238E27FC236}">
                  <a16:creationId xmlns:a16="http://schemas.microsoft.com/office/drawing/2014/main" id="{E0334342-CCE2-4403-F4DA-0324A9B735F2}"/>
                </a:ext>
              </a:extLst>
            </p:cNvPr>
            <p:cNvSpPr/>
            <p:nvPr/>
          </p:nvSpPr>
          <p:spPr>
            <a:xfrm>
              <a:off x="11125332" y="5107456"/>
              <a:ext cx="650931" cy="116622"/>
            </a:xfrm>
            <a:custGeom>
              <a:avLst/>
              <a:gdLst>
                <a:gd name="connsiteX0" fmla="*/ 570897 w 650931"/>
                <a:gd name="connsiteY0" fmla="*/ 116623 h 116622"/>
                <a:gd name="connsiteX1" fmla="*/ 81309 w 650931"/>
                <a:gd name="connsiteY1" fmla="*/ 116623 h 116622"/>
                <a:gd name="connsiteX2" fmla="*/ 15096 w 650931"/>
                <a:gd name="connsiteY2" fmla="*/ 82945 h 116622"/>
                <a:gd name="connsiteX3" fmla="*/ 4273 w 650931"/>
                <a:gd name="connsiteY3" fmla="*/ 11141 h 116622"/>
                <a:gd name="connsiteX4" fmla="*/ 5546 w 650931"/>
                <a:gd name="connsiteY4" fmla="*/ 7328 h 116622"/>
                <a:gd name="connsiteX5" fmla="*/ 21463 w 650931"/>
                <a:gd name="connsiteY5" fmla="*/ 974 h 116622"/>
                <a:gd name="connsiteX6" fmla="*/ 27829 w 650931"/>
                <a:gd name="connsiteY6" fmla="*/ 16860 h 116622"/>
                <a:gd name="connsiteX7" fmla="*/ 27193 w 650931"/>
                <a:gd name="connsiteY7" fmla="*/ 19402 h 116622"/>
                <a:gd name="connsiteX8" fmla="*/ 34832 w 650931"/>
                <a:gd name="connsiteY8" fmla="*/ 68965 h 116622"/>
                <a:gd name="connsiteX9" fmla="*/ 80672 w 650931"/>
                <a:gd name="connsiteY9" fmla="*/ 92477 h 116622"/>
                <a:gd name="connsiteX10" fmla="*/ 570260 w 650931"/>
                <a:gd name="connsiteY10" fmla="*/ 92477 h 116622"/>
                <a:gd name="connsiteX11" fmla="*/ 616100 w 650931"/>
                <a:gd name="connsiteY11" fmla="*/ 68965 h 116622"/>
                <a:gd name="connsiteX12" fmla="*/ 623739 w 650931"/>
                <a:gd name="connsiteY12" fmla="*/ 19402 h 116622"/>
                <a:gd name="connsiteX13" fmla="*/ 623103 w 650931"/>
                <a:gd name="connsiteY13" fmla="*/ 17495 h 116622"/>
                <a:gd name="connsiteX14" fmla="*/ 629469 w 650931"/>
                <a:gd name="connsiteY14" fmla="*/ 1609 h 116622"/>
                <a:gd name="connsiteX15" fmla="*/ 645386 w 650931"/>
                <a:gd name="connsiteY15" fmla="*/ 7964 h 116622"/>
                <a:gd name="connsiteX16" fmla="*/ 646659 w 650931"/>
                <a:gd name="connsiteY16" fmla="*/ 11776 h 116622"/>
                <a:gd name="connsiteX17" fmla="*/ 635836 w 650931"/>
                <a:gd name="connsiteY17" fmla="*/ 83581 h 116622"/>
                <a:gd name="connsiteX18" fmla="*/ 570897 w 650931"/>
                <a:gd name="connsiteY18" fmla="*/ 116623 h 11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50931" h="116622">
                  <a:moveTo>
                    <a:pt x="570897" y="116623"/>
                  </a:moveTo>
                  <a:lnTo>
                    <a:pt x="81309" y="116623"/>
                  </a:lnTo>
                  <a:cubicBezTo>
                    <a:pt x="55206" y="116623"/>
                    <a:pt x="30376" y="103914"/>
                    <a:pt x="15096" y="82945"/>
                  </a:cubicBezTo>
                  <a:cubicBezTo>
                    <a:pt x="-184" y="61976"/>
                    <a:pt x="-4004" y="35287"/>
                    <a:pt x="4273" y="11141"/>
                  </a:cubicBezTo>
                  <a:cubicBezTo>
                    <a:pt x="4910" y="8599"/>
                    <a:pt x="5546" y="7328"/>
                    <a:pt x="5546" y="7328"/>
                  </a:cubicBezTo>
                  <a:cubicBezTo>
                    <a:pt x="8093" y="974"/>
                    <a:pt x="15096" y="-1568"/>
                    <a:pt x="21463" y="974"/>
                  </a:cubicBezTo>
                  <a:cubicBezTo>
                    <a:pt x="27829" y="3516"/>
                    <a:pt x="30376" y="10506"/>
                    <a:pt x="27829" y="16860"/>
                  </a:cubicBezTo>
                  <a:cubicBezTo>
                    <a:pt x="27829" y="16860"/>
                    <a:pt x="27193" y="17495"/>
                    <a:pt x="27193" y="19402"/>
                  </a:cubicBezTo>
                  <a:cubicBezTo>
                    <a:pt x="21463" y="36558"/>
                    <a:pt x="24009" y="54351"/>
                    <a:pt x="34832" y="68965"/>
                  </a:cubicBezTo>
                  <a:cubicBezTo>
                    <a:pt x="45656" y="84216"/>
                    <a:pt x="62209" y="92477"/>
                    <a:pt x="80672" y="92477"/>
                  </a:cubicBezTo>
                  <a:lnTo>
                    <a:pt x="570260" y="92477"/>
                  </a:lnTo>
                  <a:cubicBezTo>
                    <a:pt x="588723" y="92477"/>
                    <a:pt x="605913" y="83581"/>
                    <a:pt x="616100" y="68965"/>
                  </a:cubicBezTo>
                  <a:cubicBezTo>
                    <a:pt x="626923" y="54351"/>
                    <a:pt x="629469" y="35923"/>
                    <a:pt x="623739" y="19402"/>
                  </a:cubicBezTo>
                  <a:cubicBezTo>
                    <a:pt x="623103" y="18131"/>
                    <a:pt x="623103" y="17495"/>
                    <a:pt x="623103" y="17495"/>
                  </a:cubicBezTo>
                  <a:cubicBezTo>
                    <a:pt x="620556" y="11141"/>
                    <a:pt x="623103" y="4151"/>
                    <a:pt x="629469" y="1609"/>
                  </a:cubicBezTo>
                  <a:cubicBezTo>
                    <a:pt x="635836" y="-932"/>
                    <a:pt x="642839" y="1609"/>
                    <a:pt x="645386" y="7964"/>
                  </a:cubicBezTo>
                  <a:cubicBezTo>
                    <a:pt x="645386" y="7964"/>
                    <a:pt x="646022" y="9235"/>
                    <a:pt x="646659" y="11776"/>
                  </a:cubicBezTo>
                  <a:cubicBezTo>
                    <a:pt x="654936" y="35923"/>
                    <a:pt x="651116" y="62611"/>
                    <a:pt x="635836" y="83581"/>
                  </a:cubicBezTo>
                  <a:cubicBezTo>
                    <a:pt x="621830" y="103914"/>
                    <a:pt x="597000" y="116623"/>
                    <a:pt x="570897" y="1166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id="{0AA4D925-8172-7B30-E36D-7C038AE3E913}"/>
                </a:ext>
              </a:extLst>
            </p:cNvPr>
            <p:cNvSpPr/>
            <p:nvPr/>
          </p:nvSpPr>
          <p:spPr>
            <a:xfrm>
              <a:off x="10832286" y="4120330"/>
              <a:ext cx="1241479" cy="398417"/>
            </a:xfrm>
            <a:custGeom>
              <a:avLst/>
              <a:gdLst>
                <a:gd name="connsiteX0" fmla="*/ 1227473 w 1241479"/>
                <a:gd name="connsiteY0" fmla="*/ 398417 h 398417"/>
                <a:gd name="connsiteX1" fmla="*/ 1215377 w 1241479"/>
                <a:gd name="connsiteY1" fmla="*/ 386344 h 398417"/>
                <a:gd name="connsiteX2" fmla="*/ 1056213 w 1241479"/>
                <a:gd name="connsiteY2" fmla="*/ 227485 h 398417"/>
                <a:gd name="connsiteX3" fmla="*/ 1035203 w 1241479"/>
                <a:gd name="connsiteY3" fmla="*/ 228756 h 398417"/>
                <a:gd name="connsiteX4" fmla="*/ 1021833 w 1241479"/>
                <a:gd name="connsiteY4" fmla="*/ 218589 h 398417"/>
                <a:gd name="connsiteX5" fmla="*/ 865216 w 1241479"/>
                <a:gd name="connsiteY5" fmla="*/ 87690 h 398417"/>
                <a:gd name="connsiteX6" fmla="*/ 777357 w 1241479"/>
                <a:gd name="connsiteY6" fmla="*/ 113743 h 398417"/>
                <a:gd name="connsiteX7" fmla="*/ 767807 w 1241479"/>
                <a:gd name="connsiteY7" fmla="*/ 115649 h 398417"/>
                <a:gd name="connsiteX8" fmla="*/ 760168 w 1241479"/>
                <a:gd name="connsiteY8" fmla="*/ 109295 h 398417"/>
                <a:gd name="connsiteX9" fmla="*/ 619467 w 1241479"/>
                <a:gd name="connsiteY9" fmla="*/ 24147 h 398417"/>
                <a:gd name="connsiteX10" fmla="*/ 478766 w 1241479"/>
                <a:gd name="connsiteY10" fmla="*/ 109295 h 398417"/>
                <a:gd name="connsiteX11" fmla="*/ 471126 w 1241479"/>
                <a:gd name="connsiteY11" fmla="*/ 115649 h 398417"/>
                <a:gd name="connsiteX12" fmla="*/ 461576 w 1241479"/>
                <a:gd name="connsiteY12" fmla="*/ 113743 h 398417"/>
                <a:gd name="connsiteX13" fmla="*/ 373718 w 1241479"/>
                <a:gd name="connsiteY13" fmla="*/ 87690 h 398417"/>
                <a:gd name="connsiteX14" fmla="*/ 217100 w 1241479"/>
                <a:gd name="connsiteY14" fmla="*/ 218589 h 398417"/>
                <a:gd name="connsiteX15" fmla="*/ 203730 w 1241479"/>
                <a:gd name="connsiteY15" fmla="*/ 228756 h 398417"/>
                <a:gd name="connsiteX16" fmla="*/ 183357 w 1241479"/>
                <a:gd name="connsiteY16" fmla="*/ 227485 h 398417"/>
                <a:gd name="connsiteX17" fmla="*/ 24193 w 1241479"/>
                <a:gd name="connsiteY17" fmla="*/ 386344 h 398417"/>
                <a:gd name="connsiteX18" fmla="*/ 12097 w 1241479"/>
                <a:gd name="connsiteY18" fmla="*/ 398417 h 398417"/>
                <a:gd name="connsiteX19" fmla="*/ 0 w 1241479"/>
                <a:gd name="connsiteY19" fmla="*/ 386344 h 398417"/>
                <a:gd name="connsiteX20" fmla="*/ 183994 w 1241479"/>
                <a:gd name="connsiteY20" fmla="*/ 202703 h 398417"/>
                <a:gd name="connsiteX21" fmla="*/ 196727 w 1241479"/>
                <a:gd name="connsiteY21" fmla="*/ 203339 h 398417"/>
                <a:gd name="connsiteX22" fmla="*/ 374991 w 1241479"/>
                <a:gd name="connsiteY22" fmla="*/ 63543 h 398417"/>
                <a:gd name="connsiteX23" fmla="*/ 464759 w 1241479"/>
                <a:gd name="connsiteY23" fmla="*/ 87054 h 398417"/>
                <a:gd name="connsiteX24" fmla="*/ 620740 w 1241479"/>
                <a:gd name="connsiteY24" fmla="*/ 0 h 398417"/>
                <a:gd name="connsiteX25" fmla="*/ 776720 w 1241479"/>
                <a:gd name="connsiteY25" fmla="*/ 87054 h 398417"/>
                <a:gd name="connsiteX26" fmla="*/ 866489 w 1241479"/>
                <a:gd name="connsiteY26" fmla="*/ 63543 h 398417"/>
                <a:gd name="connsiteX27" fmla="*/ 1044753 w 1241479"/>
                <a:gd name="connsiteY27" fmla="*/ 203339 h 398417"/>
                <a:gd name="connsiteX28" fmla="*/ 1057486 w 1241479"/>
                <a:gd name="connsiteY28" fmla="*/ 202703 h 398417"/>
                <a:gd name="connsiteX29" fmla="*/ 1241479 w 1241479"/>
                <a:gd name="connsiteY29" fmla="*/ 386344 h 398417"/>
                <a:gd name="connsiteX30" fmla="*/ 1227473 w 1241479"/>
                <a:gd name="connsiteY30" fmla="*/ 398417 h 39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41479" h="398417">
                  <a:moveTo>
                    <a:pt x="1227473" y="398417"/>
                  </a:moveTo>
                  <a:cubicBezTo>
                    <a:pt x="1220470" y="398417"/>
                    <a:pt x="1215377" y="392698"/>
                    <a:pt x="1215377" y="386344"/>
                  </a:cubicBezTo>
                  <a:cubicBezTo>
                    <a:pt x="1215377" y="298654"/>
                    <a:pt x="1144072" y="227485"/>
                    <a:pt x="1056213" y="227485"/>
                  </a:cubicBezTo>
                  <a:cubicBezTo>
                    <a:pt x="1049846" y="227485"/>
                    <a:pt x="1043480" y="228121"/>
                    <a:pt x="1035203" y="228756"/>
                  </a:cubicBezTo>
                  <a:cubicBezTo>
                    <a:pt x="1028836" y="229392"/>
                    <a:pt x="1023107" y="224944"/>
                    <a:pt x="1021833" y="218589"/>
                  </a:cubicBezTo>
                  <a:cubicBezTo>
                    <a:pt x="1008463" y="142973"/>
                    <a:pt x="942251" y="87690"/>
                    <a:pt x="865216" y="87690"/>
                  </a:cubicBezTo>
                  <a:cubicBezTo>
                    <a:pt x="834020" y="87690"/>
                    <a:pt x="803461" y="96586"/>
                    <a:pt x="777357" y="113743"/>
                  </a:cubicBezTo>
                  <a:cubicBezTo>
                    <a:pt x="774174" y="115649"/>
                    <a:pt x="770990" y="116284"/>
                    <a:pt x="767807" y="115649"/>
                  </a:cubicBezTo>
                  <a:cubicBezTo>
                    <a:pt x="764624" y="115014"/>
                    <a:pt x="761441" y="112472"/>
                    <a:pt x="760168" y="109295"/>
                  </a:cubicBezTo>
                  <a:cubicBezTo>
                    <a:pt x="732155" y="56554"/>
                    <a:pt x="678675" y="24147"/>
                    <a:pt x="619467" y="24147"/>
                  </a:cubicBezTo>
                  <a:cubicBezTo>
                    <a:pt x="560257" y="24147"/>
                    <a:pt x="506142" y="56554"/>
                    <a:pt x="478766" y="109295"/>
                  </a:cubicBezTo>
                  <a:cubicBezTo>
                    <a:pt x="476856" y="112472"/>
                    <a:pt x="474309" y="114378"/>
                    <a:pt x="471126" y="115649"/>
                  </a:cubicBezTo>
                  <a:cubicBezTo>
                    <a:pt x="467942" y="116284"/>
                    <a:pt x="464122" y="115649"/>
                    <a:pt x="461576" y="113743"/>
                  </a:cubicBezTo>
                  <a:cubicBezTo>
                    <a:pt x="435473" y="96586"/>
                    <a:pt x="404913" y="87690"/>
                    <a:pt x="373718" y="87690"/>
                  </a:cubicBezTo>
                  <a:cubicBezTo>
                    <a:pt x="296682" y="87690"/>
                    <a:pt x="230470" y="142973"/>
                    <a:pt x="217100" y="218589"/>
                  </a:cubicBezTo>
                  <a:cubicBezTo>
                    <a:pt x="215827" y="224944"/>
                    <a:pt x="210097" y="229392"/>
                    <a:pt x="203730" y="228756"/>
                  </a:cubicBezTo>
                  <a:cubicBezTo>
                    <a:pt x="195454" y="227485"/>
                    <a:pt x="189087" y="227485"/>
                    <a:pt x="183357" y="227485"/>
                  </a:cubicBezTo>
                  <a:cubicBezTo>
                    <a:pt x="95498" y="227485"/>
                    <a:pt x="24193" y="298654"/>
                    <a:pt x="24193" y="386344"/>
                  </a:cubicBezTo>
                  <a:cubicBezTo>
                    <a:pt x="24193" y="393334"/>
                    <a:pt x="18463" y="398417"/>
                    <a:pt x="12097" y="398417"/>
                  </a:cubicBezTo>
                  <a:cubicBezTo>
                    <a:pt x="5094" y="398417"/>
                    <a:pt x="0" y="392698"/>
                    <a:pt x="0" y="386344"/>
                  </a:cubicBezTo>
                  <a:cubicBezTo>
                    <a:pt x="0" y="285310"/>
                    <a:pt x="82765" y="202703"/>
                    <a:pt x="183994" y="202703"/>
                  </a:cubicBezTo>
                  <a:cubicBezTo>
                    <a:pt x="187814" y="202703"/>
                    <a:pt x="192271" y="202703"/>
                    <a:pt x="196727" y="203339"/>
                  </a:cubicBezTo>
                  <a:cubicBezTo>
                    <a:pt x="216463" y="121368"/>
                    <a:pt x="289679" y="63543"/>
                    <a:pt x="374991" y="63543"/>
                  </a:cubicBezTo>
                  <a:cubicBezTo>
                    <a:pt x="406823" y="63543"/>
                    <a:pt x="437383" y="71804"/>
                    <a:pt x="464759" y="87054"/>
                  </a:cubicBezTo>
                  <a:cubicBezTo>
                    <a:pt x="497866" y="33043"/>
                    <a:pt x="557074" y="0"/>
                    <a:pt x="620740" y="0"/>
                  </a:cubicBezTo>
                  <a:cubicBezTo>
                    <a:pt x="684405" y="0"/>
                    <a:pt x="743615" y="33043"/>
                    <a:pt x="776720" y="87054"/>
                  </a:cubicBezTo>
                  <a:cubicBezTo>
                    <a:pt x="804097" y="71804"/>
                    <a:pt x="835293" y="63543"/>
                    <a:pt x="866489" y="63543"/>
                  </a:cubicBezTo>
                  <a:cubicBezTo>
                    <a:pt x="951801" y="63543"/>
                    <a:pt x="1025016" y="122003"/>
                    <a:pt x="1044753" y="203339"/>
                  </a:cubicBezTo>
                  <a:cubicBezTo>
                    <a:pt x="1049210" y="202703"/>
                    <a:pt x="1053666" y="202703"/>
                    <a:pt x="1057486" y="202703"/>
                  </a:cubicBezTo>
                  <a:cubicBezTo>
                    <a:pt x="1158714" y="202703"/>
                    <a:pt x="1241479" y="284675"/>
                    <a:pt x="1241479" y="386344"/>
                  </a:cubicBezTo>
                  <a:cubicBezTo>
                    <a:pt x="1239570" y="392698"/>
                    <a:pt x="1234476" y="398417"/>
                    <a:pt x="1227473" y="3984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 188">
              <a:extLst>
                <a:ext uri="{FF2B5EF4-FFF2-40B4-BE49-F238E27FC236}">
                  <a16:creationId xmlns:a16="http://schemas.microsoft.com/office/drawing/2014/main" id="{0FFC4561-8EA6-BF0E-80EF-5ED06E10A5CD}"/>
                </a:ext>
              </a:extLst>
            </p:cNvPr>
            <p:cNvSpPr/>
            <p:nvPr/>
          </p:nvSpPr>
          <p:spPr>
            <a:xfrm>
              <a:off x="11800779" y="3930214"/>
              <a:ext cx="326645" cy="418871"/>
            </a:xfrm>
            <a:custGeom>
              <a:avLst/>
              <a:gdLst>
                <a:gd name="connsiteX0" fmla="*/ 65437 w 326645"/>
                <a:gd name="connsiteY0" fmla="*/ 418872 h 418871"/>
                <a:gd name="connsiteX1" fmla="*/ 57797 w 326645"/>
                <a:gd name="connsiteY1" fmla="*/ 416330 h 418871"/>
                <a:gd name="connsiteX2" fmla="*/ 55887 w 326645"/>
                <a:gd name="connsiteY2" fmla="*/ 399173 h 418871"/>
                <a:gd name="connsiteX3" fmla="*/ 295269 w 326645"/>
                <a:gd name="connsiteY3" fmla="*/ 89082 h 418871"/>
                <a:gd name="connsiteX4" fmla="*/ 301636 w 326645"/>
                <a:gd name="connsiteY4" fmla="*/ 57945 h 418871"/>
                <a:gd name="connsiteX5" fmla="*/ 283173 w 326645"/>
                <a:gd name="connsiteY5" fmla="*/ 31257 h 418871"/>
                <a:gd name="connsiteX6" fmla="*/ 223964 w 326645"/>
                <a:gd name="connsiteY6" fmla="*/ 44601 h 418871"/>
                <a:gd name="connsiteX7" fmla="*/ 22144 w 326645"/>
                <a:gd name="connsiteY7" fmla="*/ 319109 h 418871"/>
                <a:gd name="connsiteX8" fmla="*/ 4954 w 326645"/>
                <a:gd name="connsiteY8" fmla="*/ 321650 h 418871"/>
                <a:gd name="connsiteX9" fmla="*/ 2408 w 326645"/>
                <a:gd name="connsiteY9" fmla="*/ 304494 h 418871"/>
                <a:gd name="connsiteX10" fmla="*/ 204228 w 326645"/>
                <a:gd name="connsiteY10" fmla="*/ 30622 h 418871"/>
                <a:gd name="connsiteX11" fmla="*/ 296543 w 326645"/>
                <a:gd name="connsiteY11" fmla="*/ 10923 h 418871"/>
                <a:gd name="connsiteX12" fmla="*/ 325193 w 326645"/>
                <a:gd name="connsiteY12" fmla="*/ 53497 h 418871"/>
                <a:gd name="connsiteX13" fmla="*/ 315006 w 326645"/>
                <a:gd name="connsiteY13" fmla="*/ 103696 h 418871"/>
                <a:gd name="connsiteX14" fmla="*/ 74987 w 326645"/>
                <a:gd name="connsiteY14" fmla="*/ 414424 h 418871"/>
                <a:gd name="connsiteX15" fmla="*/ 65437 w 326645"/>
                <a:gd name="connsiteY15" fmla="*/ 418872 h 41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26645" h="418871">
                  <a:moveTo>
                    <a:pt x="65437" y="418872"/>
                  </a:moveTo>
                  <a:cubicBezTo>
                    <a:pt x="62890" y="418872"/>
                    <a:pt x="60343" y="418236"/>
                    <a:pt x="57797" y="416330"/>
                  </a:cubicBezTo>
                  <a:cubicBezTo>
                    <a:pt x="52704" y="412518"/>
                    <a:pt x="51431" y="404892"/>
                    <a:pt x="55887" y="399173"/>
                  </a:cubicBezTo>
                  <a:lnTo>
                    <a:pt x="295269" y="89082"/>
                  </a:lnTo>
                  <a:cubicBezTo>
                    <a:pt x="301636" y="80185"/>
                    <a:pt x="303546" y="68748"/>
                    <a:pt x="301636" y="57945"/>
                  </a:cubicBezTo>
                  <a:cubicBezTo>
                    <a:pt x="299089" y="46507"/>
                    <a:pt x="292723" y="36976"/>
                    <a:pt x="283173" y="31257"/>
                  </a:cubicBezTo>
                  <a:cubicBezTo>
                    <a:pt x="263437" y="18548"/>
                    <a:pt x="238607" y="24267"/>
                    <a:pt x="223964" y="44601"/>
                  </a:cubicBezTo>
                  <a:lnTo>
                    <a:pt x="22144" y="319109"/>
                  </a:lnTo>
                  <a:cubicBezTo>
                    <a:pt x="18324" y="324828"/>
                    <a:pt x="10684" y="325463"/>
                    <a:pt x="4954" y="321650"/>
                  </a:cubicBezTo>
                  <a:cubicBezTo>
                    <a:pt x="-776" y="317838"/>
                    <a:pt x="-1412" y="310213"/>
                    <a:pt x="2408" y="304494"/>
                  </a:cubicBezTo>
                  <a:lnTo>
                    <a:pt x="204228" y="30622"/>
                  </a:lnTo>
                  <a:cubicBezTo>
                    <a:pt x="225874" y="-515"/>
                    <a:pt x="265347" y="-9411"/>
                    <a:pt x="296543" y="10923"/>
                  </a:cubicBezTo>
                  <a:cubicBezTo>
                    <a:pt x="311822" y="21090"/>
                    <a:pt x="322009" y="35705"/>
                    <a:pt x="325193" y="53497"/>
                  </a:cubicBezTo>
                  <a:cubicBezTo>
                    <a:pt x="329013" y="71289"/>
                    <a:pt x="325193" y="89082"/>
                    <a:pt x="315006" y="103696"/>
                  </a:cubicBezTo>
                  <a:lnTo>
                    <a:pt x="74987" y="414424"/>
                  </a:lnTo>
                  <a:cubicBezTo>
                    <a:pt x="72440" y="417601"/>
                    <a:pt x="68620" y="418872"/>
                    <a:pt x="65437" y="41887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 189">
              <a:extLst>
                <a:ext uri="{FF2B5EF4-FFF2-40B4-BE49-F238E27FC236}">
                  <a16:creationId xmlns:a16="http://schemas.microsoft.com/office/drawing/2014/main" id="{221E3B46-5113-0AD0-6982-8B462933EA30}"/>
                </a:ext>
              </a:extLst>
            </p:cNvPr>
            <p:cNvSpPr/>
            <p:nvPr/>
          </p:nvSpPr>
          <p:spPr>
            <a:xfrm>
              <a:off x="10748884" y="4494600"/>
              <a:ext cx="1404463" cy="157587"/>
            </a:xfrm>
            <a:custGeom>
              <a:avLst/>
              <a:gdLst>
                <a:gd name="connsiteX0" fmla="*/ 78946 w 1404463"/>
                <a:gd name="connsiteY0" fmla="*/ 24146 h 157587"/>
                <a:gd name="connsiteX1" fmla="*/ 24193 w 1404463"/>
                <a:gd name="connsiteY1" fmla="*/ 78794 h 157587"/>
                <a:gd name="connsiteX2" fmla="*/ 78946 w 1404463"/>
                <a:gd name="connsiteY2" fmla="*/ 133441 h 157587"/>
                <a:gd name="connsiteX3" fmla="*/ 1325518 w 1404463"/>
                <a:gd name="connsiteY3" fmla="*/ 133441 h 157587"/>
                <a:gd name="connsiteX4" fmla="*/ 1380271 w 1404463"/>
                <a:gd name="connsiteY4" fmla="*/ 78794 h 157587"/>
                <a:gd name="connsiteX5" fmla="*/ 1325518 w 1404463"/>
                <a:gd name="connsiteY5" fmla="*/ 24146 h 157587"/>
                <a:gd name="connsiteX6" fmla="*/ 78946 w 1404463"/>
                <a:gd name="connsiteY6" fmla="*/ 24146 h 157587"/>
                <a:gd name="connsiteX7" fmla="*/ 1325518 w 1404463"/>
                <a:gd name="connsiteY7" fmla="*/ 157588 h 157587"/>
                <a:gd name="connsiteX8" fmla="*/ 78946 w 1404463"/>
                <a:gd name="connsiteY8" fmla="*/ 157588 h 157587"/>
                <a:gd name="connsiteX9" fmla="*/ 0 w 1404463"/>
                <a:gd name="connsiteY9" fmla="*/ 78794 h 157587"/>
                <a:gd name="connsiteX10" fmla="*/ 78946 w 1404463"/>
                <a:gd name="connsiteY10" fmla="*/ 0 h 157587"/>
                <a:gd name="connsiteX11" fmla="*/ 1325518 w 1404463"/>
                <a:gd name="connsiteY11" fmla="*/ 0 h 157587"/>
                <a:gd name="connsiteX12" fmla="*/ 1404463 w 1404463"/>
                <a:gd name="connsiteY12" fmla="*/ 78794 h 157587"/>
                <a:gd name="connsiteX13" fmla="*/ 1325518 w 1404463"/>
                <a:gd name="connsiteY13" fmla="*/ 157588 h 157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04463" h="157587">
                  <a:moveTo>
                    <a:pt x="78946" y="24146"/>
                  </a:moveTo>
                  <a:cubicBezTo>
                    <a:pt x="49022" y="24146"/>
                    <a:pt x="24193" y="48928"/>
                    <a:pt x="24193" y="78794"/>
                  </a:cubicBezTo>
                  <a:cubicBezTo>
                    <a:pt x="24193" y="108659"/>
                    <a:pt x="49022" y="133441"/>
                    <a:pt x="78946" y="133441"/>
                  </a:cubicBezTo>
                  <a:lnTo>
                    <a:pt x="1325518" y="133441"/>
                  </a:lnTo>
                  <a:cubicBezTo>
                    <a:pt x="1355441" y="133441"/>
                    <a:pt x="1380271" y="108659"/>
                    <a:pt x="1380271" y="78794"/>
                  </a:cubicBezTo>
                  <a:cubicBezTo>
                    <a:pt x="1380271" y="48928"/>
                    <a:pt x="1355441" y="24146"/>
                    <a:pt x="1325518" y="24146"/>
                  </a:cubicBezTo>
                  <a:lnTo>
                    <a:pt x="78946" y="24146"/>
                  </a:lnTo>
                  <a:close/>
                  <a:moveTo>
                    <a:pt x="1325518" y="157588"/>
                  </a:moveTo>
                  <a:lnTo>
                    <a:pt x="78946" y="157588"/>
                  </a:lnTo>
                  <a:cubicBezTo>
                    <a:pt x="35653" y="157588"/>
                    <a:pt x="0" y="122003"/>
                    <a:pt x="0" y="78794"/>
                  </a:cubicBezTo>
                  <a:cubicBezTo>
                    <a:pt x="0" y="35584"/>
                    <a:pt x="35653" y="0"/>
                    <a:pt x="78946" y="0"/>
                  </a:cubicBezTo>
                  <a:lnTo>
                    <a:pt x="1325518" y="0"/>
                  </a:lnTo>
                  <a:cubicBezTo>
                    <a:pt x="1369447" y="0"/>
                    <a:pt x="1404463" y="35584"/>
                    <a:pt x="1404463" y="78794"/>
                  </a:cubicBezTo>
                  <a:cubicBezTo>
                    <a:pt x="1404463" y="122003"/>
                    <a:pt x="1369447" y="157588"/>
                    <a:pt x="1325518" y="1575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 190">
              <a:extLst>
                <a:ext uri="{FF2B5EF4-FFF2-40B4-BE49-F238E27FC236}">
                  <a16:creationId xmlns:a16="http://schemas.microsoft.com/office/drawing/2014/main" id="{AE30FCB9-214B-87EB-7A92-9D207FA8F2B0}"/>
                </a:ext>
              </a:extLst>
            </p:cNvPr>
            <p:cNvSpPr/>
            <p:nvPr/>
          </p:nvSpPr>
          <p:spPr>
            <a:xfrm>
              <a:off x="1252730" y="3759403"/>
              <a:ext cx="800973" cy="1239096"/>
            </a:xfrm>
            <a:custGeom>
              <a:avLst/>
              <a:gdLst>
                <a:gd name="connsiteX0" fmla="*/ 608435 w 800973"/>
                <a:gd name="connsiteY0" fmla="*/ 1239097 h 1239096"/>
                <a:gd name="connsiteX1" fmla="*/ 192698 w 800973"/>
                <a:gd name="connsiteY1" fmla="*/ 1239097 h 1239096"/>
                <a:gd name="connsiteX2" fmla="*/ 100383 w 800973"/>
                <a:gd name="connsiteY2" fmla="*/ 1155219 h 1239096"/>
                <a:gd name="connsiteX3" fmla="*/ 428 w 800973"/>
                <a:gd name="connsiteY3" fmla="*/ 101669 h 1239096"/>
                <a:gd name="connsiteX4" fmla="*/ 24621 w 800973"/>
                <a:gd name="connsiteY4" fmla="*/ 30501 h 1239096"/>
                <a:gd name="connsiteX5" fmla="*/ 94017 w 800973"/>
                <a:gd name="connsiteY5" fmla="*/ 0 h 1239096"/>
                <a:gd name="connsiteX6" fmla="*/ 195245 w 800973"/>
                <a:gd name="connsiteY6" fmla="*/ 0 h 1239096"/>
                <a:gd name="connsiteX7" fmla="*/ 207341 w 800973"/>
                <a:gd name="connsiteY7" fmla="*/ 12073 h 1239096"/>
                <a:gd name="connsiteX8" fmla="*/ 195245 w 800973"/>
                <a:gd name="connsiteY8" fmla="*/ 24147 h 1239096"/>
                <a:gd name="connsiteX9" fmla="*/ 94017 w 800973"/>
                <a:gd name="connsiteY9" fmla="*/ 24147 h 1239096"/>
                <a:gd name="connsiteX10" fmla="*/ 42447 w 800973"/>
                <a:gd name="connsiteY10" fmla="*/ 47022 h 1239096"/>
                <a:gd name="connsiteX11" fmla="*/ 24621 w 800973"/>
                <a:gd name="connsiteY11" fmla="*/ 99763 h 1239096"/>
                <a:gd name="connsiteX12" fmla="*/ 124576 w 800973"/>
                <a:gd name="connsiteY12" fmla="*/ 1153313 h 1239096"/>
                <a:gd name="connsiteX13" fmla="*/ 192698 w 800973"/>
                <a:gd name="connsiteY13" fmla="*/ 1214950 h 1239096"/>
                <a:gd name="connsiteX14" fmla="*/ 608435 w 800973"/>
                <a:gd name="connsiteY14" fmla="*/ 1214950 h 1239096"/>
                <a:gd name="connsiteX15" fmla="*/ 676557 w 800973"/>
                <a:gd name="connsiteY15" fmla="*/ 1153313 h 1239096"/>
                <a:gd name="connsiteX16" fmla="*/ 776512 w 800973"/>
                <a:gd name="connsiteY16" fmla="*/ 99763 h 1239096"/>
                <a:gd name="connsiteX17" fmla="*/ 758685 w 800973"/>
                <a:gd name="connsiteY17" fmla="*/ 47022 h 1239096"/>
                <a:gd name="connsiteX18" fmla="*/ 707116 w 800973"/>
                <a:gd name="connsiteY18" fmla="*/ 24147 h 1239096"/>
                <a:gd name="connsiteX19" fmla="*/ 304113 w 800973"/>
                <a:gd name="connsiteY19" fmla="*/ 24147 h 1239096"/>
                <a:gd name="connsiteX20" fmla="*/ 292017 w 800973"/>
                <a:gd name="connsiteY20" fmla="*/ 12073 h 1239096"/>
                <a:gd name="connsiteX21" fmla="*/ 304113 w 800973"/>
                <a:gd name="connsiteY21" fmla="*/ 0 h 1239096"/>
                <a:gd name="connsiteX22" fmla="*/ 707116 w 800973"/>
                <a:gd name="connsiteY22" fmla="*/ 0 h 1239096"/>
                <a:gd name="connsiteX23" fmla="*/ 776512 w 800973"/>
                <a:gd name="connsiteY23" fmla="*/ 30501 h 1239096"/>
                <a:gd name="connsiteX24" fmla="*/ 800705 w 800973"/>
                <a:gd name="connsiteY24" fmla="*/ 101669 h 1239096"/>
                <a:gd name="connsiteX25" fmla="*/ 700750 w 800973"/>
                <a:gd name="connsiteY25" fmla="*/ 1155219 h 1239096"/>
                <a:gd name="connsiteX26" fmla="*/ 608435 w 800973"/>
                <a:gd name="connsiteY26" fmla="*/ 1239097 h 123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00973" h="1239096">
                  <a:moveTo>
                    <a:pt x="608435" y="1239097"/>
                  </a:moveTo>
                  <a:lnTo>
                    <a:pt x="192698" y="1239097"/>
                  </a:lnTo>
                  <a:cubicBezTo>
                    <a:pt x="144312" y="1239097"/>
                    <a:pt x="104840" y="1202877"/>
                    <a:pt x="100383" y="1155219"/>
                  </a:cubicBezTo>
                  <a:lnTo>
                    <a:pt x="428" y="101669"/>
                  </a:lnTo>
                  <a:cubicBezTo>
                    <a:pt x="-2119" y="75617"/>
                    <a:pt x="6795" y="49564"/>
                    <a:pt x="24621" y="30501"/>
                  </a:cubicBezTo>
                  <a:cubicBezTo>
                    <a:pt x="42447" y="10802"/>
                    <a:pt x="67277" y="0"/>
                    <a:pt x="94017" y="0"/>
                  </a:cubicBezTo>
                  <a:lnTo>
                    <a:pt x="195245" y="0"/>
                  </a:lnTo>
                  <a:cubicBezTo>
                    <a:pt x="202248" y="0"/>
                    <a:pt x="207341" y="5719"/>
                    <a:pt x="207341" y="12073"/>
                  </a:cubicBezTo>
                  <a:cubicBezTo>
                    <a:pt x="207341" y="19063"/>
                    <a:pt x="201611" y="24147"/>
                    <a:pt x="195245" y="24147"/>
                  </a:cubicBezTo>
                  <a:lnTo>
                    <a:pt x="94017" y="24147"/>
                  </a:lnTo>
                  <a:cubicBezTo>
                    <a:pt x="74280" y="24147"/>
                    <a:pt x="55817" y="32407"/>
                    <a:pt x="42447" y="47022"/>
                  </a:cubicBezTo>
                  <a:cubicBezTo>
                    <a:pt x="29078" y="61637"/>
                    <a:pt x="22711" y="80065"/>
                    <a:pt x="24621" y="99763"/>
                  </a:cubicBezTo>
                  <a:lnTo>
                    <a:pt x="124576" y="1153313"/>
                  </a:lnTo>
                  <a:cubicBezTo>
                    <a:pt x="127759" y="1188262"/>
                    <a:pt x="157045" y="1214950"/>
                    <a:pt x="192698" y="1214950"/>
                  </a:cubicBezTo>
                  <a:lnTo>
                    <a:pt x="608435" y="1214950"/>
                  </a:lnTo>
                  <a:cubicBezTo>
                    <a:pt x="644087" y="1214950"/>
                    <a:pt x="673374" y="1188262"/>
                    <a:pt x="676557" y="1153313"/>
                  </a:cubicBezTo>
                  <a:lnTo>
                    <a:pt x="776512" y="99763"/>
                  </a:lnTo>
                  <a:cubicBezTo>
                    <a:pt x="778422" y="80065"/>
                    <a:pt x="772055" y="61637"/>
                    <a:pt x="758685" y="47022"/>
                  </a:cubicBezTo>
                  <a:cubicBezTo>
                    <a:pt x="745316" y="32407"/>
                    <a:pt x="726853" y="24147"/>
                    <a:pt x="707116" y="24147"/>
                  </a:cubicBezTo>
                  <a:lnTo>
                    <a:pt x="304113" y="24147"/>
                  </a:lnTo>
                  <a:cubicBezTo>
                    <a:pt x="297110" y="24147"/>
                    <a:pt x="292017" y="18428"/>
                    <a:pt x="292017" y="12073"/>
                  </a:cubicBezTo>
                  <a:cubicBezTo>
                    <a:pt x="292017" y="5083"/>
                    <a:pt x="297746" y="0"/>
                    <a:pt x="304113" y="0"/>
                  </a:cubicBezTo>
                  <a:lnTo>
                    <a:pt x="707116" y="0"/>
                  </a:lnTo>
                  <a:cubicBezTo>
                    <a:pt x="733219" y="0"/>
                    <a:pt x="758685" y="11438"/>
                    <a:pt x="776512" y="30501"/>
                  </a:cubicBezTo>
                  <a:cubicBezTo>
                    <a:pt x="794338" y="49564"/>
                    <a:pt x="802615" y="75617"/>
                    <a:pt x="800705" y="101669"/>
                  </a:cubicBezTo>
                  <a:lnTo>
                    <a:pt x="700750" y="1155219"/>
                  </a:lnTo>
                  <a:cubicBezTo>
                    <a:pt x="696293" y="1202877"/>
                    <a:pt x="656820" y="1239097"/>
                    <a:pt x="608435" y="12390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 191">
              <a:extLst>
                <a:ext uri="{FF2B5EF4-FFF2-40B4-BE49-F238E27FC236}">
                  <a16:creationId xmlns:a16="http://schemas.microsoft.com/office/drawing/2014/main" id="{FC85D001-4F6E-2DEF-257B-78765114C787}"/>
                </a:ext>
              </a:extLst>
            </p:cNvPr>
            <p:cNvSpPr/>
            <p:nvPr/>
          </p:nvSpPr>
          <p:spPr>
            <a:xfrm>
              <a:off x="1067255" y="3421352"/>
              <a:ext cx="473481" cy="628444"/>
            </a:xfrm>
            <a:custGeom>
              <a:avLst/>
              <a:gdLst>
                <a:gd name="connsiteX0" fmla="*/ 461576 w 473481"/>
                <a:gd name="connsiteY0" fmla="*/ 628444 h 628444"/>
                <a:gd name="connsiteX1" fmla="*/ 449479 w 473481"/>
                <a:gd name="connsiteY1" fmla="*/ 618913 h 628444"/>
                <a:gd name="connsiteX2" fmla="*/ 327878 w 473481"/>
                <a:gd name="connsiteY2" fmla="*/ 124545 h 628444"/>
                <a:gd name="connsiteX3" fmla="*/ 199273 w 473481"/>
                <a:gd name="connsiteY3" fmla="*/ 24147 h 628444"/>
                <a:gd name="connsiteX4" fmla="*/ 12097 w 473481"/>
                <a:gd name="connsiteY4" fmla="*/ 24147 h 628444"/>
                <a:gd name="connsiteX5" fmla="*/ 0 w 473481"/>
                <a:gd name="connsiteY5" fmla="*/ 12073 h 628444"/>
                <a:gd name="connsiteX6" fmla="*/ 12097 w 473481"/>
                <a:gd name="connsiteY6" fmla="*/ 0 h 628444"/>
                <a:gd name="connsiteX7" fmla="*/ 199273 w 473481"/>
                <a:gd name="connsiteY7" fmla="*/ 0 h 628444"/>
                <a:gd name="connsiteX8" fmla="*/ 351434 w 473481"/>
                <a:gd name="connsiteY8" fmla="*/ 118826 h 628444"/>
                <a:gd name="connsiteX9" fmla="*/ 473036 w 473481"/>
                <a:gd name="connsiteY9" fmla="*/ 613194 h 628444"/>
                <a:gd name="connsiteX10" fmla="*/ 464122 w 473481"/>
                <a:gd name="connsiteY10" fmla="*/ 627809 h 628444"/>
                <a:gd name="connsiteX11" fmla="*/ 461576 w 473481"/>
                <a:gd name="connsiteY11" fmla="*/ 628444 h 62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3481" h="628444">
                  <a:moveTo>
                    <a:pt x="461576" y="628444"/>
                  </a:moveTo>
                  <a:cubicBezTo>
                    <a:pt x="455846" y="628444"/>
                    <a:pt x="451389" y="624632"/>
                    <a:pt x="449479" y="618913"/>
                  </a:cubicBezTo>
                  <a:lnTo>
                    <a:pt x="327878" y="124545"/>
                  </a:lnTo>
                  <a:cubicBezTo>
                    <a:pt x="313235" y="65450"/>
                    <a:pt x="260392" y="24147"/>
                    <a:pt x="199273" y="24147"/>
                  </a:cubicBezTo>
                  <a:lnTo>
                    <a:pt x="12097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199273" y="0"/>
                  </a:lnTo>
                  <a:cubicBezTo>
                    <a:pt x="271852" y="0"/>
                    <a:pt x="334244" y="48928"/>
                    <a:pt x="351434" y="118826"/>
                  </a:cubicBezTo>
                  <a:lnTo>
                    <a:pt x="473036" y="613194"/>
                  </a:lnTo>
                  <a:cubicBezTo>
                    <a:pt x="474946" y="619548"/>
                    <a:pt x="470489" y="626538"/>
                    <a:pt x="464122" y="627809"/>
                  </a:cubicBezTo>
                  <a:cubicBezTo>
                    <a:pt x="463486" y="628444"/>
                    <a:pt x="462212" y="628444"/>
                    <a:pt x="461576" y="6284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 192">
              <a:extLst>
                <a:ext uri="{FF2B5EF4-FFF2-40B4-BE49-F238E27FC236}">
                  <a16:creationId xmlns:a16="http://schemas.microsoft.com/office/drawing/2014/main" id="{9FFEF302-604D-E1D6-064F-6118659E4B2E}"/>
                </a:ext>
              </a:extLst>
            </p:cNvPr>
            <p:cNvSpPr/>
            <p:nvPr/>
          </p:nvSpPr>
          <p:spPr>
            <a:xfrm>
              <a:off x="1681628" y="3353361"/>
              <a:ext cx="733427" cy="725665"/>
            </a:xfrm>
            <a:custGeom>
              <a:avLst/>
              <a:gdLst>
                <a:gd name="connsiteX0" fmla="*/ 434836 w 733427"/>
                <a:gd name="connsiteY0" fmla="*/ 725666 h 725665"/>
                <a:gd name="connsiteX1" fmla="*/ 422740 w 733427"/>
                <a:gd name="connsiteY1" fmla="*/ 715499 h 725665"/>
                <a:gd name="connsiteX2" fmla="*/ 432289 w 733427"/>
                <a:gd name="connsiteY2" fmla="*/ 701519 h 725665"/>
                <a:gd name="connsiteX3" fmla="*/ 709235 w 733427"/>
                <a:gd name="connsiteY3" fmla="*/ 366010 h 725665"/>
                <a:gd name="connsiteX4" fmla="*/ 366714 w 733427"/>
                <a:gd name="connsiteY4" fmla="*/ 24146 h 725665"/>
                <a:gd name="connsiteX5" fmla="*/ 24193 w 733427"/>
                <a:gd name="connsiteY5" fmla="*/ 366010 h 725665"/>
                <a:gd name="connsiteX6" fmla="*/ 12096 w 733427"/>
                <a:gd name="connsiteY6" fmla="*/ 378083 h 725665"/>
                <a:gd name="connsiteX7" fmla="*/ 0 w 733427"/>
                <a:gd name="connsiteY7" fmla="*/ 366010 h 725665"/>
                <a:gd name="connsiteX8" fmla="*/ 366714 w 733427"/>
                <a:gd name="connsiteY8" fmla="*/ 0 h 725665"/>
                <a:gd name="connsiteX9" fmla="*/ 733428 w 733427"/>
                <a:gd name="connsiteY9" fmla="*/ 366010 h 725665"/>
                <a:gd name="connsiteX10" fmla="*/ 436109 w 733427"/>
                <a:gd name="connsiteY10" fmla="*/ 725666 h 725665"/>
                <a:gd name="connsiteX11" fmla="*/ 434836 w 733427"/>
                <a:gd name="connsiteY11" fmla="*/ 725666 h 725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33427" h="725665">
                  <a:moveTo>
                    <a:pt x="434836" y="725666"/>
                  </a:moveTo>
                  <a:cubicBezTo>
                    <a:pt x="429106" y="725666"/>
                    <a:pt x="424013" y="721853"/>
                    <a:pt x="422740" y="715499"/>
                  </a:cubicBezTo>
                  <a:cubicBezTo>
                    <a:pt x="421466" y="709145"/>
                    <a:pt x="425923" y="702790"/>
                    <a:pt x="432289" y="701519"/>
                  </a:cubicBezTo>
                  <a:cubicBezTo>
                    <a:pt x="592727" y="670383"/>
                    <a:pt x="709235" y="529317"/>
                    <a:pt x="709235" y="366010"/>
                  </a:cubicBezTo>
                  <a:cubicBezTo>
                    <a:pt x="709235" y="177286"/>
                    <a:pt x="555801" y="24146"/>
                    <a:pt x="366714" y="24146"/>
                  </a:cubicBezTo>
                  <a:cubicBezTo>
                    <a:pt x="177627" y="24146"/>
                    <a:pt x="24193" y="177286"/>
                    <a:pt x="24193" y="366010"/>
                  </a:cubicBezTo>
                  <a:cubicBezTo>
                    <a:pt x="24193" y="373000"/>
                    <a:pt x="18463" y="378083"/>
                    <a:pt x="12096" y="378083"/>
                  </a:cubicBezTo>
                  <a:cubicBezTo>
                    <a:pt x="5093" y="378083"/>
                    <a:pt x="0" y="372364"/>
                    <a:pt x="0" y="366010"/>
                  </a:cubicBezTo>
                  <a:cubicBezTo>
                    <a:pt x="0" y="163942"/>
                    <a:pt x="164894" y="0"/>
                    <a:pt x="366714" y="0"/>
                  </a:cubicBezTo>
                  <a:cubicBezTo>
                    <a:pt x="568534" y="0"/>
                    <a:pt x="733428" y="164577"/>
                    <a:pt x="733428" y="366010"/>
                  </a:cubicBezTo>
                  <a:cubicBezTo>
                    <a:pt x="733428" y="541390"/>
                    <a:pt x="608643" y="692623"/>
                    <a:pt x="436109" y="725666"/>
                  </a:cubicBezTo>
                  <a:lnTo>
                    <a:pt x="434836" y="725666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575B114C-F89E-5F81-169D-C03A65FFD7BD}"/>
                </a:ext>
              </a:extLst>
            </p:cNvPr>
            <p:cNvSpPr/>
            <p:nvPr/>
          </p:nvSpPr>
          <p:spPr>
            <a:xfrm>
              <a:off x="1970033" y="3412456"/>
              <a:ext cx="179537" cy="229391"/>
            </a:xfrm>
            <a:custGeom>
              <a:avLst/>
              <a:gdLst>
                <a:gd name="connsiteX0" fmla="*/ 63666 w 179537"/>
                <a:gd name="connsiteY0" fmla="*/ 229392 h 229391"/>
                <a:gd name="connsiteX1" fmla="*/ 53479 w 179537"/>
                <a:gd name="connsiteY1" fmla="*/ 224308 h 229391"/>
                <a:gd name="connsiteX2" fmla="*/ 0 w 179537"/>
                <a:gd name="connsiteY2" fmla="*/ 89596 h 229391"/>
                <a:gd name="connsiteX3" fmla="*/ 89769 w 179537"/>
                <a:gd name="connsiteY3" fmla="*/ 0 h 229391"/>
                <a:gd name="connsiteX4" fmla="*/ 179537 w 179537"/>
                <a:gd name="connsiteY4" fmla="*/ 89596 h 229391"/>
                <a:gd name="connsiteX5" fmla="*/ 167441 w 179537"/>
                <a:gd name="connsiteY5" fmla="*/ 101669 h 229391"/>
                <a:gd name="connsiteX6" fmla="*/ 155344 w 179537"/>
                <a:gd name="connsiteY6" fmla="*/ 89596 h 229391"/>
                <a:gd name="connsiteX7" fmla="*/ 89769 w 179537"/>
                <a:gd name="connsiteY7" fmla="*/ 24147 h 229391"/>
                <a:gd name="connsiteX8" fmla="*/ 24193 w 179537"/>
                <a:gd name="connsiteY8" fmla="*/ 89596 h 229391"/>
                <a:gd name="connsiteX9" fmla="*/ 73215 w 179537"/>
                <a:gd name="connsiteY9" fmla="*/ 210329 h 229391"/>
                <a:gd name="connsiteX10" fmla="*/ 70032 w 179537"/>
                <a:gd name="connsiteY10" fmla="*/ 227485 h 229391"/>
                <a:gd name="connsiteX11" fmla="*/ 63666 w 179537"/>
                <a:gd name="connsiteY11" fmla="*/ 229392 h 229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9537" h="229391">
                  <a:moveTo>
                    <a:pt x="63666" y="229392"/>
                  </a:moveTo>
                  <a:cubicBezTo>
                    <a:pt x="59846" y="229392"/>
                    <a:pt x="56026" y="227485"/>
                    <a:pt x="53479" y="224308"/>
                  </a:cubicBezTo>
                  <a:cubicBezTo>
                    <a:pt x="14007" y="167119"/>
                    <a:pt x="0" y="116284"/>
                    <a:pt x="0" y="89596"/>
                  </a:cubicBezTo>
                  <a:cubicBezTo>
                    <a:pt x="0" y="40032"/>
                    <a:pt x="40109" y="0"/>
                    <a:pt x="89769" y="0"/>
                  </a:cubicBezTo>
                  <a:cubicBezTo>
                    <a:pt x="139428" y="0"/>
                    <a:pt x="179537" y="40032"/>
                    <a:pt x="179537" y="89596"/>
                  </a:cubicBezTo>
                  <a:cubicBezTo>
                    <a:pt x="179537" y="96586"/>
                    <a:pt x="173807" y="101669"/>
                    <a:pt x="167441" y="101669"/>
                  </a:cubicBezTo>
                  <a:cubicBezTo>
                    <a:pt x="160437" y="101669"/>
                    <a:pt x="155344" y="95951"/>
                    <a:pt x="155344" y="89596"/>
                  </a:cubicBezTo>
                  <a:cubicBezTo>
                    <a:pt x="155344" y="53376"/>
                    <a:pt x="126058" y="24147"/>
                    <a:pt x="89769" y="24147"/>
                  </a:cubicBezTo>
                  <a:cubicBezTo>
                    <a:pt x="53479" y="24147"/>
                    <a:pt x="24193" y="53376"/>
                    <a:pt x="24193" y="89596"/>
                  </a:cubicBezTo>
                  <a:cubicBezTo>
                    <a:pt x="24193" y="108024"/>
                    <a:pt x="34380" y="154411"/>
                    <a:pt x="73215" y="210329"/>
                  </a:cubicBezTo>
                  <a:cubicBezTo>
                    <a:pt x="77035" y="216048"/>
                    <a:pt x="75762" y="223673"/>
                    <a:pt x="70032" y="227485"/>
                  </a:cubicBezTo>
                  <a:cubicBezTo>
                    <a:pt x="68122" y="228756"/>
                    <a:pt x="66212" y="229392"/>
                    <a:pt x="63666" y="229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 194">
              <a:extLst>
                <a:ext uri="{FF2B5EF4-FFF2-40B4-BE49-F238E27FC236}">
                  <a16:creationId xmlns:a16="http://schemas.microsoft.com/office/drawing/2014/main" id="{D7991834-420E-C740-C5B0-518637127857}"/>
                </a:ext>
              </a:extLst>
            </p:cNvPr>
            <p:cNvSpPr/>
            <p:nvPr/>
          </p:nvSpPr>
          <p:spPr>
            <a:xfrm>
              <a:off x="1780879" y="3520502"/>
              <a:ext cx="141028" cy="130877"/>
            </a:xfrm>
            <a:custGeom>
              <a:avLst/>
              <a:gdLst>
                <a:gd name="connsiteX0" fmla="*/ 17893 w 141028"/>
                <a:gd name="connsiteY0" fmla="*/ 130878 h 130877"/>
                <a:gd name="connsiteX1" fmla="*/ 6434 w 141028"/>
                <a:gd name="connsiteY1" fmla="*/ 123252 h 130877"/>
                <a:gd name="connsiteX2" fmla="*/ 12163 w 141028"/>
                <a:gd name="connsiteY2" fmla="*/ 45094 h 130877"/>
                <a:gd name="connsiteX3" fmla="*/ 135038 w 141028"/>
                <a:gd name="connsiteY3" fmla="*/ 12051 h 130877"/>
                <a:gd name="connsiteX4" fmla="*/ 139495 w 141028"/>
                <a:gd name="connsiteY4" fmla="*/ 28573 h 130877"/>
                <a:gd name="connsiteX5" fmla="*/ 122942 w 141028"/>
                <a:gd name="connsiteY5" fmla="*/ 33021 h 130877"/>
                <a:gd name="connsiteX6" fmla="*/ 33173 w 141028"/>
                <a:gd name="connsiteY6" fmla="*/ 57167 h 130877"/>
                <a:gd name="connsiteX7" fmla="*/ 29353 w 141028"/>
                <a:gd name="connsiteY7" fmla="*/ 114356 h 130877"/>
                <a:gd name="connsiteX8" fmla="*/ 22350 w 141028"/>
                <a:gd name="connsiteY8" fmla="*/ 130242 h 130877"/>
                <a:gd name="connsiteX9" fmla="*/ 17893 w 141028"/>
                <a:gd name="connsiteY9" fmla="*/ 130878 h 130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1028" h="130877">
                  <a:moveTo>
                    <a:pt x="17893" y="130878"/>
                  </a:moveTo>
                  <a:cubicBezTo>
                    <a:pt x="12800" y="130878"/>
                    <a:pt x="8344" y="127700"/>
                    <a:pt x="6434" y="123252"/>
                  </a:cubicBezTo>
                  <a:cubicBezTo>
                    <a:pt x="-3753" y="97200"/>
                    <a:pt x="-1843" y="68605"/>
                    <a:pt x="12163" y="45094"/>
                  </a:cubicBezTo>
                  <a:cubicBezTo>
                    <a:pt x="36993" y="1884"/>
                    <a:pt x="92382" y="-12731"/>
                    <a:pt x="135038" y="12051"/>
                  </a:cubicBezTo>
                  <a:cubicBezTo>
                    <a:pt x="140768" y="15229"/>
                    <a:pt x="142678" y="22854"/>
                    <a:pt x="139495" y="28573"/>
                  </a:cubicBezTo>
                  <a:cubicBezTo>
                    <a:pt x="136311" y="34292"/>
                    <a:pt x="128671" y="36198"/>
                    <a:pt x="122942" y="33021"/>
                  </a:cubicBezTo>
                  <a:cubicBezTo>
                    <a:pt x="91746" y="15229"/>
                    <a:pt x="51636" y="26031"/>
                    <a:pt x="33173" y="57167"/>
                  </a:cubicBezTo>
                  <a:cubicBezTo>
                    <a:pt x="22987" y="74959"/>
                    <a:pt x="21713" y="95293"/>
                    <a:pt x="29353" y="114356"/>
                  </a:cubicBezTo>
                  <a:cubicBezTo>
                    <a:pt x="31900" y="120711"/>
                    <a:pt x="28717" y="127700"/>
                    <a:pt x="22350" y="130242"/>
                  </a:cubicBezTo>
                  <a:cubicBezTo>
                    <a:pt x="21077" y="130878"/>
                    <a:pt x="19167" y="130878"/>
                    <a:pt x="17893" y="1308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3924C0C1-F363-3246-5880-A9A4E88B559D}"/>
                </a:ext>
              </a:extLst>
            </p:cNvPr>
            <p:cNvSpPr/>
            <p:nvPr/>
          </p:nvSpPr>
          <p:spPr>
            <a:xfrm>
              <a:off x="2081351" y="3810796"/>
              <a:ext cx="67582" cy="208499"/>
            </a:xfrm>
            <a:custGeom>
              <a:avLst/>
              <a:gdLst>
                <a:gd name="connsiteX0" fmla="*/ 12194 w 67582"/>
                <a:gd name="connsiteY0" fmla="*/ 208500 h 208499"/>
                <a:gd name="connsiteX1" fmla="*/ 1370 w 67582"/>
                <a:gd name="connsiteY1" fmla="*/ 201510 h 208499"/>
                <a:gd name="connsiteX2" fmla="*/ 7100 w 67582"/>
                <a:gd name="connsiteY2" fmla="*/ 184989 h 208499"/>
                <a:gd name="connsiteX3" fmla="*/ 44026 w 67582"/>
                <a:gd name="connsiteY3" fmla="*/ 125893 h 208499"/>
                <a:gd name="connsiteX4" fmla="*/ 3280 w 67582"/>
                <a:gd name="connsiteY4" fmla="*/ 18505 h 208499"/>
                <a:gd name="connsiteX5" fmla="*/ 7100 w 67582"/>
                <a:gd name="connsiteY5" fmla="*/ 1984 h 208499"/>
                <a:gd name="connsiteX6" fmla="*/ 23653 w 67582"/>
                <a:gd name="connsiteY6" fmla="*/ 5796 h 208499"/>
                <a:gd name="connsiteX7" fmla="*/ 67583 w 67582"/>
                <a:gd name="connsiteY7" fmla="*/ 126529 h 208499"/>
                <a:gd name="connsiteX8" fmla="*/ 16650 w 67582"/>
                <a:gd name="connsiteY8" fmla="*/ 207229 h 208499"/>
                <a:gd name="connsiteX9" fmla="*/ 12194 w 67582"/>
                <a:gd name="connsiteY9" fmla="*/ 208500 h 20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582" h="208499">
                  <a:moveTo>
                    <a:pt x="12194" y="208500"/>
                  </a:moveTo>
                  <a:cubicBezTo>
                    <a:pt x="7737" y="208500"/>
                    <a:pt x="3280" y="205958"/>
                    <a:pt x="1370" y="201510"/>
                  </a:cubicBezTo>
                  <a:cubicBezTo>
                    <a:pt x="-1813" y="195156"/>
                    <a:pt x="734" y="188166"/>
                    <a:pt x="7100" y="184989"/>
                  </a:cubicBezTo>
                  <a:cubicBezTo>
                    <a:pt x="29383" y="174186"/>
                    <a:pt x="44026" y="150675"/>
                    <a:pt x="44026" y="125893"/>
                  </a:cubicBezTo>
                  <a:cubicBezTo>
                    <a:pt x="44026" y="110007"/>
                    <a:pt x="35750" y="68704"/>
                    <a:pt x="3280" y="18505"/>
                  </a:cubicBezTo>
                  <a:cubicBezTo>
                    <a:pt x="-539" y="12786"/>
                    <a:pt x="1370" y="5161"/>
                    <a:pt x="7100" y="1984"/>
                  </a:cubicBezTo>
                  <a:cubicBezTo>
                    <a:pt x="12830" y="-1829"/>
                    <a:pt x="20470" y="77"/>
                    <a:pt x="23653" y="5796"/>
                  </a:cubicBezTo>
                  <a:cubicBezTo>
                    <a:pt x="56123" y="57266"/>
                    <a:pt x="67583" y="103018"/>
                    <a:pt x="67583" y="126529"/>
                  </a:cubicBezTo>
                  <a:cubicBezTo>
                    <a:pt x="67583" y="160842"/>
                    <a:pt x="47846" y="192614"/>
                    <a:pt x="16650" y="207229"/>
                  </a:cubicBezTo>
                  <a:cubicBezTo>
                    <a:pt x="16013" y="207864"/>
                    <a:pt x="14104" y="208500"/>
                    <a:pt x="12194" y="2085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 196">
              <a:extLst>
                <a:ext uri="{FF2B5EF4-FFF2-40B4-BE49-F238E27FC236}">
                  <a16:creationId xmlns:a16="http://schemas.microsoft.com/office/drawing/2014/main" id="{4895ACF3-E8C4-E62C-D5BD-F6A9331D0E15}"/>
                </a:ext>
              </a:extLst>
            </p:cNvPr>
            <p:cNvSpPr/>
            <p:nvPr/>
          </p:nvSpPr>
          <p:spPr>
            <a:xfrm>
              <a:off x="2136783" y="3727909"/>
              <a:ext cx="202534" cy="190352"/>
            </a:xfrm>
            <a:custGeom>
              <a:avLst/>
              <a:gdLst>
                <a:gd name="connsiteX0" fmla="*/ 112105 w 202534"/>
                <a:gd name="connsiteY0" fmla="*/ 190352 h 190352"/>
                <a:gd name="connsiteX1" fmla="*/ 67539 w 202534"/>
                <a:gd name="connsiteY1" fmla="*/ 178279 h 190352"/>
                <a:gd name="connsiteX2" fmla="*/ 63083 w 202534"/>
                <a:gd name="connsiteY2" fmla="*/ 161758 h 190352"/>
                <a:gd name="connsiteX3" fmla="*/ 79636 w 202534"/>
                <a:gd name="connsiteY3" fmla="*/ 157310 h 190352"/>
                <a:gd name="connsiteX4" fmla="*/ 129295 w 202534"/>
                <a:gd name="connsiteY4" fmla="*/ 163664 h 190352"/>
                <a:gd name="connsiteX5" fmla="*/ 169404 w 202534"/>
                <a:gd name="connsiteY5" fmla="*/ 133163 h 190352"/>
                <a:gd name="connsiteX6" fmla="*/ 175771 w 202534"/>
                <a:gd name="connsiteY6" fmla="*/ 83599 h 190352"/>
                <a:gd name="connsiteX7" fmla="*/ 145211 w 202534"/>
                <a:gd name="connsiteY7" fmla="*/ 43567 h 190352"/>
                <a:gd name="connsiteX8" fmla="*/ 13424 w 202534"/>
                <a:gd name="connsiteY8" fmla="*/ 25775 h 190352"/>
                <a:gd name="connsiteX9" fmla="*/ 54 w 202534"/>
                <a:gd name="connsiteY9" fmla="*/ 14973 h 190352"/>
                <a:gd name="connsiteX10" fmla="*/ 10877 w 202534"/>
                <a:gd name="connsiteY10" fmla="*/ 1628 h 190352"/>
                <a:gd name="connsiteX11" fmla="*/ 157308 w 202534"/>
                <a:gd name="connsiteY11" fmla="*/ 22598 h 190352"/>
                <a:gd name="connsiteX12" fmla="*/ 199327 w 202534"/>
                <a:gd name="connsiteY12" fmla="*/ 77245 h 190352"/>
                <a:gd name="connsiteX13" fmla="*/ 190414 w 202534"/>
                <a:gd name="connsiteY13" fmla="*/ 145237 h 190352"/>
                <a:gd name="connsiteX14" fmla="*/ 135662 w 202534"/>
                <a:gd name="connsiteY14" fmla="*/ 187175 h 190352"/>
                <a:gd name="connsiteX15" fmla="*/ 112105 w 202534"/>
                <a:gd name="connsiteY15" fmla="*/ 190352 h 19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2534" h="190352">
                  <a:moveTo>
                    <a:pt x="112105" y="190352"/>
                  </a:moveTo>
                  <a:cubicBezTo>
                    <a:pt x="96189" y="190352"/>
                    <a:pt x="80909" y="186540"/>
                    <a:pt x="67539" y="178279"/>
                  </a:cubicBezTo>
                  <a:cubicBezTo>
                    <a:pt x="61810" y="175102"/>
                    <a:pt x="59899" y="167477"/>
                    <a:pt x="63083" y="161758"/>
                  </a:cubicBezTo>
                  <a:cubicBezTo>
                    <a:pt x="66266" y="156039"/>
                    <a:pt x="73906" y="154133"/>
                    <a:pt x="79636" y="157310"/>
                  </a:cubicBezTo>
                  <a:cubicBezTo>
                    <a:pt x="94916" y="166206"/>
                    <a:pt x="112742" y="168112"/>
                    <a:pt x="129295" y="163664"/>
                  </a:cubicBezTo>
                  <a:cubicBezTo>
                    <a:pt x="146485" y="159216"/>
                    <a:pt x="160491" y="148414"/>
                    <a:pt x="169404" y="133163"/>
                  </a:cubicBezTo>
                  <a:cubicBezTo>
                    <a:pt x="178318" y="117913"/>
                    <a:pt x="180227" y="100121"/>
                    <a:pt x="175771" y="83599"/>
                  </a:cubicBezTo>
                  <a:cubicBezTo>
                    <a:pt x="171314" y="66443"/>
                    <a:pt x="160491" y="52463"/>
                    <a:pt x="145211" y="43567"/>
                  </a:cubicBezTo>
                  <a:cubicBezTo>
                    <a:pt x="128658" y="34036"/>
                    <a:pt x="82819" y="20056"/>
                    <a:pt x="13424" y="25775"/>
                  </a:cubicBezTo>
                  <a:cubicBezTo>
                    <a:pt x="7057" y="26410"/>
                    <a:pt x="691" y="21327"/>
                    <a:pt x="54" y="14973"/>
                  </a:cubicBezTo>
                  <a:cubicBezTo>
                    <a:pt x="-583" y="7983"/>
                    <a:pt x="4511" y="2264"/>
                    <a:pt x="10877" y="1628"/>
                  </a:cubicBezTo>
                  <a:cubicBezTo>
                    <a:pt x="81546" y="-4726"/>
                    <a:pt x="133752" y="8618"/>
                    <a:pt x="157308" y="22598"/>
                  </a:cubicBezTo>
                  <a:cubicBezTo>
                    <a:pt x="178318" y="34671"/>
                    <a:pt x="192961" y="53734"/>
                    <a:pt x="199327" y="77245"/>
                  </a:cubicBezTo>
                  <a:cubicBezTo>
                    <a:pt x="205694" y="100121"/>
                    <a:pt x="202510" y="124903"/>
                    <a:pt x="190414" y="145237"/>
                  </a:cubicBezTo>
                  <a:cubicBezTo>
                    <a:pt x="178318" y="166206"/>
                    <a:pt x="159218" y="180821"/>
                    <a:pt x="135662" y="187175"/>
                  </a:cubicBezTo>
                  <a:cubicBezTo>
                    <a:pt x="127385" y="189082"/>
                    <a:pt x="119745" y="190352"/>
                    <a:pt x="112105" y="1903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 197">
              <a:extLst>
                <a:ext uri="{FF2B5EF4-FFF2-40B4-BE49-F238E27FC236}">
                  <a16:creationId xmlns:a16="http://schemas.microsoft.com/office/drawing/2014/main" id="{30DE5800-FD87-C5DE-90B0-30BC0376E0B9}"/>
                </a:ext>
              </a:extLst>
            </p:cNvPr>
            <p:cNvSpPr/>
            <p:nvPr/>
          </p:nvSpPr>
          <p:spPr>
            <a:xfrm>
              <a:off x="2113184" y="3520456"/>
              <a:ext cx="225451" cy="169684"/>
            </a:xfrm>
            <a:custGeom>
              <a:avLst/>
              <a:gdLst>
                <a:gd name="connsiteX0" fmla="*/ 174541 w 225451"/>
                <a:gd name="connsiteY0" fmla="*/ 169685 h 169684"/>
                <a:gd name="connsiteX1" fmla="*/ 163718 w 225451"/>
                <a:gd name="connsiteY1" fmla="*/ 163331 h 169684"/>
                <a:gd name="connsiteX2" fmla="*/ 168174 w 225451"/>
                <a:gd name="connsiteY2" fmla="*/ 146809 h 169684"/>
                <a:gd name="connsiteX3" fmla="*/ 192367 w 225451"/>
                <a:gd name="connsiteY3" fmla="*/ 57213 h 169684"/>
                <a:gd name="connsiteX4" fmla="*/ 152258 w 225451"/>
                <a:gd name="connsiteY4" fmla="*/ 26712 h 169684"/>
                <a:gd name="connsiteX5" fmla="*/ 102599 w 225451"/>
                <a:gd name="connsiteY5" fmla="*/ 33067 h 169684"/>
                <a:gd name="connsiteX6" fmla="*/ 23653 w 225451"/>
                <a:gd name="connsiteY6" fmla="*/ 134101 h 169684"/>
                <a:gd name="connsiteX7" fmla="*/ 7100 w 225451"/>
                <a:gd name="connsiteY7" fmla="*/ 139820 h 169684"/>
                <a:gd name="connsiteX8" fmla="*/ 1370 w 225451"/>
                <a:gd name="connsiteY8" fmla="*/ 123298 h 169684"/>
                <a:gd name="connsiteX9" fmla="*/ 90502 w 225451"/>
                <a:gd name="connsiteY9" fmla="*/ 12097 h 169684"/>
                <a:gd name="connsiteX10" fmla="*/ 158625 w 225451"/>
                <a:gd name="connsiteY10" fmla="*/ 3201 h 169684"/>
                <a:gd name="connsiteX11" fmla="*/ 213377 w 225451"/>
                <a:gd name="connsiteY11" fmla="*/ 45140 h 169684"/>
                <a:gd name="connsiteX12" fmla="*/ 180271 w 225451"/>
                <a:gd name="connsiteY12" fmla="*/ 167779 h 169684"/>
                <a:gd name="connsiteX13" fmla="*/ 174541 w 225451"/>
                <a:gd name="connsiteY13" fmla="*/ 169685 h 169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5451" h="169684">
                  <a:moveTo>
                    <a:pt x="174541" y="169685"/>
                  </a:moveTo>
                  <a:cubicBezTo>
                    <a:pt x="170084" y="169685"/>
                    <a:pt x="166264" y="167779"/>
                    <a:pt x="163718" y="163331"/>
                  </a:cubicBezTo>
                  <a:cubicBezTo>
                    <a:pt x="160534" y="157612"/>
                    <a:pt x="162444" y="149986"/>
                    <a:pt x="168174" y="146809"/>
                  </a:cubicBezTo>
                  <a:cubicBezTo>
                    <a:pt x="199371" y="129017"/>
                    <a:pt x="210194" y="88349"/>
                    <a:pt x="192367" y="57213"/>
                  </a:cubicBezTo>
                  <a:cubicBezTo>
                    <a:pt x="183454" y="41963"/>
                    <a:pt x="169448" y="31160"/>
                    <a:pt x="152258" y="26712"/>
                  </a:cubicBezTo>
                  <a:cubicBezTo>
                    <a:pt x="135068" y="22264"/>
                    <a:pt x="117878" y="24806"/>
                    <a:pt x="102599" y="33067"/>
                  </a:cubicBezTo>
                  <a:cubicBezTo>
                    <a:pt x="86682" y="41963"/>
                    <a:pt x="52303" y="73734"/>
                    <a:pt x="23653" y="134101"/>
                  </a:cubicBezTo>
                  <a:cubicBezTo>
                    <a:pt x="20470" y="140455"/>
                    <a:pt x="13467" y="142997"/>
                    <a:pt x="7100" y="139820"/>
                  </a:cubicBezTo>
                  <a:cubicBezTo>
                    <a:pt x="734" y="136642"/>
                    <a:pt x="-1813" y="129653"/>
                    <a:pt x="1370" y="123298"/>
                  </a:cubicBezTo>
                  <a:cubicBezTo>
                    <a:pt x="30657" y="61661"/>
                    <a:pt x="67583" y="24806"/>
                    <a:pt x="90502" y="12097"/>
                  </a:cubicBezTo>
                  <a:cubicBezTo>
                    <a:pt x="111512" y="24"/>
                    <a:pt x="135705" y="-3153"/>
                    <a:pt x="158625" y="3201"/>
                  </a:cubicBezTo>
                  <a:cubicBezTo>
                    <a:pt x="181544" y="9555"/>
                    <a:pt x="201280" y="24170"/>
                    <a:pt x="213377" y="45140"/>
                  </a:cubicBezTo>
                  <a:cubicBezTo>
                    <a:pt x="238207" y="88349"/>
                    <a:pt x="223563" y="142997"/>
                    <a:pt x="180271" y="167779"/>
                  </a:cubicBezTo>
                  <a:cubicBezTo>
                    <a:pt x="178361" y="169049"/>
                    <a:pt x="176451" y="169685"/>
                    <a:pt x="174541" y="1696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 198">
              <a:extLst>
                <a:ext uri="{FF2B5EF4-FFF2-40B4-BE49-F238E27FC236}">
                  <a16:creationId xmlns:a16="http://schemas.microsoft.com/office/drawing/2014/main" id="{DCBDB3D9-E5B4-4454-004C-6D923966975A}"/>
                </a:ext>
              </a:extLst>
            </p:cNvPr>
            <p:cNvSpPr/>
            <p:nvPr/>
          </p:nvSpPr>
          <p:spPr>
            <a:xfrm>
              <a:off x="7802589" y="3596245"/>
              <a:ext cx="343496" cy="342986"/>
            </a:xfrm>
            <a:custGeom>
              <a:avLst/>
              <a:gdLst>
                <a:gd name="connsiteX0" fmla="*/ 31684 w 343496"/>
                <a:gd name="connsiteY0" fmla="*/ 30988 h 342986"/>
                <a:gd name="connsiteX1" fmla="*/ 141825 w 343496"/>
                <a:gd name="connsiteY1" fmla="*/ 201920 h 342986"/>
                <a:gd name="connsiteX2" fmla="*/ 313086 w 343496"/>
                <a:gd name="connsiteY2" fmla="*/ 311214 h 342986"/>
                <a:gd name="connsiteX3" fmla="*/ 309903 w 343496"/>
                <a:gd name="connsiteY3" fmla="*/ 33530 h 342986"/>
                <a:gd name="connsiteX4" fmla="*/ 31684 w 343496"/>
                <a:gd name="connsiteY4" fmla="*/ 30988 h 342986"/>
                <a:gd name="connsiteX5" fmla="*/ 331549 w 343496"/>
                <a:gd name="connsiteY5" fmla="*/ 342986 h 342986"/>
                <a:gd name="connsiteX6" fmla="*/ 327729 w 343496"/>
                <a:gd name="connsiteY6" fmla="*/ 342351 h 342986"/>
                <a:gd name="connsiteX7" fmla="*/ 123999 w 343496"/>
                <a:gd name="connsiteY7" fmla="*/ 219076 h 342986"/>
                <a:gd name="connsiteX8" fmla="*/ 488 w 343496"/>
                <a:gd name="connsiteY8" fmla="*/ 15737 h 342986"/>
                <a:gd name="connsiteX9" fmla="*/ 3671 w 343496"/>
                <a:gd name="connsiteY9" fmla="*/ 3664 h 342986"/>
                <a:gd name="connsiteX10" fmla="*/ 15767 w 343496"/>
                <a:gd name="connsiteY10" fmla="*/ 487 h 342986"/>
                <a:gd name="connsiteX11" fmla="*/ 323272 w 343496"/>
                <a:gd name="connsiteY11" fmla="*/ 4935 h 342986"/>
                <a:gd name="connsiteX12" fmla="*/ 335369 w 343496"/>
                <a:gd name="connsiteY12" fmla="*/ 8112 h 342986"/>
                <a:gd name="connsiteX13" fmla="*/ 338552 w 343496"/>
                <a:gd name="connsiteY13" fmla="*/ 20185 h 342986"/>
                <a:gd name="connsiteX14" fmla="*/ 343009 w 343496"/>
                <a:gd name="connsiteY14" fmla="*/ 327100 h 342986"/>
                <a:gd name="connsiteX15" fmla="*/ 339825 w 343496"/>
                <a:gd name="connsiteY15" fmla="*/ 339173 h 342986"/>
                <a:gd name="connsiteX16" fmla="*/ 331549 w 343496"/>
                <a:gd name="connsiteY16" fmla="*/ 342986 h 342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3496" h="342986">
                  <a:moveTo>
                    <a:pt x="31684" y="30988"/>
                  </a:moveTo>
                  <a:cubicBezTo>
                    <a:pt x="55240" y="95167"/>
                    <a:pt x="92803" y="153627"/>
                    <a:pt x="141825" y="201920"/>
                  </a:cubicBezTo>
                  <a:cubicBezTo>
                    <a:pt x="190211" y="250213"/>
                    <a:pt x="249421" y="287703"/>
                    <a:pt x="313086" y="311214"/>
                  </a:cubicBezTo>
                  <a:cubicBezTo>
                    <a:pt x="288256" y="220347"/>
                    <a:pt x="286983" y="125032"/>
                    <a:pt x="309903" y="33530"/>
                  </a:cubicBezTo>
                  <a:cubicBezTo>
                    <a:pt x="218224" y="56405"/>
                    <a:pt x="123362" y="55770"/>
                    <a:pt x="31684" y="30988"/>
                  </a:cubicBezTo>
                  <a:moveTo>
                    <a:pt x="331549" y="342986"/>
                  </a:moveTo>
                  <a:cubicBezTo>
                    <a:pt x="330276" y="342986"/>
                    <a:pt x="329003" y="342986"/>
                    <a:pt x="327729" y="342351"/>
                  </a:cubicBezTo>
                  <a:cubicBezTo>
                    <a:pt x="251330" y="318204"/>
                    <a:pt x="181298" y="275630"/>
                    <a:pt x="123999" y="219076"/>
                  </a:cubicBezTo>
                  <a:cubicBezTo>
                    <a:pt x="67337" y="162523"/>
                    <a:pt x="24681" y="91990"/>
                    <a:pt x="488" y="15737"/>
                  </a:cubicBezTo>
                  <a:cubicBezTo>
                    <a:pt x="-786" y="11289"/>
                    <a:pt x="488" y="6841"/>
                    <a:pt x="3671" y="3664"/>
                  </a:cubicBezTo>
                  <a:cubicBezTo>
                    <a:pt x="6855" y="487"/>
                    <a:pt x="11947" y="-784"/>
                    <a:pt x="15767" y="487"/>
                  </a:cubicBezTo>
                  <a:cubicBezTo>
                    <a:pt x="115723" y="32259"/>
                    <a:pt x="222044" y="33530"/>
                    <a:pt x="323272" y="4935"/>
                  </a:cubicBezTo>
                  <a:cubicBezTo>
                    <a:pt x="327729" y="3664"/>
                    <a:pt x="332186" y="4935"/>
                    <a:pt x="335369" y="8112"/>
                  </a:cubicBezTo>
                  <a:cubicBezTo>
                    <a:pt x="338552" y="11289"/>
                    <a:pt x="339825" y="15737"/>
                    <a:pt x="338552" y="20185"/>
                  </a:cubicBezTo>
                  <a:cubicBezTo>
                    <a:pt x="309266" y="121220"/>
                    <a:pt x="311176" y="227337"/>
                    <a:pt x="343009" y="327100"/>
                  </a:cubicBezTo>
                  <a:cubicBezTo>
                    <a:pt x="344282" y="331548"/>
                    <a:pt x="343009" y="335996"/>
                    <a:pt x="339825" y="339173"/>
                  </a:cubicBezTo>
                  <a:cubicBezTo>
                    <a:pt x="337916" y="341715"/>
                    <a:pt x="334733" y="342986"/>
                    <a:pt x="331549" y="3429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 199">
              <a:extLst>
                <a:ext uri="{FF2B5EF4-FFF2-40B4-BE49-F238E27FC236}">
                  <a16:creationId xmlns:a16="http://schemas.microsoft.com/office/drawing/2014/main" id="{CDE533A3-6952-1562-46E7-C855737ED438}"/>
                </a:ext>
              </a:extLst>
            </p:cNvPr>
            <p:cNvSpPr/>
            <p:nvPr/>
          </p:nvSpPr>
          <p:spPr>
            <a:xfrm>
              <a:off x="7780794" y="3013255"/>
              <a:ext cx="563510" cy="500870"/>
            </a:xfrm>
            <a:custGeom>
              <a:avLst/>
              <a:gdLst>
                <a:gd name="connsiteX0" fmla="*/ 24829 w 563510"/>
                <a:gd name="connsiteY0" fmla="*/ 436056 h 500870"/>
                <a:gd name="connsiteX1" fmla="*/ 472399 w 563510"/>
                <a:gd name="connsiteY1" fmla="*/ 366158 h 500870"/>
                <a:gd name="connsiteX2" fmla="*/ 475582 w 563510"/>
                <a:gd name="connsiteY2" fmla="*/ 362981 h 500870"/>
                <a:gd name="connsiteX3" fmla="*/ 476218 w 563510"/>
                <a:gd name="connsiteY3" fmla="*/ 362346 h 500870"/>
                <a:gd name="connsiteX4" fmla="*/ 481312 w 563510"/>
                <a:gd name="connsiteY4" fmla="*/ 356627 h 500870"/>
                <a:gd name="connsiteX5" fmla="*/ 486405 w 563510"/>
                <a:gd name="connsiteY5" fmla="*/ 97370 h 500870"/>
                <a:gd name="connsiteX6" fmla="*/ 475582 w 563510"/>
                <a:gd name="connsiteY6" fmla="*/ 85932 h 500870"/>
                <a:gd name="connsiteX7" fmla="*/ 220283 w 563510"/>
                <a:gd name="connsiteY7" fmla="*/ 64962 h 500870"/>
                <a:gd name="connsiteX8" fmla="*/ 162984 w 563510"/>
                <a:gd name="connsiteY8" fmla="*/ 113255 h 500870"/>
                <a:gd name="connsiteX9" fmla="*/ 24829 w 563510"/>
                <a:gd name="connsiteY9" fmla="*/ 436056 h 500870"/>
                <a:gd name="connsiteX10" fmla="*/ 199273 w 563510"/>
                <a:gd name="connsiteY10" fmla="*/ 500870 h 500870"/>
                <a:gd name="connsiteX11" fmla="*/ 6367 w 563510"/>
                <a:gd name="connsiteY11" fmla="*/ 453848 h 500870"/>
                <a:gd name="connsiteX12" fmla="*/ 0 w 563510"/>
                <a:gd name="connsiteY12" fmla="*/ 443046 h 500870"/>
                <a:gd name="connsiteX13" fmla="*/ 146431 w 563510"/>
                <a:gd name="connsiteY13" fmla="*/ 95463 h 500870"/>
                <a:gd name="connsiteX14" fmla="*/ 206913 w 563510"/>
                <a:gd name="connsiteY14" fmla="*/ 44628 h 500870"/>
                <a:gd name="connsiteX15" fmla="*/ 493408 w 563510"/>
                <a:gd name="connsiteY15" fmla="*/ 68140 h 500870"/>
                <a:gd name="connsiteX16" fmla="*/ 505504 w 563510"/>
                <a:gd name="connsiteY16" fmla="*/ 80848 h 500870"/>
                <a:gd name="connsiteX17" fmla="*/ 499775 w 563510"/>
                <a:gd name="connsiteY17" fmla="*/ 372513 h 500870"/>
                <a:gd name="connsiteX18" fmla="*/ 494045 w 563510"/>
                <a:gd name="connsiteY18" fmla="*/ 378867 h 500870"/>
                <a:gd name="connsiteX19" fmla="*/ 490225 w 563510"/>
                <a:gd name="connsiteY19" fmla="*/ 382679 h 500870"/>
                <a:gd name="connsiteX20" fmla="*/ 199273 w 563510"/>
                <a:gd name="connsiteY20" fmla="*/ 500870 h 50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63510" h="500870">
                  <a:moveTo>
                    <a:pt x="24829" y="436056"/>
                  </a:moveTo>
                  <a:cubicBezTo>
                    <a:pt x="174443" y="509766"/>
                    <a:pt x="353344" y="481807"/>
                    <a:pt x="472399" y="366158"/>
                  </a:cubicBezTo>
                  <a:lnTo>
                    <a:pt x="475582" y="362981"/>
                  </a:lnTo>
                  <a:lnTo>
                    <a:pt x="476218" y="362346"/>
                  </a:lnTo>
                  <a:cubicBezTo>
                    <a:pt x="477492" y="361075"/>
                    <a:pt x="479402" y="359168"/>
                    <a:pt x="481312" y="356627"/>
                  </a:cubicBezTo>
                  <a:cubicBezTo>
                    <a:pt x="570444" y="263853"/>
                    <a:pt x="539884" y="159007"/>
                    <a:pt x="486405" y="97370"/>
                  </a:cubicBezTo>
                  <a:cubicBezTo>
                    <a:pt x="483221" y="93557"/>
                    <a:pt x="479402" y="89744"/>
                    <a:pt x="475582" y="85932"/>
                  </a:cubicBezTo>
                  <a:cubicBezTo>
                    <a:pt x="420830" y="31284"/>
                    <a:pt x="320874" y="-7477"/>
                    <a:pt x="220283" y="64962"/>
                  </a:cubicBezTo>
                  <a:cubicBezTo>
                    <a:pt x="199909" y="79577"/>
                    <a:pt x="180810" y="96099"/>
                    <a:pt x="162984" y="113255"/>
                  </a:cubicBezTo>
                  <a:cubicBezTo>
                    <a:pt x="77035" y="199039"/>
                    <a:pt x="28012" y="313417"/>
                    <a:pt x="24829" y="436056"/>
                  </a:cubicBezTo>
                  <a:moveTo>
                    <a:pt x="199273" y="500870"/>
                  </a:moveTo>
                  <a:cubicBezTo>
                    <a:pt x="133698" y="500870"/>
                    <a:pt x="67485" y="485620"/>
                    <a:pt x="6367" y="453848"/>
                  </a:cubicBezTo>
                  <a:cubicBezTo>
                    <a:pt x="2546" y="451942"/>
                    <a:pt x="0" y="447494"/>
                    <a:pt x="0" y="443046"/>
                  </a:cubicBezTo>
                  <a:cubicBezTo>
                    <a:pt x="1273" y="311511"/>
                    <a:pt x="53478" y="188237"/>
                    <a:pt x="146431" y="95463"/>
                  </a:cubicBezTo>
                  <a:cubicBezTo>
                    <a:pt x="164893" y="77036"/>
                    <a:pt x="185267" y="59879"/>
                    <a:pt x="206913" y="44628"/>
                  </a:cubicBezTo>
                  <a:cubicBezTo>
                    <a:pt x="319601" y="-36707"/>
                    <a:pt x="431652" y="6502"/>
                    <a:pt x="493408" y="68140"/>
                  </a:cubicBezTo>
                  <a:cubicBezTo>
                    <a:pt x="497865" y="72588"/>
                    <a:pt x="501685" y="76400"/>
                    <a:pt x="505504" y="80848"/>
                  </a:cubicBezTo>
                  <a:cubicBezTo>
                    <a:pt x="565987" y="150111"/>
                    <a:pt x="600366" y="268301"/>
                    <a:pt x="499775" y="372513"/>
                  </a:cubicBezTo>
                  <a:cubicBezTo>
                    <a:pt x="497865" y="374419"/>
                    <a:pt x="495954" y="376325"/>
                    <a:pt x="494045" y="378867"/>
                  </a:cubicBezTo>
                  <a:lnTo>
                    <a:pt x="490225" y="382679"/>
                  </a:lnTo>
                  <a:cubicBezTo>
                    <a:pt x="410006" y="460838"/>
                    <a:pt x="304958" y="500870"/>
                    <a:pt x="199273" y="5008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8907C0B4-53FB-28E1-1D8D-8B58AAF5AB7B}"/>
                </a:ext>
              </a:extLst>
            </p:cNvPr>
            <p:cNvSpPr/>
            <p:nvPr/>
          </p:nvSpPr>
          <p:spPr>
            <a:xfrm>
              <a:off x="8229013" y="3400019"/>
              <a:ext cx="378273" cy="561452"/>
            </a:xfrm>
            <a:custGeom>
              <a:avLst/>
              <a:gdLst>
                <a:gd name="connsiteX0" fmla="*/ 57922 w 378273"/>
                <a:gd name="connsiteY0" fmla="*/ 561452 h 561452"/>
                <a:gd name="connsiteX1" fmla="*/ 47099 w 378273"/>
                <a:gd name="connsiteY1" fmla="*/ 555098 h 561452"/>
                <a:gd name="connsiteX2" fmla="*/ 117767 w 378273"/>
                <a:gd name="connsiteY2" fmla="*/ 73439 h 561452"/>
                <a:gd name="connsiteX3" fmla="*/ 120951 w 378273"/>
                <a:gd name="connsiteY3" fmla="*/ 69626 h 561452"/>
                <a:gd name="connsiteX4" fmla="*/ 121588 w 378273"/>
                <a:gd name="connsiteY4" fmla="*/ 68991 h 561452"/>
                <a:gd name="connsiteX5" fmla="*/ 127317 w 378273"/>
                <a:gd name="connsiteY5" fmla="*/ 63272 h 561452"/>
                <a:gd name="connsiteX6" fmla="*/ 371793 w 378273"/>
                <a:gd name="connsiteY6" fmla="*/ 25146 h 561452"/>
                <a:gd name="connsiteX7" fmla="*/ 376887 w 378273"/>
                <a:gd name="connsiteY7" fmla="*/ 41667 h 561452"/>
                <a:gd name="connsiteX8" fmla="*/ 360334 w 378273"/>
                <a:gd name="connsiteY8" fmla="*/ 46750 h 561452"/>
                <a:gd name="connsiteX9" fmla="*/ 144507 w 378273"/>
                <a:gd name="connsiteY9" fmla="*/ 81064 h 561452"/>
                <a:gd name="connsiteX10" fmla="*/ 138777 w 378273"/>
                <a:gd name="connsiteY10" fmla="*/ 86783 h 561452"/>
                <a:gd name="connsiteX11" fmla="*/ 138141 w 378273"/>
                <a:gd name="connsiteY11" fmla="*/ 87418 h 561452"/>
                <a:gd name="connsiteX12" fmla="*/ 134958 w 378273"/>
                <a:gd name="connsiteY12" fmla="*/ 90595 h 561452"/>
                <a:gd name="connsiteX13" fmla="*/ 68109 w 378273"/>
                <a:gd name="connsiteY13" fmla="*/ 544295 h 561452"/>
                <a:gd name="connsiteX14" fmla="*/ 63015 w 378273"/>
                <a:gd name="connsiteY14" fmla="*/ 560817 h 561452"/>
                <a:gd name="connsiteX15" fmla="*/ 57922 w 378273"/>
                <a:gd name="connsiteY15" fmla="*/ 561452 h 561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8273" h="561452">
                  <a:moveTo>
                    <a:pt x="57922" y="561452"/>
                  </a:moveTo>
                  <a:cubicBezTo>
                    <a:pt x="53465" y="561452"/>
                    <a:pt x="49009" y="558910"/>
                    <a:pt x="47099" y="555098"/>
                  </a:cubicBezTo>
                  <a:cubicBezTo>
                    <a:pt x="-35667" y="395604"/>
                    <a:pt x="-7654" y="201796"/>
                    <a:pt x="117767" y="73439"/>
                  </a:cubicBezTo>
                  <a:cubicBezTo>
                    <a:pt x="119041" y="72168"/>
                    <a:pt x="120314" y="70897"/>
                    <a:pt x="120951" y="69626"/>
                  </a:cubicBezTo>
                  <a:lnTo>
                    <a:pt x="121588" y="68991"/>
                  </a:lnTo>
                  <a:cubicBezTo>
                    <a:pt x="123497" y="67084"/>
                    <a:pt x="125408" y="65178"/>
                    <a:pt x="127317" y="63272"/>
                  </a:cubicBezTo>
                  <a:cubicBezTo>
                    <a:pt x="198623" y="-4720"/>
                    <a:pt x="287119" y="-18699"/>
                    <a:pt x="371793" y="25146"/>
                  </a:cubicBezTo>
                  <a:cubicBezTo>
                    <a:pt x="377523" y="28323"/>
                    <a:pt x="380070" y="35312"/>
                    <a:pt x="376887" y="41667"/>
                  </a:cubicBezTo>
                  <a:cubicBezTo>
                    <a:pt x="373704" y="47386"/>
                    <a:pt x="366701" y="49928"/>
                    <a:pt x="360334" y="46750"/>
                  </a:cubicBezTo>
                  <a:cubicBezTo>
                    <a:pt x="316405" y="23875"/>
                    <a:pt x="230456" y="-1543"/>
                    <a:pt x="144507" y="81064"/>
                  </a:cubicBezTo>
                  <a:cubicBezTo>
                    <a:pt x="142597" y="82970"/>
                    <a:pt x="140688" y="84876"/>
                    <a:pt x="138777" y="86783"/>
                  </a:cubicBezTo>
                  <a:lnTo>
                    <a:pt x="138141" y="87418"/>
                  </a:lnTo>
                  <a:cubicBezTo>
                    <a:pt x="136867" y="88689"/>
                    <a:pt x="136231" y="89324"/>
                    <a:pt x="134958" y="90595"/>
                  </a:cubicBezTo>
                  <a:cubicBezTo>
                    <a:pt x="17176" y="211328"/>
                    <a:pt x="-10200" y="393697"/>
                    <a:pt x="68109" y="544295"/>
                  </a:cubicBezTo>
                  <a:cubicBezTo>
                    <a:pt x="71292" y="550014"/>
                    <a:pt x="68745" y="557639"/>
                    <a:pt x="63015" y="560817"/>
                  </a:cubicBezTo>
                  <a:cubicBezTo>
                    <a:pt x="61742" y="560817"/>
                    <a:pt x="59832" y="561452"/>
                    <a:pt x="57922" y="5614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 201">
              <a:extLst>
                <a:ext uri="{FF2B5EF4-FFF2-40B4-BE49-F238E27FC236}">
                  <a16:creationId xmlns:a16="http://schemas.microsoft.com/office/drawing/2014/main" id="{7162B6D0-632D-DB9C-8648-BA9F78BB9ADD}"/>
                </a:ext>
              </a:extLst>
            </p:cNvPr>
            <p:cNvSpPr/>
            <p:nvPr/>
          </p:nvSpPr>
          <p:spPr>
            <a:xfrm>
              <a:off x="7471755" y="2879172"/>
              <a:ext cx="1393418" cy="1391755"/>
            </a:xfrm>
            <a:custGeom>
              <a:avLst/>
              <a:gdLst>
                <a:gd name="connsiteX0" fmla="*/ 77932 w 1393418"/>
                <a:gd name="connsiteY0" fmla="*/ 352820 h 1391755"/>
                <a:gd name="connsiteX1" fmla="*/ 58196 w 1393418"/>
                <a:gd name="connsiteY1" fmla="*/ 356633 h 1391755"/>
                <a:gd name="connsiteX2" fmla="*/ 28273 w 1393418"/>
                <a:gd name="connsiteY2" fmla="*/ 385228 h 1391755"/>
                <a:gd name="connsiteX3" fmla="*/ 27636 w 1393418"/>
                <a:gd name="connsiteY3" fmla="*/ 426531 h 1391755"/>
                <a:gd name="connsiteX4" fmla="*/ 49919 w 1393418"/>
                <a:gd name="connsiteY4" fmla="*/ 474188 h 1391755"/>
                <a:gd name="connsiteX5" fmla="*/ 136504 w 1393418"/>
                <a:gd name="connsiteY5" fmla="*/ 589202 h 1391755"/>
                <a:gd name="connsiteX6" fmla="*/ 200170 w 1393418"/>
                <a:gd name="connsiteY6" fmla="*/ 643214 h 1391755"/>
                <a:gd name="connsiteX7" fmla="*/ 205263 w 1393418"/>
                <a:gd name="connsiteY7" fmla="*/ 651475 h 1391755"/>
                <a:gd name="connsiteX8" fmla="*/ 379707 w 1393418"/>
                <a:gd name="connsiteY8" fmla="*/ 1012401 h 1391755"/>
                <a:gd name="connsiteX9" fmla="*/ 741328 w 1393418"/>
                <a:gd name="connsiteY9" fmla="*/ 1186510 h 1391755"/>
                <a:gd name="connsiteX10" fmla="*/ 749604 w 1393418"/>
                <a:gd name="connsiteY10" fmla="*/ 1191594 h 1391755"/>
                <a:gd name="connsiteX11" fmla="*/ 803720 w 1393418"/>
                <a:gd name="connsiteY11" fmla="*/ 1254502 h 1391755"/>
                <a:gd name="connsiteX12" fmla="*/ 918955 w 1393418"/>
                <a:gd name="connsiteY12" fmla="*/ 1340921 h 1391755"/>
                <a:gd name="connsiteX13" fmla="*/ 920229 w 1393418"/>
                <a:gd name="connsiteY13" fmla="*/ 1341556 h 1391755"/>
                <a:gd name="connsiteX14" fmla="*/ 966704 w 1393418"/>
                <a:gd name="connsiteY14" fmla="*/ 1363161 h 1391755"/>
                <a:gd name="connsiteX15" fmla="*/ 1008087 w 1393418"/>
                <a:gd name="connsiteY15" fmla="*/ 1362525 h 1391755"/>
                <a:gd name="connsiteX16" fmla="*/ 1036736 w 1393418"/>
                <a:gd name="connsiteY16" fmla="*/ 1332660 h 1391755"/>
                <a:gd name="connsiteX17" fmla="*/ 1036100 w 1393418"/>
                <a:gd name="connsiteY17" fmla="*/ 1291357 h 1391755"/>
                <a:gd name="connsiteX18" fmla="*/ 1006177 w 1393418"/>
                <a:gd name="connsiteY18" fmla="*/ 1262762 h 1391755"/>
                <a:gd name="connsiteX19" fmla="*/ 971161 w 1393418"/>
                <a:gd name="connsiteY19" fmla="*/ 1246876 h 1391755"/>
                <a:gd name="connsiteX20" fmla="*/ 908132 w 1393418"/>
                <a:gd name="connsiteY20" fmla="*/ 1203667 h 1391755"/>
                <a:gd name="connsiteX21" fmla="*/ 904312 w 1393418"/>
                <a:gd name="connsiteY21" fmla="*/ 1190958 h 1391755"/>
                <a:gd name="connsiteX22" fmla="*/ 913862 w 1393418"/>
                <a:gd name="connsiteY22" fmla="*/ 1182062 h 1391755"/>
                <a:gd name="connsiteX23" fmla="*/ 1240466 w 1393418"/>
                <a:gd name="connsiteY23" fmla="*/ 1013037 h 1391755"/>
                <a:gd name="connsiteX24" fmla="*/ 1302859 w 1393418"/>
                <a:gd name="connsiteY24" fmla="*/ 939326 h 1391755"/>
                <a:gd name="connsiteX25" fmla="*/ 1249379 w 1393418"/>
                <a:gd name="connsiteY25" fmla="*/ 496429 h 1391755"/>
                <a:gd name="connsiteX26" fmla="*/ 991534 w 1393418"/>
                <a:gd name="connsiteY26" fmla="*/ 415093 h 1391755"/>
                <a:gd name="connsiteX27" fmla="*/ 981347 w 1393418"/>
                <a:gd name="connsiteY27" fmla="*/ 411916 h 1391755"/>
                <a:gd name="connsiteX28" fmla="*/ 978164 w 1393418"/>
                <a:gd name="connsiteY28" fmla="*/ 401749 h 1391755"/>
                <a:gd name="connsiteX29" fmla="*/ 896672 w 1393418"/>
                <a:gd name="connsiteY29" fmla="*/ 144398 h 1391755"/>
                <a:gd name="connsiteX30" fmla="*/ 452923 w 1393418"/>
                <a:gd name="connsiteY30" fmla="*/ 91022 h 1391755"/>
                <a:gd name="connsiteX31" fmla="*/ 379707 w 1393418"/>
                <a:gd name="connsiteY31" fmla="*/ 153294 h 1391755"/>
                <a:gd name="connsiteX32" fmla="*/ 210357 w 1393418"/>
                <a:gd name="connsiteY32" fmla="*/ 479272 h 1391755"/>
                <a:gd name="connsiteX33" fmla="*/ 201444 w 1393418"/>
                <a:gd name="connsiteY33" fmla="*/ 488803 h 1391755"/>
                <a:gd name="connsiteX34" fmla="*/ 188711 w 1393418"/>
                <a:gd name="connsiteY34" fmla="*/ 484991 h 1391755"/>
                <a:gd name="connsiteX35" fmla="*/ 145418 w 1393418"/>
                <a:gd name="connsiteY35" fmla="*/ 422718 h 1391755"/>
                <a:gd name="connsiteX36" fmla="*/ 129501 w 1393418"/>
                <a:gd name="connsiteY36" fmla="*/ 387134 h 1391755"/>
                <a:gd name="connsiteX37" fmla="*/ 100852 w 1393418"/>
                <a:gd name="connsiteY37" fmla="*/ 357269 h 1391755"/>
                <a:gd name="connsiteX38" fmla="*/ 77932 w 1393418"/>
                <a:gd name="connsiteY38" fmla="*/ 352820 h 1391755"/>
                <a:gd name="connsiteX39" fmla="*/ 985804 w 1393418"/>
                <a:gd name="connsiteY39" fmla="*/ 1391755 h 1391755"/>
                <a:gd name="connsiteX40" fmla="*/ 957154 w 1393418"/>
                <a:gd name="connsiteY40" fmla="*/ 1386037 h 1391755"/>
                <a:gd name="connsiteX41" fmla="*/ 907495 w 1393418"/>
                <a:gd name="connsiteY41" fmla="*/ 1363161 h 1391755"/>
                <a:gd name="connsiteX42" fmla="*/ 906222 w 1393418"/>
                <a:gd name="connsiteY42" fmla="*/ 1362525 h 1391755"/>
                <a:gd name="connsiteX43" fmla="*/ 785893 w 1393418"/>
                <a:gd name="connsiteY43" fmla="*/ 1271658 h 1391755"/>
                <a:gd name="connsiteX44" fmla="*/ 732415 w 1393418"/>
                <a:gd name="connsiteY44" fmla="*/ 1210021 h 1391755"/>
                <a:gd name="connsiteX45" fmla="*/ 361881 w 1393418"/>
                <a:gd name="connsiteY45" fmla="*/ 1029558 h 1391755"/>
                <a:gd name="connsiteX46" fmla="*/ 181070 w 1393418"/>
                <a:gd name="connsiteY46" fmla="*/ 659735 h 1391755"/>
                <a:gd name="connsiteX47" fmla="*/ 119315 w 1393418"/>
                <a:gd name="connsiteY47" fmla="*/ 606359 h 1391755"/>
                <a:gd name="connsiteX48" fmla="*/ 28273 w 1393418"/>
                <a:gd name="connsiteY48" fmla="*/ 485626 h 1391755"/>
                <a:gd name="connsiteX49" fmla="*/ 5353 w 1393418"/>
                <a:gd name="connsiteY49" fmla="*/ 435427 h 1391755"/>
                <a:gd name="connsiteX50" fmla="*/ 6627 w 1393418"/>
                <a:gd name="connsiteY50" fmla="*/ 375061 h 1391755"/>
                <a:gd name="connsiteX51" fmla="*/ 49919 w 1393418"/>
                <a:gd name="connsiteY51" fmla="*/ 333122 h 1391755"/>
                <a:gd name="connsiteX52" fmla="*/ 110402 w 1393418"/>
                <a:gd name="connsiteY52" fmla="*/ 334393 h 1391755"/>
                <a:gd name="connsiteX53" fmla="*/ 152421 w 1393418"/>
                <a:gd name="connsiteY53" fmla="*/ 377602 h 1391755"/>
                <a:gd name="connsiteX54" fmla="*/ 167064 w 1393418"/>
                <a:gd name="connsiteY54" fmla="*/ 410010 h 1391755"/>
                <a:gd name="connsiteX55" fmla="*/ 191894 w 1393418"/>
                <a:gd name="connsiteY55" fmla="*/ 447500 h 1391755"/>
                <a:gd name="connsiteX56" fmla="*/ 362517 w 1393418"/>
                <a:gd name="connsiteY56" fmla="*/ 134867 h 1391755"/>
                <a:gd name="connsiteX57" fmla="*/ 438916 w 1393418"/>
                <a:gd name="connsiteY57" fmla="*/ 70052 h 1391755"/>
                <a:gd name="connsiteX58" fmla="*/ 915772 w 1393418"/>
                <a:gd name="connsiteY58" fmla="*/ 127241 h 1391755"/>
                <a:gd name="connsiteX59" fmla="*/ 1004267 w 1393418"/>
                <a:gd name="connsiteY59" fmla="*/ 388405 h 1391755"/>
                <a:gd name="connsiteX60" fmla="*/ 1265932 w 1393418"/>
                <a:gd name="connsiteY60" fmla="*/ 476730 h 1391755"/>
                <a:gd name="connsiteX61" fmla="*/ 1323231 w 1393418"/>
                <a:gd name="connsiteY61" fmla="*/ 952670 h 1391755"/>
                <a:gd name="connsiteX62" fmla="*/ 1258293 w 1393418"/>
                <a:gd name="connsiteY62" fmla="*/ 1028922 h 1391755"/>
                <a:gd name="connsiteX63" fmla="*/ 945058 w 1393418"/>
                <a:gd name="connsiteY63" fmla="*/ 1199219 h 1391755"/>
                <a:gd name="connsiteX64" fmla="*/ 983257 w 1393418"/>
                <a:gd name="connsiteY64" fmla="*/ 1224001 h 1391755"/>
                <a:gd name="connsiteX65" fmla="*/ 1015727 w 1393418"/>
                <a:gd name="connsiteY65" fmla="*/ 1238616 h 1391755"/>
                <a:gd name="connsiteX66" fmla="*/ 1059019 w 1393418"/>
                <a:gd name="connsiteY66" fmla="*/ 1280554 h 1391755"/>
                <a:gd name="connsiteX67" fmla="*/ 1060293 w 1393418"/>
                <a:gd name="connsiteY67" fmla="*/ 1340921 h 1391755"/>
                <a:gd name="connsiteX68" fmla="*/ 1018273 w 1393418"/>
                <a:gd name="connsiteY68" fmla="*/ 1384130 h 1391755"/>
                <a:gd name="connsiteX69" fmla="*/ 985804 w 1393418"/>
                <a:gd name="connsiteY69" fmla="*/ 1391755 h 1391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393418" h="1391755">
                  <a:moveTo>
                    <a:pt x="77932" y="352820"/>
                  </a:moveTo>
                  <a:cubicBezTo>
                    <a:pt x="70929" y="352820"/>
                    <a:pt x="64563" y="354091"/>
                    <a:pt x="58196" y="356633"/>
                  </a:cubicBezTo>
                  <a:cubicBezTo>
                    <a:pt x="44826" y="361717"/>
                    <a:pt x="34003" y="371883"/>
                    <a:pt x="28273" y="385228"/>
                  </a:cubicBezTo>
                  <a:cubicBezTo>
                    <a:pt x="22543" y="398572"/>
                    <a:pt x="21906" y="413187"/>
                    <a:pt x="27636" y="426531"/>
                  </a:cubicBezTo>
                  <a:cubicBezTo>
                    <a:pt x="34003" y="442417"/>
                    <a:pt x="41006" y="458303"/>
                    <a:pt x="49919" y="474188"/>
                  </a:cubicBezTo>
                  <a:cubicBezTo>
                    <a:pt x="49919" y="474824"/>
                    <a:pt x="83662" y="535826"/>
                    <a:pt x="136504" y="589202"/>
                  </a:cubicBezTo>
                  <a:cubicBezTo>
                    <a:pt x="156878" y="609536"/>
                    <a:pt x="177887" y="627328"/>
                    <a:pt x="200170" y="643214"/>
                  </a:cubicBezTo>
                  <a:cubicBezTo>
                    <a:pt x="202717" y="645120"/>
                    <a:pt x="204627" y="648297"/>
                    <a:pt x="205263" y="651475"/>
                  </a:cubicBezTo>
                  <a:cubicBezTo>
                    <a:pt x="221180" y="789364"/>
                    <a:pt x="281026" y="914544"/>
                    <a:pt x="379707" y="1012401"/>
                  </a:cubicBezTo>
                  <a:cubicBezTo>
                    <a:pt x="477753" y="1110258"/>
                    <a:pt x="603174" y="1170624"/>
                    <a:pt x="741328" y="1186510"/>
                  </a:cubicBezTo>
                  <a:cubicBezTo>
                    <a:pt x="744511" y="1187146"/>
                    <a:pt x="747694" y="1188416"/>
                    <a:pt x="749604" y="1191594"/>
                  </a:cubicBezTo>
                  <a:cubicBezTo>
                    <a:pt x="766157" y="1214469"/>
                    <a:pt x="784620" y="1235439"/>
                    <a:pt x="803720" y="1254502"/>
                  </a:cubicBezTo>
                  <a:cubicBezTo>
                    <a:pt x="855926" y="1306607"/>
                    <a:pt x="916408" y="1339650"/>
                    <a:pt x="918955" y="1340921"/>
                  </a:cubicBezTo>
                  <a:lnTo>
                    <a:pt x="920229" y="1341556"/>
                  </a:lnTo>
                  <a:cubicBezTo>
                    <a:pt x="935508" y="1349181"/>
                    <a:pt x="950788" y="1356806"/>
                    <a:pt x="966704" y="1363161"/>
                  </a:cubicBezTo>
                  <a:cubicBezTo>
                    <a:pt x="980074" y="1368244"/>
                    <a:pt x="994717" y="1368244"/>
                    <a:pt x="1008087" y="1362525"/>
                  </a:cubicBezTo>
                  <a:cubicBezTo>
                    <a:pt x="1021456" y="1356806"/>
                    <a:pt x="1031643" y="1346004"/>
                    <a:pt x="1036736" y="1332660"/>
                  </a:cubicBezTo>
                  <a:cubicBezTo>
                    <a:pt x="1041830" y="1319316"/>
                    <a:pt x="1041830" y="1304701"/>
                    <a:pt x="1036100" y="1291357"/>
                  </a:cubicBezTo>
                  <a:cubicBezTo>
                    <a:pt x="1030370" y="1278013"/>
                    <a:pt x="1019547" y="1267846"/>
                    <a:pt x="1006177" y="1262762"/>
                  </a:cubicBezTo>
                  <a:cubicBezTo>
                    <a:pt x="994081" y="1258314"/>
                    <a:pt x="982620" y="1252595"/>
                    <a:pt x="971161" y="1246876"/>
                  </a:cubicBezTo>
                  <a:cubicBezTo>
                    <a:pt x="965431" y="1243699"/>
                    <a:pt x="938054" y="1227813"/>
                    <a:pt x="908132" y="1203667"/>
                  </a:cubicBezTo>
                  <a:cubicBezTo>
                    <a:pt x="904312" y="1200490"/>
                    <a:pt x="903038" y="1196042"/>
                    <a:pt x="904312" y="1190958"/>
                  </a:cubicBezTo>
                  <a:cubicBezTo>
                    <a:pt x="905585" y="1186510"/>
                    <a:pt x="909405" y="1182698"/>
                    <a:pt x="913862" y="1182062"/>
                  </a:cubicBezTo>
                  <a:cubicBezTo>
                    <a:pt x="1038010" y="1160457"/>
                    <a:pt x="1151334" y="1102633"/>
                    <a:pt x="1240466" y="1013037"/>
                  </a:cubicBezTo>
                  <a:cubicBezTo>
                    <a:pt x="1263386" y="990161"/>
                    <a:pt x="1284396" y="965379"/>
                    <a:pt x="1302859" y="939326"/>
                  </a:cubicBezTo>
                  <a:cubicBezTo>
                    <a:pt x="1423823" y="771572"/>
                    <a:pt x="1360158" y="591744"/>
                    <a:pt x="1249379" y="496429"/>
                  </a:cubicBezTo>
                  <a:cubicBezTo>
                    <a:pt x="1177437" y="434156"/>
                    <a:pt x="1080666" y="403655"/>
                    <a:pt x="991534" y="415093"/>
                  </a:cubicBezTo>
                  <a:cubicBezTo>
                    <a:pt x="987714" y="415728"/>
                    <a:pt x="983894" y="414458"/>
                    <a:pt x="981347" y="411916"/>
                  </a:cubicBezTo>
                  <a:cubicBezTo>
                    <a:pt x="978801" y="409374"/>
                    <a:pt x="977528" y="405562"/>
                    <a:pt x="978164" y="401749"/>
                  </a:cubicBezTo>
                  <a:cubicBezTo>
                    <a:pt x="989623" y="312788"/>
                    <a:pt x="959701" y="216202"/>
                    <a:pt x="896672" y="144398"/>
                  </a:cubicBezTo>
                  <a:cubicBezTo>
                    <a:pt x="800537" y="33833"/>
                    <a:pt x="621000" y="-29711"/>
                    <a:pt x="452923" y="91022"/>
                  </a:cubicBezTo>
                  <a:cubicBezTo>
                    <a:pt x="426820" y="109449"/>
                    <a:pt x="401990" y="130419"/>
                    <a:pt x="379707" y="153294"/>
                  </a:cubicBezTo>
                  <a:cubicBezTo>
                    <a:pt x="290576" y="242255"/>
                    <a:pt x="232003" y="355362"/>
                    <a:pt x="210357" y="479272"/>
                  </a:cubicBezTo>
                  <a:cubicBezTo>
                    <a:pt x="209720" y="483720"/>
                    <a:pt x="205900" y="487533"/>
                    <a:pt x="201444" y="488803"/>
                  </a:cubicBezTo>
                  <a:cubicBezTo>
                    <a:pt x="196987" y="490074"/>
                    <a:pt x="191894" y="488168"/>
                    <a:pt x="188711" y="484991"/>
                  </a:cubicBezTo>
                  <a:cubicBezTo>
                    <a:pt x="162608" y="453219"/>
                    <a:pt x="146054" y="423989"/>
                    <a:pt x="145418" y="422718"/>
                  </a:cubicBezTo>
                  <a:cubicBezTo>
                    <a:pt x="139051" y="411280"/>
                    <a:pt x="133958" y="399207"/>
                    <a:pt x="129501" y="387134"/>
                  </a:cubicBezTo>
                  <a:cubicBezTo>
                    <a:pt x="124408" y="373790"/>
                    <a:pt x="114221" y="362987"/>
                    <a:pt x="100852" y="357269"/>
                  </a:cubicBezTo>
                  <a:cubicBezTo>
                    <a:pt x="92576" y="354091"/>
                    <a:pt x="84935" y="352820"/>
                    <a:pt x="77932" y="352820"/>
                  </a:cubicBezTo>
                  <a:moveTo>
                    <a:pt x="985804" y="1391755"/>
                  </a:moveTo>
                  <a:cubicBezTo>
                    <a:pt x="976254" y="1391755"/>
                    <a:pt x="966067" y="1389849"/>
                    <a:pt x="957154" y="1386037"/>
                  </a:cubicBezTo>
                  <a:cubicBezTo>
                    <a:pt x="940601" y="1379682"/>
                    <a:pt x="924048" y="1372057"/>
                    <a:pt x="907495" y="1363161"/>
                  </a:cubicBezTo>
                  <a:lnTo>
                    <a:pt x="906222" y="1362525"/>
                  </a:lnTo>
                  <a:cubicBezTo>
                    <a:pt x="899219" y="1358713"/>
                    <a:pt x="839373" y="1325035"/>
                    <a:pt x="785893" y="1271658"/>
                  </a:cubicBezTo>
                  <a:cubicBezTo>
                    <a:pt x="766794" y="1252595"/>
                    <a:pt x="748968" y="1232261"/>
                    <a:pt x="732415" y="1210021"/>
                  </a:cubicBezTo>
                  <a:cubicBezTo>
                    <a:pt x="590440" y="1192864"/>
                    <a:pt x="462473" y="1130592"/>
                    <a:pt x="361881" y="1029558"/>
                  </a:cubicBezTo>
                  <a:cubicBezTo>
                    <a:pt x="260652" y="928524"/>
                    <a:pt x="198260" y="800802"/>
                    <a:pt x="181070" y="659735"/>
                  </a:cubicBezTo>
                  <a:cubicBezTo>
                    <a:pt x="159424" y="643849"/>
                    <a:pt x="139051" y="626057"/>
                    <a:pt x="119315" y="606359"/>
                  </a:cubicBezTo>
                  <a:cubicBezTo>
                    <a:pt x="63926" y="551076"/>
                    <a:pt x="28273" y="486262"/>
                    <a:pt x="28273" y="485626"/>
                  </a:cubicBezTo>
                  <a:cubicBezTo>
                    <a:pt x="19360" y="468470"/>
                    <a:pt x="11720" y="452584"/>
                    <a:pt x="5353" y="435427"/>
                  </a:cubicBezTo>
                  <a:cubicBezTo>
                    <a:pt x="-2286" y="415728"/>
                    <a:pt x="-1650" y="394759"/>
                    <a:pt x="6627" y="375061"/>
                  </a:cubicBezTo>
                  <a:cubicBezTo>
                    <a:pt x="14903" y="355998"/>
                    <a:pt x="30183" y="340747"/>
                    <a:pt x="49919" y="333122"/>
                  </a:cubicBezTo>
                  <a:cubicBezTo>
                    <a:pt x="69655" y="325497"/>
                    <a:pt x="90665" y="326132"/>
                    <a:pt x="110402" y="334393"/>
                  </a:cubicBezTo>
                  <a:cubicBezTo>
                    <a:pt x="129501" y="342654"/>
                    <a:pt x="144781" y="357904"/>
                    <a:pt x="152421" y="377602"/>
                  </a:cubicBezTo>
                  <a:cubicBezTo>
                    <a:pt x="156878" y="389040"/>
                    <a:pt x="161970" y="399843"/>
                    <a:pt x="167064" y="410010"/>
                  </a:cubicBezTo>
                  <a:cubicBezTo>
                    <a:pt x="167701" y="410645"/>
                    <a:pt x="176614" y="426531"/>
                    <a:pt x="191894" y="447500"/>
                  </a:cubicBezTo>
                  <a:cubicBezTo>
                    <a:pt x="217360" y="328674"/>
                    <a:pt x="276569" y="221286"/>
                    <a:pt x="362517" y="134867"/>
                  </a:cubicBezTo>
                  <a:cubicBezTo>
                    <a:pt x="386074" y="111355"/>
                    <a:pt x="412177" y="89115"/>
                    <a:pt x="438916" y="70052"/>
                  </a:cubicBezTo>
                  <a:cubicBezTo>
                    <a:pt x="619726" y="-59576"/>
                    <a:pt x="812634" y="9051"/>
                    <a:pt x="915772" y="127241"/>
                  </a:cubicBezTo>
                  <a:cubicBezTo>
                    <a:pt x="979437" y="200316"/>
                    <a:pt x="1011906" y="296902"/>
                    <a:pt x="1004267" y="388405"/>
                  </a:cubicBezTo>
                  <a:cubicBezTo>
                    <a:pt x="1095946" y="380780"/>
                    <a:pt x="1192717" y="413187"/>
                    <a:pt x="1265932" y="476730"/>
                  </a:cubicBezTo>
                  <a:cubicBezTo>
                    <a:pt x="1384350" y="579671"/>
                    <a:pt x="1453109" y="772207"/>
                    <a:pt x="1323231" y="952670"/>
                  </a:cubicBezTo>
                  <a:cubicBezTo>
                    <a:pt x="1303495" y="979994"/>
                    <a:pt x="1281849" y="1005411"/>
                    <a:pt x="1258293" y="1028922"/>
                  </a:cubicBezTo>
                  <a:cubicBezTo>
                    <a:pt x="1171708" y="1115342"/>
                    <a:pt x="1064113" y="1173801"/>
                    <a:pt x="945058" y="1199219"/>
                  </a:cubicBezTo>
                  <a:cubicBezTo>
                    <a:pt x="964157" y="1213198"/>
                    <a:pt x="979437" y="1222094"/>
                    <a:pt x="983257" y="1224001"/>
                  </a:cubicBezTo>
                  <a:cubicBezTo>
                    <a:pt x="993444" y="1229084"/>
                    <a:pt x="1004267" y="1234168"/>
                    <a:pt x="1015727" y="1238616"/>
                  </a:cubicBezTo>
                  <a:cubicBezTo>
                    <a:pt x="1035463" y="1246241"/>
                    <a:pt x="1050743" y="1260856"/>
                    <a:pt x="1059019" y="1280554"/>
                  </a:cubicBezTo>
                  <a:cubicBezTo>
                    <a:pt x="1067296" y="1299617"/>
                    <a:pt x="1067932" y="1321222"/>
                    <a:pt x="1060293" y="1340921"/>
                  </a:cubicBezTo>
                  <a:cubicBezTo>
                    <a:pt x="1052653" y="1360619"/>
                    <a:pt x="1038010" y="1375870"/>
                    <a:pt x="1018273" y="1384130"/>
                  </a:cubicBezTo>
                  <a:cubicBezTo>
                    <a:pt x="1006814" y="1389214"/>
                    <a:pt x="996627" y="1391755"/>
                    <a:pt x="985804" y="139175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 202">
              <a:extLst>
                <a:ext uri="{FF2B5EF4-FFF2-40B4-BE49-F238E27FC236}">
                  <a16:creationId xmlns:a16="http://schemas.microsoft.com/office/drawing/2014/main" id="{2776A92A-147E-AA98-45F4-AD34B313CC65}"/>
                </a:ext>
              </a:extLst>
            </p:cNvPr>
            <p:cNvSpPr/>
            <p:nvPr/>
          </p:nvSpPr>
          <p:spPr>
            <a:xfrm>
              <a:off x="2597096" y="4096783"/>
              <a:ext cx="527238" cy="234510"/>
            </a:xfrm>
            <a:custGeom>
              <a:avLst/>
              <a:gdLst>
                <a:gd name="connsiteX0" fmla="*/ 24873 w 527238"/>
                <a:gd name="connsiteY0" fmla="*/ 134748 h 234510"/>
                <a:gd name="connsiteX1" fmla="*/ 29330 w 527238"/>
                <a:gd name="connsiteY1" fmla="*/ 136654 h 234510"/>
                <a:gd name="connsiteX2" fmla="*/ 263619 w 527238"/>
                <a:gd name="connsiteY2" fmla="*/ 209729 h 234510"/>
                <a:gd name="connsiteX3" fmla="*/ 280172 w 527238"/>
                <a:gd name="connsiteY3" fmla="*/ 208458 h 234510"/>
                <a:gd name="connsiteX4" fmla="*/ 499182 w 527238"/>
                <a:gd name="connsiteY4" fmla="*/ 102976 h 234510"/>
                <a:gd name="connsiteX5" fmla="*/ 503002 w 527238"/>
                <a:gd name="connsiteY5" fmla="*/ 100434 h 234510"/>
                <a:gd name="connsiteX6" fmla="*/ 498545 w 527238"/>
                <a:gd name="connsiteY6" fmla="*/ 98528 h 234510"/>
                <a:gd name="connsiteX7" fmla="*/ 264256 w 527238"/>
                <a:gd name="connsiteY7" fmla="*/ 25453 h 234510"/>
                <a:gd name="connsiteX8" fmla="*/ 247703 w 527238"/>
                <a:gd name="connsiteY8" fmla="*/ 26724 h 234510"/>
                <a:gd name="connsiteX9" fmla="*/ 28693 w 527238"/>
                <a:gd name="connsiteY9" fmla="*/ 132206 h 234510"/>
                <a:gd name="connsiteX10" fmla="*/ 24873 w 527238"/>
                <a:gd name="connsiteY10" fmla="*/ 134748 h 234510"/>
                <a:gd name="connsiteX11" fmla="*/ 24873 w 527238"/>
                <a:gd name="connsiteY11" fmla="*/ 134748 h 234510"/>
                <a:gd name="connsiteX12" fmla="*/ 269986 w 527238"/>
                <a:gd name="connsiteY12" fmla="*/ 234511 h 234510"/>
                <a:gd name="connsiteX13" fmla="*/ 255979 w 527238"/>
                <a:gd name="connsiteY13" fmla="*/ 232605 h 234510"/>
                <a:gd name="connsiteX14" fmla="*/ 21690 w 527238"/>
                <a:gd name="connsiteY14" fmla="*/ 159530 h 234510"/>
                <a:gd name="connsiteX15" fmla="*/ 44 w 527238"/>
                <a:gd name="connsiteY15" fmla="*/ 136019 h 234510"/>
                <a:gd name="connsiteX16" fmla="*/ 17233 w 527238"/>
                <a:gd name="connsiteY16" fmla="*/ 109966 h 234510"/>
                <a:gd name="connsiteX17" fmla="*/ 236243 w 527238"/>
                <a:gd name="connsiteY17" fmla="*/ 4484 h 234510"/>
                <a:gd name="connsiteX18" fmla="*/ 271259 w 527238"/>
                <a:gd name="connsiteY18" fmla="*/ 1942 h 234510"/>
                <a:gd name="connsiteX19" fmla="*/ 505549 w 527238"/>
                <a:gd name="connsiteY19" fmla="*/ 75017 h 234510"/>
                <a:gd name="connsiteX20" fmla="*/ 527195 w 527238"/>
                <a:gd name="connsiteY20" fmla="*/ 98528 h 234510"/>
                <a:gd name="connsiteX21" fmla="*/ 510005 w 527238"/>
                <a:gd name="connsiteY21" fmla="*/ 124581 h 234510"/>
                <a:gd name="connsiteX22" fmla="*/ 290996 w 527238"/>
                <a:gd name="connsiteY22" fmla="*/ 230063 h 234510"/>
                <a:gd name="connsiteX23" fmla="*/ 269986 w 527238"/>
                <a:gd name="connsiteY23" fmla="*/ 234511 h 234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7238" h="234510">
                  <a:moveTo>
                    <a:pt x="24873" y="134748"/>
                  </a:moveTo>
                  <a:cubicBezTo>
                    <a:pt x="25510" y="134748"/>
                    <a:pt x="26783" y="135383"/>
                    <a:pt x="29330" y="136654"/>
                  </a:cubicBezTo>
                  <a:lnTo>
                    <a:pt x="263619" y="209729"/>
                  </a:lnTo>
                  <a:cubicBezTo>
                    <a:pt x="268713" y="211635"/>
                    <a:pt x="275716" y="211000"/>
                    <a:pt x="280172" y="208458"/>
                  </a:cubicBezTo>
                  <a:lnTo>
                    <a:pt x="499182" y="102976"/>
                  </a:lnTo>
                  <a:cubicBezTo>
                    <a:pt x="501729" y="101705"/>
                    <a:pt x="502365" y="100434"/>
                    <a:pt x="503002" y="100434"/>
                  </a:cubicBezTo>
                  <a:cubicBezTo>
                    <a:pt x="503002" y="100434"/>
                    <a:pt x="501092" y="99799"/>
                    <a:pt x="498545" y="98528"/>
                  </a:cubicBezTo>
                  <a:lnTo>
                    <a:pt x="264256" y="25453"/>
                  </a:lnTo>
                  <a:cubicBezTo>
                    <a:pt x="259163" y="23547"/>
                    <a:pt x="252159" y="24182"/>
                    <a:pt x="247703" y="26724"/>
                  </a:cubicBezTo>
                  <a:lnTo>
                    <a:pt x="28693" y="132206"/>
                  </a:lnTo>
                  <a:cubicBezTo>
                    <a:pt x="26147" y="132841"/>
                    <a:pt x="25510" y="134112"/>
                    <a:pt x="24873" y="134748"/>
                  </a:cubicBezTo>
                  <a:lnTo>
                    <a:pt x="24873" y="134748"/>
                  </a:lnTo>
                  <a:moveTo>
                    <a:pt x="269986" y="234511"/>
                  </a:moveTo>
                  <a:cubicBezTo>
                    <a:pt x="265529" y="234511"/>
                    <a:pt x="260436" y="233876"/>
                    <a:pt x="255979" y="232605"/>
                  </a:cubicBezTo>
                  <a:lnTo>
                    <a:pt x="21690" y="159530"/>
                  </a:lnTo>
                  <a:cubicBezTo>
                    <a:pt x="8957" y="155717"/>
                    <a:pt x="1317" y="146821"/>
                    <a:pt x="44" y="136019"/>
                  </a:cubicBezTo>
                  <a:cubicBezTo>
                    <a:pt x="-593" y="125216"/>
                    <a:pt x="5774" y="115685"/>
                    <a:pt x="17233" y="109966"/>
                  </a:cubicBezTo>
                  <a:lnTo>
                    <a:pt x="236243" y="4484"/>
                  </a:lnTo>
                  <a:cubicBezTo>
                    <a:pt x="246430" y="-600"/>
                    <a:pt x="259799" y="-1235"/>
                    <a:pt x="271259" y="1942"/>
                  </a:cubicBezTo>
                  <a:lnTo>
                    <a:pt x="505549" y="75017"/>
                  </a:lnTo>
                  <a:cubicBezTo>
                    <a:pt x="518282" y="78830"/>
                    <a:pt x="525922" y="87726"/>
                    <a:pt x="527195" y="98528"/>
                  </a:cubicBezTo>
                  <a:cubicBezTo>
                    <a:pt x="527832" y="109330"/>
                    <a:pt x="521465" y="118862"/>
                    <a:pt x="510005" y="124581"/>
                  </a:cubicBezTo>
                  <a:lnTo>
                    <a:pt x="290996" y="230063"/>
                  </a:lnTo>
                  <a:cubicBezTo>
                    <a:pt x="284629" y="232605"/>
                    <a:pt x="277626" y="234511"/>
                    <a:pt x="269986" y="2345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 203">
              <a:extLst>
                <a:ext uri="{FF2B5EF4-FFF2-40B4-BE49-F238E27FC236}">
                  <a16:creationId xmlns:a16="http://schemas.microsoft.com/office/drawing/2014/main" id="{48BA489F-D474-7541-8040-286ABC41316B}"/>
                </a:ext>
              </a:extLst>
            </p:cNvPr>
            <p:cNvSpPr/>
            <p:nvPr/>
          </p:nvSpPr>
          <p:spPr>
            <a:xfrm>
              <a:off x="2598359" y="4184455"/>
              <a:ext cx="533115" cy="246602"/>
            </a:xfrm>
            <a:custGeom>
              <a:avLst/>
              <a:gdLst>
                <a:gd name="connsiteX0" fmla="*/ 276363 w 533115"/>
                <a:gd name="connsiteY0" fmla="*/ 246602 h 246602"/>
                <a:gd name="connsiteX1" fmla="*/ 258536 w 533115"/>
                <a:gd name="connsiteY1" fmla="*/ 244060 h 246602"/>
                <a:gd name="connsiteX2" fmla="*/ 49713 w 533115"/>
                <a:gd name="connsiteY2" fmla="*/ 179246 h 246602"/>
                <a:gd name="connsiteX3" fmla="*/ 6420 w 533115"/>
                <a:gd name="connsiteY3" fmla="*/ 127776 h 246602"/>
                <a:gd name="connsiteX4" fmla="*/ 54 w 533115"/>
                <a:gd name="connsiteY4" fmla="*/ 50888 h 246602"/>
                <a:gd name="connsiteX5" fmla="*/ 10877 w 533115"/>
                <a:gd name="connsiteY5" fmla="*/ 37544 h 246602"/>
                <a:gd name="connsiteX6" fmla="*/ 24247 w 533115"/>
                <a:gd name="connsiteY6" fmla="*/ 48347 h 246602"/>
                <a:gd name="connsiteX7" fmla="*/ 30613 w 533115"/>
                <a:gd name="connsiteY7" fmla="*/ 125234 h 246602"/>
                <a:gd name="connsiteX8" fmla="*/ 56716 w 533115"/>
                <a:gd name="connsiteY8" fmla="*/ 155735 h 246602"/>
                <a:gd name="connsiteX9" fmla="*/ 266176 w 533115"/>
                <a:gd name="connsiteY9" fmla="*/ 219914 h 246602"/>
                <a:gd name="connsiteX10" fmla="*/ 292279 w 533115"/>
                <a:gd name="connsiteY10" fmla="*/ 218008 h 246602"/>
                <a:gd name="connsiteX11" fmla="*/ 488369 w 533115"/>
                <a:gd name="connsiteY11" fmla="*/ 123963 h 246602"/>
                <a:gd name="connsiteX12" fmla="*/ 508742 w 533115"/>
                <a:gd name="connsiteY12" fmla="*/ 90285 h 246602"/>
                <a:gd name="connsiteX13" fmla="*/ 502375 w 533115"/>
                <a:gd name="connsiteY13" fmla="*/ 13398 h 246602"/>
                <a:gd name="connsiteX14" fmla="*/ 513199 w 533115"/>
                <a:gd name="connsiteY14" fmla="*/ 54 h 246602"/>
                <a:gd name="connsiteX15" fmla="*/ 526569 w 533115"/>
                <a:gd name="connsiteY15" fmla="*/ 10856 h 246602"/>
                <a:gd name="connsiteX16" fmla="*/ 532935 w 533115"/>
                <a:gd name="connsiteY16" fmla="*/ 87744 h 246602"/>
                <a:gd name="connsiteX17" fmla="*/ 498556 w 533115"/>
                <a:gd name="connsiteY17" fmla="*/ 144933 h 246602"/>
                <a:gd name="connsiteX18" fmla="*/ 302466 w 533115"/>
                <a:gd name="connsiteY18" fmla="*/ 238977 h 246602"/>
                <a:gd name="connsiteX19" fmla="*/ 276363 w 533115"/>
                <a:gd name="connsiteY19" fmla="*/ 246602 h 246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33115" h="246602">
                  <a:moveTo>
                    <a:pt x="276363" y="246602"/>
                  </a:moveTo>
                  <a:cubicBezTo>
                    <a:pt x="270633" y="246602"/>
                    <a:pt x="264266" y="245967"/>
                    <a:pt x="258536" y="244060"/>
                  </a:cubicBezTo>
                  <a:lnTo>
                    <a:pt x="49713" y="179246"/>
                  </a:lnTo>
                  <a:cubicBezTo>
                    <a:pt x="25520" y="171621"/>
                    <a:pt x="8330" y="151287"/>
                    <a:pt x="6420" y="127776"/>
                  </a:cubicBezTo>
                  <a:lnTo>
                    <a:pt x="54" y="50888"/>
                  </a:lnTo>
                  <a:cubicBezTo>
                    <a:pt x="-583" y="43899"/>
                    <a:pt x="4511" y="38180"/>
                    <a:pt x="10877" y="37544"/>
                  </a:cubicBezTo>
                  <a:cubicBezTo>
                    <a:pt x="17244" y="36909"/>
                    <a:pt x="23610" y="41992"/>
                    <a:pt x="24247" y="48347"/>
                  </a:cubicBezTo>
                  <a:lnTo>
                    <a:pt x="30613" y="125234"/>
                  </a:lnTo>
                  <a:cubicBezTo>
                    <a:pt x="31887" y="139214"/>
                    <a:pt x="42073" y="151287"/>
                    <a:pt x="56716" y="155735"/>
                  </a:cubicBezTo>
                  <a:lnTo>
                    <a:pt x="266176" y="219914"/>
                  </a:lnTo>
                  <a:cubicBezTo>
                    <a:pt x="274453" y="222456"/>
                    <a:pt x="284003" y="221820"/>
                    <a:pt x="292279" y="218008"/>
                  </a:cubicBezTo>
                  <a:lnTo>
                    <a:pt x="488369" y="123963"/>
                  </a:lnTo>
                  <a:cubicBezTo>
                    <a:pt x="501739" y="117609"/>
                    <a:pt x="510015" y="104265"/>
                    <a:pt x="508742" y="90285"/>
                  </a:cubicBezTo>
                  <a:lnTo>
                    <a:pt x="502375" y="13398"/>
                  </a:lnTo>
                  <a:cubicBezTo>
                    <a:pt x="501739" y="6408"/>
                    <a:pt x="506832" y="689"/>
                    <a:pt x="513199" y="54"/>
                  </a:cubicBezTo>
                  <a:cubicBezTo>
                    <a:pt x="519565" y="-582"/>
                    <a:pt x="525932" y="4502"/>
                    <a:pt x="526569" y="10856"/>
                  </a:cubicBezTo>
                  <a:lnTo>
                    <a:pt x="532935" y="87744"/>
                  </a:lnTo>
                  <a:cubicBezTo>
                    <a:pt x="534845" y="111890"/>
                    <a:pt x="521475" y="134130"/>
                    <a:pt x="498556" y="144933"/>
                  </a:cubicBezTo>
                  <a:lnTo>
                    <a:pt x="302466" y="238977"/>
                  </a:lnTo>
                  <a:cubicBezTo>
                    <a:pt x="294189" y="244696"/>
                    <a:pt x="285276" y="246602"/>
                    <a:pt x="276363" y="24660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 204">
              <a:extLst>
                <a:ext uri="{FF2B5EF4-FFF2-40B4-BE49-F238E27FC236}">
                  <a16:creationId xmlns:a16="http://schemas.microsoft.com/office/drawing/2014/main" id="{46C752DC-BF73-060A-2057-F0BA159C0F13}"/>
                </a:ext>
              </a:extLst>
            </p:cNvPr>
            <p:cNvSpPr/>
            <p:nvPr/>
          </p:nvSpPr>
          <p:spPr>
            <a:xfrm>
              <a:off x="2860078" y="4313502"/>
              <a:ext cx="28066" cy="117555"/>
            </a:xfrm>
            <a:custGeom>
              <a:avLst/>
              <a:gdLst>
                <a:gd name="connsiteX0" fmla="*/ 15916 w 28066"/>
                <a:gd name="connsiteY0" fmla="*/ 117555 h 117555"/>
                <a:gd name="connsiteX1" fmla="*/ 3820 w 28066"/>
                <a:gd name="connsiteY1" fmla="*/ 106118 h 117555"/>
                <a:gd name="connsiteX2" fmla="*/ 0 w 28066"/>
                <a:gd name="connsiteY2" fmla="*/ 12709 h 117555"/>
                <a:gd name="connsiteX3" fmla="*/ 11460 w 28066"/>
                <a:gd name="connsiteY3" fmla="*/ 0 h 117555"/>
                <a:gd name="connsiteX4" fmla="*/ 24193 w 28066"/>
                <a:gd name="connsiteY4" fmla="*/ 11438 h 117555"/>
                <a:gd name="connsiteX5" fmla="*/ 28013 w 28066"/>
                <a:gd name="connsiteY5" fmla="*/ 104847 h 117555"/>
                <a:gd name="connsiteX6" fmla="*/ 15916 w 28066"/>
                <a:gd name="connsiteY6" fmla="*/ 117555 h 117555"/>
                <a:gd name="connsiteX7" fmla="*/ 15916 w 28066"/>
                <a:gd name="connsiteY7" fmla="*/ 117555 h 11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066" h="117555">
                  <a:moveTo>
                    <a:pt x="15916" y="117555"/>
                  </a:moveTo>
                  <a:cubicBezTo>
                    <a:pt x="9550" y="117555"/>
                    <a:pt x="3820" y="112472"/>
                    <a:pt x="3820" y="106118"/>
                  </a:cubicBezTo>
                  <a:lnTo>
                    <a:pt x="0" y="12709"/>
                  </a:lnTo>
                  <a:cubicBezTo>
                    <a:pt x="0" y="5719"/>
                    <a:pt x="5093" y="0"/>
                    <a:pt x="11460" y="0"/>
                  </a:cubicBezTo>
                  <a:cubicBezTo>
                    <a:pt x="18463" y="0"/>
                    <a:pt x="24193" y="5083"/>
                    <a:pt x="24193" y="11438"/>
                  </a:cubicBezTo>
                  <a:lnTo>
                    <a:pt x="28013" y="104847"/>
                  </a:lnTo>
                  <a:cubicBezTo>
                    <a:pt x="28650" y="111201"/>
                    <a:pt x="23556" y="116920"/>
                    <a:pt x="15916" y="117555"/>
                  </a:cubicBezTo>
                  <a:cubicBezTo>
                    <a:pt x="16343" y="117555"/>
                    <a:pt x="16343" y="117555"/>
                    <a:pt x="15916" y="11755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 205">
              <a:extLst>
                <a:ext uri="{FF2B5EF4-FFF2-40B4-BE49-F238E27FC236}">
                  <a16:creationId xmlns:a16="http://schemas.microsoft.com/office/drawing/2014/main" id="{92C7088E-1DCF-6B56-5B7D-0AC37E3A883B}"/>
                </a:ext>
              </a:extLst>
            </p:cNvPr>
            <p:cNvSpPr/>
            <p:nvPr/>
          </p:nvSpPr>
          <p:spPr>
            <a:xfrm>
              <a:off x="2345660" y="3979891"/>
              <a:ext cx="967727" cy="817811"/>
            </a:xfrm>
            <a:custGeom>
              <a:avLst/>
              <a:gdLst>
                <a:gd name="connsiteX0" fmla="*/ 385177 w 967727"/>
                <a:gd name="connsiteY0" fmla="*/ 685005 h 817811"/>
                <a:gd name="connsiteX1" fmla="*/ 396000 w 967727"/>
                <a:gd name="connsiteY1" fmla="*/ 691995 h 817811"/>
                <a:gd name="connsiteX2" fmla="*/ 541794 w 967727"/>
                <a:gd name="connsiteY2" fmla="*/ 793665 h 817811"/>
                <a:gd name="connsiteX3" fmla="*/ 543068 w 967727"/>
                <a:gd name="connsiteY3" fmla="*/ 793665 h 817811"/>
                <a:gd name="connsiteX4" fmla="*/ 695229 w 967727"/>
                <a:gd name="connsiteY4" fmla="*/ 680557 h 817811"/>
                <a:gd name="connsiteX5" fmla="*/ 707325 w 967727"/>
                <a:gd name="connsiteY5" fmla="*/ 672932 h 817811"/>
                <a:gd name="connsiteX6" fmla="*/ 716238 w 967727"/>
                <a:gd name="connsiteY6" fmla="*/ 672932 h 817811"/>
                <a:gd name="connsiteX7" fmla="*/ 943524 w 967727"/>
                <a:gd name="connsiteY7" fmla="*/ 420665 h 817811"/>
                <a:gd name="connsiteX8" fmla="*/ 943524 w 967727"/>
                <a:gd name="connsiteY8" fmla="*/ 405414 h 817811"/>
                <a:gd name="connsiteX9" fmla="*/ 869036 w 967727"/>
                <a:gd name="connsiteY9" fmla="*/ 214784 h 817811"/>
                <a:gd name="connsiteX10" fmla="*/ 718785 w 967727"/>
                <a:gd name="connsiteY10" fmla="*/ 149334 h 817811"/>
                <a:gd name="connsiteX11" fmla="*/ 711782 w 967727"/>
                <a:gd name="connsiteY11" fmla="*/ 149334 h 817811"/>
                <a:gd name="connsiteX12" fmla="*/ 700322 w 967727"/>
                <a:gd name="connsiteY12" fmla="*/ 141074 h 817811"/>
                <a:gd name="connsiteX13" fmla="*/ 548798 w 967727"/>
                <a:gd name="connsiteY13" fmla="*/ 26060 h 817811"/>
                <a:gd name="connsiteX14" fmla="*/ 547524 w 967727"/>
                <a:gd name="connsiteY14" fmla="*/ 26060 h 817811"/>
                <a:gd name="connsiteX15" fmla="*/ 401093 w 967727"/>
                <a:gd name="connsiteY15" fmla="*/ 125188 h 817811"/>
                <a:gd name="connsiteX16" fmla="*/ 388360 w 967727"/>
                <a:gd name="connsiteY16" fmla="*/ 132178 h 817811"/>
                <a:gd name="connsiteX17" fmla="*/ 370534 w 967727"/>
                <a:gd name="connsiteY17" fmla="*/ 130907 h 817811"/>
                <a:gd name="connsiteX18" fmla="*/ 369261 w 967727"/>
                <a:gd name="connsiteY18" fmla="*/ 130907 h 817811"/>
                <a:gd name="connsiteX19" fmla="*/ 233016 w 967727"/>
                <a:gd name="connsiteY19" fmla="*/ 235753 h 817811"/>
                <a:gd name="connsiteX20" fmla="*/ 226650 w 967727"/>
                <a:gd name="connsiteY20" fmla="*/ 242743 h 817811"/>
                <a:gd name="connsiteX21" fmla="*/ 217100 w 967727"/>
                <a:gd name="connsiteY21" fmla="*/ 243379 h 817811"/>
                <a:gd name="connsiteX22" fmla="*/ 172534 w 967727"/>
                <a:gd name="connsiteY22" fmla="*/ 235118 h 817811"/>
                <a:gd name="connsiteX23" fmla="*/ 171261 w 967727"/>
                <a:gd name="connsiteY23" fmla="*/ 235118 h 817811"/>
                <a:gd name="connsiteX24" fmla="*/ 24193 w 967727"/>
                <a:gd name="connsiteY24" fmla="*/ 398425 h 817811"/>
                <a:gd name="connsiteX25" fmla="*/ 24193 w 967727"/>
                <a:gd name="connsiteY25" fmla="*/ 413675 h 817811"/>
                <a:gd name="connsiteX26" fmla="*/ 72579 w 967727"/>
                <a:gd name="connsiteY26" fmla="*/ 536949 h 817811"/>
                <a:gd name="connsiteX27" fmla="*/ 169351 w 967727"/>
                <a:gd name="connsiteY27" fmla="*/ 578888 h 817811"/>
                <a:gd name="connsiteX28" fmla="*/ 213916 w 967727"/>
                <a:gd name="connsiteY28" fmla="*/ 571263 h 817811"/>
                <a:gd name="connsiteX29" fmla="*/ 223466 w 967727"/>
                <a:gd name="connsiteY29" fmla="*/ 571898 h 817811"/>
                <a:gd name="connsiteX30" fmla="*/ 229833 w 967727"/>
                <a:gd name="connsiteY30" fmla="*/ 578888 h 817811"/>
                <a:gd name="connsiteX31" fmla="*/ 365441 w 967727"/>
                <a:gd name="connsiteY31" fmla="*/ 685641 h 817811"/>
                <a:gd name="connsiteX32" fmla="*/ 383267 w 967727"/>
                <a:gd name="connsiteY32" fmla="*/ 684370 h 817811"/>
                <a:gd name="connsiteX33" fmla="*/ 385177 w 967727"/>
                <a:gd name="connsiteY33" fmla="*/ 685005 h 817811"/>
                <a:gd name="connsiteX34" fmla="*/ 543068 w 967727"/>
                <a:gd name="connsiteY34" fmla="*/ 817811 h 817811"/>
                <a:gd name="connsiteX35" fmla="*/ 541794 w 967727"/>
                <a:gd name="connsiteY35" fmla="*/ 817811 h 817811"/>
                <a:gd name="connsiteX36" fmla="*/ 377537 w 967727"/>
                <a:gd name="connsiteY36" fmla="*/ 709787 h 817811"/>
                <a:gd name="connsiteX37" fmla="*/ 365441 w 967727"/>
                <a:gd name="connsiteY37" fmla="*/ 710423 h 817811"/>
                <a:gd name="connsiteX38" fmla="*/ 210733 w 967727"/>
                <a:gd name="connsiteY38" fmla="*/ 597951 h 817811"/>
                <a:gd name="connsiteX39" fmla="*/ 169351 w 967727"/>
                <a:gd name="connsiteY39" fmla="*/ 603034 h 817811"/>
                <a:gd name="connsiteX40" fmla="*/ 55389 w 967727"/>
                <a:gd name="connsiteY40" fmla="*/ 553471 h 817811"/>
                <a:gd name="connsiteX41" fmla="*/ 0 w 967727"/>
                <a:gd name="connsiteY41" fmla="*/ 412404 h 817811"/>
                <a:gd name="connsiteX42" fmla="*/ 0 w 967727"/>
                <a:gd name="connsiteY42" fmla="*/ 396518 h 817811"/>
                <a:gd name="connsiteX43" fmla="*/ 171261 w 967727"/>
                <a:gd name="connsiteY43" fmla="*/ 209065 h 817811"/>
                <a:gd name="connsiteX44" fmla="*/ 172534 w 967727"/>
                <a:gd name="connsiteY44" fmla="*/ 209065 h 817811"/>
                <a:gd name="connsiteX45" fmla="*/ 213916 w 967727"/>
                <a:gd name="connsiteY45" fmla="*/ 214784 h 817811"/>
                <a:gd name="connsiteX46" fmla="*/ 369261 w 967727"/>
                <a:gd name="connsiteY46" fmla="*/ 104854 h 817811"/>
                <a:gd name="connsiteX47" fmla="*/ 370534 w 967727"/>
                <a:gd name="connsiteY47" fmla="*/ 104854 h 817811"/>
                <a:gd name="connsiteX48" fmla="*/ 382630 w 967727"/>
                <a:gd name="connsiteY48" fmla="*/ 105489 h 817811"/>
                <a:gd name="connsiteX49" fmla="*/ 548798 w 967727"/>
                <a:gd name="connsiteY49" fmla="*/ 7 h 817811"/>
                <a:gd name="connsiteX50" fmla="*/ 720058 w 967727"/>
                <a:gd name="connsiteY50" fmla="*/ 123282 h 817811"/>
                <a:gd name="connsiteX51" fmla="*/ 886225 w 967727"/>
                <a:gd name="connsiteY51" fmla="*/ 196357 h 817811"/>
                <a:gd name="connsiteX52" fmla="*/ 967717 w 967727"/>
                <a:gd name="connsiteY52" fmla="*/ 404144 h 817811"/>
                <a:gd name="connsiteX53" fmla="*/ 967717 w 967727"/>
                <a:gd name="connsiteY53" fmla="*/ 420029 h 817811"/>
                <a:gd name="connsiteX54" fmla="*/ 715602 w 967727"/>
                <a:gd name="connsiteY54" fmla="*/ 696443 h 817811"/>
                <a:gd name="connsiteX55" fmla="*/ 714328 w 967727"/>
                <a:gd name="connsiteY55" fmla="*/ 696443 h 817811"/>
                <a:gd name="connsiteX56" fmla="*/ 543068 w 967727"/>
                <a:gd name="connsiteY56" fmla="*/ 817811 h 817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967727" h="817811">
                  <a:moveTo>
                    <a:pt x="385177" y="685005"/>
                  </a:moveTo>
                  <a:cubicBezTo>
                    <a:pt x="389634" y="685005"/>
                    <a:pt x="394090" y="687547"/>
                    <a:pt x="396000" y="691995"/>
                  </a:cubicBezTo>
                  <a:cubicBezTo>
                    <a:pt x="424013" y="754268"/>
                    <a:pt x="480039" y="793029"/>
                    <a:pt x="541794" y="793665"/>
                  </a:cubicBezTo>
                  <a:lnTo>
                    <a:pt x="543068" y="793665"/>
                  </a:lnTo>
                  <a:cubicBezTo>
                    <a:pt x="609280" y="793665"/>
                    <a:pt x="669126" y="749820"/>
                    <a:pt x="695229" y="680557"/>
                  </a:cubicBezTo>
                  <a:cubicBezTo>
                    <a:pt x="697138" y="675474"/>
                    <a:pt x="701595" y="672297"/>
                    <a:pt x="707325" y="672932"/>
                  </a:cubicBezTo>
                  <a:lnTo>
                    <a:pt x="716238" y="672932"/>
                  </a:lnTo>
                  <a:cubicBezTo>
                    <a:pt x="840386" y="672932"/>
                    <a:pt x="942251" y="559825"/>
                    <a:pt x="943524" y="420665"/>
                  </a:cubicBezTo>
                  <a:lnTo>
                    <a:pt x="943524" y="405414"/>
                  </a:lnTo>
                  <a:cubicBezTo>
                    <a:pt x="944161" y="332975"/>
                    <a:pt x="917422" y="263077"/>
                    <a:pt x="869036" y="214784"/>
                  </a:cubicBezTo>
                  <a:cubicBezTo>
                    <a:pt x="827653" y="172846"/>
                    <a:pt x="774811" y="149970"/>
                    <a:pt x="718785" y="149334"/>
                  </a:cubicBezTo>
                  <a:lnTo>
                    <a:pt x="711782" y="149334"/>
                  </a:lnTo>
                  <a:cubicBezTo>
                    <a:pt x="706052" y="149334"/>
                    <a:pt x="701595" y="146157"/>
                    <a:pt x="700322" y="141074"/>
                  </a:cubicBezTo>
                  <a:cubicBezTo>
                    <a:pt x="674856" y="71811"/>
                    <a:pt x="615647" y="26060"/>
                    <a:pt x="548798" y="26060"/>
                  </a:cubicBezTo>
                  <a:lnTo>
                    <a:pt x="547524" y="26060"/>
                  </a:lnTo>
                  <a:cubicBezTo>
                    <a:pt x="485769" y="26060"/>
                    <a:pt x="429743" y="64186"/>
                    <a:pt x="401093" y="125188"/>
                  </a:cubicBezTo>
                  <a:cubicBezTo>
                    <a:pt x="398547" y="130271"/>
                    <a:pt x="393454" y="132813"/>
                    <a:pt x="388360" y="132178"/>
                  </a:cubicBezTo>
                  <a:cubicBezTo>
                    <a:pt x="382630" y="131542"/>
                    <a:pt x="376264" y="130907"/>
                    <a:pt x="370534" y="130907"/>
                  </a:cubicBezTo>
                  <a:lnTo>
                    <a:pt x="369261" y="130907"/>
                  </a:lnTo>
                  <a:cubicBezTo>
                    <a:pt x="309415" y="130907"/>
                    <a:pt x="254662" y="172846"/>
                    <a:pt x="233016" y="235753"/>
                  </a:cubicBezTo>
                  <a:cubicBezTo>
                    <a:pt x="231743" y="238931"/>
                    <a:pt x="229833" y="241472"/>
                    <a:pt x="226650" y="242743"/>
                  </a:cubicBezTo>
                  <a:cubicBezTo>
                    <a:pt x="223466" y="244014"/>
                    <a:pt x="220283" y="244014"/>
                    <a:pt x="217100" y="243379"/>
                  </a:cubicBezTo>
                  <a:cubicBezTo>
                    <a:pt x="203093" y="238295"/>
                    <a:pt x="187814" y="235118"/>
                    <a:pt x="172534" y="235118"/>
                  </a:cubicBezTo>
                  <a:lnTo>
                    <a:pt x="171261" y="235118"/>
                  </a:lnTo>
                  <a:cubicBezTo>
                    <a:pt x="91042" y="235118"/>
                    <a:pt x="25466" y="308193"/>
                    <a:pt x="24193" y="398425"/>
                  </a:cubicBezTo>
                  <a:lnTo>
                    <a:pt x="24193" y="413675"/>
                  </a:lnTo>
                  <a:cubicBezTo>
                    <a:pt x="23556" y="460697"/>
                    <a:pt x="41383" y="505813"/>
                    <a:pt x="72579" y="536949"/>
                  </a:cubicBezTo>
                  <a:cubicBezTo>
                    <a:pt x="99318" y="563637"/>
                    <a:pt x="133698" y="578888"/>
                    <a:pt x="169351" y="578888"/>
                  </a:cubicBezTo>
                  <a:cubicBezTo>
                    <a:pt x="183994" y="578888"/>
                    <a:pt x="199273" y="576346"/>
                    <a:pt x="213916" y="571263"/>
                  </a:cubicBezTo>
                  <a:cubicBezTo>
                    <a:pt x="217100" y="569992"/>
                    <a:pt x="220283" y="570627"/>
                    <a:pt x="223466" y="571898"/>
                  </a:cubicBezTo>
                  <a:cubicBezTo>
                    <a:pt x="226650" y="573169"/>
                    <a:pt x="228560" y="575711"/>
                    <a:pt x="229833" y="578888"/>
                  </a:cubicBezTo>
                  <a:cubicBezTo>
                    <a:pt x="250843" y="642431"/>
                    <a:pt x="304958" y="685005"/>
                    <a:pt x="365441" y="685641"/>
                  </a:cubicBezTo>
                  <a:cubicBezTo>
                    <a:pt x="371171" y="685641"/>
                    <a:pt x="377537" y="685005"/>
                    <a:pt x="383267" y="684370"/>
                  </a:cubicBezTo>
                  <a:cubicBezTo>
                    <a:pt x="383904" y="685005"/>
                    <a:pt x="384540" y="685005"/>
                    <a:pt x="385177" y="685005"/>
                  </a:cubicBezTo>
                  <a:moveTo>
                    <a:pt x="543068" y="817811"/>
                  </a:moveTo>
                  <a:lnTo>
                    <a:pt x="541794" y="817811"/>
                  </a:lnTo>
                  <a:cubicBezTo>
                    <a:pt x="473036" y="817176"/>
                    <a:pt x="410643" y="775873"/>
                    <a:pt x="377537" y="709787"/>
                  </a:cubicBezTo>
                  <a:cubicBezTo>
                    <a:pt x="373717" y="709787"/>
                    <a:pt x="369261" y="710423"/>
                    <a:pt x="365441" y="710423"/>
                  </a:cubicBezTo>
                  <a:cubicBezTo>
                    <a:pt x="298592" y="709787"/>
                    <a:pt x="237473" y="665307"/>
                    <a:pt x="210733" y="597951"/>
                  </a:cubicBezTo>
                  <a:cubicBezTo>
                    <a:pt x="197363" y="601764"/>
                    <a:pt x="183357" y="603034"/>
                    <a:pt x="169351" y="603034"/>
                  </a:cubicBezTo>
                  <a:cubicBezTo>
                    <a:pt x="127331" y="602399"/>
                    <a:pt x="86585" y="585242"/>
                    <a:pt x="55389" y="553471"/>
                  </a:cubicBezTo>
                  <a:cubicBezTo>
                    <a:pt x="19736" y="517251"/>
                    <a:pt x="0" y="465781"/>
                    <a:pt x="0" y="412404"/>
                  </a:cubicBezTo>
                  <a:lnTo>
                    <a:pt x="0" y="396518"/>
                  </a:lnTo>
                  <a:cubicBezTo>
                    <a:pt x="1273" y="292943"/>
                    <a:pt x="77672" y="209065"/>
                    <a:pt x="171261" y="209065"/>
                  </a:cubicBezTo>
                  <a:lnTo>
                    <a:pt x="172534" y="209065"/>
                  </a:lnTo>
                  <a:cubicBezTo>
                    <a:pt x="186540" y="209065"/>
                    <a:pt x="199910" y="210972"/>
                    <a:pt x="213916" y="214784"/>
                  </a:cubicBezTo>
                  <a:cubicBezTo>
                    <a:pt x="241929" y="148699"/>
                    <a:pt x="303048" y="104854"/>
                    <a:pt x="369261" y="104854"/>
                  </a:cubicBezTo>
                  <a:lnTo>
                    <a:pt x="370534" y="104854"/>
                  </a:lnTo>
                  <a:cubicBezTo>
                    <a:pt x="374354" y="104854"/>
                    <a:pt x="378810" y="104854"/>
                    <a:pt x="382630" y="105489"/>
                  </a:cubicBezTo>
                  <a:cubicBezTo>
                    <a:pt x="417010" y="40040"/>
                    <a:pt x="480039" y="-628"/>
                    <a:pt x="548798" y="7"/>
                  </a:cubicBezTo>
                  <a:cubicBezTo>
                    <a:pt x="623287" y="643"/>
                    <a:pt x="689499" y="48936"/>
                    <a:pt x="720058" y="123282"/>
                  </a:cubicBezTo>
                  <a:cubicBezTo>
                    <a:pt x="781814" y="123917"/>
                    <a:pt x="841023" y="149970"/>
                    <a:pt x="886225" y="196357"/>
                  </a:cubicBezTo>
                  <a:cubicBezTo>
                    <a:pt x="938431" y="249733"/>
                    <a:pt x="968354" y="325350"/>
                    <a:pt x="967717" y="404144"/>
                  </a:cubicBezTo>
                  <a:lnTo>
                    <a:pt x="967717" y="420029"/>
                  </a:lnTo>
                  <a:cubicBezTo>
                    <a:pt x="966444" y="573169"/>
                    <a:pt x="853756" y="696443"/>
                    <a:pt x="715602" y="696443"/>
                  </a:cubicBezTo>
                  <a:lnTo>
                    <a:pt x="714328" y="696443"/>
                  </a:lnTo>
                  <a:cubicBezTo>
                    <a:pt x="683769" y="771425"/>
                    <a:pt x="616920" y="817811"/>
                    <a:pt x="543068" y="8178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 206">
              <a:extLst>
                <a:ext uri="{FF2B5EF4-FFF2-40B4-BE49-F238E27FC236}">
                  <a16:creationId xmlns:a16="http://schemas.microsoft.com/office/drawing/2014/main" id="{5F5188A2-1B49-C24C-8025-07A256DB7ADA}"/>
                </a:ext>
              </a:extLst>
            </p:cNvPr>
            <p:cNvSpPr/>
            <p:nvPr/>
          </p:nvSpPr>
          <p:spPr>
            <a:xfrm>
              <a:off x="2719960" y="4390336"/>
              <a:ext cx="259729" cy="307603"/>
            </a:xfrm>
            <a:custGeom>
              <a:avLst/>
              <a:gdLst>
                <a:gd name="connsiteX0" fmla="*/ 12150 w 259729"/>
                <a:gd name="connsiteY0" fmla="*/ 307604 h 307603"/>
                <a:gd name="connsiteX1" fmla="*/ 54 w 259729"/>
                <a:gd name="connsiteY1" fmla="*/ 296166 h 307603"/>
                <a:gd name="connsiteX2" fmla="*/ 11513 w 259729"/>
                <a:gd name="connsiteY2" fmla="*/ 282822 h 307603"/>
                <a:gd name="connsiteX3" fmla="*/ 182137 w 259729"/>
                <a:gd name="connsiteY3" fmla="*/ 198945 h 307603"/>
                <a:gd name="connsiteX4" fmla="*/ 233706 w 259729"/>
                <a:gd name="connsiteY4" fmla="*/ 13398 h 307603"/>
                <a:gd name="connsiteX5" fmla="*/ 245166 w 259729"/>
                <a:gd name="connsiteY5" fmla="*/ 54 h 307603"/>
                <a:gd name="connsiteX6" fmla="*/ 258536 w 259729"/>
                <a:gd name="connsiteY6" fmla="*/ 11491 h 307603"/>
                <a:gd name="connsiteX7" fmla="*/ 201237 w 259729"/>
                <a:gd name="connsiteY7" fmla="*/ 214830 h 307603"/>
                <a:gd name="connsiteX8" fmla="*/ 14060 w 259729"/>
                <a:gd name="connsiteY8" fmla="*/ 306968 h 307603"/>
                <a:gd name="connsiteX9" fmla="*/ 12150 w 259729"/>
                <a:gd name="connsiteY9" fmla="*/ 307604 h 307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9729" h="307603">
                  <a:moveTo>
                    <a:pt x="12150" y="307604"/>
                  </a:moveTo>
                  <a:cubicBezTo>
                    <a:pt x="5784" y="307604"/>
                    <a:pt x="690" y="302520"/>
                    <a:pt x="54" y="296166"/>
                  </a:cubicBezTo>
                  <a:cubicBezTo>
                    <a:pt x="-583" y="289176"/>
                    <a:pt x="4510" y="283457"/>
                    <a:pt x="11513" y="282822"/>
                  </a:cubicBezTo>
                  <a:cubicBezTo>
                    <a:pt x="12787" y="282822"/>
                    <a:pt x="117198" y="273926"/>
                    <a:pt x="182137" y="198945"/>
                  </a:cubicBezTo>
                  <a:cubicBezTo>
                    <a:pt x="222247" y="152558"/>
                    <a:pt x="239436" y="90285"/>
                    <a:pt x="233706" y="13398"/>
                  </a:cubicBezTo>
                  <a:cubicBezTo>
                    <a:pt x="233070" y="6408"/>
                    <a:pt x="238163" y="689"/>
                    <a:pt x="245166" y="54"/>
                  </a:cubicBezTo>
                  <a:cubicBezTo>
                    <a:pt x="252170" y="-582"/>
                    <a:pt x="257899" y="4502"/>
                    <a:pt x="258536" y="11491"/>
                  </a:cubicBezTo>
                  <a:cubicBezTo>
                    <a:pt x="264903" y="94733"/>
                    <a:pt x="245803" y="163360"/>
                    <a:pt x="201237" y="214830"/>
                  </a:cubicBezTo>
                  <a:cubicBezTo>
                    <a:pt x="129295" y="298072"/>
                    <a:pt x="18517" y="306968"/>
                    <a:pt x="14060" y="306968"/>
                  </a:cubicBezTo>
                  <a:cubicBezTo>
                    <a:pt x="13213" y="307394"/>
                    <a:pt x="12577" y="307604"/>
                    <a:pt x="12150" y="30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 207">
              <a:extLst>
                <a:ext uri="{FF2B5EF4-FFF2-40B4-BE49-F238E27FC236}">
                  <a16:creationId xmlns:a16="http://schemas.microsoft.com/office/drawing/2014/main" id="{DE6692F4-3565-6C28-052E-D504BE75F632}"/>
                </a:ext>
              </a:extLst>
            </p:cNvPr>
            <p:cNvSpPr/>
            <p:nvPr/>
          </p:nvSpPr>
          <p:spPr>
            <a:xfrm>
              <a:off x="2171884" y="4356373"/>
              <a:ext cx="1434087" cy="813694"/>
            </a:xfrm>
            <a:custGeom>
              <a:avLst/>
              <a:gdLst>
                <a:gd name="connsiteX0" fmla="*/ 655725 w 1434087"/>
                <a:gd name="connsiteY0" fmla="*/ 813694 h 813694"/>
                <a:gd name="connsiteX1" fmla="*/ 1242 w 1434087"/>
                <a:gd name="connsiteY1" fmla="*/ 446413 h 813694"/>
                <a:gd name="connsiteX2" fmla="*/ 192876 w 1434087"/>
                <a:gd name="connsiteY2" fmla="*/ 94383 h 813694"/>
                <a:gd name="connsiteX3" fmla="*/ 210066 w 1434087"/>
                <a:gd name="connsiteY3" fmla="*/ 96925 h 813694"/>
                <a:gd name="connsiteX4" fmla="*/ 207519 w 1434087"/>
                <a:gd name="connsiteY4" fmla="*/ 114081 h 813694"/>
                <a:gd name="connsiteX5" fmla="*/ 26072 w 1434087"/>
                <a:gd name="connsiteY5" fmla="*/ 444507 h 813694"/>
                <a:gd name="connsiteX6" fmla="*/ 655725 w 1434087"/>
                <a:gd name="connsiteY6" fmla="*/ 789548 h 813694"/>
                <a:gd name="connsiteX7" fmla="*/ 760136 w 1434087"/>
                <a:gd name="connsiteY7" fmla="*/ 786371 h 813694"/>
                <a:gd name="connsiteX8" fmla="*/ 1332490 w 1434087"/>
                <a:gd name="connsiteY8" fmla="*/ 581761 h 813694"/>
                <a:gd name="connsiteX9" fmla="*/ 1408253 w 1434087"/>
                <a:gd name="connsiteY9" fmla="*/ 342202 h 813694"/>
                <a:gd name="connsiteX10" fmla="*/ 1121121 w 1434087"/>
                <a:gd name="connsiteY10" fmla="*/ 23214 h 813694"/>
                <a:gd name="connsiteX11" fmla="*/ 1114754 w 1434087"/>
                <a:gd name="connsiteY11" fmla="*/ 7328 h 813694"/>
                <a:gd name="connsiteX12" fmla="*/ 1130670 w 1434087"/>
                <a:gd name="connsiteY12" fmla="*/ 974 h 813694"/>
                <a:gd name="connsiteX13" fmla="*/ 1432445 w 1434087"/>
                <a:gd name="connsiteY13" fmla="*/ 340296 h 813694"/>
                <a:gd name="connsiteX14" fmla="*/ 1350317 w 1434087"/>
                <a:gd name="connsiteY14" fmla="*/ 597647 h 813694"/>
                <a:gd name="connsiteX15" fmla="*/ 761410 w 1434087"/>
                <a:gd name="connsiteY15" fmla="*/ 810517 h 813694"/>
                <a:gd name="connsiteX16" fmla="*/ 655725 w 1434087"/>
                <a:gd name="connsiteY16" fmla="*/ 813694 h 813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4087" h="813694">
                  <a:moveTo>
                    <a:pt x="655725" y="813694"/>
                  </a:moveTo>
                  <a:cubicBezTo>
                    <a:pt x="259088" y="813694"/>
                    <a:pt x="22889" y="682160"/>
                    <a:pt x="1242" y="446413"/>
                  </a:cubicBezTo>
                  <a:cubicBezTo>
                    <a:pt x="-10217" y="319962"/>
                    <a:pt x="57905" y="194781"/>
                    <a:pt x="192876" y="94383"/>
                  </a:cubicBezTo>
                  <a:cubicBezTo>
                    <a:pt x="197969" y="90570"/>
                    <a:pt x="205609" y="91206"/>
                    <a:pt x="210066" y="96925"/>
                  </a:cubicBezTo>
                  <a:cubicBezTo>
                    <a:pt x="213886" y="102008"/>
                    <a:pt x="213249" y="109633"/>
                    <a:pt x="207519" y="114081"/>
                  </a:cubicBezTo>
                  <a:cubicBezTo>
                    <a:pt x="79551" y="209396"/>
                    <a:pt x="15249" y="326952"/>
                    <a:pt x="26072" y="444507"/>
                  </a:cubicBezTo>
                  <a:cubicBezTo>
                    <a:pt x="46445" y="666274"/>
                    <a:pt x="273731" y="789548"/>
                    <a:pt x="655725" y="789548"/>
                  </a:cubicBezTo>
                  <a:cubicBezTo>
                    <a:pt x="689468" y="789548"/>
                    <a:pt x="723847" y="788277"/>
                    <a:pt x="760136" y="786371"/>
                  </a:cubicBezTo>
                  <a:cubicBezTo>
                    <a:pt x="1030715" y="771756"/>
                    <a:pt x="1228715" y="701223"/>
                    <a:pt x="1332490" y="581761"/>
                  </a:cubicBezTo>
                  <a:cubicBezTo>
                    <a:pt x="1391063" y="514405"/>
                    <a:pt x="1416529" y="433705"/>
                    <a:pt x="1408253" y="342202"/>
                  </a:cubicBezTo>
                  <a:cubicBezTo>
                    <a:pt x="1396793" y="214480"/>
                    <a:pt x="1291745" y="98195"/>
                    <a:pt x="1121121" y="23214"/>
                  </a:cubicBezTo>
                  <a:cubicBezTo>
                    <a:pt x="1114754" y="20672"/>
                    <a:pt x="1112207" y="13047"/>
                    <a:pt x="1114754" y="7328"/>
                  </a:cubicBezTo>
                  <a:cubicBezTo>
                    <a:pt x="1117301" y="974"/>
                    <a:pt x="1124941" y="-1568"/>
                    <a:pt x="1130670" y="974"/>
                  </a:cubicBezTo>
                  <a:cubicBezTo>
                    <a:pt x="1310207" y="79768"/>
                    <a:pt x="1419712" y="203677"/>
                    <a:pt x="1432445" y="340296"/>
                  </a:cubicBezTo>
                  <a:cubicBezTo>
                    <a:pt x="1441359" y="438153"/>
                    <a:pt x="1413982" y="525207"/>
                    <a:pt x="1350317" y="597647"/>
                  </a:cubicBezTo>
                  <a:cubicBezTo>
                    <a:pt x="1242085" y="722192"/>
                    <a:pt x="1038355" y="795902"/>
                    <a:pt x="761410" y="810517"/>
                  </a:cubicBezTo>
                  <a:cubicBezTo>
                    <a:pt x="725120" y="812424"/>
                    <a:pt x="690104" y="813694"/>
                    <a:pt x="655725" y="8136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 208">
              <a:extLst>
                <a:ext uri="{FF2B5EF4-FFF2-40B4-BE49-F238E27FC236}">
                  <a16:creationId xmlns:a16="http://schemas.microsoft.com/office/drawing/2014/main" id="{2337E9FF-0D34-8ADF-F6F3-E557ADD32CBE}"/>
                </a:ext>
              </a:extLst>
            </p:cNvPr>
            <p:cNvSpPr/>
            <p:nvPr/>
          </p:nvSpPr>
          <p:spPr>
            <a:xfrm>
              <a:off x="3281323" y="4675570"/>
              <a:ext cx="41255" cy="42067"/>
            </a:xfrm>
            <a:custGeom>
              <a:avLst/>
              <a:gdLst>
                <a:gd name="connsiteX0" fmla="*/ 21232 w 41255"/>
                <a:gd name="connsiteY0" fmla="*/ 42067 h 42067"/>
                <a:gd name="connsiteX1" fmla="*/ 16775 w 41255"/>
                <a:gd name="connsiteY1" fmla="*/ 41432 h 42067"/>
                <a:gd name="connsiteX2" fmla="*/ 3405 w 41255"/>
                <a:gd name="connsiteY2" fmla="*/ 32536 h 42067"/>
                <a:gd name="connsiteX3" fmla="*/ 222 w 41255"/>
                <a:gd name="connsiteY3" fmla="*/ 16650 h 42067"/>
                <a:gd name="connsiteX4" fmla="*/ 9135 w 41255"/>
                <a:gd name="connsiteY4" fmla="*/ 3306 h 42067"/>
                <a:gd name="connsiteX5" fmla="*/ 37785 w 41255"/>
                <a:gd name="connsiteY5" fmla="*/ 9660 h 42067"/>
                <a:gd name="connsiteX6" fmla="*/ 31418 w 41255"/>
                <a:gd name="connsiteY6" fmla="*/ 38890 h 42067"/>
                <a:gd name="connsiteX7" fmla="*/ 31418 w 41255"/>
                <a:gd name="connsiteY7" fmla="*/ 38890 h 42067"/>
                <a:gd name="connsiteX8" fmla="*/ 21232 w 41255"/>
                <a:gd name="connsiteY8" fmla="*/ 42067 h 4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255" h="42067">
                  <a:moveTo>
                    <a:pt x="21232" y="42067"/>
                  </a:moveTo>
                  <a:cubicBezTo>
                    <a:pt x="19958" y="42067"/>
                    <a:pt x="18048" y="42067"/>
                    <a:pt x="16775" y="41432"/>
                  </a:cubicBezTo>
                  <a:cubicBezTo>
                    <a:pt x="11045" y="40161"/>
                    <a:pt x="6588" y="36984"/>
                    <a:pt x="3405" y="32536"/>
                  </a:cubicBezTo>
                  <a:cubicBezTo>
                    <a:pt x="222" y="28088"/>
                    <a:pt x="-415" y="22369"/>
                    <a:pt x="222" y="16650"/>
                  </a:cubicBezTo>
                  <a:cubicBezTo>
                    <a:pt x="1495" y="10931"/>
                    <a:pt x="4678" y="6483"/>
                    <a:pt x="9135" y="3306"/>
                  </a:cubicBezTo>
                  <a:cubicBezTo>
                    <a:pt x="18685" y="-3048"/>
                    <a:pt x="32055" y="129"/>
                    <a:pt x="37785" y="9660"/>
                  </a:cubicBezTo>
                  <a:cubicBezTo>
                    <a:pt x="44151" y="19192"/>
                    <a:pt x="41604" y="32536"/>
                    <a:pt x="31418" y="38890"/>
                  </a:cubicBezTo>
                  <a:lnTo>
                    <a:pt x="31418" y="38890"/>
                  </a:lnTo>
                  <a:cubicBezTo>
                    <a:pt x="28871" y="40796"/>
                    <a:pt x="25052" y="42067"/>
                    <a:pt x="21232" y="420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498E5FCA-DD8D-51B2-2436-C0D03729AD11}"/>
                </a:ext>
              </a:extLst>
            </p:cNvPr>
            <p:cNvSpPr/>
            <p:nvPr/>
          </p:nvSpPr>
          <p:spPr>
            <a:xfrm>
              <a:off x="3257064" y="4834271"/>
              <a:ext cx="42594" cy="42225"/>
            </a:xfrm>
            <a:custGeom>
              <a:avLst/>
              <a:gdLst>
                <a:gd name="connsiteX0" fmla="*/ 21297 w 42594"/>
                <a:gd name="connsiteY0" fmla="*/ 42226 h 42225"/>
                <a:gd name="connsiteX1" fmla="*/ 3471 w 42594"/>
                <a:gd name="connsiteY1" fmla="*/ 32694 h 42225"/>
                <a:gd name="connsiteX2" fmla="*/ 9838 w 42594"/>
                <a:gd name="connsiteY2" fmla="*/ 3464 h 42225"/>
                <a:gd name="connsiteX3" fmla="*/ 39124 w 42594"/>
                <a:gd name="connsiteY3" fmla="*/ 9819 h 42225"/>
                <a:gd name="connsiteX4" fmla="*/ 32757 w 42594"/>
                <a:gd name="connsiteY4" fmla="*/ 39049 h 42225"/>
                <a:gd name="connsiteX5" fmla="*/ 32757 w 42594"/>
                <a:gd name="connsiteY5" fmla="*/ 39049 h 42225"/>
                <a:gd name="connsiteX6" fmla="*/ 21297 w 42594"/>
                <a:gd name="connsiteY6" fmla="*/ 42226 h 4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594" h="42225">
                  <a:moveTo>
                    <a:pt x="21297" y="42226"/>
                  </a:moveTo>
                  <a:cubicBezTo>
                    <a:pt x="14294" y="42226"/>
                    <a:pt x="7928" y="39049"/>
                    <a:pt x="3471" y="32694"/>
                  </a:cubicBezTo>
                  <a:cubicBezTo>
                    <a:pt x="-2896" y="23163"/>
                    <a:pt x="-349" y="9819"/>
                    <a:pt x="9838" y="3464"/>
                  </a:cubicBezTo>
                  <a:cubicBezTo>
                    <a:pt x="19387" y="-2890"/>
                    <a:pt x="32757" y="-348"/>
                    <a:pt x="39124" y="9819"/>
                  </a:cubicBezTo>
                  <a:cubicBezTo>
                    <a:pt x="45490" y="19350"/>
                    <a:pt x="42944" y="32694"/>
                    <a:pt x="32757" y="39049"/>
                  </a:cubicBezTo>
                  <a:lnTo>
                    <a:pt x="32757" y="39049"/>
                  </a:lnTo>
                  <a:cubicBezTo>
                    <a:pt x="29574" y="40955"/>
                    <a:pt x="25754" y="42226"/>
                    <a:pt x="21297" y="422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752F8C9C-AFE6-D190-E346-4E2E30B24C45}"/>
                </a:ext>
              </a:extLst>
            </p:cNvPr>
            <p:cNvSpPr/>
            <p:nvPr/>
          </p:nvSpPr>
          <p:spPr>
            <a:xfrm>
              <a:off x="3402858" y="4780324"/>
              <a:ext cx="42528" cy="42160"/>
            </a:xfrm>
            <a:custGeom>
              <a:avLst/>
              <a:gdLst>
                <a:gd name="connsiteX0" fmla="*/ 21297 w 42528"/>
                <a:gd name="connsiteY0" fmla="*/ 42160 h 42160"/>
                <a:gd name="connsiteX1" fmla="*/ 3471 w 42528"/>
                <a:gd name="connsiteY1" fmla="*/ 32629 h 42160"/>
                <a:gd name="connsiteX2" fmla="*/ 9838 w 42528"/>
                <a:gd name="connsiteY2" fmla="*/ 3399 h 42160"/>
                <a:gd name="connsiteX3" fmla="*/ 25754 w 42528"/>
                <a:gd name="connsiteY3" fmla="*/ 221 h 42160"/>
                <a:gd name="connsiteX4" fmla="*/ 39124 w 42528"/>
                <a:gd name="connsiteY4" fmla="*/ 9117 h 42160"/>
                <a:gd name="connsiteX5" fmla="*/ 42307 w 42528"/>
                <a:gd name="connsiteY5" fmla="*/ 25003 h 42160"/>
                <a:gd name="connsiteX6" fmla="*/ 33394 w 42528"/>
                <a:gd name="connsiteY6" fmla="*/ 38347 h 42160"/>
                <a:gd name="connsiteX7" fmla="*/ 21297 w 42528"/>
                <a:gd name="connsiteY7" fmla="*/ 42160 h 4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528" h="42160">
                  <a:moveTo>
                    <a:pt x="21297" y="42160"/>
                  </a:moveTo>
                  <a:cubicBezTo>
                    <a:pt x="14294" y="42160"/>
                    <a:pt x="7927" y="38983"/>
                    <a:pt x="3471" y="32629"/>
                  </a:cubicBezTo>
                  <a:cubicBezTo>
                    <a:pt x="-2895" y="23097"/>
                    <a:pt x="-349" y="9753"/>
                    <a:pt x="9838" y="3399"/>
                  </a:cubicBezTo>
                  <a:cubicBezTo>
                    <a:pt x="14294" y="221"/>
                    <a:pt x="20024" y="-414"/>
                    <a:pt x="25754" y="221"/>
                  </a:cubicBezTo>
                  <a:cubicBezTo>
                    <a:pt x="31484" y="1492"/>
                    <a:pt x="35940" y="4669"/>
                    <a:pt x="39124" y="9117"/>
                  </a:cubicBezTo>
                  <a:cubicBezTo>
                    <a:pt x="42307" y="13566"/>
                    <a:pt x="42943" y="19284"/>
                    <a:pt x="42307" y="25003"/>
                  </a:cubicBezTo>
                  <a:cubicBezTo>
                    <a:pt x="41034" y="30722"/>
                    <a:pt x="37850" y="35170"/>
                    <a:pt x="33394" y="38347"/>
                  </a:cubicBezTo>
                  <a:cubicBezTo>
                    <a:pt x="28937" y="40889"/>
                    <a:pt x="25117" y="42160"/>
                    <a:pt x="21297" y="421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8525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Page A | 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18">
            <a:extLst>
              <a:ext uri="{FF2B5EF4-FFF2-40B4-BE49-F238E27FC236}">
                <a16:creationId xmlns:a16="http://schemas.microsoft.com/office/drawing/2014/main" id="{D4BC0AEC-C860-7F73-392A-B8942AA98C77}"/>
              </a:ext>
            </a:extLst>
          </p:cNvPr>
          <p:cNvSpPr/>
          <p:nvPr/>
        </p:nvSpPr>
        <p:spPr>
          <a:xfrm>
            <a:off x="10664190" y="388620"/>
            <a:ext cx="1268730" cy="960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F6D098-B447-79ED-27D6-0983AC947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689" y="1496512"/>
            <a:ext cx="11095036" cy="443198"/>
          </a:xfrm>
        </p:spPr>
        <p:txBody>
          <a:bodyPr wrap="square" anchor="b">
            <a:sp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E6154-9CAB-42A6-DF23-0071FD3E6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689" y="2072108"/>
            <a:ext cx="11095036" cy="249299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3" name="Graphic 11">
            <a:extLst>
              <a:ext uri="{FF2B5EF4-FFF2-40B4-BE49-F238E27FC236}">
                <a16:creationId xmlns:a16="http://schemas.microsoft.com/office/drawing/2014/main" id="{87F434DA-A3C6-3C69-F53B-85DC5D9AB9DA}"/>
              </a:ext>
            </a:extLst>
          </p:cNvPr>
          <p:cNvGrpSpPr/>
          <p:nvPr/>
        </p:nvGrpSpPr>
        <p:grpSpPr>
          <a:xfrm>
            <a:off x="54620" y="2993667"/>
            <a:ext cx="12098727" cy="3313413"/>
            <a:chOff x="54620" y="2826325"/>
            <a:chExt cx="12098727" cy="3313413"/>
          </a:xfrm>
          <a:solidFill>
            <a:schemeClr val="bg1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E09FB0B-3809-0792-1CF1-80286201DCFD}"/>
                </a:ext>
              </a:extLst>
            </p:cNvPr>
            <p:cNvSpPr/>
            <p:nvPr/>
          </p:nvSpPr>
          <p:spPr>
            <a:xfrm>
              <a:off x="2815353" y="3078059"/>
              <a:ext cx="1349074" cy="1346643"/>
            </a:xfrm>
            <a:custGeom>
              <a:avLst/>
              <a:gdLst>
                <a:gd name="connsiteX0" fmla="*/ 942410 w 1349074"/>
                <a:gd name="connsiteY0" fmla="*/ 1346644 h 1346643"/>
                <a:gd name="connsiteX1" fmla="*/ 654642 w 1349074"/>
                <a:gd name="connsiteY1" fmla="*/ 1227818 h 1346643"/>
                <a:gd name="connsiteX2" fmla="*/ 3343 w 1349074"/>
                <a:gd name="connsiteY2" fmla="*/ 577769 h 1346643"/>
                <a:gd name="connsiteX3" fmla="*/ 3343 w 1349074"/>
                <a:gd name="connsiteY3" fmla="*/ 560612 h 1346643"/>
                <a:gd name="connsiteX4" fmla="*/ 20532 w 1349074"/>
                <a:gd name="connsiteY4" fmla="*/ 560612 h 1346643"/>
                <a:gd name="connsiteX5" fmla="*/ 671831 w 1349074"/>
                <a:gd name="connsiteY5" fmla="*/ 1210661 h 1346643"/>
                <a:gd name="connsiteX6" fmla="*/ 942410 w 1349074"/>
                <a:gd name="connsiteY6" fmla="*/ 1322497 h 1346643"/>
                <a:gd name="connsiteX7" fmla="*/ 1212989 w 1349074"/>
                <a:gd name="connsiteY7" fmla="*/ 1210661 h 1346643"/>
                <a:gd name="connsiteX8" fmla="*/ 1213626 w 1349074"/>
                <a:gd name="connsiteY8" fmla="*/ 670542 h 1346643"/>
                <a:gd name="connsiteX9" fmla="*/ 561690 w 1349074"/>
                <a:gd name="connsiteY9" fmla="*/ 20493 h 1346643"/>
                <a:gd name="connsiteX10" fmla="*/ 561690 w 1349074"/>
                <a:gd name="connsiteY10" fmla="*/ 3336 h 1346643"/>
                <a:gd name="connsiteX11" fmla="*/ 578880 w 1349074"/>
                <a:gd name="connsiteY11" fmla="*/ 3336 h 1346643"/>
                <a:gd name="connsiteX12" fmla="*/ 1230179 w 1349074"/>
                <a:gd name="connsiteY12" fmla="*/ 653385 h 1346643"/>
                <a:gd name="connsiteX13" fmla="*/ 1230179 w 1349074"/>
                <a:gd name="connsiteY13" fmla="*/ 1227182 h 1346643"/>
                <a:gd name="connsiteX14" fmla="*/ 942410 w 1349074"/>
                <a:gd name="connsiteY14" fmla="*/ 1346644 h 1346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49074" h="1346643">
                  <a:moveTo>
                    <a:pt x="942410" y="1346644"/>
                  </a:moveTo>
                  <a:cubicBezTo>
                    <a:pt x="833542" y="1346644"/>
                    <a:pt x="731677" y="1304705"/>
                    <a:pt x="654642" y="1227818"/>
                  </a:cubicBezTo>
                  <a:lnTo>
                    <a:pt x="3343" y="577769"/>
                  </a:lnTo>
                  <a:cubicBezTo>
                    <a:pt x="-1114" y="573320"/>
                    <a:pt x="-1114" y="565060"/>
                    <a:pt x="3343" y="560612"/>
                  </a:cubicBezTo>
                  <a:cubicBezTo>
                    <a:pt x="7799" y="556164"/>
                    <a:pt x="16076" y="556164"/>
                    <a:pt x="20532" y="560612"/>
                  </a:cubicBezTo>
                  <a:lnTo>
                    <a:pt x="671831" y="1210661"/>
                  </a:lnTo>
                  <a:cubicBezTo>
                    <a:pt x="743774" y="1282465"/>
                    <a:pt x="839909" y="1322497"/>
                    <a:pt x="942410" y="1322497"/>
                  </a:cubicBezTo>
                  <a:cubicBezTo>
                    <a:pt x="1044912" y="1322497"/>
                    <a:pt x="1140410" y="1283100"/>
                    <a:pt x="1212989" y="1210661"/>
                  </a:cubicBezTo>
                  <a:cubicBezTo>
                    <a:pt x="1362603" y="1061334"/>
                    <a:pt x="1362603" y="819233"/>
                    <a:pt x="1213626" y="670542"/>
                  </a:cubicBezTo>
                  <a:lnTo>
                    <a:pt x="561690" y="20493"/>
                  </a:lnTo>
                  <a:cubicBezTo>
                    <a:pt x="557233" y="16045"/>
                    <a:pt x="557233" y="7784"/>
                    <a:pt x="561690" y="3336"/>
                  </a:cubicBezTo>
                  <a:cubicBezTo>
                    <a:pt x="566146" y="-1112"/>
                    <a:pt x="574423" y="-1112"/>
                    <a:pt x="578880" y="3336"/>
                  </a:cubicBezTo>
                  <a:lnTo>
                    <a:pt x="1230179" y="653385"/>
                  </a:lnTo>
                  <a:cubicBezTo>
                    <a:pt x="1388706" y="811608"/>
                    <a:pt x="1388706" y="1068959"/>
                    <a:pt x="1230179" y="1227182"/>
                  </a:cubicBezTo>
                  <a:cubicBezTo>
                    <a:pt x="1153144" y="1304070"/>
                    <a:pt x="1050642" y="1346644"/>
                    <a:pt x="942410" y="1346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9917970-6276-98FC-FC58-7552DF704EE6}"/>
                </a:ext>
              </a:extLst>
            </p:cNvPr>
            <p:cNvSpPr/>
            <p:nvPr/>
          </p:nvSpPr>
          <p:spPr>
            <a:xfrm>
              <a:off x="2815990" y="3077423"/>
              <a:ext cx="666841" cy="666093"/>
            </a:xfrm>
            <a:custGeom>
              <a:avLst/>
              <a:gdLst>
                <a:gd name="connsiteX0" fmla="*/ 227445 w 666841"/>
                <a:gd name="connsiteY0" fmla="*/ 666094 h 666093"/>
                <a:gd name="connsiteX1" fmla="*/ 3343 w 666841"/>
                <a:gd name="connsiteY1" fmla="*/ 577769 h 666093"/>
                <a:gd name="connsiteX2" fmla="*/ 3343 w 666841"/>
                <a:gd name="connsiteY2" fmla="*/ 560612 h 666093"/>
                <a:gd name="connsiteX3" fmla="*/ 20532 w 666841"/>
                <a:gd name="connsiteY3" fmla="*/ 560612 h 666093"/>
                <a:gd name="connsiteX4" fmla="*/ 515851 w 666841"/>
                <a:gd name="connsiteY4" fmla="*/ 515496 h 666093"/>
                <a:gd name="connsiteX5" fmla="*/ 639362 w 666841"/>
                <a:gd name="connsiteY5" fmla="*/ 274031 h 666093"/>
                <a:gd name="connsiteX6" fmla="*/ 561053 w 666841"/>
                <a:gd name="connsiteY6" fmla="*/ 20493 h 666093"/>
                <a:gd name="connsiteX7" fmla="*/ 561053 w 666841"/>
                <a:gd name="connsiteY7" fmla="*/ 3336 h 666093"/>
                <a:gd name="connsiteX8" fmla="*/ 578243 w 666841"/>
                <a:gd name="connsiteY8" fmla="*/ 3336 h 666093"/>
                <a:gd name="connsiteX9" fmla="*/ 663555 w 666841"/>
                <a:gd name="connsiteY9" fmla="*/ 277208 h 666093"/>
                <a:gd name="connsiteX10" fmla="*/ 533040 w 666841"/>
                <a:gd name="connsiteY10" fmla="*/ 532653 h 666093"/>
                <a:gd name="connsiteX11" fmla="*/ 227445 w 666841"/>
                <a:gd name="connsiteY11" fmla="*/ 666094 h 666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6841" h="666093">
                  <a:moveTo>
                    <a:pt x="227445" y="666094"/>
                  </a:moveTo>
                  <a:cubicBezTo>
                    <a:pt x="142770" y="666094"/>
                    <a:pt x="63188" y="636864"/>
                    <a:pt x="3343" y="577769"/>
                  </a:cubicBezTo>
                  <a:cubicBezTo>
                    <a:pt x="-1114" y="573321"/>
                    <a:pt x="-1114" y="565060"/>
                    <a:pt x="3343" y="560612"/>
                  </a:cubicBezTo>
                  <a:cubicBezTo>
                    <a:pt x="7799" y="556164"/>
                    <a:pt x="16076" y="556164"/>
                    <a:pt x="20532" y="560612"/>
                  </a:cubicBezTo>
                  <a:cubicBezTo>
                    <a:pt x="144680" y="684522"/>
                    <a:pt x="366873" y="664188"/>
                    <a:pt x="515851" y="515496"/>
                  </a:cubicBezTo>
                  <a:cubicBezTo>
                    <a:pt x="583973" y="447505"/>
                    <a:pt x="627266" y="362356"/>
                    <a:pt x="639362" y="274031"/>
                  </a:cubicBezTo>
                  <a:cubicBezTo>
                    <a:pt x="652732" y="176174"/>
                    <a:pt x="624082" y="83401"/>
                    <a:pt x="561053" y="20493"/>
                  </a:cubicBezTo>
                  <a:cubicBezTo>
                    <a:pt x="556596" y="16045"/>
                    <a:pt x="556596" y="7784"/>
                    <a:pt x="561053" y="3336"/>
                  </a:cubicBezTo>
                  <a:cubicBezTo>
                    <a:pt x="565510" y="-1112"/>
                    <a:pt x="573786" y="-1112"/>
                    <a:pt x="578243" y="3336"/>
                  </a:cubicBezTo>
                  <a:cubicBezTo>
                    <a:pt x="646365" y="71327"/>
                    <a:pt x="677561" y="171091"/>
                    <a:pt x="663555" y="277208"/>
                  </a:cubicBezTo>
                  <a:cubicBezTo>
                    <a:pt x="650822" y="370617"/>
                    <a:pt x="604983" y="460849"/>
                    <a:pt x="533040" y="532653"/>
                  </a:cubicBezTo>
                  <a:cubicBezTo>
                    <a:pt x="445182" y="620978"/>
                    <a:pt x="333130" y="666094"/>
                    <a:pt x="227445" y="6660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0685573-621B-14C1-901A-51AF9E0A6519}"/>
                </a:ext>
              </a:extLst>
            </p:cNvPr>
            <p:cNvSpPr/>
            <p:nvPr/>
          </p:nvSpPr>
          <p:spPr>
            <a:xfrm>
              <a:off x="2774766" y="3036914"/>
              <a:ext cx="621535" cy="620819"/>
            </a:xfrm>
            <a:custGeom>
              <a:avLst/>
              <a:gdLst>
                <a:gd name="connsiteX0" fmla="*/ 52206 w 621535"/>
                <a:gd name="connsiteY0" fmla="*/ 620819 h 620819"/>
                <a:gd name="connsiteX1" fmla="*/ 43293 w 621535"/>
                <a:gd name="connsiteY1" fmla="*/ 617007 h 620819"/>
                <a:gd name="connsiteX2" fmla="*/ 0 w 621535"/>
                <a:gd name="connsiteY2" fmla="*/ 513431 h 620819"/>
                <a:gd name="connsiteX3" fmla="*/ 43293 w 621535"/>
                <a:gd name="connsiteY3" fmla="*/ 409855 h 620819"/>
                <a:gd name="connsiteX4" fmla="*/ 189723 w 621535"/>
                <a:gd name="connsiteY4" fmla="*/ 373000 h 620819"/>
                <a:gd name="connsiteX5" fmla="*/ 226649 w 621535"/>
                <a:gd name="connsiteY5" fmla="*/ 226850 h 620819"/>
                <a:gd name="connsiteX6" fmla="*/ 374354 w 621535"/>
                <a:gd name="connsiteY6" fmla="*/ 190630 h 620819"/>
                <a:gd name="connsiteX7" fmla="*/ 410643 w 621535"/>
                <a:gd name="connsiteY7" fmla="*/ 43210 h 620819"/>
                <a:gd name="connsiteX8" fmla="*/ 514418 w 621535"/>
                <a:gd name="connsiteY8" fmla="*/ 0 h 620819"/>
                <a:gd name="connsiteX9" fmla="*/ 618193 w 621535"/>
                <a:gd name="connsiteY9" fmla="*/ 43210 h 620819"/>
                <a:gd name="connsiteX10" fmla="*/ 618193 w 621535"/>
                <a:gd name="connsiteY10" fmla="*/ 60366 h 620819"/>
                <a:gd name="connsiteX11" fmla="*/ 601003 w 621535"/>
                <a:gd name="connsiteY11" fmla="*/ 60366 h 620819"/>
                <a:gd name="connsiteX12" fmla="*/ 427833 w 621535"/>
                <a:gd name="connsiteY12" fmla="*/ 60366 h 620819"/>
                <a:gd name="connsiteX13" fmla="*/ 408096 w 621535"/>
                <a:gd name="connsiteY13" fmla="*/ 207787 h 620819"/>
                <a:gd name="connsiteX14" fmla="*/ 406187 w 621535"/>
                <a:gd name="connsiteY14" fmla="*/ 222402 h 620819"/>
                <a:gd name="connsiteX15" fmla="*/ 391544 w 621535"/>
                <a:gd name="connsiteY15" fmla="*/ 224308 h 620819"/>
                <a:gd name="connsiteX16" fmla="*/ 243839 w 621535"/>
                <a:gd name="connsiteY16" fmla="*/ 244007 h 620819"/>
                <a:gd name="connsiteX17" fmla="*/ 223466 w 621535"/>
                <a:gd name="connsiteY17" fmla="*/ 390157 h 620819"/>
                <a:gd name="connsiteX18" fmla="*/ 221556 w 621535"/>
                <a:gd name="connsiteY18" fmla="*/ 404772 h 620819"/>
                <a:gd name="connsiteX19" fmla="*/ 206913 w 621535"/>
                <a:gd name="connsiteY19" fmla="*/ 406678 h 620819"/>
                <a:gd name="connsiteX20" fmla="*/ 60482 w 621535"/>
                <a:gd name="connsiteY20" fmla="*/ 427012 h 620819"/>
                <a:gd name="connsiteX21" fmla="*/ 60482 w 621535"/>
                <a:gd name="connsiteY21" fmla="*/ 599850 h 620819"/>
                <a:gd name="connsiteX22" fmla="*/ 60482 w 621535"/>
                <a:gd name="connsiteY22" fmla="*/ 617007 h 620819"/>
                <a:gd name="connsiteX23" fmla="*/ 52206 w 621535"/>
                <a:gd name="connsiteY23" fmla="*/ 620819 h 620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1535" h="620819">
                  <a:moveTo>
                    <a:pt x="52206" y="620819"/>
                  </a:moveTo>
                  <a:cubicBezTo>
                    <a:pt x="49022" y="620819"/>
                    <a:pt x="45839" y="619548"/>
                    <a:pt x="43293" y="617007"/>
                  </a:cubicBezTo>
                  <a:cubicBezTo>
                    <a:pt x="15280" y="589047"/>
                    <a:pt x="0" y="552192"/>
                    <a:pt x="0" y="513431"/>
                  </a:cubicBezTo>
                  <a:cubicBezTo>
                    <a:pt x="0" y="474669"/>
                    <a:pt x="15280" y="437179"/>
                    <a:pt x="43293" y="409855"/>
                  </a:cubicBezTo>
                  <a:cubicBezTo>
                    <a:pt x="82129" y="371094"/>
                    <a:pt x="138791" y="357749"/>
                    <a:pt x="189723" y="373000"/>
                  </a:cubicBezTo>
                  <a:cubicBezTo>
                    <a:pt x="174444" y="322165"/>
                    <a:pt x="187814" y="264976"/>
                    <a:pt x="226649" y="226850"/>
                  </a:cubicBezTo>
                  <a:cubicBezTo>
                    <a:pt x="265485" y="188089"/>
                    <a:pt x="322785" y="174744"/>
                    <a:pt x="374354" y="190630"/>
                  </a:cubicBezTo>
                  <a:cubicBezTo>
                    <a:pt x="358437" y="139160"/>
                    <a:pt x="371807" y="82606"/>
                    <a:pt x="410643" y="43210"/>
                  </a:cubicBezTo>
                  <a:cubicBezTo>
                    <a:pt x="438656" y="15250"/>
                    <a:pt x="475582" y="0"/>
                    <a:pt x="514418" y="0"/>
                  </a:cubicBezTo>
                  <a:cubicBezTo>
                    <a:pt x="553254" y="0"/>
                    <a:pt x="590817" y="15250"/>
                    <a:pt x="618193" y="43210"/>
                  </a:cubicBezTo>
                  <a:cubicBezTo>
                    <a:pt x="622650" y="47658"/>
                    <a:pt x="622650" y="55918"/>
                    <a:pt x="618193" y="60366"/>
                  </a:cubicBezTo>
                  <a:cubicBezTo>
                    <a:pt x="613736" y="64814"/>
                    <a:pt x="605460" y="64814"/>
                    <a:pt x="601003" y="60366"/>
                  </a:cubicBezTo>
                  <a:cubicBezTo>
                    <a:pt x="553254" y="12709"/>
                    <a:pt x="475582" y="12709"/>
                    <a:pt x="427833" y="60366"/>
                  </a:cubicBezTo>
                  <a:cubicBezTo>
                    <a:pt x="388997" y="99128"/>
                    <a:pt x="380720" y="160129"/>
                    <a:pt x="408096" y="207787"/>
                  </a:cubicBezTo>
                  <a:cubicBezTo>
                    <a:pt x="410643" y="212870"/>
                    <a:pt x="410007" y="218589"/>
                    <a:pt x="406187" y="222402"/>
                  </a:cubicBezTo>
                  <a:cubicBezTo>
                    <a:pt x="402367" y="226215"/>
                    <a:pt x="396000" y="226850"/>
                    <a:pt x="391544" y="224308"/>
                  </a:cubicBezTo>
                  <a:cubicBezTo>
                    <a:pt x="343794" y="196985"/>
                    <a:pt x="282675" y="204610"/>
                    <a:pt x="243839" y="244007"/>
                  </a:cubicBezTo>
                  <a:cubicBezTo>
                    <a:pt x="205640" y="282133"/>
                    <a:pt x="196727" y="342499"/>
                    <a:pt x="223466" y="390157"/>
                  </a:cubicBezTo>
                  <a:cubicBezTo>
                    <a:pt x="226013" y="395240"/>
                    <a:pt x="225376" y="400959"/>
                    <a:pt x="221556" y="404772"/>
                  </a:cubicBezTo>
                  <a:cubicBezTo>
                    <a:pt x="217736" y="408584"/>
                    <a:pt x="212006" y="409220"/>
                    <a:pt x="206913" y="406678"/>
                  </a:cubicBezTo>
                  <a:cubicBezTo>
                    <a:pt x="159164" y="379990"/>
                    <a:pt x="99318" y="388886"/>
                    <a:pt x="60482" y="427012"/>
                  </a:cubicBezTo>
                  <a:cubicBezTo>
                    <a:pt x="12733" y="474669"/>
                    <a:pt x="12733" y="552192"/>
                    <a:pt x="60482" y="599850"/>
                  </a:cubicBezTo>
                  <a:cubicBezTo>
                    <a:pt x="64939" y="604298"/>
                    <a:pt x="64939" y="612559"/>
                    <a:pt x="60482" y="617007"/>
                  </a:cubicBezTo>
                  <a:cubicBezTo>
                    <a:pt x="58572" y="619548"/>
                    <a:pt x="55389" y="620819"/>
                    <a:pt x="52206" y="6208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6C6D531D-7DAD-4913-F66E-D8736661052D}"/>
                </a:ext>
              </a:extLst>
            </p:cNvPr>
            <p:cNvSpPr/>
            <p:nvPr/>
          </p:nvSpPr>
          <p:spPr>
            <a:xfrm>
              <a:off x="3166143" y="3257556"/>
              <a:ext cx="315586" cy="457366"/>
            </a:xfrm>
            <a:custGeom>
              <a:avLst/>
              <a:gdLst>
                <a:gd name="connsiteX0" fmla="*/ 22450 w 315586"/>
                <a:gd name="connsiteY0" fmla="*/ 457366 h 457366"/>
                <a:gd name="connsiteX1" fmla="*/ 10990 w 315586"/>
                <a:gd name="connsiteY1" fmla="*/ 448470 h 457366"/>
                <a:gd name="connsiteX2" fmla="*/ 45370 w 315586"/>
                <a:gd name="connsiteY2" fmla="*/ 177140 h 457366"/>
                <a:gd name="connsiteX3" fmla="*/ 300669 w 315586"/>
                <a:gd name="connsiteY3" fmla="*/ 489 h 457366"/>
                <a:gd name="connsiteX4" fmla="*/ 315312 w 315586"/>
                <a:gd name="connsiteY4" fmla="*/ 9385 h 457366"/>
                <a:gd name="connsiteX5" fmla="*/ 306399 w 315586"/>
                <a:gd name="connsiteY5" fmla="*/ 24000 h 457366"/>
                <a:gd name="connsiteX6" fmla="*/ 66379 w 315586"/>
                <a:gd name="connsiteY6" fmla="*/ 189213 h 457366"/>
                <a:gd name="connsiteX7" fmla="*/ 34547 w 315586"/>
                <a:gd name="connsiteY7" fmla="*/ 442116 h 457366"/>
                <a:gd name="connsiteX8" fmla="*/ 26270 w 315586"/>
                <a:gd name="connsiteY8" fmla="*/ 457366 h 457366"/>
                <a:gd name="connsiteX9" fmla="*/ 22450 w 315586"/>
                <a:gd name="connsiteY9" fmla="*/ 457366 h 457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86" h="457366">
                  <a:moveTo>
                    <a:pt x="22450" y="457366"/>
                  </a:moveTo>
                  <a:cubicBezTo>
                    <a:pt x="17357" y="457366"/>
                    <a:pt x="12264" y="453554"/>
                    <a:pt x="10990" y="448470"/>
                  </a:cubicBezTo>
                  <a:cubicBezTo>
                    <a:pt x="9080" y="442751"/>
                    <a:pt x="-27846" y="304862"/>
                    <a:pt x="45370" y="177140"/>
                  </a:cubicBezTo>
                  <a:cubicBezTo>
                    <a:pt x="93756" y="91992"/>
                    <a:pt x="179704" y="32896"/>
                    <a:pt x="300669" y="489"/>
                  </a:cubicBezTo>
                  <a:cubicBezTo>
                    <a:pt x="307036" y="-1417"/>
                    <a:pt x="314039" y="2395"/>
                    <a:pt x="315312" y="9385"/>
                  </a:cubicBezTo>
                  <a:cubicBezTo>
                    <a:pt x="316585" y="16375"/>
                    <a:pt x="313402" y="22729"/>
                    <a:pt x="306399" y="24000"/>
                  </a:cubicBezTo>
                  <a:cubicBezTo>
                    <a:pt x="192438" y="54501"/>
                    <a:pt x="111582" y="109784"/>
                    <a:pt x="66379" y="189213"/>
                  </a:cubicBezTo>
                  <a:cubicBezTo>
                    <a:pt x="-1743" y="308039"/>
                    <a:pt x="33910" y="440845"/>
                    <a:pt x="34547" y="442116"/>
                  </a:cubicBezTo>
                  <a:cubicBezTo>
                    <a:pt x="36457" y="448470"/>
                    <a:pt x="32637" y="455460"/>
                    <a:pt x="26270" y="457366"/>
                  </a:cubicBezTo>
                  <a:cubicBezTo>
                    <a:pt x="24360" y="457366"/>
                    <a:pt x="23723" y="457366"/>
                    <a:pt x="22450" y="4573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BF21F5F-1B95-F075-2D56-ED04F1E83E86}"/>
                </a:ext>
              </a:extLst>
            </p:cNvPr>
            <p:cNvSpPr/>
            <p:nvPr/>
          </p:nvSpPr>
          <p:spPr>
            <a:xfrm>
              <a:off x="2888485" y="3515604"/>
              <a:ext cx="309818" cy="195505"/>
            </a:xfrm>
            <a:custGeom>
              <a:avLst/>
              <a:gdLst>
                <a:gd name="connsiteX0" fmla="*/ 12339 w 309818"/>
                <a:gd name="connsiteY0" fmla="*/ 195506 h 195505"/>
                <a:gd name="connsiteX1" fmla="*/ 7882 w 309818"/>
                <a:gd name="connsiteY1" fmla="*/ 194870 h 195505"/>
                <a:gd name="connsiteX2" fmla="*/ 879 w 309818"/>
                <a:gd name="connsiteY2" fmla="*/ 178984 h 195505"/>
                <a:gd name="connsiteX3" fmla="*/ 301381 w 309818"/>
                <a:gd name="connsiteY3" fmla="*/ 9959 h 195505"/>
                <a:gd name="connsiteX4" fmla="*/ 309021 w 309818"/>
                <a:gd name="connsiteY4" fmla="*/ 25209 h 195505"/>
                <a:gd name="connsiteX5" fmla="*/ 293741 w 309818"/>
                <a:gd name="connsiteY5" fmla="*/ 32835 h 195505"/>
                <a:gd name="connsiteX6" fmla="*/ 23799 w 309818"/>
                <a:gd name="connsiteY6" fmla="*/ 187245 h 195505"/>
                <a:gd name="connsiteX7" fmla="*/ 12339 w 309818"/>
                <a:gd name="connsiteY7" fmla="*/ 195506 h 19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9818" h="195505">
                  <a:moveTo>
                    <a:pt x="12339" y="195506"/>
                  </a:moveTo>
                  <a:cubicBezTo>
                    <a:pt x="11066" y="195506"/>
                    <a:pt x="9792" y="195506"/>
                    <a:pt x="7882" y="194870"/>
                  </a:cubicBezTo>
                  <a:cubicBezTo>
                    <a:pt x="1516" y="192329"/>
                    <a:pt x="-1668" y="185339"/>
                    <a:pt x="879" y="178984"/>
                  </a:cubicBezTo>
                  <a:cubicBezTo>
                    <a:pt x="70911" y="-9104"/>
                    <a:pt x="228165" y="-13552"/>
                    <a:pt x="301381" y="9959"/>
                  </a:cubicBezTo>
                  <a:cubicBezTo>
                    <a:pt x="307747" y="11865"/>
                    <a:pt x="311567" y="18855"/>
                    <a:pt x="309021" y="25209"/>
                  </a:cubicBezTo>
                  <a:cubicBezTo>
                    <a:pt x="307111" y="31564"/>
                    <a:pt x="300108" y="35376"/>
                    <a:pt x="293741" y="32835"/>
                  </a:cubicBezTo>
                  <a:cubicBezTo>
                    <a:pt x="286101" y="30293"/>
                    <a:pt x="102744" y="-25625"/>
                    <a:pt x="23799" y="187245"/>
                  </a:cubicBezTo>
                  <a:cubicBezTo>
                    <a:pt x="21889" y="192329"/>
                    <a:pt x="17432" y="195506"/>
                    <a:pt x="12339" y="19550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0CFB817-16F7-044B-D553-C43968BBCA69}"/>
                </a:ext>
              </a:extLst>
            </p:cNvPr>
            <p:cNvSpPr/>
            <p:nvPr/>
          </p:nvSpPr>
          <p:spPr>
            <a:xfrm>
              <a:off x="3243328" y="3378536"/>
              <a:ext cx="147963" cy="211841"/>
            </a:xfrm>
            <a:custGeom>
              <a:avLst/>
              <a:gdLst>
                <a:gd name="connsiteX0" fmla="*/ 12114 w 147963"/>
                <a:gd name="connsiteY0" fmla="*/ 211842 h 211841"/>
                <a:gd name="connsiteX1" fmla="*/ 17 w 147963"/>
                <a:gd name="connsiteY1" fmla="*/ 200404 h 211841"/>
                <a:gd name="connsiteX2" fmla="*/ 131168 w 147963"/>
                <a:gd name="connsiteY2" fmla="*/ 877 h 211841"/>
                <a:gd name="connsiteX3" fmla="*/ 147085 w 147963"/>
                <a:gd name="connsiteY3" fmla="*/ 7867 h 211841"/>
                <a:gd name="connsiteX4" fmla="*/ 140081 w 147963"/>
                <a:gd name="connsiteY4" fmla="*/ 23753 h 211841"/>
                <a:gd name="connsiteX5" fmla="*/ 24210 w 147963"/>
                <a:gd name="connsiteY5" fmla="*/ 199133 h 211841"/>
                <a:gd name="connsiteX6" fmla="*/ 12114 w 147963"/>
                <a:gd name="connsiteY6" fmla="*/ 211842 h 211841"/>
                <a:gd name="connsiteX7" fmla="*/ 12114 w 147963"/>
                <a:gd name="connsiteY7" fmla="*/ 211842 h 211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7963" h="211841">
                  <a:moveTo>
                    <a:pt x="12114" y="211842"/>
                  </a:moveTo>
                  <a:cubicBezTo>
                    <a:pt x="5747" y="211842"/>
                    <a:pt x="17" y="206758"/>
                    <a:pt x="17" y="200404"/>
                  </a:cubicBezTo>
                  <a:cubicBezTo>
                    <a:pt x="17" y="199133"/>
                    <a:pt x="-4440" y="55525"/>
                    <a:pt x="131168" y="877"/>
                  </a:cubicBezTo>
                  <a:cubicBezTo>
                    <a:pt x="137535" y="-1664"/>
                    <a:pt x="144538" y="1513"/>
                    <a:pt x="147085" y="7867"/>
                  </a:cubicBezTo>
                  <a:cubicBezTo>
                    <a:pt x="149631" y="14222"/>
                    <a:pt x="146448" y="21211"/>
                    <a:pt x="140081" y="23753"/>
                  </a:cubicBezTo>
                  <a:cubicBezTo>
                    <a:pt x="19753" y="72046"/>
                    <a:pt x="24210" y="197862"/>
                    <a:pt x="24210" y="199133"/>
                  </a:cubicBezTo>
                  <a:cubicBezTo>
                    <a:pt x="24210" y="206123"/>
                    <a:pt x="19117" y="211206"/>
                    <a:pt x="12114" y="211842"/>
                  </a:cubicBezTo>
                  <a:lnTo>
                    <a:pt x="12114" y="2118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049BC44-613E-161C-8E52-BBDB172AE751}"/>
                </a:ext>
              </a:extLst>
            </p:cNvPr>
            <p:cNvSpPr/>
            <p:nvPr/>
          </p:nvSpPr>
          <p:spPr>
            <a:xfrm>
              <a:off x="4724682" y="3964648"/>
              <a:ext cx="637454" cy="688810"/>
            </a:xfrm>
            <a:custGeom>
              <a:avLst/>
              <a:gdLst>
                <a:gd name="connsiteX0" fmla="*/ 26265 w 637454"/>
                <a:gd name="connsiteY0" fmla="*/ 24147 h 688810"/>
                <a:gd name="connsiteX1" fmla="*/ 91204 w 637454"/>
                <a:gd name="connsiteY1" fmla="*/ 554734 h 688810"/>
                <a:gd name="connsiteX2" fmla="*/ 221718 w 637454"/>
                <a:gd name="connsiteY2" fmla="*/ 664029 h 688810"/>
                <a:gd name="connsiteX3" fmla="*/ 416535 w 637454"/>
                <a:gd name="connsiteY3" fmla="*/ 664029 h 688810"/>
                <a:gd name="connsiteX4" fmla="*/ 547050 w 637454"/>
                <a:gd name="connsiteY4" fmla="*/ 554734 h 688810"/>
                <a:gd name="connsiteX5" fmla="*/ 611989 w 637454"/>
                <a:gd name="connsiteY5" fmla="*/ 24147 h 688810"/>
                <a:gd name="connsiteX6" fmla="*/ 26265 w 637454"/>
                <a:gd name="connsiteY6" fmla="*/ 24147 h 688810"/>
                <a:gd name="connsiteX7" fmla="*/ 221718 w 637454"/>
                <a:gd name="connsiteY7" fmla="*/ 688811 h 688810"/>
                <a:gd name="connsiteX8" fmla="*/ 67011 w 637454"/>
                <a:gd name="connsiteY8" fmla="*/ 557911 h 688810"/>
                <a:gd name="connsiteX9" fmla="*/ 162 w 637454"/>
                <a:gd name="connsiteY9" fmla="*/ 13344 h 688810"/>
                <a:gd name="connsiteX10" fmla="*/ 3345 w 637454"/>
                <a:gd name="connsiteY10" fmla="*/ 3813 h 688810"/>
                <a:gd name="connsiteX11" fmla="*/ 12259 w 637454"/>
                <a:gd name="connsiteY11" fmla="*/ 0 h 688810"/>
                <a:gd name="connsiteX12" fmla="*/ 625359 w 637454"/>
                <a:gd name="connsiteY12" fmla="*/ 0 h 688810"/>
                <a:gd name="connsiteX13" fmla="*/ 634272 w 637454"/>
                <a:gd name="connsiteY13" fmla="*/ 3813 h 688810"/>
                <a:gd name="connsiteX14" fmla="*/ 637455 w 637454"/>
                <a:gd name="connsiteY14" fmla="*/ 13344 h 688810"/>
                <a:gd name="connsiteX15" fmla="*/ 570606 w 637454"/>
                <a:gd name="connsiteY15" fmla="*/ 557911 h 688810"/>
                <a:gd name="connsiteX16" fmla="*/ 415899 w 637454"/>
                <a:gd name="connsiteY16" fmla="*/ 688811 h 688810"/>
                <a:gd name="connsiteX17" fmla="*/ 221718 w 637454"/>
                <a:gd name="connsiteY17" fmla="*/ 688811 h 688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7454" h="688810">
                  <a:moveTo>
                    <a:pt x="26265" y="24147"/>
                  </a:moveTo>
                  <a:lnTo>
                    <a:pt x="91204" y="554734"/>
                  </a:lnTo>
                  <a:cubicBezTo>
                    <a:pt x="98844" y="617007"/>
                    <a:pt x="154870" y="664029"/>
                    <a:pt x="221718" y="664029"/>
                  </a:cubicBezTo>
                  <a:lnTo>
                    <a:pt x="416535" y="664029"/>
                  </a:lnTo>
                  <a:cubicBezTo>
                    <a:pt x="483384" y="664029"/>
                    <a:pt x="539410" y="617007"/>
                    <a:pt x="547050" y="554734"/>
                  </a:cubicBezTo>
                  <a:lnTo>
                    <a:pt x="611989" y="24147"/>
                  </a:lnTo>
                  <a:lnTo>
                    <a:pt x="26265" y="24147"/>
                  </a:lnTo>
                  <a:close/>
                  <a:moveTo>
                    <a:pt x="221718" y="688811"/>
                  </a:moveTo>
                  <a:cubicBezTo>
                    <a:pt x="142773" y="688811"/>
                    <a:pt x="75924" y="632892"/>
                    <a:pt x="67011" y="557911"/>
                  </a:cubicBezTo>
                  <a:lnTo>
                    <a:pt x="162" y="13344"/>
                  </a:lnTo>
                  <a:cubicBezTo>
                    <a:pt x="-474" y="10167"/>
                    <a:pt x="799" y="6354"/>
                    <a:pt x="3345" y="3813"/>
                  </a:cubicBezTo>
                  <a:cubicBezTo>
                    <a:pt x="5892" y="1271"/>
                    <a:pt x="9076" y="0"/>
                    <a:pt x="12259" y="0"/>
                  </a:cubicBezTo>
                  <a:lnTo>
                    <a:pt x="625359" y="0"/>
                  </a:lnTo>
                  <a:cubicBezTo>
                    <a:pt x="628542" y="0"/>
                    <a:pt x="632362" y="1271"/>
                    <a:pt x="634272" y="3813"/>
                  </a:cubicBezTo>
                  <a:cubicBezTo>
                    <a:pt x="636818" y="6354"/>
                    <a:pt x="637455" y="10167"/>
                    <a:pt x="637455" y="13344"/>
                  </a:cubicBezTo>
                  <a:lnTo>
                    <a:pt x="570606" y="557911"/>
                  </a:lnTo>
                  <a:cubicBezTo>
                    <a:pt x="561693" y="632257"/>
                    <a:pt x="494844" y="688811"/>
                    <a:pt x="415899" y="688811"/>
                  </a:cubicBezTo>
                  <a:lnTo>
                    <a:pt x="221718" y="68881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65DA89D-EAC2-3B8A-BDE9-95D0B6B1A778}"/>
                </a:ext>
              </a:extLst>
            </p:cNvPr>
            <p:cNvSpPr/>
            <p:nvPr/>
          </p:nvSpPr>
          <p:spPr>
            <a:xfrm>
              <a:off x="4613996" y="3704120"/>
              <a:ext cx="860819" cy="284674"/>
            </a:xfrm>
            <a:custGeom>
              <a:avLst/>
              <a:gdLst>
                <a:gd name="connsiteX0" fmla="*/ 429813 w 860819"/>
                <a:gd name="connsiteY0" fmla="*/ 260528 h 284674"/>
                <a:gd name="connsiteX1" fmla="*/ 788250 w 860819"/>
                <a:gd name="connsiteY1" fmla="*/ 260528 h 284674"/>
                <a:gd name="connsiteX2" fmla="*/ 788887 w 860819"/>
                <a:gd name="connsiteY2" fmla="*/ 258622 h 284674"/>
                <a:gd name="connsiteX3" fmla="*/ 835363 w 860819"/>
                <a:gd name="connsiteY3" fmla="*/ 32407 h 284674"/>
                <a:gd name="connsiteX4" fmla="*/ 834726 w 860819"/>
                <a:gd name="connsiteY4" fmla="*/ 24147 h 284674"/>
                <a:gd name="connsiteX5" fmla="*/ 25536 w 860819"/>
                <a:gd name="connsiteY5" fmla="*/ 24147 h 284674"/>
                <a:gd name="connsiteX6" fmla="*/ 24899 w 860819"/>
                <a:gd name="connsiteY6" fmla="*/ 32407 h 284674"/>
                <a:gd name="connsiteX7" fmla="*/ 71375 w 860819"/>
                <a:gd name="connsiteY7" fmla="*/ 258622 h 284674"/>
                <a:gd name="connsiteX8" fmla="*/ 72012 w 860819"/>
                <a:gd name="connsiteY8" fmla="*/ 260528 h 284674"/>
                <a:gd name="connsiteX9" fmla="*/ 429813 w 860819"/>
                <a:gd name="connsiteY9" fmla="*/ 260528 h 284674"/>
                <a:gd name="connsiteX10" fmla="*/ 790797 w 860819"/>
                <a:gd name="connsiteY10" fmla="*/ 284675 h 284674"/>
                <a:gd name="connsiteX11" fmla="*/ 68829 w 860819"/>
                <a:gd name="connsiteY11" fmla="*/ 284675 h 284674"/>
                <a:gd name="connsiteX12" fmla="*/ 47182 w 860819"/>
                <a:gd name="connsiteY12" fmla="*/ 263070 h 284674"/>
                <a:gd name="connsiteX13" fmla="*/ 707 w 860819"/>
                <a:gd name="connsiteY13" fmla="*/ 36855 h 284674"/>
                <a:gd name="connsiteX14" fmla="*/ 7073 w 860819"/>
                <a:gd name="connsiteY14" fmla="*/ 7625 h 284674"/>
                <a:gd name="connsiteX15" fmla="*/ 22990 w 860819"/>
                <a:gd name="connsiteY15" fmla="*/ 0 h 284674"/>
                <a:gd name="connsiteX16" fmla="*/ 837909 w 860819"/>
                <a:gd name="connsiteY16" fmla="*/ 0 h 284674"/>
                <a:gd name="connsiteX17" fmla="*/ 853826 w 860819"/>
                <a:gd name="connsiteY17" fmla="*/ 7625 h 284674"/>
                <a:gd name="connsiteX18" fmla="*/ 860192 w 860819"/>
                <a:gd name="connsiteY18" fmla="*/ 36855 h 284674"/>
                <a:gd name="connsiteX19" fmla="*/ 813717 w 860819"/>
                <a:gd name="connsiteY19" fmla="*/ 263070 h 284674"/>
                <a:gd name="connsiteX20" fmla="*/ 790797 w 860819"/>
                <a:gd name="connsiteY20" fmla="*/ 284675 h 284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60819" h="284674">
                  <a:moveTo>
                    <a:pt x="429813" y="260528"/>
                  </a:moveTo>
                  <a:lnTo>
                    <a:pt x="788250" y="260528"/>
                  </a:lnTo>
                  <a:cubicBezTo>
                    <a:pt x="788250" y="259893"/>
                    <a:pt x="788887" y="259257"/>
                    <a:pt x="788887" y="258622"/>
                  </a:cubicBezTo>
                  <a:lnTo>
                    <a:pt x="835363" y="32407"/>
                  </a:lnTo>
                  <a:cubicBezTo>
                    <a:pt x="835999" y="29230"/>
                    <a:pt x="835363" y="26053"/>
                    <a:pt x="834726" y="24147"/>
                  </a:cubicBezTo>
                  <a:lnTo>
                    <a:pt x="25536" y="24147"/>
                  </a:lnTo>
                  <a:cubicBezTo>
                    <a:pt x="24899" y="26053"/>
                    <a:pt x="24263" y="28595"/>
                    <a:pt x="24899" y="32407"/>
                  </a:cubicBezTo>
                  <a:lnTo>
                    <a:pt x="71375" y="258622"/>
                  </a:lnTo>
                  <a:cubicBezTo>
                    <a:pt x="71375" y="259257"/>
                    <a:pt x="72012" y="259893"/>
                    <a:pt x="72012" y="260528"/>
                  </a:cubicBezTo>
                  <a:lnTo>
                    <a:pt x="429813" y="260528"/>
                  </a:lnTo>
                  <a:close/>
                  <a:moveTo>
                    <a:pt x="790797" y="284675"/>
                  </a:moveTo>
                  <a:lnTo>
                    <a:pt x="68829" y="284675"/>
                  </a:lnTo>
                  <a:cubicBezTo>
                    <a:pt x="58642" y="284675"/>
                    <a:pt x="49729" y="275778"/>
                    <a:pt x="47182" y="263070"/>
                  </a:cubicBezTo>
                  <a:lnTo>
                    <a:pt x="707" y="36855"/>
                  </a:lnTo>
                  <a:cubicBezTo>
                    <a:pt x="-1203" y="26053"/>
                    <a:pt x="707" y="14615"/>
                    <a:pt x="7073" y="7625"/>
                  </a:cubicBezTo>
                  <a:cubicBezTo>
                    <a:pt x="11530" y="2542"/>
                    <a:pt x="16623" y="0"/>
                    <a:pt x="22990" y="0"/>
                  </a:cubicBezTo>
                  <a:lnTo>
                    <a:pt x="837909" y="0"/>
                  </a:lnTo>
                  <a:cubicBezTo>
                    <a:pt x="843639" y="0"/>
                    <a:pt x="849369" y="2542"/>
                    <a:pt x="853826" y="7625"/>
                  </a:cubicBezTo>
                  <a:cubicBezTo>
                    <a:pt x="859555" y="15250"/>
                    <a:pt x="862102" y="26053"/>
                    <a:pt x="860192" y="36855"/>
                  </a:cubicBezTo>
                  <a:lnTo>
                    <a:pt x="813717" y="263070"/>
                  </a:lnTo>
                  <a:cubicBezTo>
                    <a:pt x="809896" y="275778"/>
                    <a:pt x="800983" y="284675"/>
                    <a:pt x="790797" y="28467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A8A3A45-866D-267D-0C80-F62777DD6E84}"/>
                </a:ext>
              </a:extLst>
            </p:cNvPr>
            <p:cNvSpPr/>
            <p:nvPr/>
          </p:nvSpPr>
          <p:spPr>
            <a:xfrm>
              <a:off x="4644495" y="2826325"/>
              <a:ext cx="795443" cy="902118"/>
            </a:xfrm>
            <a:custGeom>
              <a:avLst/>
              <a:gdLst>
                <a:gd name="connsiteX0" fmla="*/ 729738 w 795443"/>
                <a:gd name="connsiteY0" fmla="*/ 901941 h 902118"/>
                <a:gd name="connsiteX1" fmla="*/ 720188 w 795443"/>
                <a:gd name="connsiteY1" fmla="*/ 897493 h 902118"/>
                <a:gd name="connsiteX2" fmla="*/ 722098 w 795443"/>
                <a:gd name="connsiteY2" fmla="*/ 880337 h 902118"/>
                <a:gd name="connsiteX3" fmla="*/ 771757 w 795443"/>
                <a:gd name="connsiteY3" fmla="*/ 784386 h 902118"/>
                <a:gd name="connsiteX4" fmla="*/ 683899 w 795443"/>
                <a:gd name="connsiteY4" fmla="*/ 657299 h 902118"/>
                <a:gd name="connsiteX5" fmla="*/ 676259 w 795443"/>
                <a:gd name="connsiteY5" fmla="*/ 648403 h 902118"/>
                <a:gd name="connsiteX6" fmla="*/ 679442 w 795443"/>
                <a:gd name="connsiteY6" fmla="*/ 636965 h 902118"/>
                <a:gd name="connsiteX7" fmla="*/ 705545 w 795443"/>
                <a:gd name="connsiteY7" fmla="*/ 566432 h 902118"/>
                <a:gd name="connsiteX8" fmla="*/ 611320 w 795443"/>
                <a:gd name="connsiteY8" fmla="*/ 482555 h 902118"/>
                <a:gd name="connsiteX9" fmla="*/ 601770 w 795443"/>
                <a:gd name="connsiteY9" fmla="*/ 482555 h 902118"/>
                <a:gd name="connsiteX10" fmla="*/ 590310 w 795443"/>
                <a:gd name="connsiteY10" fmla="*/ 474930 h 902118"/>
                <a:gd name="connsiteX11" fmla="*/ 593493 w 795443"/>
                <a:gd name="connsiteY11" fmla="*/ 461585 h 902118"/>
                <a:gd name="connsiteX12" fmla="*/ 622780 w 795443"/>
                <a:gd name="connsiteY12" fmla="*/ 390417 h 902118"/>
                <a:gd name="connsiteX13" fmla="*/ 550201 w 795443"/>
                <a:gd name="connsiteY13" fmla="*/ 305904 h 902118"/>
                <a:gd name="connsiteX14" fmla="*/ 485899 w 795443"/>
                <a:gd name="connsiteY14" fmla="*/ 275403 h 902118"/>
                <a:gd name="connsiteX15" fmla="*/ 373211 w 795443"/>
                <a:gd name="connsiteY15" fmla="*/ 44105 h 902118"/>
                <a:gd name="connsiteX16" fmla="*/ 301905 w 795443"/>
                <a:gd name="connsiteY16" fmla="*/ 261424 h 902118"/>
                <a:gd name="connsiteX17" fmla="*/ 294902 w 795443"/>
                <a:gd name="connsiteY17" fmla="*/ 290654 h 902118"/>
                <a:gd name="connsiteX18" fmla="*/ 268162 w 795443"/>
                <a:gd name="connsiteY18" fmla="*/ 303362 h 902118"/>
                <a:gd name="connsiteX19" fmla="*/ 173937 w 795443"/>
                <a:gd name="connsiteY19" fmla="*/ 390417 h 902118"/>
                <a:gd name="connsiteX20" fmla="*/ 203223 w 795443"/>
                <a:gd name="connsiteY20" fmla="*/ 461585 h 902118"/>
                <a:gd name="connsiteX21" fmla="*/ 206407 w 795443"/>
                <a:gd name="connsiteY21" fmla="*/ 474930 h 902118"/>
                <a:gd name="connsiteX22" fmla="*/ 194947 w 795443"/>
                <a:gd name="connsiteY22" fmla="*/ 482555 h 902118"/>
                <a:gd name="connsiteX23" fmla="*/ 185397 w 795443"/>
                <a:gd name="connsiteY23" fmla="*/ 482555 h 902118"/>
                <a:gd name="connsiteX24" fmla="*/ 91172 w 795443"/>
                <a:gd name="connsiteY24" fmla="*/ 566432 h 902118"/>
                <a:gd name="connsiteX25" fmla="*/ 117275 w 795443"/>
                <a:gd name="connsiteY25" fmla="*/ 636965 h 902118"/>
                <a:gd name="connsiteX26" fmla="*/ 120458 w 795443"/>
                <a:gd name="connsiteY26" fmla="*/ 648403 h 902118"/>
                <a:gd name="connsiteX27" fmla="*/ 112818 w 795443"/>
                <a:gd name="connsiteY27" fmla="*/ 657299 h 902118"/>
                <a:gd name="connsiteX28" fmla="*/ 24960 w 795443"/>
                <a:gd name="connsiteY28" fmla="*/ 784386 h 902118"/>
                <a:gd name="connsiteX29" fmla="*/ 74619 w 795443"/>
                <a:gd name="connsiteY29" fmla="*/ 880337 h 902118"/>
                <a:gd name="connsiteX30" fmla="*/ 76529 w 795443"/>
                <a:gd name="connsiteY30" fmla="*/ 897493 h 902118"/>
                <a:gd name="connsiteX31" fmla="*/ 59339 w 795443"/>
                <a:gd name="connsiteY31" fmla="*/ 899400 h 902118"/>
                <a:gd name="connsiteX32" fmla="*/ 130 w 795443"/>
                <a:gd name="connsiteY32" fmla="*/ 785657 h 902118"/>
                <a:gd name="connsiteX33" fmla="*/ 87989 w 795443"/>
                <a:gd name="connsiteY33" fmla="*/ 640778 h 902118"/>
                <a:gd name="connsiteX34" fmla="*/ 66342 w 795443"/>
                <a:gd name="connsiteY34" fmla="*/ 565161 h 902118"/>
                <a:gd name="connsiteX35" fmla="*/ 168844 w 795443"/>
                <a:gd name="connsiteY35" fmla="*/ 459679 h 902118"/>
                <a:gd name="connsiteX36" fmla="*/ 149107 w 795443"/>
                <a:gd name="connsiteY36" fmla="*/ 389781 h 902118"/>
                <a:gd name="connsiteX37" fmla="*/ 268162 w 795443"/>
                <a:gd name="connsiteY37" fmla="*/ 279851 h 902118"/>
                <a:gd name="connsiteX38" fmla="*/ 275802 w 795443"/>
                <a:gd name="connsiteY38" fmla="*/ 276039 h 902118"/>
                <a:gd name="connsiteX39" fmla="*/ 277712 w 795443"/>
                <a:gd name="connsiteY39" fmla="*/ 267143 h 902118"/>
                <a:gd name="connsiteX40" fmla="*/ 376394 w 795443"/>
                <a:gd name="connsiteY40" fmla="*/ 3437 h 902118"/>
                <a:gd name="connsiteX41" fmla="*/ 389763 w 795443"/>
                <a:gd name="connsiteY41" fmla="*/ 896 h 902118"/>
                <a:gd name="connsiteX42" fmla="*/ 396767 w 795443"/>
                <a:gd name="connsiteY42" fmla="*/ 12333 h 902118"/>
                <a:gd name="connsiteX43" fmla="*/ 501178 w 795443"/>
                <a:gd name="connsiteY43" fmla="*/ 256976 h 902118"/>
                <a:gd name="connsiteX44" fmla="*/ 554658 w 795443"/>
                <a:gd name="connsiteY44" fmla="*/ 282393 h 902118"/>
                <a:gd name="connsiteX45" fmla="*/ 646336 w 795443"/>
                <a:gd name="connsiteY45" fmla="*/ 389146 h 902118"/>
                <a:gd name="connsiteX46" fmla="*/ 626600 w 795443"/>
                <a:gd name="connsiteY46" fmla="*/ 459044 h 902118"/>
                <a:gd name="connsiteX47" fmla="*/ 729101 w 795443"/>
                <a:gd name="connsiteY47" fmla="*/ 564526 h 902118"/>
                <a:gd name="connsiteX48" fmla="*/ 707455 w 795443"/>
                <a:gd name="connsiteY48" fmla="*/ 640142 h 902118"/>
                <a:gd name="connsiteX49" fmla="*/ 795313 w 795443"/>
                <a:gd name="connsiteY49" fmla="*/ 785021 h 902118"/>
                <a:gd name="connsiteX50" fmla="*/ 736105 w 795443"/>
                <a:gd name="connsiteY50" fmla="*/ 898764 h 902118"/>
                <a:gd name="connsiteX51" fmla="*/ 729738 w 795443"/>
                <a:gd name="connsiteY51" fmla="*/ 901941 h 90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95443" h="902118">
                  <a:moveTo>
                    <a:pt x="729738" y="901941"/>
                  </a:moveTo>
                  <a:cubicBezTo>
                    <a:pt x="725918" y="901941"/>
                    <a:pt x="722735" y="900035"/>
                    <a:pt x="720188" y="897493"/>
                  </a:cubicBezTo>
                  <a:cubicBezTo>
                    <a:pt x="715731" y="892410"/>
                    <a:pt x="717005" y="884785"/>
                    <a:pt x="722098" y="880337"/>
                  </a:cubicBezTo>
                  <a:cubicBezTo>
                    <a:pt x="752657" y="856825"/>
                    <a:pt x="770484" y="821877"/>
                    <a:pt x="771757" y="784386"/>
                  </a:cubicBezTo>
                  <a:cubicBezTo>
                    <a:pt x="773667" y="727197"/>
                    <a:pt x="738651" y="675727"/>
                    <a:pt x="683899" y="657299"/>
                  </a:cubicBezTo>
                  <a:cubicBezTo>
                    <a:pt x="680079" y="656028"/>
                    <a:pt x="676896" y="652851"/>
                    <a:pt x="676259" y="648403"/>
                  </a:cubicBezTo>
                  <a:cubicBezTo>
                    <a:pt x="674986" y="644591"/>
                    <a:pt x="676259" y="640142"/>
                    <a:pt x="679442" y="636965"/>
                  </a:cubicBezTo>
                  <a:cubicBezTo>
                    <a:pt x="697905" y="618538"/>
                    <a:pt x="707455" y="592485"/>
                    <a:pt x="705545" y="566432"/>
                  </a:cubicBezTo>
                  <a:cubicBezTo>
                    <a:pt x="702362" y="519410"/>
                    <a:pt x="660979" y="482555"/>
                    <a:pt x="611320" y="482555"/>
                  </a:cubicBezTo>
                  <a:lnTo>
                    <a:pt x="601770" y="482555"/>
                  </a:lnTo>
                  <a:cubicBezTo>
                    <a:pt x="596677" y="482555"/>
                    <a:pt x="592220" y="479378"/>
                    <a:pt x="590310" y="474930"/>
                  </a:cubicBezTo>
                  <a:cubicBezTo>
                    <a:pt x="588400" y="470482"/>
                    <a:pt x="589674" y="464763"/>
                    <a:pt x="593493" y="461585"/>
                  </a:cubicBezTo>
                  <a:cubicBezTo>
                    <a:pt x="613230" y="443158"/>
                    <a:pt x="624053" y="417740"/>
                    <a:pt x="622780" y="390417"/>
                  </a:cubicBezTo>
                  <a:cubicBezTo>
                    <a:pt x="620870" y="350384"/>
                    <a:pt x="590947" y="315436"/>
                    <a:pt x="550201" y="305904"/>
                  </a:cubicBezTo>
                  <a:cubicBezTo>
                    <a:pt x="524098" y="300185"/>
                    <a:pt x="502452" y="289383"/>
                    <a:pt x="485899" y="275403"/>
                  </a:cubicBezTo>
                  <a:cubicBezTo>
                    <a:pt x="445153" y="239819"/>
                    <a:pt x="378941" y="164838"/>
                    <a:pt x="373211" y="44105"/>
                  </a:cubicBezTo>
                  <a:cubicBezTo>
                    <a:pt x="340741" y="84138"/>
                    <a:pt x="282169" y="171192"/>
                    <a:pt x="301905" y="261424"/>
                  </a:cubicBezTo>
                  <a:cubicBezTo>
                    <a:pt x="304452" y="271591"/>
                    <a:pt x="301905" y="282393"/>
                    <a:pt x="294902" y="290654"/>
                  </a:cubicBezTo>
                  <a:cubicBezTo>
                    <a:pt x="288535" y="298914"/>
                    <a:pt x="278349" y="303362"/>
                    <a:pt x="268162" y="303362"/>
                  </a:cubicBezTo>
                  <a:cubicBezTo>
                    <a:pt x="217866" y="303362"/>
                    <a:pt x="175847" y="342124"/>
                    <a:pt x="173937" y="390417"/>
                  </a:cubicBezTo>
                  <a:cubicBezTo>
                    <a:pt x="172664" y="417105"/>
                    <a:pt x="183487" y="443158"/>
                    <a:pt x="203223" y="461585"/>
                  </a:cubicBezTo>
                  <a:cubicBezTo>
                    <a:pt x="207043" y="464763"/>
                    <a:pt x="208316" y="470482"/>
                    <a:pt x="206407" y="474930"/>
                  </a:cubicBezTo>
                  <a:cubicBezTo>
                    <a:pt x="204497" y="479378"/>
                    <a:pt x="200040" y="482555"/>
                    <a:pt x="194947" y="482555"/>
                  </a:cubicBezTo>
                  <a:lnTo>
                    <a:pt x="185397" y="482555"/>
                  </a:lnTo>
                  <a:cubicBezTo>
                    <a:pt x="136374" y="482555"/>
                    <a:pt x="94992" y="519410"/>
                    <a:pt x="91172" y="566432"/>
                  </a:cubicBezTo>
                  <a:cubicBezTo>
                    <a:pt x="89262" y="592485"/>
                    <a:pt x="98812" y="618538"/>
                    <a:pt x="117275" y="636965"/>
                  </a:cubicBezTo>
                  <a:cubicBezTo>
                    <a:pt x="120458" y="640142"/>
                    <a:pt x="121731" y="643955"/>
                    <a:pt x="120458" y="648403"/>
                  </a:cubicBezTo>
                  <a:cubicBezTo>
                    <a:pt x="119185" y="652216"/>
                    <a:pt x="116638" y="656028"/>
                    <a:pt x="112818" y="657299"/>
                  </a:cubicBezTo>
                  <a:cubicBezTo>
                    <a:pt x="58066" y="675727"/>
                    <a:pt x="23050" y="727197"/>
                    <a:pt x="24960" y="784386"/>
                  </a:cubicBezTo>
                  <a:cubicBezTo>
                    <a:pt x="26233" y="821877"/>
                    <a:pt x="44696" y="856190"/>
                    <a:pt x="74619" y="880337"/>
                  </a:cubicBezTo>
                  <a:cubicBezTo>
                    <a:pt x="79712" y="884149"/>
                    <a:pt x="80985" y="892410"/>
                    <a:pt x="76529" y="897493"/>
                  </a:cubicBezTo>
                  <a:cubicBezTo>
                    <a:pt x="72709" y="902577"/>
                    <a:pt x="64432" y="903848"/>
                    <a:pt x="59339" y="899400"/>
                  </a:cubicBezTo>
                  <a:cubicBezTo>
                    <a:pt x="23050" y="871441"/>
                    <a:pt x="1403" y="830137"/>
                    <a:pt x="130" y="785657"/>
                  </a:cubicBezTo>
                  <a:cubicBezTo>
                    <a:pt x="-2417" y="723384"/>
                    <a:pt x="32599" y="666831"/>
                    <a:pt x="87989" y="640778"/>
                  </a:cubicBezTo>
                  <a:cubicBezTo>
                    <a:pt x="72072" y="619173"/>
                    <a:pt x="64432" y="591849"/>
                    <a:pt x="66342" y="565161"/>
                  </a:cubicBezTo>
                  <a:cubicBezTo>
                    <a:pt x="70162" y="510514"/>
                    <a:pt x="114091" y="466669"/>
                    <a:pt x="168844" y="459679"/>
                  </a:cubicBezTo>
                  <a:cubicBezTo>
                    <a:pt x="154838" y="439345"/>
                    <a:pt x="147834" y="415199"/>
                    <a:pt x="149107" y="389781"/>
                  </a:cubicBezTo>
                  <a:cubicBezTo>
                    <a:pt x="151654" y="328780"/>
                    <a:pt x="205133" y="279851"/>
                    <a:pt x="268162" y="279851"/>
                  </a:cubicBezTo>
                  <a:cubicBezTo>
                    <a:pt x="272619" y="279851"/>
                    <a:pt x="275165" y="277310"/>
                    <a:pt x="275802" y="276039"/>
                  </a:cubicBezTo>
                  <a:cubicBezTo>
                    <a:pt x="277712" y="273497"/>
                    <a:pt x="278349" y="270320"/>
                    <a:pt x="277712" y="267143"/>
                  </a:cubicBezTo>
                  <a:cubicBezTo>
                    <a:pt x="247789" y="131160"/>
                    <a:pt x="370664" y="9156"/>
                    <a:pt x="376394" y="3437"/>
                  </a:cubicBezTo>
                  <a:cubicBezTo>
                    <a:pt x="380214" y="260"/>
                    <a:pt x="385307" y="-1011"/>
                    <a:pt x="389763" y="896"/>
                  </a:cubicBezTo>
                  <a:cubicBezTo>
                    <a:pt x="394220" y="2802"/>
                    <a:pt x="397403" y="7250"/>
                    <a:pt x="396767" y="12333"/>
                  </a:cubicBezTo>
                  <a:cubicBezTo>
                    <a:pt x="391674" y="142597"/>
                    <a:pt x="459796" y="221391"/>
                    <a:pt x="501178" y="256976"/>
                  </a:cubicBezTo>
                  <a:cubicBezTo>
                    <a:pt x="515185" y="269049"/>
                    <a:pt x="533011" y="277310"/>
                    <a:pt x="554658" y="282393"/>
                  </a:cubicBezTo>
                  <a:cubicBezTo>
                    <a:pt x="606227" y="294466"/>
                    <a:pt x="643789" y="338311"/>
                    <a:pt x="646336" y="389146"/>
                  </a:cubicBezTo>
                  <a:cubicBezTo>
                    <a:pt x="647609" y="413928"/>
                    <a:pt x="640606" y="438710"/>
                    <a:pt x="626600" y="459044"/>
                  </a:cubicBezTo>
                  <a:cubicBezTo>
                    <a:pt x="681352" y="466033"/>
                    <a:pt x="724645" y="509878"/>
                    <a:pt x="729101" y="564526"/>
                  </a:cubicBezTo>
                  <a:cubicBezTo>
                    <a:pt x="731011" y="591849"/>
                    <a:pt x="723371" y="618538"/>
                    <a:pt x="707455" y="640142"/>
                  </a:cubicBezTo>
                  <a:cubicBezTo>
                    <a:pt x="762844" y="666195"/>
                    <a:pt x="797860" y="722113"/>
                    <a:pt x="795313" y="785021"/>
                  </a:cubicBezTo>
                  <a:cubicBezTo>
                    <a:pt x="793404" y="829502"/>
                    <a:pt x="771757" y="870805"/>
                    <a:pt x="736105" y="898764"/>
                  </a:cubicBezTo>
                  <a:cubicBezTo>
                    <a:pt x="734831" y="901306"/>
                    <a:pt x="732285" y="901941"/>
                    <a:pt x="729738" y="9019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DAA941B-6C3A-2E88-CF38-EDCA76F7BB01}"/>
                </a:ext>
              </a:extLst>
            </p:cNvPr>
            <p:cNvSpPr/>
            <p:nvPr/>
          </p:nvSpPr>
          <p:spPr>
            <a:xfrm>
              <a:off x="4239075" y="4457269"/>
              <a:ext cx="460004" cy="389362"/>
            </a:xfrm>
            <a:custGeom>
              <a:avLst/>
              <a:gdLst>
                <a:gd name="connsiteX0" fmla="*/ 226013 w 460004"/>
                <a:gd name="connsiteY0" fmla="*/ 389362 h 389362"/>
                <a:gd name="connsiteX1" fmla="*/ 56662 w 460004"/>
                <a:gd name="connsiteY1" fmla="*/ 319465 h 389362"/>
                <a:gd name="connsiteX2" fmla="*/ 0 w 460004"/>
                <a:gd name="connsiteY2" fmla="*/ 182846 h 389362"/>
                <a:gd name="connsiteX3" fmla="*/ 56662 w 460004"/>
                <a:gd name="connsiteY3" fmla="*/ 46228 h 389362"/>
                <a:gd name="connsiteX4" fmla="*/ 279492 w 460004"/>
                <a:gd name="connsiteY4" fmla="*/ 46228 h 389362"/>
                <a:gd name="connsiteX5" fmla="*/ 279492 w 460004"/>
                <a:gd name="connsiteY5" fmla="*/ 63385 h 389362"/>
                <a:gd name="connsiteX6" fmla="*/ 262302 w 460004"/>
                <a:gd name="connsiteY6" fmla="*/ 63385 h 389362"/>
                <a:gd name="connsiteX7" fmla="*/ 73852 w 460004"/>
                <a:gd name="connsiteY7" fmla="*/ 63385 h 389362"/>
                <a:gd name="connsiteX8" fmla="*/ 24193 w 460004"/>
                <a:gd name="connsiteY8" fmla="*/ 182846 h 389362"/>
                <a:gd name="connsiteX9" fmla="*/ 73852 w 460004"/>
                <a:gd name="connsiteY9" fmla="*/ 302308 h 389362"/>
                <a:gd name="connsiteX10" fmla="*/ 226013 w 460004"/>
                <a:gd name="connsiteY10" fmla="*/ 365216 h 389362"/>
                <a:gd name="connsiteX11" fmla="*/ 378174 w 460004"/>
                <a:gd name="connsiteY11" fmla="*/ 302308 h 389362"/>
                <a:gd name="connsiteX12" fmla="*/ 436746 w 460004"/>
                <a:gd name="connsiteY12" fmla="*/ 215889 h 389362"/>
                <a:gd name="connsiteX13" fmla="*/ 452662 w 460004"/>
                <a:gd name="connsiteY13" fmla="*/ 209534 h 389362"/>
                <a:gd name="connsiteX14" fmla="*/ 459029 w 460004"/>
                <a:gd name="connsiteY14" fmla="*/ 225420 h 389362"/>
                <a:gd name="connsiteX15" fmla="*/ 395363 w 460004"/>
                <a:gd name="connsiteY15" fmla="*/ 319465 h 389362"/>
                <a:gd name="connsiteX16" fmla="*/ 226013 w 460004"/>
                <a:gd name="connsiteY16" fmla="*/ 389362 h 38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60004" h="389362">
                  <a:moveTo>
                    <a:pt x="226013" y="389362"/>
                  </a:moveTo>
                  <a:cubicBezTo>
                    <a:pt x="162347" y="389362"/>
                    <a:pt x="101865" y="364580"/>
                    <a:pt x="56662" y="319465"/>
                  </a:cubicBezTo>
                  <a:cubicBezTo>
                    <a:pt x="19736" y="282609"/>
                    <a:pt x="0" y="234316"/>
                    <a:pt x="0" y="182846"/>
                  </a:cubicBezTo>
                  <a:cubicBezTo>
                    <a:pt x="0" y="131376"/>
                    <a:pt x="20373" y="82448"/>
                    <a:pt x="56662" y="46228"/>
                  </a:cubicBezTo>
                  <a:cubicBezTo>
                    <a:pt x="118418" y="-15409"/>
                    <a:pt x="218373" y="-15409"/>
                    <a:pt x="279492" y="46228"/>
                  </a:cubicBezTo>
                  <a:cubicBezTo>
                    <a:pt x="283948" y="50676"/>
                    <a:pt x="283948" y="58937"/>
                    <a:pt x="279492" y="63385"/>
                  </a:cubicBezTo>
                  <a:cubicBezTo>
                    <a:pt x="275036" y="67833"/>
                    <a:pt x="266759" y="67833"/>
                    <a:pt x="262302" y="63385"/>
                  </a:cubicBezTo>
                  <a:cubicBezTo>
                    <a:pt x="210097" y="11279"/>
                    <a:pt x="126058" y="11279"/>
                    <a:pt x="73852" y="63385"/>
                  </a:cubicBezTo>
                  <a:cubicBezTo>
                    <a:pt x="42019" y="95156"/>
                    <a:pt x="24193" y="137730"/>
                    <a:pt x="24193" y="182846"/>
                  </a:cubicBezTo>
                  <a:cubicBezTo>
                    <a:pt x="24193" y="227962"/>
                    <a:pt x="42019" y="270536"/>
                    <a:pt x="73852" y="302308"/>
                  </a:cubicBezTo>
                  <a:cubicBezTo>
                    <a:pt x="114598" y="342976"/>
                    <a:pt x="168714" y="365216"/>
                    <a:pt x="226013" y="365216"/>
                  </a:cubicBezTo>
                  <a:cubicBezTo>
                    <a:pt x="283312" y="365216"/>
                    <a:pt x="337428" y="342976"/>
                    <a:pt x="378174" y="302308"/>
                  </a:cubicBezTo>
                  <a:cubicBezTo>
                    <a:pt x="403003" y="277526"/>
                    <a:pt x="422739" y="248296"/>
                    <a:pt x="436746" y="215889"/>
                  </a:cubicBezTo>
                  <a:cubicBezTo>
                    <a:pt x="439293" y="209534"/>
                    <a:pt x="446296" y="206993"/>
                    <a:pt x="452662" y="209534"/>
                  </a:cubicBezTo>
                  <a:cubicBezTo>
                    <a:pt x="459029" y="212076"/>
                    <a:pt x="461576" y="219066"/>
                    <a:pt x="459029" y="225420"/>
                  </a:cubicBezTo>
                  <a:cubicBezTo>
                    <a:pt x="444386" y="261004"/>
                    <a:pt x="422739" y="292776"/>
                    <a:pt x="395363" y="319465"/>
                  </a:cubicBezTo>
                  <a:cubicBezTo>
                    <a:pt x="350161" y="364580"/>
                    <a:pt x="290315" y="389362"/>
                    <a:pt x="226013" y="38936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A84A268E-EBD7-D98C-BD75-8E7B12DDE248}"/>
                </a:ext>
              </a:extLst>
            </p:cNvPr>
            <p:cNvSpPr/>
            <p:nvPr/>
          </p:nvSpPr>
          <p:spPr>
            <a:xfrm>
              <a:off x="3722747" y="3995784"/>
              <a:ext cx="1334431" cy="1411934"/>
            </a:xfrm>
            <a:custGeom>
              <a:avLst/>
              <a:gdLst>
                <a:gd name="connsiteX0" fmla="*/ 749344 w 1334431"/>
                <a:gd name="connsiteY0" fmla="*/ 1411935 h 1411934"/>
                <a:gd name="connsiteX1" fmla="*/ 167441 w 1334431"/>
                <a:gd name="connsiteY1" fmla="*/ 1128531 h 1411934"/>
                <a:gd name="connsiteX2" fmla="*/ 0 w 1334431"/>
                <a:gd name="connsiteY2" fmla="*/ 665935 h 1411934"/>
                <a:gd name="connsiteX3" fmla="*/ 667216 w 1334431"/>
                <a:gd name="connsiteY3" fmla="*/ 0 h 1411934"/>
                <a:gd name="connsiteX4" fmla="*/ 1334431 w 1334431"/>
                <a:gd name="connsiteY4" fmla="*/ 665935 h 1411934"/>
                <a:gd name="connsiteX5" fmla="*/ 1251666 w 1334431"/>
                <a:gd name="connsiteY5" fmla="*/ 953151 h 1411934"/>
                <a:gd name="connsiteX6" fmla="*/ 1234476 w 1334431"/>
                <a:gd name="connsiteY6" fmla="*/ 953151 h 1411934"/>
                <a:gd name="connsiteX7" fmla="*/ 1234476 w 1334431"/>
                <a:gd name="connsiteY7" fmla="*/ 935995 h 1411934"/>
                <a:gd name="connsiteX8" fmla="*/ 1310239 w 1334431"/>
                <a:gd name="connsiteY8" fmla="*/ 665935 h 1411934"/>
                <a:gd name="connsiteX9" fmla="*/ 667216 w 1334431"/>
                <a:gd name="connsiteY9" fmla="*/ 24147 h 1411934"/>
                <a:gd name="connsiteX10" fmla="*/ 24193 w 1334431"/>
                <a:gd name="connsiteY10" fmla="*/ 665935 h 1411934"/>
                <a:gd name="connsiteX11" fmla="*/ 185904 w 1334431"/>
                <a:gd name="connsiteY11" fmla="*/ 1112645 h 1411934"/>
                <a:gd name="connsiteX12" fmla="*/ 919968 w 1334431"/>
                <a:gd name="connsiteY12" fmla="*/ 1369361 h 1411934"/>
                <a:gd name="connsiteX13" fmla="*/ 1230657 w 1334431"/>
                <a:gd name="connsiteY13" fmla="*/ 1160303 h 1411934"/>
                <a:gd name="connsiteX14" fmla="*/ 1206463 w 1334431"/>
                <a:gd name="connsiteY14" fmla="*/ 1072613 h 1411934"/>
                <a:gd name="connsiteX15" fmla="*/ 1118605 w 1334431"/>
                <a:gd name="connsiteY15" fmla="*/ 1068800 h 1411934"/>
                <a:gd name="connsiteX16" fmla="*/ 1117332 w 1334431"/>
                <a:gd name="connsiteY16" fmla="*/ 1069436 h 1411934"/>
                <a:gd name="connsiteX17" fmla="*/ 391544 w 1334431"/>
                <a:gd name="connsiteY17" fmla="*/ 1005892 h 1411934"/>
                <a:gd name="connsiteX18" fmla="*/ 257846 w 1334431"/>
                <a:gd name="connsiteY18" fmla="*/ 683727 h 1411934"/>
                <a:gd name="connsiteX19" fmla="*/ 391544 w 1334431"/>
                <a:gd name="connsiteY19" fmla="*/ 361562 h 1411934"/>
                <a:gd name="connsiteX20" fmla="*/ 651300 w 1334431"/>
                <a:gd name="connsiteY20" fmla="*/ 254174 h 1411934"/>
                <a:gd name="connsiteX21" fmla="*/ 911055 w 1334431"/>
                <a:gd name="connsiteY21" fmla="*/ 361562 h 1411934"/>
                <a:gd name="connsiteX22" fmla="*/ 974721 w 1334431"/>
                <a:gd name="connsiteY22" fmla="*/ 685634 h 1411934"/>
                <a:gd name="connsiteX23" fmla="*/ 958804 w 1334431"/>
                <a:gd name="connsiteY23" fmla="*/ 691988 h 1411934"/>
                <a:gd name="connsiteX24" fmla="*/ 952438 w 1334431"/>
                <a:gd name="connsiteY24" fmla="*/ 676102 h 1411934"/>
                <a:gd name="connsiteX25" fmla="*/ 893865 w 1334431"/>
                <a:gd name="connsiteY25" fmla="*/ 378719 h 1411934"/>
                <a:gd name="connsiteX26" fmla="*/ 651300 w 1334431"/>
                <a:gd name="connsiteY26" fmla="*/ 278320 h 1411934"/>
                <a:gd name="connsiteX27" fmla="*/ 408733 w 1334431"/>
                <a:gd name="connsiteY27" fmla="*/ 378719 h 1411934"/>
                <a:gd name="connsiteX28" fmla="*/ 282039 w 1334431"/>
                <a:gd name="connsiteY28" fmla="*/ 683092 h 1411934"/>
                <a:gd name="connsiteX29" fmla="*/ 408733 w 1334431"/>
                <a:gd name="connsiteY29" fmla="*/ 987465 h 1411934"/>
                <a:gd name="connsiteX30" fmla="*/ 1103325 w 1334431"/>
                <a:gd name="connsiteY30" fmla="*/ 1048467 h 1411934"/>
                <a:gd name="connsiteX31" fmla="*/ 1104598 w 1334431"/>
                <a:gd name="connsiteY31" fmla="*/ 1047831 h 1411934"/>
                <a:gd name="connsiteX32" fmla="*/ 1221107 w 1334431"/>
                <a:gd name="connsiteY32" fmla="*/ 1052279 h 1411934"/>
                <a:gd name="connsiteX33" fmla="*/ 1252940 w 1334431"/>
                <a:gd name="connsiteY33" fmla="*/ 1167928 h 1411934"/>
                <a:gd name="connsiteX34" fmla="*/ 924425 w 1334431"/>
                <a:gd name="connsiteY34" fmla="*/ 1392236 h 1411934"/>
                <a:gd name="connsiteX35" fmla="*/ 749344 w 1334431"/>
                <a:gd name="connsiteY35" fmla="*/ 1411935 h 1411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34431" h="1411934">
                  <a:moveTo>
                    <a:pt x="749344" y="1411935"/>
                  </a:moveTo>
                  <a:cubicBezTo>
                    <a:pt x="563441" y="1411935"/>
                    <a:pt x="348251" y="1349662"/>
                    <a:pt x="167441" y="1128531"/>
                  </a:cubicBezTo>
                  <a:cubicBezTo>
                    <a:pt x="64303" y="1000809"/>
                    <a:pt x="0" y="824158"/>
                    <a:pt x="0" y="665935"/>
                  </a:cubicBezTo>
                  <a:cubicBezTo>
                    <a:pt x="0" y="298654"/>
                    <a:pt x="299228" y="0"/>
                    <a:pt x="667216" y="0"/>
                  </a:cubicBezTo>
                  <a:cubicBezTo>
                    <a:pt x="1035203" y="0"/>
                    <a:pt x="1334431" y="298654"/>
                    <a:pt x="1334431" y="665935"/>
                  </a:cubicBezTo>
                  <a:cubicBezTo>
                    <a:pt x="1334431" y="867368"/>
                    <a:pt x="1254849" y="949974"/>
                    <a:pt x="1251666" y="953151"/>
                  </a:cubicBezTo>
                  <a:cubicBezTo>
                    <a:pt x="1247210" y="957599"/>
                    <a:pt x="1238933" y="958235"/>
                    <a:pt x="1234476" y="953151"/>
                  </a:cubicBezTo>
                  <a:cubicBezTo>
                    <a:pt x="1230020" y="948703"/>
                    <a:pt x="1229383" y="940443"/>
                    <a:pt x="1234476" y="935995"/>
                  </a:cubicBezTo>
                  <a:cubicBezTo>
                    <a:pt x="1235750" y="934724"/>
                    <a:pt x="1310239" y="855930"/>
                    <a:pt x="1310239" y="665935"/>
                  </a:cubicBezTo>
                  <a:cubicBezTo>
                    <a:pt x="1310239" y="311998"/>
                    <a:pt x="1021833" y="24147"/>
                    <a:pt x="667216" y="24147"/>
                  </a:cubicBezTo>
                  <a:cubicBezTo>
                    <a:pt x="312598" y="24147"/>
                    <a:pt x="24193" y="311998"/>
                    <a:pt x="24193" y="665935"/>
                  </a:cubicBezTo>
                  <a:cubicBezTo>
                    <a:pt x="24193" y="818439"/>
                    <a:pt x="85949" y="989371"/>
                    <a:pt x="185904" y="1112645"/>
                  </a:cubicBezTo>
                  <a:cubicBezTo>
                    <a:pt x="420193" y="1398591"/>
                    <a:pt x="714965" y="1410029"/>
                    <a:pt x="919968" y="1369361"/>
                  </a:cubicBezTo>
                  <a:cubicBezTo>
                    <a:pt x="1127518" y="1323609"/>
                    <a:pt x="1203280" y="1230201"/>
                    <a:pt x="1230657" y="1160303"/>
                  </a:cubicBezTo>
                  <a:cubicBezTo>
                    <a:pt x="1245936" y="1121541"/>
                    <a:pt x="1226836" y="1089134"/>
                    <a:pt x="1206463" y="1072613"/>
                  </a:cubicBezTo>
                  <a:cubicBezTo>
                    <a:pt x="1185454" y="1056092"/>
                    <a:pt x="1151711" y="1046560"/>
                    <a:pt x="1118605" y="1068800"/>
                  </a:cubicBezTo>
                  <a:lnTo>
                    <a:pt x="1117332" y="1069436"/>
                  </a:lnTo>
                  <a:cubicBezTo>
                    <a:pt x="891955" y="1227024"/>
                    <a:pt x="586361" y="1200335"/>
                    <a:pt x="391544" y="1005892"/>
                  </a:cubicBezTo>
                  <a:cubicBezTo>
                    <a:pt x="305595" y="920109"/>
                    <a:pt x="257846" y="805731"/>
                    <a:pt x="257846" y="683727"/>
                  </a:cubicBezTo>
                  <a:cubicBezTo>
                    <a:pt x="257846" y="561724"/>
                    <a:pt x="305595" y="447981"/>
                    <a:pt x="391544" y="361562"/>
                  </a:cubicBezTo>
                  <a:cubicBezTo>
                    <a:pt x="460939" y="292300"/>
                    <a:pt x="553254" y="254174"/>
                    <a:pt x="651300" y="254174"/>
                  </a:cubicBezTo>
                  <a:cubicBezTo>
                    <a:pt x="749344" y="254174"/>
                    <a:pt x="841659" y="292300"/>
                    <a:pt x="911055" y="361562"/>
                  </a:cubicBezTo>
                  <a:cubicBezTo>
                    <a:pt x="996367" y="446710"/>
                    <a:pt x="1021833" y="574433"/>
                    <a:pt x="974721" y="685634"/>
                  </a:cubicBezTo>
                  <a:cubicBezTo>
                    <a:pt x="972174" y="691988"/>
                    <a:pt x="965171" y="694530"/>
                    <a:pt x="958804" y="691988"/>
                  </a:cubicBezTo>
                  <a:cubicBezTo>
                    <a:pt x="952438" y="689446"/>
                    <a:pt x="949891" y="682456"/>
                    <a:pt x="952438" y="676102"/>
                  </a:cubicBezTo>
                  <a:cubicBezTo>
                    <a:pt x="995730" y="573797"/>
                    <a:pt x="972811" y="457513"/>
                    <a:pt x="893865" y="378719"/>
                  </a:cubicBezTo>
                  <a:cubicBezTo>
                    <a:pt x="828926" y="313905"/>
                    <a:pt x="742978" y="278320"/>
                    <a:pt x="651300" y="278320"/>
                  </a:cubicBezTo>
                  <a:cubicBezTo>
                    <a:pt x="559621" y="278320"/>
                    <a:pt x="473672" y="313905"/>
                    <a:pt x="408733" y="378719"/>
                  </a:cubicBezTo>
                  <a:cubicBezTo>
                    <a:pt x="327241" y="460054"/>
                    <a:pt x="282039" y="568078"/>
                    <a:pt x="282039" y="683092"/>
                  </a:cubicBezTo>
                  <a:cubicBezTo>
                    <a:pt x="282039" y="798105"/>
                    <a:pt x="327241" y="906129"/>
                    <a:pt x="408733" y="987465"/>
                  </a:cubicBezTo>
                  <a:cubicBezTo>
                    <a:pt x="595273" y="1173647"/>
                    <a:pt x="887499" y="1199700"/>
                    <a:pt x="1103325" y="1048467"/>
                  </a:cubicBezTo>
                  <a:lnTo>
                    <a:pt x="1104598" y="1047831"/>
                  </a:lnTo>
                  <a:cubicBezTo>
                    <a:pt x="1140888" y="1023049"/>
                    <a:pt x="1186727" y="1024955"/>
                    <a:pt x="1221107" y="1052279"/>
                  </a:cubicBezTo>
                  <a:cubicBezTo>
                    <a:pt x="1256759" y="1080874"/>
                    <a:pt x="1269492" y="1125989"/>
                    <a:pt x="1252940" y="1167928"/>
                  </a:cubicBezTo>
                  <a:cubicBezTo>
                    <a:pt x="1223653" y="1243545"/>
                    <a:pt x="1142798" y="1343308"/>
                    <a:pt x="924425" y="1392236"/>
                  </a:cubicBezTo>
                  <a:cubicBezTo>
                    <a:pt x="872219" y="1404945"/>
                    <a:pt x="812373" y="1411935"/>
                    <a:pt x="749344" y="14119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28DA3ED-72E4-6878-FEFD-34DB257A1F76}"/>
                </a:ext>
              </a:extLst>
            </p:cNvPr>
            <p:cNvSpPr/>
            <p:nvPr/>
          </p:nvSpPr>
          <p:spPr>
            <a:xfrm>
              <a:off x="6114664" y="3710475"/>
              <a:ext cx="1403190" cy="292935"/>
            </a:xfrm>
            <a:custGeom>
              <a:avLst/>
              <a:gdLst>
                <a:gd name="connsiteX0" fmla="*/ 1319788 w 1403190"/>
                <a:gd name="connsiteY0" fmla="*/ 292935 h 292935"/>
                <a:gd name="connsiteX1" fmla="*/ 1308328 w 1403190"/>
                <a:gd name="connsiteY1" fmla="*/ 284675 h 292935"/>
                <a:gd name="connsiteX2" fmla="*/ 1315969 w 1403190"/>
                <a:gd name="connsiteY2" fmla="*/ 269424 h 292935"/>
                <a:gd name="connsiteX3" fmla="*/ 1378997 w 1403190"/>
                <a:gd name="connsiteY3" fmla="*/ 189359 h 292935"/>
                <a:gd name="connsiteX4" fmla="*/ 1378997 w 1403190"/>
                <a:gd name="connsiteY4" fmla="*/ 86419 h 292935"/>
                <a:gd name="connsiteX5" fmla="*/ 1317242 w 1403190"/>
                <a:gd name="connsiteY5" fmla="*/ 24782 h 292935"/>
                <a:gd name="connsiteX6" fmla="*/ 85949 w 1403190"/>
                <a:gd name="connsiteY6" fmla="*/ 24782 h 292935"/>
                <a:gd name="connsiteX7" fmla="*/ 24193 w 1403190"/>
                <a:gd name="connsiteY7" fmla="*/ 86419 h 292935"/>
                <a:gd name="connsiteX8" fmla="*/ 24193 w 1403190"/>
                <a:gd name="connsiteY8" fmla="*/ 189359 h 292935"/>
                <a:gd name="connsiteX9" fmla="*/ 87222 w 1403190"/>
                <a:gd name="connsiteY9" fmla="*/ 269424 h 292935"/>
                <a:gd name="connsiteX10" fmla="*/ 94862 w 1403190"/>
                <a:gd name="connsiteY10" fmla="*/ 284675 h 292935"/>
                <a:gd name="connsiteX11" fmla="*/ 79582 w 1403190"/>
                <a:gd name="connsiteY11" fmla="*/ 292300 h 292935"/>
                <a:gd name="connsiteX12" fmla="*/ 0 w 1403190"/>
                <a:gd name="connsiteY12" fmla="*/ 189359 h 292935"/>
                <a:gd name="connsiteX13" fmla="*/ 0 w 1403190"/>
                <a:gd name="connsiteY13" fmla="*/ 86419 h 292935"/>
                <a:gd name="connsiteX14" fmla="*/ 86585 w 1403190"/>
                <a:gd name="connsiteY14" fmla="*/ 0 h 292935"/>
                <a:gd name="connsiteX15" fmla="*/ 1316605 w 1403190"/>
                <a:gd name="connsiteY15" fmla="*/ 0 h 292935"/>
                <a:gd name="connsiteX16" fmla="*/ 1403190 w 1403190"/>
                <a:gd name="connsiteY16" fmla="*/ 86419 h 292935"/>
                <a:gd name="connsiteX17" fmla="*/ 1403190 w 1403190"/>
                <a:gd name="connsiteY17" fmla="*/ 189359 h 292935"/>
                <a:gd name="connsiteX18" fmla="*/ 1323608 w 1403190"/>
                <a:gd name="connsiteY18" fmla="*/ 292300 h 292935"/>
                <a:gd name="connsiteX19" fmla="*/ 1319788 w 1403190"/>
                <a:gd name="connsiteY19" fmla="*/ 292935 h 292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03190" h="292935">
                  <a:moveTo>
                    <a:pt x="1319788" y="292935"/>
                  </a:moveTo>
                  <a:cubicBezTo>
                    <a:pt x="1314695" y="292935"/>
                    <a:pt x="1310239" y="289758"/>
                    <a:pt x="1308328" y="284675"/>
                  </a:cubicBezTo>
                  <a:cubicBezTo>
                    <a:pt x="1306419" y="278320"/>
                    <a:pt x="1309602" y="271330"/>
                    <a:pt x="1315969" y="269424"/>
                  </a:cubicBezTo>
                  <a:cubicBezTo>
                    <a:pt x="1377724" y="248455"/>
                    <a:pt x="1378997" y="189995"/>
                    <a:pt x="1378997" y="189359"/>
                  </a:cubicBezTo>
                  <a:lnTo>
                    <a:pt x="1378997" y="86419"/>
                  </a:lnTo>
                  <a:cubicBezTo>
                    <a:pt x="1378997" y="52106"/>
                    <a:pt x="1350985" y="24782"/>
                    <a:pt x="1317242" y="24782"/>
                  </a:cubicBezTo>
                  <a:lnTo>
                    <a:pt x="85949" y="24782"/>
                  </a:lnTo>
                  <a:cubicBezTo>
                    <a:pt x="51569" y="24782"/>
                    <a:pt x="24193" y="52741"/>
                    <a:pt x="24193" y="86419"/>
                  </a:cubicBezTo>
                  <a:lnTo>
                    <a:pt x="24193" y="189359"/>
                  </a:lnTo>
                  <a:cubicBezTo>
                    <a:pt x="24193" y="191901"/>
                    <a:pt x="25466" y="248455"/>
                    <a:pt x="87222" y="269424"/>
                  </a:cubicBezTo>
                  <a:cubicBezTo>
                    <a:pt x="93589" y="271330"/>
                    <a:pt x="96772" y="278320"/>
                    <a:pt x="94862" y="284675"/>
                  </a:cubicBezTo>
                  <a:cubicBezTo>
                    <a:pt x="92952" y="291029"/>
                    <a:pt x="85949" y="294206"/>
                    <a:pt x="79582" y="292300"/>
                  </a:cubicBezTo>
                  <a:cubicBezTo>
                    <a:pt x="17190" y="270695"/>
                    <a:pt x="0" y="215412"/>
                    <a:pt x="0" y="189359"/>
                  </a:cubicBezTo>
                  <a:lnTo>
                    <a:pt x="0" y="86419"/>
                  </a:lnTo>
                  <a:cubicBezTo>
                    <a:pt x="0" y="38762"/>
                    <a:pt x="38836" y="0"/>
                    <a:pt x="86585" y="0"/>
                  </a:cubicBezTo>
                  <a:lnTo>
                    <a:pt x="1316605" y="0"/>
                  </a:lnTo>
                  <a:cubicBezTo>
                    <a:pt x="1364354" y="0"/>
                    <a:pt x="1403190" y="38762"/>
                    <a:pt x="1403190" y="86419"/>
                  </a:cubicBezTo>
                  <a:lnTo>
                    <a:pt x="1403190" y="189359"/>
                  </a:lnTo>
                  <a:cubicBezTo>
                    <a:pt x="1403190" y="215412"/>
                    <a:pt x="1386637" y="270695"/>
                    <a:pt x="1323608" y="292300"/>
                  </a:cubicBezTo>
                  <a:cubicBezTo>
                    <a:pt x="1322335" y="292935"/>
                    <a:pt x="1321061" y="292935"/>
                    <a:pt x="1319788" y="2929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EB3930E2-3E08-5218-C89B-845D544BE408}"/>
                </a:ext>
              </a:extLst>
            </p:cNvPr>
            <p:cNvSpPr/>
            <p:nvPr/>
          </p:nvSpPr>
          <p:spPr>
            <a:xfrm>
              <a:off x="6114028" y="4603734"/>
              <a:ext cx="1401946" cy="289918"/>
            </a:xfrm>
            <a:custGeom>
              <a:avLst/>
              <a:gdLst>
                <a:gd name="connsiteX0" fmla="*/ 1317242 w 1401946"/>
                <a:gd name="connsiteY0" fmla="*/ 289919 h 289918"/>
                <a:gd name="connsiteX1" fmla="*/ 86585 w 1401946"/>
                <a:gd name="connsiteY1" fmla="*/ 289919 h 289918"/>
                <a:gd name="connsiteX2" fmla="*/ 0 w 1401946"/>
                <a:gd name="connsiteY2" fmla="*/ 203500 h 289918"/>
                <a:gd name="connsiteX3" fmla="*/ 0 w 1401946"/>
                <a:gd name="connsiteY3" fmla="*/ 82767 h 289918"/>
                <a:gd name="connsiteX4" fmla="*/ 59845 w 1401946"/>
                <a:gd name="connsiteY4" fmla="*/ 796 h 289918"/>
                <a:gd name="connsiteX5" fmla="*/ 75125 w 1401946"/>
                <a:gd name="connsiteY5" fmla="*/ 8421 h 289918"/>
                <a:gd name="connsiteX6" fmla="*/ 67485 w 1401946"/>
                <a:gd name="connsiteY6" fmla="*/ 23672 h 289918"/>
                <a:gd name="connsiteX7" fmla="*/ 24193 w 1401946"/>
                <a:gd name="connsiteY7" fmla="*/ 82767 h 289918"/>
                <a:gd name="connsiteX8" fmla="*/ 24193 w 1401946"/>
                <a:gd name="connsiteY8" fmla="*/ 203500 h 289918"/>
                <a:gd name="connsiteX9" fmla="*/ 85949 w 1401946"/>
                <a:gd name="connsiteY9" fmla="*/ 265137 h 289918"/>
                <a:gd name="connsiteX10" fmla="*/ 1315968 w 1401946"/>
                <a:gd name="connsiteY10" fmla="*/ 265137 h 289918"/>
                <a:gd name="connsiteX11" fmla="*/ 1377724 w 1401946"/>
                <a:gd name="connsiteY11" fmla="*/ 203500 h 289918"/>
                <a:gd name="connsiteX12" fmla="*/ 1377724 w 1401946"/>
                <a:gd name="connsiteY12" fmla="*/ 82767 h 289918"/>
                <a:gd name="connsiteX13" fmla="*/ 1334431 w 1401946"/>
                <a:gd name="connsiteY13" fmla="*/ 23672 h 289918"/>
                <a:gd name="connsiteX14" fmla="*/ 1326792 w 1401946"/>
                <a:gd name="connsiteY14" fmla="*/ 8421 h 289918"/>
                <a:gd name="connsiteX15" fmla="*/ 1342071 w 1401946"/>
                <a:gd name="connsiteY15" fmla="*/ 796 h 289918"/>
                <a:gd name="connsiteX16" fmla="*/ 1401916 w 1401946"/>
                <a:gd name="connsiteY16" fmla="*/ 82767 h 289918"/>
                <a:gd name="connsiteX17" fmla="*/ 1401916 w 1401946"/>
                <a:gd name="connsiteY17" fmla="*/ 203500 h 289918"/>
                <a:gd name="connsiteX18" fmla="*/ 1317242 w 1401946"/>
                <a:gd name="connsiteY18" fmla="*/ 289919 h 289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01946" h="289918">
                  <a:moveTo>
                    <a:pt x="1317242" y="289919"/>
                  </a:moveTo>
                  <a:lnTo>
                    <a:pt x="86585" y="289919"/>
                  </a:lnTo>
                  <a:cubicBezTo>
                    <a:pt x="38836" y="289919"/>
                    <a:pt x="0" y="251157"/>
                    <a:pt x="0" y="203500"/>
                  </a:cubicBezTo>
                  <a:lnTo>
                    <a:pt x="0" y="82767"/>
                  </a:lnTo>
                  <a:cubicBezTo>
                    <a:pt x="0" y="45277"/>
                    <a:pt x="24193" y="12234"/>
                    <a:pt x="59845" y="796"/>
                  </a:cubicBezTo>
                  <a:cubicBezTo>
                    <a:pt x="66212" y="-1110"/>
                    <a:pt x="73215" y="2067"/>
                    <a:pt x="75125" y="8421"/>
                  </a:cubicBezTo>
                  <a:cubicBezTo>
                    <a:pt x="77035" y="14776"/>
                    <a:pt x="73852" y="21766"/>
                    <a:pt x="67485" y="23672"/>
                  </a:cubicBezTo>
                  <a:cubicBezTo>
                    <a:pt x="42019" y="31932"/>
                    <a:pt x="24193" y="55444"/>
                    <a:pt x="24193" y="82767"/>
                  </a:cubicBezTo>
                  <a:lnTo>
                    <a:pt x="24193" y="203500"/>
                  </a:lnTo>
                  <a:cubicBezTo>
                    <a:pt x="24193" y="237813"/>
                    <a:pt x="52206" y="265137"/>
                    <a:pt x="85949" y="265137"/>
                  </a:cubicBezTo>
                  <a:lnTo>
                    <a:pt x="1315968" y="265137"/>
                  </a:lnTo>
                  <a:cubicBezTo>
                    <a:pt x="1350348" y="265137"/>
                    <a:pt x="1377724" y="237178"/>
                    <a:pt x="1377724" y="203500"/>
                  </a:cubicBezTo>
                  <a:lnTo>
                    <a:pt x="1377724" y="82767"/>
                  </a:lnTo>
                  <a:cubicBezTo>
                    <a:pt x="1377724" y="55444"/>
                    <a:pt x="1360534" y="31932"/>
                    <a:pt x="1334431" y="23672"/>
                  </a:cubicBezTo>
                  <a:cubicBezTo>
                    <a:pt x="1328065" y="21766"/>
                    <a:pt x="1324245" y="14776"/>
                    <a:pt x="1326792" y="8421"/>
                  </a:cubicBezTo>
                  <a:cubicBezTo>
                    <a:pt x="1328701" y="2067"/>
                    <a:pt x="1335705" y="-1746"/>
                    <a:pt x="1342071" y="796"/>
                  </a:cubicBezTo>
                  <a:cubicBezTo>
                    <a:pt x="1377724" y="12234"/>
                    <a:pt x="1401916" y="45277"/>
                    <a:pt x="1401916" y="82767"/>
                  </a:cubicBezTo>
                  <a:lnTo>
                    <a:pt x="1401916" y="203500"/>
                  </a:lnTo>
                  <a:cubicBezTo>
                    <a:pt x="1403190" y="251157"/>
                    <a:pt x="1364354" y="289919"/>
                    <a:pt x="1317242" y="2899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589DC180-41B8-2CFF-203B-39FB826F2A4E}"/>
                </a:ext>
              </a:extLst>
            </p:cNvPr>
            <p:cNvSpPr/>
            <p:nvPr/>
          </p:nvSpPr>
          <p:spPr>
            <a:xfrm>
              <a:off x="6113391" y="4431057"/>
              <a:ext cx="1405736" cy="245436"/>
            </a:xfrm>
            <a:custGeom>
              <a:avLst/>
              <a:gdLst>
                <a:gd name="connsiteX0" fmla="*/ 978541 w 1405736"/>
                <a:gd name="connsiteY0" fmla="*/ 245278 h 245436"/>
                <a:gd name="connsiteX1" fmla="*/ 900869 w 1405736"/>
                <a:gd name="connsiteY1" fmla="*/ 213506 h 245436"/>
                <a:gd name="connsiteX2" fmla="*/ 780541 w 1405736"/>
                <a:gd name="connsiteY2" fmla="*/ 213506 h 245436"/>
                <a:gd name="connsiteX3" fmla="*/ 702869 w 1405736"/>
                <a:gd name="connsiteY3" fmla="*/ 245278 h 245436"/>
                <a:gd name="connsiteX4" fmla="*/ 625196 w 1405736"/>
                <a:gd name="connsiteY4" fmla="*/ 213506 h 245436"/>
                <a:gd name="connsiteX5" fmla="*/ 564714 w 1405736"/>
                <a:gd name="connsiteY5" fmla="*/ 188724 h 245436"/>
                <a:gd name="connsiteX6" fmla="*/ 504232 w 1405736"/>
                <a:gd name="connsiteY6" fmla="*/ 213506 h 245436"/>
                <a:gd name="connsiteX7" fmla="*/ 426560 w 1405736"/>
                <a:gd name="connsiteY7" fmla="*/ 245278 h 245436"/>
                <a:gd name="connsiteX8" fmla="*/ 348888 w 1405736"/>
                <a:gd name="connsiteY8" fmla="*/ 213506 h 245436"/>
                <a:gd name="connsiteX9" fmla="*/ 288406 w 1405736"/>
                <a:gd name="connsiteY9" fmla="*/ 188724 h 245436"/>
                <a:gd name="connsiteX10" fmla="*/ 227923 w 1405736"/>
                <a:gd name="connsiteY10" fmla="*/ 213506 h 245436"/>
                <a:gd name="connsiteX11" fmla="*/ 150251 w 1405736"/>
                <a:gd name="connsiteY11" fmla="*/ 245278 h 245436"/>
                <a:gd name="connsiteX12" fmla="*/ 72579 w 1405736"/>
                <a:gd name="connsiteY12" fmla="*/ 213506 h 245436"/>
                <a:gd name="connsiteX13" fmla="*/ 0 w 1405736"/>
                <a:gd name="connsiteY13" fmla="*/ 38762 h 245436"/>
                <a:gd name="connsiteX14" fmla="*/ 0 w 1405736"/>
                <a:gd name="connsiteY14" fmla="*/ 12073 h 245436"/>
                <a:gd name="connsiteX15" fmla="*/ 12097 w 1405736"/>
                <a:gd name="connsiteY15" fmla="*/ 0 h 245436"/>
                <a:gd name="connsiteX16" fmla="*/ 1000187 w 1405736"/>
                <a:gd name="connsiteY16" fmla="*/ 0 h 245436"/>
                <a:gd name="connsiteX17" fmla="*/ 1012284 w 1405736"/>
                <a:gd name="connsiteY17" fmla="*/ 12073 h 245436"/>
                <a:gd name="connsiteX18" fmla="*/ 1000187 w 1405736"/>
                <a:gd name="connsiteY18" fmla="*/ 24147 h 245436"/>
                <a:gd name="connsiteX19" fmla="*/ 25466 w 1405736"/>
                <a:gd name="connsiteY19" fmla="*/ 24147 h 245436"/>
                <a:gd name="connsiteX20" fmla="*/ 25466 w 1405736"/>
                <a:gd name="connsiteY20" fmla="*/ 38762 h 245436"/>
                <a:gd name="connsiteX21" fmla="*/ 91042 w 1405736"/>
                <a:gd name="connsiteY21" fmla="*/ 196349 h 245436"/>
                <a:gd name="connsiteX22" fmla="*/ 211370 w 1405736"/>
                <a:gd name="connsiteY22" fmla="*/ 196349 h 245436"/>
                <a:gd name="connsiteX23" fmla="*/ 289042 w 1405736"/>
                <a:gd name="connsiteY23" fmla="*/ 164578 h 245436"/>
                <a:gd name="connsiteX24" fmla="*/ 366714 w 1405736"/>
                <a:gd name="connsiteY24" fmla="*/ 196349 h 245436"/>
                <a:gd name="connsiteX25" fmla="*/ 427196 w 1405736"/>
                <a:gd name="connsiteY25" fmla="*/ 221131 h 245436"/>
                <a:gd name="connsiteX26" fmla="*/ 487679 w 1405736"/>
                <a:gd name="connsiteY26" fmla="*/ 196349 h 245436"/>
                <a:gd name="connsiteX27" fmla="*/ 565351 w 1405736"/>
                <a:gd name="connsiteY27" fmla="*/ 164578 h 245436"/>
                <a:gd name="connsiteX28" fmla="*/ 643023 w 1405736"/>
                <a:gd name="connsiteY28" fmla="*/ 196349 h 245436"/>
                <a:gd name="connsiteX29" fmla="*/ 703505 w 1405736"/>
                <a:gd name="connsiteY29" fmla="*/ 221131 h 245436"/>
                <a:gd name="connsiteX30" fmla="*/ 763988 w 1405736"/>
                <a:gd name="connsiteY30" fmla="*/ 196349 h 245436"/>
                <a:gd name="connsiteX31" fmla="*/ 919332 w 1405736"/>
                <a:gd name="connsiteY31" fmla="*/ 196349 h 245436"/>
                <a:gd name="connsiteX32" fmla="*/ 979814 w 1405736"/>
                <a:gd name="connsiteY32" fmla="*/ 221131 h 245436"/>
                <a:gd name="connsiteX33" fmla="*/ 1040297 w 1405736"/>
                <a:gd name="connsiteY33" fmla="*/ 196349 h 245436"/>
                <a:gd name="connsiteX34" fmla="*/ 1117968 w 1405736"/>
                <a:gd name="connsiteY34" fmla="*/ 164578 h 245436"/>
                <a:gd name="connsiteX35" fmla="*/ 1195640 w 1405736"/>
                <a:gd name="connsiteY35" fmla="*/ 196349 h 245436"/>
                <a:gd name="connsiteX36" fmla="*/ 1315968 w 1405736"/>
                <a:gd name="connsiteY36" fmla="*/ 196349 h 245436"/>
                <a:gd name="connsiteX37" fmla="*/ 1381544 w 1405736"/>
                <a:gd name="connsiteY37" fmla="*/ 38762 h 245436"/>
                <a:gd name="connsiteX38" fmla="*/ 1381544 w 1405736"/>
                <a:gd name="connsiteY38" fmla="*/ 24147 h 245436"/>
                <a:gd name="connsiteX39" fmla="*/ 1289866 w 1405736"/>
                <a:gd name="connsiteY39" fmla="*/ 24147 h 245436"/>
                <a:gd name="connsiteX40" fmla="*/ 1277769 w 1405736"/>
                <a:gd name="connsiteY40" fmla="*/ 12073 h 245436"/>
                <a:gd name="connsiteX41" fmla="*/ 1289866 w 1405736"/>
                <a:gd name="connsiteY41" fmla="*/ 0 h 245436"/>
                <a:gd name="connsiteX42" fmla="*/ 1393641 w 1405736"/>
                <a:gd name="connsiteY42" fmla="*/ 0 h 245436"/>
                <a:gd name="connsiteX43" fmla="*/ 1405737 w 1405736"/>
                <a:gd name="connsiteY43" fmla="*/ 12073 h 245436"/>
                <a:gd name="connsiteX44" fmla="*/ 1405737 w 1405736"/>
                <a:gd name="connsiteY44" fmla="*/ 38762 h 245436"/>
                <a:gd name="connsiteX45" fmla="*/ 1333158 w 1405736"/>
                <a:gd name="connsiteY45" fmla="*/ 213506 h 245436"/>
                <a:gd name="connsiteX46" fmla="*/ 1177814 w 1405736"/>
                <a:gd name="connsiteY46" fmla="*/ 213506 h 245436"/>
                <a:gd name="connsiteX47" fmla="*/ 1117332 w 1405736"/>
                <a:gd name="connsiteY47" fmla="*/ 188724 h 245436"/>
                <a:gd name="connsiteX48" fmla="*/ 1056850 w 1405736"/>
                <a:gd name="connsiteY48" fmla="*/ 213506 h 245436"/>
                <a:gd name="connsiteX49" fmla="*/ 978541 w 1405736"/>
                <a:gd name="connsiteY49" fmla="*/ 245278 h 24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405736" h="245436">
                  <a:moveTo>
                    <a:pt x="978541" y="245278"/>
                  </a:moveTo>
                  <a:cubicBezTo>
                    <a:pt x="949255" y="245278"/>
                    <a:pt x="921878" y="233840"/>
                    <a:pt x="900869" y="213506"/>
                  </a:cubicBezTo>
                  <a:cubicBezTo>
                    <a:pt x="867762" y="180463"/>
                    <a:pt x="813646" y="180463"/>
                    <a:pt x="780541" y="213506"/>
                  </a:cubicBezTo>
                  <a:cubicBezTo>
                    <a:pt x="759531" y="234475"/>
                    <a:pt x="732155" y="245278"/>
                    <a:pt x="702869" y="245278"/>
                  </a:cubicBezTo>
                  <a:cubicBezTo>
                    <a:pt x="673582" y="245278"/>
                    <a:pt x="646206" y="233840"/>
                    <a:pt x="625196" y="213506"/>
                  </a:cubicBezTo>
                  <a:cubicBezTo>
                    <a:pt x="609280" y="197620"/>
                    <a:pt x="587634" y="188724"/>
                    <a:pt x="564714" y="188724"/>
                  </a:cubicBezTo>
                  <a:cubicBezTo>
                    <a:pt x="541795" y="188724"/>
                    <a:pt x="520785" y="197620"/>
                    <a:pt x="504232" y="213506"/>
                  </a:cubicBezTo>
                  <a:cubicBezTo>
                    <a:pt x="483223" y="234475"/>
                    <a:pt x="455846" y="245278"/>
                    <a:pt x="426560" y="245278"/>
                  </a:cubicBezTo>
                  <a:cubicBezTo>
                    <a:pt x="397274" y="245278"/>
                    <a:pt x="369897" y="233840"/>
                    <a:pt x="348888" y="213506"/>
                  </a:cubicBezTo>
                  <a:cubicBezTo>
                    <a:pt x="332971" y="197620"/>
                    <a:pt x="311325" y="188724"/>
                    <a:pt x="288406" y="188724"/>
                  </a:cubicBezTo>
                  <a:cubicBezTo>
                    <a:pt x="265486" y="188724"/>
                    <a:pt x="244476" y="197620"/>
                    <a:pt x="227923" y="213506"/>
                  </a:cubicBezTo>
                  <a:cubicBezTo>
                    <a:pt x="206913" y="234475"/>
                    <a:pt x="179537" y="245278"/>
                    <a:pt x="150251" y="245278"/>
                  </a:cubicBezTo>
                  <a:cubicBezTo>
                    <a:pt x="120965" y="245278"/>
                    <a:pt x="93589" y="233840"/>
                    <a:pt x="72579" y="213506"/>
                  </a:cubicBezTo>
                  <a:cubicBezTo>
                    <a:pt x="26103" y="167119"/>
                    <a:pt x="0" y="104847"/>
                    <a:pt x="0" y="38762"/>
                  </a:cubicBezTo>
                  <a:lnTo>
                    <a:pt x="0" y="12073"/>
                  </a:lnTo>
                  <a:cubicBezTo>
                    <a:pt x="0" y="5083"/>
                    <a:pt x="5730" y="0"/>
                    <a:pt x="12097" y="0"/>
                  </a:cubicBezTo>
                  <a:lnTo>
                    <a:pt x="1000187" y="0"/>
                  </a:lnTo>
                  <a:cubicBezTo>
                    <a:pt x="1007190" y="0"/>
                    <a:pt x="1012284" y="5719"/>
                    <a:pt x="1012284" y="12073"/>
                  </a:cubicBezTo>
                  <a:cubicBezTo>
                    <a:pt x="1012284" y="19063"/>
                    <a:pt x="1006554" y="24147"/>
                    <a:pt x="1000187" y="24147"/>
                  </a:cubicBezTo>
                  <a:lnTo>
                    <a:pt x="25466" y="24147"/>
                  </a:lnTo>
                  <a:lnTo>
                    <a:pt x="25466" y="38762"/>
                  </a:lnTo>
                  <a:cubicBezTo>
                    <a:pt x="25466" y="98492"/>
                    <a:pt x="48386" y="154411"/>
                    <a:pt x="91042" y="196349"/>
                  </a:cubicBezTo>
                  <a:cubicBezTo>
                    <a:pt x="124148" y="229392"/>
                    <a:pt x="178264" y="229392"/>
                    <a:pt x="211370" y="196349"/>
                  </a:cubicBezTo>
                  <a:cubicBezTo>
                    <a:pt x="232379" y="175380"/>
                    <a:pt x="259756" y="164578"/>
                    <a:pt x="289042" y="164578"/>
                  </a:cubicBezTo>
                  <a:cubicBezTo>
                    <a:pt x="318328" y="164578"/>
                    <a:pt x="345705" y="176015"/>
                    <a:pt x="366714" y="196349"/>
                  </a:cubicBezTo>
                  <a:cubicBezTo>
                    <a:pt x="382631" y="212235"/>
                    <a:pt x="404277" y="221131"/>
                    <a:pt x="427196" y="221131"/>
                  </a:cubicBezTo>
                  <a:cubicBezTo>
                    <a:pt x="450116" y="221131"/>
                    <a:pt x="471126" y="212235"/>
                    <a:pt x="487679" y="196349"/>
                  </a:cubicBezTo>
                  <a:cubicBezTo>
                    <a:pt x="508689" y="175380"/>
                    <a:pt x="536065" y="164578"/>
                    <a:pt x="565351" y="164578"/>
                  </a:cubicBezTo>
                  <a:cubicBezTo>
                    <a:pt x="594637" y="164578"/>
                    <a:pt x="622013" y="176015"/>
                    <a:pt x="643023" y="196349"/>
                  </a:cubicBezTo>
                  <a:cubicBezTo>
                    <a:pt x="658939" y="212235"/>
                    <a:pt x="680586" y="221131"/>
                    <a:pt x="703505" y="221131"/>
                  </a:cubicBezTo>
                  <a:cubicBezTo>
                    <a:pt x="726425" y="221131"/>
                    <a:pt x="747435" y="212235"/>
                    <a:pt x="763988" y="196349"/>
                  </a:cubicBezTo>
                  <a:cubicBezTo>
                    <a:pt x="806643" y="153775"/>
                    <a:pt x="876676" y="153775"/>
                    <a:pt x="919332" y="196349"/>
                  </a:cubicBezTo>
                  <a:cubicBezTo>
                    <a:pt x="935248" y="212235"/>
                    <a:pt x="956894" y="221131"/>
                    <a:pt x="979814" y="221131"/>
                  </a:cubicBezTo>
                  <a:cubicBezTo>
                    <a:pt x="1002734" y="221131"/>
                    <a:pt x="1023743" y="212235"/>
                    <a:pt x="1040297" y="196349"/>
                  </a:cubicBezTo>
                  <a:cubicBezTo>
                    <a:pt x="1061306" y="175380"/>
                    <a:pt x="1088682" y="164578"/>
                    <a:pt x="1117968" y="164578"/>
                  </a:cubicBezTo>
                  <a:cubicBezTo>
                    <a:pt x="1147254" y="164578"/>
                    <a:pt x="1174631" y="176015"/>
                    <a:pt x="1195640" y="196349"/>
                  </a:cubicBezTo>
                  <a:cubicBezTo>
                    <a:pt x="1228747" y="229392"/>
                    <a:pt x="1282863" y="229392"/>
                    <a:pt x="1315968" y="196349"/>
                  </a:cubicBezTo>
                  <a:cubicBezTo>
                    <a:pt x="1357987" y="154411"/>
                    <a:pt x="1381544" y="98492"/>
                    <a:pt x="1381544" y="38762"/>
                  </a:cubicBezTo>
                  <a:lnTo>
                    <a:pt x="1381544" y="24147"/>
                  </a:lnTo>
                  <a:lnTo>
                    <a:pt x="1289866" y="24147"/>
                  </a:lnTo>
                  <a:cubicBezTo>
                    <a:pt x="1282863" y="24147"/>
                    <a:pt x="1277769" y="18428"/>
                    <a:pt x="1277769" y="12073"/>
                  </a:cubicBezTo>
                  <a:cubicBezTo>
                    <a:pt x="1277769" y="5083"/>
                    <a:pt x="1283499" y="0"/>
                    <a:pt x="1289866" y="0"/>
                  </a:cubicBezTo>
                  <a:lnTo>
                    <a:pt x="1393641" y="0"/>
                  </a:lnTo>
                  <a:cubicBezTo>
                    <a:pt x="1400644" y="0"/>
                    <a:pt x="1405737" y="5719"/>
                    <a:pt x="1405737" y="12073"/>
                  </a:cubicBezTo>
                  <a:lnTo>
                    <a:pt x="1405737" y="38762"/>
                  </a:lnTo>
                  <a:cubicBezTo>
                    <a:pt x="1405737" y="104847"/>
                    <a:pt x="1380270" y="166484"/>
                    <a:pt x="1333158" y="213506"/>
                  </a:cubicBezTo>
                  <a:cubicBezTo>
                    <a:pt x="1290502" y="256080"/>
                    <a:pt x="1221106" y="256080"/>
                    <a:pt x="1177814" y="213506"/>
                  </a:cubicBezTo>
                  <a:cubicBezTo>
                    <a:pt x="1161898" y="197620"/>
                    <a:pt x="1140251" y="188724"/>
                    <a:pt x="1117332" y="188724"/>
                  </a:cubicBezTo>
                  <a:cubicBezTo>
                    <a:pt x="1094412" y="188724"/>
                    <a:pt x="1073402" y="197620"/>
                    <a:pt x="1056850" y="213506"/>
                  </a:cubicBezTo>
                  <a:cubicBezTo>
                    <a:pt x="1035203" y="233840"/>
                    <a:pt x="1007827" y="245278"/>
                    <a:pt x="978541" y="2452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2BDC45C-A7CF-369F-C7C3-3154B39C43F9}"/>
                </a:ext>
              </a:extLst>
            </p:cNvPr>
            <p:cNvSpPr/>
            <p:nvPr/>
          </p:nvSpPr>
          <p:spPr>
            <a:xfrm>
              <a:off x="6114028" y="3978628"/>
              <a:ext cx="1403190" cy="514701"/>
            </a:xfrm>
            <a:custGeom>
              <a:avLst/>
              <a:gdLst>
                <a:gd name="connsiteX0" fmla="*/ 83402 w 1403190"/>
                <a:gd name="connsiteY0" fmla="*/ 24782 h 514701"/>
                <a:gd name="connsiteX1" fmla="*/ 24829 w 1403190"/>
                <a:gd name="connsiteY1" fmla="*/ 83242 h 514701"/>
                <a:gd name="connsiteX2" fmla="*/ 83402 w 1403190"/>
                <a:gd name="connsiteY2" fmla="*/ 141702 h 514701"/>
                <a:gd name="connsiteX3" fmla="*/ 730244 w 1403190"/>
                <a:gd name="connsiteY3" fmla="*/ 141702 h 514701"/>
                <a:gd name="connsiteX4" fmla="*/ 1031383 w 1403190"/>
                <a:gd name="connsiteY4" fmla="*/ 303738 h 514701"/>
                <a:gd name="connsiteX5" fmla="*/ 1147891 w 1403190"/>
                <a:gd name="connsiteY5" fmla="*/ 480388 h 514701"/>
                <a:gd name="connsiteX6" fmla="*/ 1342708 w 1403190"/>
                <a:gd name="connsiteY6" fmla="*/ 201433 h 514701"/>
                <a:gd name="connsiteX7" fmla="*/ 1378361 w 1403190"/>
                <a:gd name="connsiteY7" fmla="*/ 88325 h 514701"/>
                <a:gd name="connsiteX8" fmla="*/ 1378361 w 1403190"/>
                <a:gd name="connsiteY8" fmla="*/ 83242 h 514701"/>
                <a:gd name="connsiteX9" fmla="*/ 1319788 w 1403190"/>
                <a:gd name="connsiteY9" fmla="*/ 24782 h 514701"/>
                <a:gd name="connsiteX10" fmla="*/ 83402 w 1403190"/>
                <a:gd name="connsiteY10" fmla="*/ 24782 h 514701"/>
                <a:gd name="connsiteX11" fmla="*/ 1147891 w 1403190"/>
                <a:gd name="connsiteY11" fmla="*/ 514702 h 514701"/>
                <a:gd name="connsiteX12" fmla="*/ 1147891 w 1403190"/>
                <a:gd name="connsiteY12" fmla="*/ 514702 h 514701"/>
                <a:gd name="connsiteX13" fmla="*/ 1137704 w 1403190"/>
                <a:gd name="connsiteY13" fmla="*/ 508983 h 514701"/>
                <a:gd name="connsiteX14" fmla="*/ 1011647 w 1403190"/>
                <a:gd name="connsiteY14" fmla="*/ 317717 h 514701"/>
                <a:gd name="connsiteX15" fmla="*/ 730882 w 1403190"/>
                <a:gd name="connsiteY15" fmla="*/ 166484 h 514701"/>
                <a:gd name="connsiteX16" fmla="*/ 83402 w 1403190"/>
                <a:gd name="connsiteY16" fmla="*/ 166484 h 514701"/>
                <a:gd name="connsiteX17" fmla="*/ 0 w 1403190"/>
                <a:gd name="connsiteY17" fmla="*/ 83242 h 514701"/>
                <a:gd name="connsiteX18" fmla="*/ 83402 w 1403190"/>
                <a:gd name="connsiteY18" fmla="*/ 0 h 514701"/>
                <a:gd name="connsiteX19" fmla="*/ 1319788 w 1403190"/>
                <a:gd name="connsiteY19" fmla="*/ 0 h 514701"/>
                <a:gd name="connsiteX20" fmla="*/ 1403190 w 1403190"/>
                <a:gd name="connsiteY20" fmla="*/ 83242 h 514701"/>
                <a:gd name="connsiteX21" fmla="*/ 1403190 w 1403190"/>
                <a:gd name="connsiteY21" fmla="*/ 88325 h 514701"/>
                <a:gd name="connsiteX22" fmla="*/ 1363081 w 1403190"/>
                <a:gd name="connsiteY22" fmla="*/ 215412 h 514701"/>
                <a:gd name="connsiteX23" fmla="*/ 1158078 w 1403190"/>
                <a:gd name="connsiteY23" fmla="*/ 509618 h 514701"/>
                <a:gd name="connsiteX24" fmla="*/ 1147891 w 1403190"/>
                <a:gd name="connsiteY24" fmla="*/ 514702 h 514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3190" h="514701">
                  <a:moveTo>
                    <a:pt x="83402" y="24782"/>
                  </a:moveTo>
                  <a:cubicBezTo>
                    <a:pt x="50932" y="24782"/>
                    <a:pt x="24829" y="50835"/>
                    <a:pt x="24829" y="83242"/>
                  </a:cubicBezTo>
                  <a:cubicBezTo>
                    <a:pt x="24829" y="115649"/>
                    <a:pt x="50932" y="141702"/>
                    <a:pt x="83402" y="141702"/>
                  </a:cubicBezTo>
                  <a:lnTo>
                    <a:pt x="730244" y="141702"/>
                  </a:lnTo>
                  <a:cubicBezTo>
                    <a:pt x="851846" y="141702"/>
                    <a:pt x="964534" y="202068"/>
                    <a:pt x="1031383" y="303738"/>
                  </a:cubicBezTo>
                  <a:lnTo>
                    <a:pt x="1147891" y="480388"/>
                  </a:lnTo>
                  <a:lnTo>
                    <a:pt x="1342708" y="201433"/>
                  </a:lnTo>
                  <a:cubicBezTo>
                    <a:pt x="1366264" y="168390"/>
                    <a:pt x="1378361" y="128993"/>
                    <a:pt x="1378361" y="88325"/>
                  </a:cubicBezTo>
                  <a:lnTo>
                    <a:pt x="1378361" y="83242"/>
                  </a:lnTo>
                  <a:cubicBezTo>
                    <a:pt x="1378361" y="50835"/>
                    <a:pt x="1352258" y="24782"/>
                    <a:pt x="1319788" y="24782"/>
                  </a:cubicBezTo>
                  <a:lnTo>
                    <a:pt x="83402" y="24782"/>
                  </a:lnTo>
                  <a:close/>
                  <a:moveTo>
                    <a:pt x="1147891" y="514702"/>
                  </a:moveTo>
                  <a:lnTo>
                    <a:pt x="1147891" y="514702"/>
                  </a:lnTo>
                  <a:cubicBezTo>
                    <a:pt x="1143434" y="514702"/>
                    <a:pt x="1140251" y="512795"/>
                    <a:pt x="1137704" y="508983"/>
                  </a:cubicBezTo>
                  <a:lnTo>
                    <a:pt x="1011647" y="317717"/>
                  </a:lnTo>
                  <a:cubicBezTo>
                    <a:pt x="949254" y="223037"/>
                    <a:pt x="844206" y="166484"/>
                    <a:pt x="730882" y="166484"/>
                  </a:cubicBezTo>
                  <a:lnTo>
                    <a:pt x="83402" y="166484"/>
                  </a:lnTo>
                  <a:cubicBezTo>
                    <a:pt x="37562" y="166484"/>
                    <a:pt x="0" y="128993"/>
                    <a:pt x="0" y="83242"/>
                  </a:cubicBezTo>
                  <a:cubicBezTo>
                    <a:pt x="0" y="37491"/>
                    <a:pt x="37562" y="0"/>
                    <a:pt x="83402" y="0"/>
                  </a:cubicBezTo>
                  <a:lnTo>
                    <a:pt x="1319788" y="0"/>
                  </a:lnTo>
                  <a:cubicBezTo>
                    <a:pt x="1365627" y="0"/>
                    <a:pt x="1403190" y="37491"/>
                    <a:pt x="1403190" y="83242"/>
                  </a:cubicBezTo>
                  <a:lnTo>
                    <a:pt x="1403190" y="88325"/>
                  </a:lnTo>
                  <a:cubicBezTo>
                    <a:pt x="1403190" y="134077"/>
                    <a:pt x="1389183" y="177922"/>
                    <a:pt x="1363081" y="215412"/>
                  </a:cubicBezTo>
                  <a:lnTo>
                    <a:pt x="1158078" y="509618"/>
                  </a:lnTo>
                  <a:cubicBezTo>
                    <a:pt x="1156167" y="512795"/>
                    <a:pt x="1152348" y="514702"/>
                    <a:pt x="1147891" y="51470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EA275D58-1FFC-6B1C-C511-1FADF960327C}"/>
                </a:ext>
              </a:extLst>
            </p:cNvPr>
            <p:cNvSpPr/>
            <p:nvPr/>
          </p:nvSpPr>
          <p:spPr>
            <a:xfrm>
              <a:off x="6114028" y="4248052"/>
              <a:ext cx="492771" cy="85783"/>
            </a:xfrm>
            <a:custGeom>
              <a:avLst/>
              <a:gdLst>
                <a:gd name="connsiteX0" fmla="*/ 480675 w 492771"/>
                <a:gd name="connsiteY0" fmla="*/ 85784 h 85783"/>
                <a:gd name="connsiteX1" fmla="*/ 468579 w 492771"/>
                <a:gd name="connsiteY1" fmla="*/ 73710 h 85783"/>
                <a:gd name="connsiteX2" fmla="*/ 418920 w 492771"/>
                <a:gd name="connsiteY2" fmla="*/ 24146 h 85783"/>
                <a:gd name="connsiteX3" fmla="*/ 73852 w 492771"/>
                <a:gd name="connsiteY3" fmla="*/ 24146 h 85783"/>
                <a:gd name="connsiteX4" fmla="*/ 24193 w 492771"/>
                <a:gd name="connsiteY4" fmla="*/ 73710 h 85783"/>
                <a:gd name="connsiteX5" fmla="*/ 12096 w 492771"/>
                <a:gd name="connsiteY5" fmla="*/ 85784 h 85783"/>
                <a:gd name="connsiteX6" fmla="*/ 0 w 492771"/>
                <a:gd name="connsiteY6" fmla="*/ 73710 h 85783"/>
                <a:gd name="connsiteX7" fmla="*/ 73852 w 492771"/>
                <a:gd name="connsiteY7" fmla="*/ 0 h 85783"/>
                <a:gd name="connsiteX8" fmla="*/ 418920 w 492771"/>
                <a:gd name="connsiteY8" fmla="*/ 0 h 85783"/>
                <a:gd name="connsiteX9" fmla="*/ 492772 w 492771"/>
                <a:gd name="connsiteY9" fmla="*/ 73710 h 85783"/>
                <a:gd name="connsiteX10" fmla="*/ 480675 w 492771"/>
                <a:gd name="connsiteY10" fmla="*/ 85784 h 85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92771" h="85783">
                  <a:moveTo>
                    <a:pt x="480675" y="85784"/>
                  </a:moveTo>
                  <a:cubicBezTo>
                    <a:pt x="473672" y="85784"/>
                    <a:pt x="468579" y="80065"/>
                    <a:pt x="468579" y="73710"/>
                  </a:cubicBezTo>
                  <a:cubicBezTo>
                    <a:pt x="468579" y="46387"/>
                    <a:pt x="446296" y="24146"/>
                    <a:pt x="418920" y="24146"/>
                  </a:cubicBezTo>
                  <a:lnTo>
                    <a:pt x="73852" y="24146"/>
                  </a:lnTo>
                  <a:cubicBezTo>
                    <a:pt x="46476" y="24146"/>
                    <a:pt x="24193" y="46387"/>
                    <a:pt x="24193" y="73710"/>
                  </a:cubicBezTo>
                  <a:cubicBezTo>
                    <a:pt x="24193" y="80700"/>
                    <a:pt x="18463" y="85784"/>
                    <a:pt x="12096" y="85784"/>
                  </a:cubicBezTo>
                  <a:cubicBezTo>
                    <a:pt x="5093" y="85784"/>
                    <a:pt x="0" y="80065"/>
                    <a:pt x="0" y="73710"/>
                  </a:cubicBezTo>
                  <a:cubicBezTo>
                    <a:pt x="0" y="33043"/>
                    <a:pt x="33106" y="0"/>
                    <a:pt x="73852" y="0"/>
                  </a:cubicBezTo>
                  <a:lnTo>
                    <a:pt x="418920" y="0"/>
                  </a:lnTo>
                  <a:cubicBezTo>
                    <a:pt x="459666" y="0"/>
                    <a:pt x="492772" y="33043"/>
                    <a:pt x="492772" y="73710"/>
                  </a:cubicBezTo>
                  <a:cubicBezTo>
                    <a:pt x="492772" y="80065"/>
                    <a:pt x="487678" y="85784"/>
                    <a:pt x="480675" y="8578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38A97E30-FB57-AC1E-3259-C11C7B820E4D}"/>
                </a:ext>
              </a:extLst>
            </p:cNvPr>
            <p:cNvSpPr/>
            <p:nvPr/>
          </p:nvSpPr>
          <p:spPr>
            <a:xfrm>
              <a:off x="6662825" y="4248052"/>
              <a:ext cx="358437" cy="85783"/>
            </a:xfrm>
            <a:custGeom>
              <a:avLst/>
              <a:gdLst>
                <a:gd name="connsiteX0" fmla="*/ 12097 w 358437"/>
                <a:gd name="connsiteY0" fmla="*/ 85784 h 85783"/>
                <a:gd name="connsiteX1" fmla="*/ 0 w 358437"/>
                <a:gd name="connsiteY1" fmla="*/ 73710 h 85783"/>
                <a:gd name="connsiteX2" fmla="*/ 73853 w 358437"/>
                <a:gd name="connsiteY2" fmla="*/ 0 h 85783"/>
                <a:gd name="connsiteX3" fmla="*/ 346341 w 358437"/>
                <a:gd name="connsiteY3" fmla="*/ 0 h 85783"/>
                <a:gd name="connsiteX4" fmla="*/ 358438 w 358437"/>
                <a:gd name="connsiteY4" fmla="*/ 12073 h 85783"/>
                <a:gd name="connsiteX5" fmla="*/ 346341 w 358437"/>
                <a:gd name="connsiteY5" fmla="*/ 24146 h 85783"/>
                <a:gd name="connsiteX6" fmla="*/ 73853 w 358437"/>
                <a:gd name="connsiteY6" fmla="*/ 24146 h 85783"/>
                <a:gd name="connsiteX7" fmla="*/ 24193 w 358437"/>
                <a:gd name="connsiteY7" fmla="*/ 73710 h 85783"/>
                <a:gd name="connsiteX8" fmla="*/ 12097 w 358437"/>
                <a:gd name="connsiteY8" fmla="*/ 85784 h 85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8437" h="85783">
                  <a:moveTo>
                    <a:pt x="12097" y="85784"/>
                  </a:moveTo>
                  <a:cubicBezTo>
                    <a:pt x="5094" y="85784"/>
                    <a:pt x="0" y="80065"/>
                    <a:pt x="0" y="73710"/>
                  </a:cubicBezTo>
                  <a:cubicBezTo>
                    <a:pt x="0" y="33043"/>
                    <a:pt x="33107" y="0"/>
                    <a:pt x="73853" y="0"/>
                  </a:cubicBezTo>
                  <a:lnTo>
                    <a:pt x="346341" y="0"/>
                  </a:lnTo>
                  <a:cubicBezTo>
                    <a:pt x="353344" y="0"/>
                    <a:pt x="358438" y="5719"/>
                    <a:pt x="358438" y="12073"/>
                  </a:cubicBezTo>
                  <a:cubicBezTo>
                    <a:pt x="358438" y="18428"/>
                    <a:pt x="352708" y="24146"/>
                    <a:pt x="346341" y="24146"/>
                  </a:cubicBezTo>
                  <a:lnTo>
                    <a:pt x="73853" y="24146"/>
                  </a:lnTo>
                  <a:cubicBezTo>
                    <a:pt x="46476" y="24146"/>
                    <a:pt x="24193" y="46387"/>
                    <a:pt x="24193" y="73710"/>
                  </a:cubicBezTo>
                  <a:cubicBezTo>
                    <a:pt x="24193" y="80065"/>
                    <a:pt x="19100" y="85784"/>
                    <a:pt x="12097" y="8578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8883A76-22ED-C2BD-384B-0895F4F9283E}"/>
                </a:ext>
              </a:extLst>
            </p:cNvPr>
            <p:cNvSpPr/>
            <p:nvPr/>
          </p:nvSpPr>
          <p:spPr>
            <a:xfrm>
              <a:off x="7385112" y="4442495"/>
              <a:ext cx="1452848" cy="1460863"/>
            </a:xfrm>
            <a:custGeom>
              <a:avLst/>
              <a:gdLst>
                <a:gd name="connsiteX0" fmla="*/ 183675 w 1452848"/>
                <a:gd name="connsiteY0" fmla="*/ 1196523 h 1460863"/>
                <a:gd name="connsiteX1" fmla="*/ 195135 w 1452848"/>
                <a:gd name="connsiteY1" fmla="*/ 1204148 h 1460863"/>
                <a:gd name="connsiteX2" fmla="*/ 191315 w 1452848"/>
                <a:gd name="connsiteY2" fmla="*/ 1218127 h 1460863"/>
                <a:gd name="connsiteX3" fmla="*/ 182402 w 1452848"/>
                <a:gd name="connsiteY3" fmla="*/ 1226388 h 1460863"/>
                <a:gd name="connsiteX4" fmla="*/ 182402 w 1452848"/>
                <a:gd name="connsiteY4" fmla="*/ 1400497 h 1460863"/>
                <a:gd name="connsiteX5" fmla="*/ 268987 w 1452848"/>
                <a:gd name="connsiteY5" fmla="*/ 1436717 h 1460863"/>
                <a:gd name="connsiteX6" fmla="*/ 355572 w 1452848"/>
                <a:gd name="connsiteY6" fmla="*/ 1400497 h 1460863"/>
                <a:gd name="connsiteX7" fmla="*/ 388042 w 1452848"/>
                <a:gd name="connsiteY7" fmla="*/ 1285483 h 1460863"/>
                <a:gd name="connsiteX8" fmla="*/ 393772 w 1452848"/>
                <a:gd name="connsiteY8" fmla="*/ 1272139 h 1460863"/>
                <a:gd name="connsiteX9" fmla="*/ 428788 w 1452848"/>
                <a:gd name="connsiteY9" fmla="*/ 1251805 h 1460863"/>
                <a:gd name="connsiteX10" fmla="*/ 898640 w 1452848"/>
                <a:gd name="connsiteY10" fmla="*/ 903587 h 1460863"/>
                <a:gd name="connsiteX11" fmla="*/ 1244981 w 1452848"/>
                <a:gd name="connsiteY11" fmla="*/ 430824 h 1460863"/>
                <a:gd name="connsiteX12" fmla="*/ 1265354 w 1452848"/>
                <a:gd name="connsiteY12" fmla="*/ 395876 h 1460863"/>
                <a:gd name="connsiteX13" fmla="*/ 1278724 w 1452848"/>
                <a:gd name="connsiteY13" fmla="*/ 390157 h 1460863"/>
                <a:gd name="connsiteX14" fmla="*/ 1392685 w 1452848"/>
                <a:gd name="connsiteY14" fmla="*/ 357750 h 1460863"/>
                <a:gd name="connsiteX15" fmla="*/ 1392685 w 1452848"/>
                <a:gd name="connsiteY15" fmla="*/ 183640 h 1460863"/>
                <a:gd name="connsiteX16" fmla="*/ 1306100 w 1452848"/>
                <a:gd name="connsiteY16" fmla="*/ 147421 h 1460863"/>
                <a:gd name="connsiteX17" fmla="*/ 1219514 w 1452848"/>
                <a:gd name="connsiteY17" fmla="*/ 183640 h 1460863"/>
                <a:gd name="connsiteX18" fmla="*/ 1219514 w 1452848"/>
                <a:gd name="connsiteY18" fmla="*/ 183640 h 1460863"/>
                <a:gd name="connsiteX19" fmla="*/ 1211238 w 1452848"/>
                <a:gd name="connsiteY19" fmla="*/ 193172 h 1460863"/>
                <a:gd name="connsiteX20" fmla="*/ 1197231 w 1452848"/>
                <a:gd name="connsiteY20" fmla="*/ 196985 h 1460863"/>
                <a:gd name="connsiteX21" fmla="*/ 1189592 w 1452848"/>
                <a:gd name="connsiteY21" fmla="*/ 184911 h 1460863"/>
                <a:gd name="connsiteX22" fmla="*/ 1153939 w 1452848"/>
                <a:gd name="connsiteY22" fmla="*/ 91502 h 1460863"/>
                <a:gd name="connsiteX23" fmla="*/ 1067354 w 1452848"/>
                <a:gd name="connsiteY23" fmla="*/ 55283 h 1460863"/>
                <a:gd name="connsiteX24" fmla="*/ 980768 w 1452848"/>
                <a:gd name="connsiteY24" fmla="*/ 91502 h 1460863"/>
                <a:gd name="connsiteX25" fmla="*/ 959759 w 1452848"/>
                <a:gd name="connsiteY25" fmla="*/ 120097 h 1460863"/>
                <a:gd name="connsiteX26" fmla="*/ 947662 w 1452848"/>
                <a:gd name="connsiteY26" fmla="*/ 126451 h 1460863"/>
                <a:gd name="connsiteX27" fmla="*/ 937476 w 1452848"/>
                <a:gd name="connsiteY27" fmla="*/ 117555 h 1460863"/>
                <a:gd name="connsiteX28" fmla="*/ 905643 w 1452848"/>
                <a:gd name="connsiteY28" fmla="*/ 61637 h 1460863"/>
                <a:gd name="connsiteX29" fmla="*/ 819058 w 1452848"/>
                <a:gd name="connsiteY29" fmla="*/ 25417 h 1460863"/>
                <a:gd name="connsiteX30" fmla="*/ 732472 w 1452848"/>
                <a:gd name="connsiteY30" fmla="*/ 61637 h 1460863"/>
                <a:gd name="connsiteX31" fmla="*/ 696820 w 1452848"/>
                <a:gd name="connsiteY31" fmla="*/ 146785 h 1460863"/>
                <a:gd name="connsiteX32" fmla="*/ 687906 w 1452848"/>
                <a:gd name="connsiteY32" fmla="*/ 158223 h 1460863"/>
                <a:gd name="connsiteX33" fmla="*/ 674537 w 1452848"/>
                <a:gd name="connsiteY33" fmla="*/ 153775 h 1460863"/>
                <a:gd name="connsiteX34" fmla="*/ 661167 w 1452848"/>
                <a:gd name="connsiteY34" fmla="*/ 137889 h 1460863"/>
                <a:gd name="connsiteX35" fmla="*/ 574582 w 1452848"/>
                <a:gd name="connsiteY35" fmla="*/ 101669 h 1460863"/>
                <a:gd name="connsiteX36" fmla="*/ 487997 w 1452848"/>
                <a:gd name="connsiteY36" fmla="*/ 137889 h 1460863"/>
                <a:gd name="connsiteX37" fmla="*/ 457437 w 1452848"/>
                <a:gd name="connsiteY37" fmla="*/ 260528 h 1460863"/>
                <a:gd name="connsiteX38" fmla="*/ 452981 w 1452848"/>
                <a:gd name="connsiteY38" fmla="*/ 273872 h 1460863"/>
                <a:gd name="connsiteX39" fmla="*/ 438974 w 1452848"/>
                <a:gd name="connsiteY39" fmla="*/ 273872 h 1460863"/>
                <a:gd name="connsiteX40" fmla="*/ 284904 w 1452848"/>
                <a:gd name="connsiteY40" fmla="*/ 289123 h 1460863"/>
                <a:gd name="connsiteX41" fmla="*/ 269624 w 1452848"/>
                <a:gd name="connsiteY41" fmla="*/ 444168 h 1460863"/>
                <a:gd name="connsiteX42" fmla="*/ 268987 w 1452848"/>
                <a:gd name="connsiteY42" fmla="*/ 458148 h 1460863"/>
                <a:gd name="connsiteX43" fmla="*/ 255618 w 1452848"/>
                <a:gd name="connsiteY43" fmla="*/ 462596 h 1460863"/>
                <a:gd name="connsiteX44" fmla="*/ 134016 w 1452848"/>
                <a:gd name="connsiteY44" fmla="*/ 493097 h 1460863"/>
                <a:gd name="connsiteX45" fmla="*/ 134016 w 1452848"/>
                <a:gd name="connsiteY45" fmla="*/ 667206 h 1460863"/>
                <a:gd name="connsiteX46" fmla="*/ 149932 w 1452848"/>
                <a:gd name="connsiteY46" fmla="*/ 680550 h 1460863"/>
                <a:gd name="connsiteX47" fmla="*/ 154389 w 1452848"/>
                <a:gd name="connsiteY47" fmla="*/ 693894 h 1460863"/>
                <a:gd name="connsiteX48" fmla="*/ 142929 w 1452848"/>
                <a:gd name="connsiteY48" fmla="*/ 702155 h 1460863"/>
                <a:gd name="connsiteX49" fmla="*/ 58254 w 1452848"/>
                <a:gd name="connsiteY49" fmla="*/ 737739 h 1460863"/>
                <a:gd name="connsiteX50" fmla="*/ 58254 w 1452848"/>
                <a:gd name="connsiteY50" fmla="*/ 911848 h 1460863"/>
                <a:gd name="connsiteX51" fmla="*/ 113643 w 1452848"/>
                <a:gd name="connsiteY51" fmla="*/ 943620 h 1460863"/>
                <a:gd name="connsiteX52" fmla="*/ 122556 w 1452848"/>
                <a:gd name="connsiteY52" fmla="*/ 953787 h 1460863"/>
                <a:gd name="connsiteX53" fmla="*/ 116190 w 1452848"/>
                <a:gd name="connsiteY53" fmla="*/ 965860 h 1460863"/>
                <a:gd name="connsiteX54" fmla="*/ 88177 w 1452848"/>
                <a:gd name="connsiteY54" fmla="*/ 986829 h 1460863"/>
                <a:gd name="connsiteX55" fmla="*/ 88177 w 1452848"/>
                <a:gd name="connsiteY55" fmla="*/ 1160938 h 1460863"/>
                <a:gd name="connsiteX56" fmla="*/ 181128 w 1452848"/>
                <a:gd name="connsiteY56" fmla="*/ 1196523 h 1460863"/>
                <a:gd name="connsiteX57" fmla="*/ 183675 w 1452848"/>
                <a:gd name="connsiteY57" fmla="*/ 1196523 h 1460863"/>
                <a:gd name="connsiteX58" fmla="*/ 268987 w 1452848"/>
                <a:gd name="connsiteY58" fmla="*/ 1460863 h 1460863"/>
                <a:gd name="connsiteX59" fmla="*/ 165212 w 1452848"/>
                <a:gd name="connsiteY59" fmla="*/ 1417654 h 1460863"/>
                <a:gd name="connsiteX60" fmla="*/ 155662 w 1452848"/>
                <a:gd name="connsiteY60" fmla="*/ 1220034 h 1460863"/>
                <a:gd name="connsiteX61" fmla="*/ 72897 w 1452848"/>
                <a:gd name="connsiteY61" fmla="*/ 1178730 h 1460863"/>
                <a:gd name="connsiteX62" fmla="*/ 72897 w 1452848"/>
                <a:gd name="connsiteY62" fmla="*/ 970308 h 1460863"/>
                <a:gd name="connsiteX63" fmla="*/ 85630 w 1452848"/>
                <a:gd name="connsiteY63" fmla="*/ 958870 h 1460863"/>
                <a:gd name="connsiteX64" fmla="*/ 42974 w 1452848"/>
                <a:gd name="connsiteY64" fmla="*/ 929005 h 1460863"/>
                <a:gd name="connsiteX65" fmla="*/ 42974 w 1452848"/>
                <a:gd name="connsiteY65" fmla="*/ 720582 h 1460863"/>
                <a:gd name="connsiteX66" fmla="*/ 116190 w 1452848"/>
                <a:gd name="connsiteY66" fmla="*/ 680550 h 1460863"/>
                <a:gd name="connsiteX67" fmla="*/ 118737 w 1452848"/>
                <a:gd name="connsiteY67" fmla="*/ 475305 h 1460863"/>
                <a:gd name="connsiteX68" fmla="*/ 238427 w 1452848"/>
                <a:gd name="connsiteY68" fmla="*/ 432731 h 1460863"/>
                <a:gd name="connsiteX69" fmla="*/ 269624 w 1452848"/>
                <a:gd name="connsiteY69" fmla="*/ 270695 h 1460863"/>
                <a:gd name="connsiteX70" fmla="*/ 430698 w 1452848"/>
                <a:gd name="connsiteY70" fmla="*/ 239559 h 1460863"/>
                <a:gd name="connsiteX71" fmla="*/ 472717 w 1452848"/>
                <a:gd name="connsiteY71" fmla="*/ 119462 h 1460863"/>
                <a:gd name="connsiteX72" fmla="*/ 576492 w 1452848"/>
                <a:gd name="connsiteY72" fmla="*/ 76252 h 1460863"/>
                <a:gd name="connsiteX73" fmla="*/ 576492 w 1452848"/>
                <a:gd name="connsiteY73" fmla="*/ 76252 h 1460863"/>
                <a:gd name="connsiteX74" fmla="*/ 677084 w 1452848"/>
                <a:gd name="connsiteY74" fmla="*/ 116285 h 1460863"/>
                <a:gd name="connsiteX75" fmla="*/ 716556 w 1452848"/>
                <a:gd name="connsiteY75" fmla="*/ 43210 h 1460863"/>
                <a:gd name="connsiteX76" fmla="*/ 820331 w 1452848"/>
                <a:gd name="connsiteY76" fmla="*/ 0 h 1460863"/>
                <a:gd name="connsiteX77" fmla="*/ 924107 w 1452848"/>
                <a:gd name="connsiteY77" fmla="*/ 43210 h 1460863"/>
                <a:gd name="connsiteX78" fmla="*/ 953393 w 1452848"/>
                <a:gd name="connsiteY78" fmla="*/ 85784 h 1460863"/>
                <a:gd name="connsiteX79" fmla="*/ 964215 w 1452848"/>
                <a:gd name="connsiteY79" fmla="*/ 73075 h 1460863"/>
                <a:gd name="connsiteX80" fmla="*/ 1067991 w 1452848"/>
                <a:gd name="connsiteY80" fmla="*/ 29865 h 1460863"/>
                <a:gd name="connsiteX81" fmla="*/ 1171765 w 1452848"/>
                <a:gd name="connsiteY81" fmla="*/ 73075 h 1460863"/>
                <a:gd name="connsiteX82" fmla="*/ 1213148 w 1452848"/>
                <a:gd name="connsiteY82" fmla="*/ 156317 h 1460863"/>
                <a:gd name="connsiteX83" fmla="*/ 1306100 w 1452848"/>
                <a:gd name="connsiteY83" fmla="*/ 122639 h 1460863"/>
                <a:gd name="connsiteX84" fmla="*/ 1409875 w 1452848"/>
                <a:gd name="connsiteY84" fmla="*/ 165848 h 1460863"/>
                <a:gd name="connsiteX85" fmla="*/ 1409875 w 1452848"/>
                <a:gd name="connsiteY85" fmla="*/ 374271 h 1460863"/>
                <a:gd name="connsiteX86" fmla="*/ 1281907 w 1452848"/>
                <a:gd name="connsiteY86" fmla="*/ 415574 h 1460863"/>
                <a:gd name="connsiteX87" fmla="*/ 1265991 w 1452848"/>
                <a:gd name="connsiteY87" fmla="*/ 442898 h 1460863"/>
                <a:gd name="connsiteX88" fmla="*/ 915830 w 1452848"/>
                <a:gd name="connsiteY88" fmla="*/ 920744 h 1460863"/>
                <a:gd name="connsiteX89" fmla="*/ 440884 w 1452848"/>
                <a:gd name="connsiteY89" fmla="*/ 1272775 h 1460863"/>
                <a:gd name="connsiteX90" fmla="*/ 413508 w 1452848"/>
                <a:gd name="connsiteY90" fmla="*/ 1288661 h 1460863"/>
                <a:gd name="connsiteX91" fmla="*/ 372762 w 1452848"/>
                <a:gd name="connsiteY91" fmla="*/ 1417018 h 1460863"/>
                <a:gd name="connsiteX92" fmla="*/ 268987 w 1452848"/>
                <a:gd name="connsiteY92" fmla="*/ 1460863 h 1460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452848" h="1460863">
                  <a:moveTo>
                    <a:pt x="183675" y="1196523"/>
                  </a:moveTo>
                  <a:cubicBezTo>
                    <a:pt x="188769" y="1196523"/>
                    <a:pt x="193225" y="1199700"/>
                    <a:pt x="195135" y="1204148"/>
                  </a:cubicBezTo>
                  <a:cubicBezTo>
                    <a:pt x="197045" y="1209231"/>
                    <a:pt x="195772" y="1214950"/>
                    <a:pt x="191315" y="1218127"/>
                  </a:cubicBezTo>
                  <a:cubicBezTo>
                    <a:pt x="188131" y="1220669"/>
                    <a:pt x="184948" y="1223211"/>
                    <a:pt x="182402" y="1226388"/>
                  </a:cubicBezTo>
                  <a:cubicBezTo>
                    <a:pt x="134653" y="1274046"/>
                    <a:pt x="134653" y="1352204"/>
                    <a:pt x="182402" y="1400497"/>
                  </a:cubicBezTo>
                  <a:cubicBezTo>
                    <a:pt x="205322" y="1424008"/>
                    <a:pt x="235881" y="1436717"/>
                    <a:pt x="268987" y="1436717"/>
                  </a:cubicBezTo>
                  <a:cubicBezTo>
                    <a:pt x="302093" y="1436717"/>
                    <a:pt x="332016" y="1424008"/>
                    <a:pt x="355572" y="1400497"/>
                  </a:cubicBezTo>
                  <a:cubicBezTo>
                    <a:pt x="385495" y="1370632"/>
                    <a:pt x="397591" y="1327422"/>
                    <a:pt x="388042" y="1285483"/>
                  </a:cubicBezTo>
                  <a:cubicBezTo>
                    <a:pt x="386769" y="1280400"/>
                    <a:pt x="389315" y="1274681"/>
                    <a:pt x="393772" y="1272139"/>
                  </a:cubicBezTo>
                  <a:cubicBezTo>
                    <a:pt x="404595" y="1265785"/>
                    <a:pt x="416055" y="1258795"/>
                    <a:pt x="428788" y="1251805"/>
                  </a:cubicBezTo>
                  <a:cubicBezTo>
                    <a:pt x="536383" y="1190168"/>
                    <a:pt x="717193" y="1085957"/>
                    <a:pt x="898640" y="903587"/>
                  </a:cubicBezTo>
                  <a:cubicBezTo>
                    <a:pt x="1080087" y="720582"/>
                    <a:pt x="1183225" y="538848"/>
                    <a:pt x="1244981" y="430824"/>
                  </a:cubicBezTo>
                  <a:cubicBezTo>
                    <a:pt x="1251984" y="418116"/>
                    <a:pt x="1258988" y="406678"/>
                    <a:pt x="1265354" y="395876"/>
                  </a:cubicBezTo>
                  <a:cubicBezTo>
                    <a:pt x="1267901" y="391428"/>
                    <a:pt x="1273630" y="388886"/>
                    <a:pt x="1278724" y="390157"/>
                  </a:cubicBezTo>
                  <a:cubicBezTo>
                    <a:pt x="1320106" y="399688"/>
                    <a:pt x="1362762" y="387615"/>
                    <a:pt x="1392685" y="357750"/>
                  </a:cubicBezTo>
                  <a:cubicBezTo>
                    <a:pt x="1440435" y="310092"/>
                    <a:pt x="1440435" y="231933"/>
                    <a:pt x="1392685" y="183640"/>
                  </a:cubicBezTo>
                  <a:cubicBezTo>
                    <a:pt x="1369766" y="160129"/>
                    <a:pt x="1339206" y="147421"/>
                    <a:pt x="1306100" y="147421"/>
                  </a:cubicBezTo>
                  <a:cubicBezTo>
                    <a:pt x="1272994" y="147421"/>
                    <a:pt x="1243071" y="160129"/>
                    <a:pt x="1219514" y="183640"/>
                  </a:cubicBezTo>
                  <a:lnTo>
                    <a:pt x="1219514" y="183640"/>
                  </a:lnTo>
                  <a:cubicBezTo>
                    <a:pt x="1216331" y="186818"/>
                    <a:pt x="1213785" y="189995"/>
                    <a:pt x="1211238" y="193172"/>
                  </a:cubicBezTo>
                  <a:cubicBezTo>
                    <a:pt x="1208055" y="196985"/>
                    <a:pt x="1202325" y="198891"/>
                    <a:pt x="1197231" y="196985"/>
                  </a:cubicBezTo>
                  <a:cubicBezTo>
                    <a:pt x="1192139" y="195078"/>
                    <a:pt x="1188955" y="189995"/>
                    <a:pt x="1189592" y="184911"/>
                  </a:cubicBezTo>
                  <a:cubicBezTo>
                    <a:pt x="1191502" y="149963"/>
                    <a:pt x="1178769" y="115649"/>
                    <a:pt x="1153939" y="91502"/>
                  </a:cubicBezTo>
                  <a:cubicBezTo>
                    <a:pt x="1131020" y="68627"/>
                    <a:pt x="1100460" y="55283"/>
                    <a:pt x="1067354" y="55283"/>
                  </a:cubicBezTo>
                  <a:cubicBezTo>
                    <a:pt x="1034248" y="55283"/>
                    <a:pt x="1004325" y="67992"/>
                    <a:pt x="980768" y="91502"/>
                  </a:cubicBezTo>
                  <a:cubicBezTo>
                    <a:pt x="972492" y="99763"/>
                    <a:pt x="965489" y="109295"/>
                    <a:pt x="959759" y="120097"/>
                  </a:cubicBezTo>
                  <a:cubicBezTo>
                    <a:pt x="957212" y="124545"/>
                    <a:pt x="952756" y="127087"/>
                    <a:pt x="947662" y="126451"/>
                  </a:cubicBezTo>
                  <a:cubicBezTo>
                    <a:pt x="942569" y="125816"/>
                    <a:pt x="938749" y="122003"/>
                    <a:pt x="937476" y="117555"/>
                  </a:cubicBezTo>
                  <a:cubicBezTo>
                    <a:pt x="931746" y="96586"/>
                    <a:pt x="920923" y="76888"/>
                    <a:pt x="905643" y="61637"/>
                  </a:cubicBezTo>
                  <a:cubicBezTo>
                    <a:pt x="882724" y="38126"/>
                    <a:pt x="852164" y="25417"/>
                    <a:pt x="819058" y="25417"/>
                  </a:cubicBezTo>
                  <a:cubicBezTo>
                    <a:pt x="785952" y="25417"/>
                    <a:pt x="756029" y="38126"/>
                    <a:pt x="732472" y="61637"/>
                  </a:cubicBezTo>
                  <a:cubicBezTo>
                    <a:pt x="709553" y="84513"/>
                    <a:pt x="697456" y="114378"/>
                    <a:pt x="696820" y="146785"/>
                  </a:cubicBezTo>
                  <a:cubicBezTo>
                    <a:pt x="696820" y="151869"/>
                    <a:pt x="693000" y="156952"/>
                    <a:pt x="687906" y="158223"/>
                  </a:cubicBezTo>
                  <a:cubicBezTo>
                    <a:pt x="682814" y="159494"/>
                    <a:pt x="677084" y="158223"/>
                    <a:pt x="674537" y="153775"/>
                  </a:cubicBezTo>
                  <a:cubicBezTo>
                    <a:pt x="670081" y="147421"/>
                    <a:pt x="665624" y="142337"/>
                    <a:pt x="661167" y="137889"/>
                  </a:cubicBezTo>
                  <a:cubicBezTo>
                    <a:pt x="638248" y="114378"/>
                    <a:pt x="607688" y="101669"/>
                    <a:pt x="574582" y="101669"/>
                  </a:cubicBezTo>
                  <a:cubicBezTo>
                    <a:pt x="541476" y="101669"/>
                    <a:pt x="511553" y="114378"/>
                    <a:pt x="487997" y="137889"/>
                  </a:cubicBezTo>
                  <a:cubicBezTo>
                    <a:pt x="456164" y="170296"/>
                    <a:pt x="444704" y="217319"/>
                    <a:pt x="457437" y="260528"/>
                  </a:cubicBezTo>
                  <a:cubicBezTo>
                    <a:pt x="458710" y="265612"/>
                    <a:pt x="457437" y="270695"/>
                    <a:pt x="452981" y="273872"/>
                  </a:cubicBezTo>
                  <a:cubicBezTo>
                    <a:pt x="448524" y="277049"/>
                    <a:pt x="443431" y="277049"/>
                    <a:pt x="438974" y="273872"/>
                  </a:cubicBezTo>
                  <a:cubicBezTo>
                    <a:pt x="390588" y="241465"/>
                    <a:pt x="326286" y="247819"/>
                    <a:pt x="284904" y="289123"/>
                  </a:cubicBezTo>
                  <a:cubicBezTo>
                    <a:pt x="243521" y="330426"/>
                    <a:pt x="237154" y="395876"/>
                    <a:pt x="269624" y="444168"/>
                  </a:cubicBezTo>
                  <a:cubicBezTo>
                    <a:pt x="272171" y="448617"/>
                    <a:pt x="272171" y="454335"/>
                    <a:pt x="268987" y="458148"/>
                  </a:cubicBezTo>
                  <a:cubicBezTo>
                    <a:pt x="265804" y="462596"/>
                    <a:pt x="260710" y="463867"/>
                    <a:pt x="255618" y="462596"/>
                  </a:cubicBezTo>
                  <a:cubicBezTo>
                    <a:pt x="212325" y="449252"/>
                    <a:pt x="165848" y="461325"/>
                    <a:pt x="134016" y="493097"/>
                  </a:cubicBezTo>
                  <a:cubicBezTo>
                    <a:pt x="86266" y="540755"/>
                    <a:pt x="86266" y="618913"/>
                    <a:pt x="134016" y="667206"/>
                  </a:cubicBezTo>
                  <a:cubicBezTo>
                    <a:pt x="138473" y="671654"/>
                    <a:pt x="143565" y="676102"/>
                    <a:pt x="149932" y="680550"/>
                  </a:cubicBezTo>
                  <a:cubicBezTo>
                    <a:pt x="154389" y="683727"/>
                    <a:pt x="156299" y="688811"/>
                    <a:pt x="154389" y="693894"/>
                  </a:cubicBezTo>
                  <a:cubicBezTo>
                    <a:pt x="153115" y="698978"/>
                    <a:pt x="148023" y="702155"/>
                    <a:pt x="142929" y="702155"/>
                  </a:cubicBezTo>
                  <a:cubicBezTo>
                    <a:pt x="111096" y="702790"/>
                    <a:pt x="80537" y="715499"/>
                    <a:pt x="58254" y="737739"/>
                  </a:cubicBezTo>
                  <a:cubicBezTo>
                    <a:pt x="10505" y="785397"/>
                    <a:pt x="10505" y="863555"/>
                    <a:pt x="58254" y="911848"/>
                  </a:cubicBezTo>
                  <a:cubicBezTo>
                    <a:pt x="73533" y="927098"/>
                    <a:pt x="92633" y="937901"/>
                    <a:pt x="113643" y="943620"/>
                  </a:cubicBezTo>
                  <a:cubicBezTo>
                    <a:pt x="118737" y="944891"/>
                    <a:pt x="121920" y="948703"/>
                    <a:pt x="122556" y="953787"/>
                  </a:cubicBezTo>
                  <a:cubicBezTo>
                    <a:pt x="123193" y="958870"/>
                    <a:pt x="120646" y="963318"/>
                    <a:pt x="116190" y="965860"/>
                  </a:cubicBezTo>
                  <a:cubicBezTo>
                    <a:pt x="106003" y="971579"/>
                    <a:pt x="96454" y="978569"/>
                    <a:pt x="88177" y="986829"/>
                  </a:cubicBezTo>
                  <a:cubicBezTo>
                    <a:pt x="40428" y="1034487"/>
                    <a:pt x="40428" y="1112645"/>
                    <a:pt x="88177" y="1160938"/>
                  </a:cubicBezTo>
                  <a:cubicBezTo>
                    <a:pt x="112370" y="1185720"/>
                    <a:pt x="146749" y="1198429"/>
                    <a:pt x="181128" y="1196523"/>
                  </a:cubicBezTo>
                  <a:lnTo>
                    <a:pt x="183675" y="1196523"/>
                  </a:lnTo>
                  <a:moveTo>
                    <a:pt x="268987" y="1460863"/>
                  </a:moveTo>
                  <a:cubicBezTo>
                    <a:pt x="230151" y="1460863"/>
                    <a:pt x="193225" y="1445613"/>
                    <a:pt x="165212" y="1417654"/>
                  </a:cubicBezTo>
                  <a:cubicBezTo>
                    <a:pt x="111733" y="1363642"/>
                    <a:pt x="108549" y="1277858"/>
                    <a:pt x="155662" y="1220034"/>
                  </a:cubicBezTo>
                  <a:cubicBezTo>
                    <a:pt x="124466" y="1215586"/>
                    <a:pt x="95180" y="1200971"/>
                    <a:pt x="72897" y="1178730"/>
                  </a:cubicBezTo>
                  <a:cubicBezTo>
                    <a:pt x="15598" y="1121541"/>
                    <a:pt x="15598" y="1028133"/>
                    <a:pt x="72897" y="970308"/>
                  </a:cubicBezTo>
                  <a:cubicBezTo>
                    <a:pt x="76717" y="966495"/>
                    <a:pt x="81174" y="962683"/>
                    <a:pt x="85630" y="958870"/>
                  </a:cubicBezTo>
                  <a:cubicBezTo>
                    <a:pt x="69714" y="951881"/>
                    <a:pt x="55071" y="941714"/>
                    <a:pt x="42974" y="929005"/>
                  </a:cubicBezTo>
                  <a:cubicBezTo>
                    <a:pt x="-14325" y="871816"/>
                    <a:pt x="-14325" y="778407"/>
                    <a:pt x="42974" y="720582"/>
                  </a:cubicBezTo>
                  <a:cubicBezTo>
                    <a:pt x="63347" y="700249"/>
                    <a:pt x="88177" y="686269"/>
                    <a:pt x="116190" y="680550"/>
                  </a:cubicBezTo>
                  <a:cubicBezTo>
                    <a:pt x="62074" y="622726"/>
                    <a:pt x="62710" y="531859"/>
                    <a:pt x="118737" y="475305"/>
                  </a:cubicBezTo>
                  <a:cubicBezTo>
                    <a:pt x="150569" y="443533"/>
                    <a:pt x="194498" y="428283"/>
                    <a:pt x="238427" y="432731"/>
                  </a:cubicBezTo>
                  <a:cubicBezTo>
                    <a:pt x="215508" y="378083"/>
                    <a:pt x="226968" y="313904"/>
                    <a:pt x="269624" y="270695"/>
                  </a:cubicBezTo>
                  <a:cubicBezTo>
                    <a:pt x="312279" y="227486"/>
                    <a:pt x="376582" y="216048"/>
                    <a:pt x="430698" y="239559"/>
                  </a:cubicBezTo>
                  <a:cubicBezTo>
                    <a:pt x="425604" y="195714"/>
                    <a:pt x="440884" y="151233"/>
                    <a:pt x="472717" y="119462"/>
                  </a:cubicBezTo>
                  <a:cubicBezTo>
                    <a:pt x="500093" y="91502"/>
                    <a:pt x="537019" y="76252"/>
                    <a:pt x="576492" y="76252"/>
                  </a:cubicBezTo>
                  <a:lnTo>
                    <a:pt x="576492" y="76252"/>
                  </a:lnTo>
                  <a:cubicBezTo>
                    <a:pt x="614055" y="76252"/>
                    <a:pt x="649707" y="90232"/>
                    <a:pt x="677084" y="116285"/>
                  </a:cubicBezTo>
                  <a:cubicBezTo>
                    <a:pt x="682814" y="88961"/>
                    <a:pt x="696183" y="63543"/>
                    <a:pt x="716556" y="43210"/>
                  </a:cubicBezTo>
                  <a:cubicBezTo>
                    <a:pt x="743933" y="15250"/>
                    <a:pt x="780859" y="0"/>
                    <a:pt x="820331" y="0"/>
                  </a:cubicBezTo>
                  <a:cubicBezTo>
                    <a:pt x="859804" y="0"/>
                    <a:pt x="896093" y="15250"/>
                    <a:pt x="924107" y="43210"/>
                  </a:cubicBezTo>
                  <a:cubicBezTo>
                    <a:pt x="936202" y="55283"/>
                    <a:pt x="946389" y="69898"/>
                    <a:pt x="953393" y="85784"/>
                  </a:cubicBezTo>
                  <a:cubicBezTo>
                    <a:pt x="956576" y="81336"/>
                    <a:pt x="960396" y="76888"/>
                    <a:pt x="964215" y="73075"/>
                  </a:cubicBezTo>
                  <a:cubicBezTo>
                    <a:pt x="991592" y="45116"/>
                    <a:pt x="1028518" y="29865"/>
                    <a:pt x="1067991" y="29865"/>
                  </a:cubicBezTo>
                  <a:cubicBezTo>
                    <a:pt x="1107463" y="29865"/>
                    <a:pt x="1143753" y="45116"/>
                    <a:pt x="1171765" y="73075"/>
                  </a:cubicBezTo>
                  <a:cubicBezTo>
                    <a:pt x="1194048" y="95951"/>
                    <a:pt x="1208692" y="125181"/>
                    <a:pt x="1213148" y="156317"/>
                  </a:cubicBezTo>
                  <a:cubicBezTo>
                    <a:pt x="1239251" y="134712"/>
                    <a:pt x="1271721" y="122639"/>
                    <a:pt x="1306100" y="122639"/>
                  </a:cubicBezTo>
                  <a:cubicBezTo>
                    <a:pt x="1344936" y="122639"/>
                    <a:pt x="1381862" y="137889"/>
                    <a:pt x="1409875" y="165848"/>
                  </a:cubicBezTo>
                  <a:cubicBezTo>
                    <a:pt x="1467174" y="223037"/>
                    <a:pt x="1467174" y="316446"/>
                    <a:pt x="1409875" y="374271"/>
                  </a:cubicBezTo>
                  <a:cubicBezTo>
                    <a:pt x="1376132" y="407949"/>
                    <a:pt x="1329020" y="423199"/>
                    <a:pt x="1281907" y="415574"/>
                  </a:cubicBezTo>
                  <a:cubicBezTo>
                    <a:pt x="1276813" y="424470"/>
                    <a:pt x="1271721" y="433366"/>
                    <a:pt x="1265991" y="442898"/>
                  </a:cubicBezTo>
                  <a:cubicBezTo>
                    <a:pt x="1203598" y="552192"/>
                    <a:pt x="1099823" y="735833"/>
                    <a:pt x="915830" y="920744"/>
                  </a:cubicBezTo>
                  <a:cubicBezTo>
                    <a:pt x="731836" y="1105656"/>
                    <a:pt x="549752" y="1210502"/>
                    <a:pt x="440884" y="1272775"/>
                  </a:cubicBezTo>
                  <a:cubicBezTo>
                    <a:pt x="431335" y="1278494"/>
                    <a:pt x="421785" y="1283577"/>
                    <a:pt x="413508" y="1288661"/>
                  </a:cubicBezTo>
                  <a:cubicBezTo>
                    <a:pt x="421148" y="1335683"/>
                    <a:pt x="406505" y="1383340"/>
                    <a:pt x="372762" y="1417018"/>
                  </a:cubicBezTo>
                  <a:cubicBezTo>
                    <a:pt x="344749" y="1445613"/>
                    <a:pt x="307823" y="1460863"/>
                    <a:pt x="268987" y="14608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4A3E76E-899C-55CA-7F0B-920D86ED8357}"/>
                </a:ext>
              </a:extLst>
            </p:cNvPr>
            <p:cNvSpPr/>
            <p:nvPr/>
          </p:nvSpPr>
          <p:spPr>
            <a:xfrm>
              <a:off x="7556473" y="5511734"/>
              <a:ext cx="138568" cy="152700"/>
            </a:xfrm>
            <a:custGeom>
              <a:avLst/>
              <a:gdLst>
                <a:gd name="connsiteX0" fmla="*/ 12314 w 138568"/>
                <a:gd name="connsiteY0" fmla="*/ 152065 h 152700"/>
                <a:gd name="connsiteX1" fmla="*/ 218 w 138568"/>
                <a:gd name="connsiteY1" fmla="*/ 141898 h 152700"/>
                <a:gd name="connsiteX2" fmla="*/ 9768 w 138568"/>
                <a:gd name="connsiteY2" fmla="*/ 127918 h 152700"/>
                <a:gd name="connsiteX3" fmla="*/ 114179 w 138568"/>
                <a:gd name="connsiteY3" fmla="*/ 10363 h 152700"/>
                <a:gd name="connsiteX4" fmla="*/ 128185 w 138568"/>
                <a:gd name="connsiteY4" fmla="*/ 196 h 152700"/>
                <a:gd name="connsiteX5" fmla="*/ 138373 w 138568"/>
                <a:gd name="connsiteY5" fmla="*/ 14176 h 152700"/>
                <a:gd name="connsiteX6" fmla="*/ 14225 w 138568"/>
                <a:gd name="connsiteY6" fmla="*/ 152700 h 152700"/>
                <a:gd name="connsiteX7" fmla="*/ 12314 w 138568"/>
                <a:gd name="connsiteY7" fmla="*/ 152065 h 15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568" h="152700">
                  <a:moveTo>
                    <a:pt x="12314" y="152065"/>
                  </a:moveTo>
                  <a:cubicBezTo>
                    <a:pt x="6584" y="152065"/>
                    <a:pt x="1491" y="148252"/>
                    <a:pt x="218" y="141898"/>
                  </a:cubicBezTo>
                  <a:cubicBezTo>
                    <a:pt x="-1055" y="135543"/>
                    <a:pt x="3401" y="129189"/>
                    <a:pt x="9768" y="127918"/>
                  </a:cubicBezTo>
                  <a:cubicBezTo>
                    <a:pt x="13587" y="127283"/>
                    <a:pt x="100173" y="109491"/>
                    <a:pt x="114179" y="10363"/>
                  </a:cubicBezTo>
                  <a:cubicBezTo>
                    <a:pt x="114816" y="4009"/>
                    <a:pt x="121182" y="-1075"/>
                    <a:pt x="128185" y="196"/>
                  </a:cubicBezTo>
                  <a:cubicBezTo>
                    <a:pt x="134552" y="831"/>
                    <a:pt x="139646" y="7186"/>
                    <a:pt x="138373" y="14176"/>
                  </a:cubicBezTo>
                  <a:cubicBezTo>
                    <a:pt x="121819" y="131095"/>
                    <a:pt x="15498" y="152065"/>
                    <a:pt x="14225" y="152700"/>
                  </a:cubicBezTo>
                  <a:cubicBezTo>
                    <a:pt x="13587" y="152065"/>
                    <a:pt x="12951" y="152065"/>
                    <a:pt x="12314" y="1520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9ACAD3AB-A62A-F854-8D40-54AD7302E378}"/>
                </a:ext>
              </a:extLst>
            </p:cNvPr>
            <p:cNvSpPr/>
            <p:nvPr/>
          </p:nvSpPr>
          <p:spPr>
            <a:xfrm>
              <a:off x="7485325" y="5294698"/>
              <a:ext cx="165504" cy="116833"/>
            </a:xfrm>
            <a:custGeom>
              <a:avLst/>
              <a:gdLst>
                <a:gd name="connsiteX0" fmla="*/ 19796 w 165504"/>
                <a:gd name="connsiteY0" fmla="*/ 116834 h 116833"/>
                <a:gd name="connsiteX1" fmla="*/ 10883 w 165504"/>
                <a:gd name="connsiteY1" fmla="*/ 116198 h 116833"/>
                <a:gd name="connsiteX2" fmla="*/ 60 w 165504"/>
                <a:gd name="connsiteY2" fmla="*/ 102854 h 116833"/>
                <a:gd name="connsiteX3" fmla="*/ 13430 w 165504"/>
                <a:gd name="connsiteY3" fmla="*/ 92052 h 116833"/>
                <a:gd name="connsiteX4" fmla="*/ 142034 w 165504"/>
                <a:gd name="connsiteY4" fmla="*/ 8175 h 116833"/>
                <a:gd name="connsiteX5" fmla="*/ 157314 w 165504"/>
                <a:gd name="connsiteY5" fmla="*/ 549 h 116833"/>
                <a:gd name="connsiteX6" fmla="*/ 164954 w 165504"/>
                <a:gd name="connsiteY6" fmla="*/ 15800 h 116833"/>
                <a:gd name="connsiteX7" fmla="*/ 19796 w 165504"/>
                <a:gd name="connsiteY7" fmla="*/ 116834 h 11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5504" h="116833">
                  <a:moveTo>
                    <a:pt x="19796" y="116834"/>
                  </a:moveTo>
                  <a:cubicBezTo>
                    <a:pt x="14066" y="116834"/>
                    <a:pt x="10883" y="116834"/>
                    <a:pt x="10883" y="116198"/>
                  </a:cubicBezTo>
                  <a:cubicBezTo>
                    <a:pt x="3880" y="115563"/>
                    <a:pt x="-576" y="109209"/>
                    <a:pt x="60" y="102854"/>
                  </a:cubicBezTo>
                  <a:cubicBezTo>
                    <a:pt x="697" y="95865"/>
                    <a:pt x="6427" y="91416"/>
                    <a:pt x="13430" y="92052"/>
                  </a:cubicBezTo>
                  <a:cubicBezTo>
                    <a:pt x="17250" y="92687"/>
                    <a:pt x="110201" y="100948"/>
                    <a:pt x="142034" y="8175"/>
                  </a:cubicBezTo>
                  <a:cubicBezTo>
                    <a:pt x="143944" y="1820"/>
                    <a:pt x="150947" y="-1357"/>
                    <a:pt x="157314" y="549"/>
                  </a:cubicBezTo>
                  <a:cubicBezTo>
                    <a:pt x="163681" y="2456"/>
                    <a:pt x="166864" y="9446"/>
                    <a:pt x="164954" y="15800"/>
                  </a:cubicBezTo>
                  <a:cubicBezTo>
                    <a:pt x="133122" y="108573"/>
                    <a:pt x="47810" y="116834"/>
                    <a:pt x="19796" y="1168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432B9A4B-E194-4C5A-283D-AD36D0F2C192}"/>
                </a:ext>
              </a:extLst>
            </p:cNvPr>
            <p:cNvSpPr/>
            <p:nvPr/>
          </p:nvSpPr>
          <p:spPr>
            <a:xfrm>
              <a:off x="7690714" y="5000146"/>
              <a:ext cx="1072700" cy="1004881"/>
            </a:xfrm>
            <a:custGeom>
              <a:avLst/>
              <a:gdLst>
                <a:gd name="connsiteX0" fmla="*/ 91989 w 1072700"/>
                <a:gd name="connsiteY0" fmla="*/ 1004881 h 1004881"/>
                <a:gd name="connsiteX1" fmla="*/ 4768 w 1072700"/>
                <a:gd name="connsiteY1" fmla="*/ 975651 h 1004881"/>
                <a:gd name="connsiteX2" fmla="*/ 2221 w 1072700"/>
                <a:gd name="connsiteY2" fmla="*/ 958494 h 1004881"/>
                <a:gd name="connsiteX3" fmla="*/ 19410 w 1072700"/>
                <a:gd name="connsiteY3" fmla="*/ 955953 h 1004881"/>
                <a:gd name="connsiteX4" fmla="*/ 178574 w 1072700"/>
                <a:gd name="connsiteY4" fmla="*/ 944515 h 1004881"/>
                <a:gd name="connsiteX5" fmla="*/ 211045 w 1072700"/>
                <a:gd name="connsiteY5" fmla="*/ 829501 h 1004881"/>
                <a:gd name="connsiteX6" fmla="*/ 216774 w 1072700"/>
                <a:gd name="connsiteY6" fmla="*/ 816157 h 1004881"/>
                <a:gd name="connsiteX7" fmla="*/ 251790 w 1072700"/>
                <a:gd name="connsiteY7" fmla="*/ 795823 h 1004881"/>
                <a:gd name="connsiteX8" fmla="*/ 722279 w 1072700"/>
                <a:gd name="connsiteY8" fmla="*/ 446970 h 1004881"/>
                <a:gd name="connsiteX9" fmla="*/ 1050157 w 1072700"/>
                <a:gd name="connsiteY9" fmla="*/ 5979 h 1004881"/>
                <a:gd name="connsiteX10" fmla="*/ 1066710 w 1072700"/>
                <a:gd name="connsiteY10" fmla="*/ 1531 h 1004881"/>
                <a:gd name="connsiteX11" fmla="*/ 1071167 w 1072700"/>
                <a:gd name="connsiteY11" fmla="*/ 18052 h 1004881"/>
                <a:gd name="connsiteX12" fmla="*/ 739469 w 1072700"/>
                <a:gd name="connsiteY12" fmla="*/ 464127 h 1004881"/>
                <a:gd name="connsiteX13" fmla="*/ 263887 w 1072700"/>
                <a:gd name="connsiteY13" fmla="*/ 816793 h 1004881"/>
                <a:gd name="connsiteX14" fmla="*/ 236511 w 1072700"/>
                <a:gd name="connsiteY14" fmla="*/ 832679 h 1004881"/>
                <a:gd name="connsiteX15" fmla="*/ 195765 w 1072700"/>
                <a:gd name="connsiteY15" fmla="*/ 961036 h 1004881"/>
                <a:gd name="connsiteX16" fmla="*/ 91989 w 1072700"/>
                <a:gd name="connsiteY16" fmla="*/ 1004881 h 1004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72700" h="1004881">
                  <a:moveTo>
                    <a:pt x="91989" y="1004881"/>
                  </a:moveTo>
                  <a:cubicBezTo>
                    <a:pt x="61430" y="1004881"/>
                    <a:pt x="30234" y="995350"/>
                    <a:pt x="4768" y="975651"/>
                  </a:cubicBezTo>
                  <a:cubicBezTo>
                    <a:pt x="-326" y="971839"/>
                    <a:pt x="-1599" y="964213"/>
                    <a:pt x="2221" y="958494"/>
                  </a:cubicBezTo>
                  <a:cubicBezTo>
                    <a:pt x="6041" y="953411"/>
                    <a:pt x="13681" y="952140"/>
                    <a:pt x="19410" y="955953"/>
                  </a:cubicBezTo>
                  <a:cubicBezTo>
                    <a:pt x="67797" y="992172"/>
                    <a:pt x="135919" y="987089"/>
                    <a:pt x="178574" y="944515"/>
                  </a:cubicBezTo>
                  <a:cubicBezTo>
                    <a:pt x="208498" y="914650"/>
                    <a:pt x="220594" y="871440"/>
                    <a:pt x="211045" y="829501"/>
                  </a:cubicBezTo>
                  <a:cubicBezTo>
                    <a:pt x="209771" y="824418"/>
                    <a:pt x="212318" y="818699"/>
                    <a:pt x="216774" y="816157"/>
                  </a:cubicBezTo>
                  <a:cubicBezTo>
                    <a:pt x="227597" y="809803"/>
                    <a:pt x="239057" y="803449"/>
                    <a:pt x="251790" y="795823"/>
                  </a:cubicBezTo>
                  <a:cubicBezTo>
                    <a:pt x="360021" y="733551"/>
                    <a:pt x="540195" y="629975"/>
                    <a:pt x="722279" y="446970"/>
                  </a:cubicBezTo>
                  <a:cubicBezTo>
                    <a:pt x="879534" y="288747"/>
                    <a:pt x="976305" y="135607"/>
                    <a:pt x="1050157" y="5979"/>
                  </a:cubicBezTo>
                  <a:cubicBezTo>
                    <a:pt x="1053340" y="260"/>
                    <a:pt x="1060981" y="-1647"/>
                    <a:pt x="1066710" y="1531"/>
                  </a:cubicBezTo>
                  <a:cubicBezTo>
                    <a:pt x="1072440" y="4708"/>
                    <a:pt x="1074350" y="12333"/>
                    <a:pt x="1071167" y="18052"/>
                  </a:cubicBezTo>
                  <a:cubicBezTo>
                    <a:pt x="996678" y="148316"/>
                    <a:pt x="898633" y="303362"/>
                    <a:pt x="739469" y="464127"/>
                  </a:cubicBezTo>
                  <a:cubicBezTo>
                    <a:pt x="555475" y="649673"/>
                    <a:pt x="372755" y="753885"/>
                    <a:pt x="263887" y="816793"/>
                  </a:cubicBezTo>
                  <a:cubicBezTo>
                    <a:pt x="254337" y="822512"/>
                    <a:pt x="245423" y="827595"/>
                    <a:pt x="236511" y="832679"/>
                  </a:cubicBezTo>
                  <a:cubicBezTo>
                    <a:pt x="244150" y="879701"/>
                    <a:pt x="229507" y="927358"/>
                    <a:pt x="195765" y="961036"/>
                  </a:cubicBezTo>
                  <a:cubicBezTo>
                    <a:pt x="167752" y="990266"/>
                    <a:pt x="130189" y="1004881"/>
                    <a:pt x="91989" y="100488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C71E89E0-DF45-019C-08D6-C14CA51D9F30}"/>
                </a:ext>
              </a:extLst>
            </p:cNvPr>
            <p:cNvSpPr/>
            <p:nvPr/>
          </p:nvSpPr>
          <p:spPr>
            <a:xfrm>
              <a:off x="8172448" y="4785386"/>
              <a:ext cx="101998" cy="143851"/>
            </a:xfrm>
            <a:custGeom>
              <a:avLst/>
              <a:gdLst>
                <a:gd name="connsiteX0" fmla="*/ 15169 w 101998"/>
                <a:gd name="connsiteY0" fmla="*/ 143852 h 143851"/>
                <a:gd name="connsiteX1" fmla="*/ 3073 w 101998"/>
                <a:gd name="connsiteY1" fmla="*/ 134320 h 143851"/>
                <a:gd name="connsiteX2" fmla="*/ 17079 w 101998"/>
                <a:gd name="connsiteY2" fmla="*/ 49807 h 143851"/>
                <a:gd name="connsiteX3" fmla="*/ 87111 w 101998"/>
                <a:gd name="connsiteY3" fmla="*/ 243 h 143851"/>
                <a:gd name="connsiteX4" fmla="*/ 101755 w 101998"/>
                <a:gd name="connsiteY4" fmla="*/ 9140 h 143851"/>
                <a:gd name="connsiteX5" fmla="*/ 92841 w 101998"/>
                <a:gd name="connsiteY5" fmla="*/ 23755 h 143851"/>
                <a:gd name="connsiteX6" fmla="*/ 38089 w 101998"/>
                <a:gd name="connsiteY6" fmla="*/ 62516 h 143851"/>
                <a:gd name="connsiteX7" fmla="*/ 27265 w 101998"/>
                <a:gd name="connsiteY7" fmla="*/ 128601 h 143851"/>
                <a:gd name="connsiteX8" fmla="*/ 18352 w 101998"/>
                <a:gd name="connsiteY8" fmla="*/ 143216 h 143851"/>
                <a:gd name="connsiteX9" fmla="*/ 15169 w 101998"/>
                <a:gd name="connsiteY9" fmla="*/ 143852 h 143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998" h="143851">
                  <a:moveTo>
                    <a:pt x="15169" y="143852"/>
                  </a:moveTo>
                  <a:cubicBezTo>
                    <a:pt x="9439" y="143852"/>
                    <a:pt x="4346" y="140039"/>
                    <a:pt x="3073" y="134320"/>
                  </a:cubicBezTo>
                  <a:cubicBezTo>
                    <a:pt x="-3931" y="105090"/>
                    <a:pt x="1163" y="75225"/>
                    <a:pt x="17079" y="49807"/>
                  </a:cubicBezTo>
                  <a:cubicBezTo>
                    <a:pt x="32995" y="24390"/>
                    <a:pt x="57825" y="6598"/>
                    <a:pt x="87111" y="243"/>
                  </a:cubicBezTo>
                  <a:cubicBezTo>
                    <a:pt x="93478" y="-1027"/>
                    <a:pt x="100481" y="2785"/>
                    <a:pt x="101755" y="9140"/>
                  </a:cubicBezTo>
                  <a:cubicBezTo>
                    <a:pt x="103028" y="15494"/>
                    <a:pt x="99208" y="22484"/>
                    <a:pt x="92841" y="23755"/>
                  </a:cubicBezTo>
                  <a:cubicBezTo>
                    <a:pt x="69922" y="28838"/>
                    <a:pt x="50822" y="42818"/>
                    <a:pt x="38089" y="62516"/>
                  </a:cubicBezTo>
                  <a:cubicBezTo>
                    <a:pt x="25356" y="82214"/>
                    <a:pt x="21535" y="105726"/>
                    <a:pt x="27265" y="128601"/>
                  </a:cubicBezTo>
                  <a:cubicBezTo>
                    <a:pt x="28539" y="134956"/>
                    <a:pt x="24719" y="141945"/>
                    <a:pt x="18352" y="143216"/>
                  </a:cubicBezTo>
                  <a:cubicBezTo>
                    <a:pt x="16442" y="143852"/>
                    <a:pt x="15806" y="143852"/>
                    <a:pt x="15169" y="1438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58BDE07F-746C-F3E6-42C3-D43FC12FA3A0}"/>
                </a:ext>
              </a:extLst>
            </p:cNvPr>
            <p:cNvSpPr/>
            <p:nvPr/>
          </p:nvSpPr>
          <p:spPr>
            <a:xfrm>
              <a:off x="7890409" y="4874982"/>
              <a:ext cx="101998" cy="143851"/>
            </a:xfrm>
            <a:custGeom>
              <a:avLst/>
              <a:gdLst>
                <a:gd name="connsiteX0" fmla="*/ 15169 w 101998"/>
                <a:gd name="connsiteY0" fmla="*/ 143852 h 143851"/>
                <a:gd name="connsiteX1" fmla="*/ 3072 w 101998"/>
                <a:gd name="connsiteY1" fmla="*/ 134320 h 143851"/>
                <a:gd name="connsiteX2" fmla="*/ 17079 w 101998"/>
                <a:gd name="connsiteY2" fmla="*/ 49807 h 143851"/>
                <a:gd name="connsiteX3" fmla="*/ 87111 w 101998"/>
                <a:gd name="connsiteY3" fmla="*/ 244 h 143851"/>
                <a:gd name="connsiteX4" fmla="*/ 101754 w 101998"/>
                <a:gd name="connsiteY4" fmla="*/ 9140 h 143851"/>
                <a:gd name="connsiteX5" fmla="*/ 92841 w 101998"/>
                <a:gd name="connsiteY5" fmla="*/ 23755 h 143851"/>
                <a:gd name="connsiteX6" fmla="*/ 38089 w 101998"/>
                <a:gd name="connsiteY6" fmla="*/ 62516 h 143851"/>
                <a:gd name="connsiteX7" fmla="*/ 27266 w 101998"/>
                <a:gd name="connsiteY7" fmla="*/ 128601 h 143851"/>
                <a:gd name="connsiteX8" fmla="*/ 18352 w 101998"/>
                <a:gd name="connsiteY8" fmla="*/ 143216 h 143851"/>
                <a:gd name="connsiteX9" fmla="*/ 15169 w 101998"/>
                <a:gd name="connsiteY9" fmla="*/ 143852 h 143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998" h="143851">
                  <a:moveTo>
                    <a:pt x="15169" y="143852"/>
                  </a:moveTo>
                  <a:cubicBezTo>
                    <a:pt x="9439" y="143852"/>
                    <a:pt x="4345" y="140039"/>
                    <a:pt x="3072" y="134320"/>
                  </a:cubicBezTo>
                  <a:cubicBezTo>
                    <a:pt x="-3931" y="105090"/>
                    <a:pt x="1162" y="75225"/>
                    <a:pt x="17079" y="49807"/>
                  </a:cubicBezTo>
                  <a:cubicBezTo>
                    <a:pt x="32995" y="24390"/>
                    <a:pt x="57825" y="6598"/>
                    <a:pt x="87111" y="244"/>
                  </a:cubicBezTo>
                  <a:cubicBezTo>
                    <a:pt x="93477" y="-1027"/>
                    <a:pt x="100481" y="2785"/>
                    <a:pt x="101754" y="9140"/>
                  </a:cubicBezTo>
                  <a:cubicBezTo>
                    <a:pt x="103027" y="15494"/>
                    <a:pt x="99207" y="22484"/>
                    <a:pt x="92841" y="23755"/>
                  </a:cubicBezTo>
                  <a:cubicBezTo>
                    <a:pt x="69921" y="28838"/>
                    <a:pt x="50822" y="42818"/>
                    <a:pt x="38089" y="62516"/>
                  </a:cubicBezTo>
                  <a:cubicBezTo>
                    <a:pt x="25355" y="82214"/>
                    <a:pt x="21536" y="105726"/>
                    <a:pt x="27266" y="128601"/>
                  </a:cubicBezTo>
                  <a:cubicBezTo>
                    <a:pt x="28539" y="134956"/>
                    <a:pt x="24719" y="141945"/>
                    <a:pt x="18352" y="143216"/>
                  </a:cubicBezTo>
                  <a:cubicBezTo>
                    <a:pt x="17079" y="143852"/>
                    <a:pt x="15806" y="143852"/>
                    <a:pt x="15169" y="1438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8ADFE3CC-4F2E-D17C-F559-6765F7A117D5}"/>
                </a:ext>
              </a:extLst>
            </p:cNvPr>
            <p:cNvSpPr/>
            <p:nvPr/>
          </p:nvSpPr>
          <p:spPr>
            <a:xfrm>
              <a:off x="8032383" y="5122801"/>
              <a:ext cx="101998" cy="143851"/>
            </a:xfrm>
            <a:custGeom>
              <a:avLst/>
              <a:gdLst>
                <a:gd name="connsiteX0" fmla="*/ 15169 w 101998"/>
                <a:gd name="connsiteY0" fmla="*/ 143852 h 143851"/>
                <a:gd name="connsiteX1" fmla="*/ 3073 w 101998"/>
                <a:gd name="connsiteY1" fmla="*/ 134320 h 143851"/>
                <a:gd name="connsiteX2" fmla="*/ 17079 w 101998"/>
                <a:gd name="connsiteY2" fmla="*/ 49807 h 143851"/>
                <a:gd name="connsiteX3" fmla="*/ 87111 w 101998"/>
                <a:gd name="connsiteY3" fmla="*/ 244 h 143851"/>
                <a:gd name="connsiteX4" fmla="*/ 101755 w 101998"/>
                <a:gd name="connsiteY4" fmla="*/ 9140 h 143851"/>
                <a:gd name="connsiteX5" fmla="*/ 92841 w 101998"/>
                <a:gd name="connsiteY5" fmla="*/ 23755 h 143851"/>
                <a:gd name="connsiteX6" fmla="*/ 38089 w 101998"/>
                <a:gd name="connsiteY6" fmla="*/ 62516 h 143851"/>
                <a:gd name="connsiteX7" fmla="*/ 27265 w 101998"/>
                <a:gd name="connsiteY7" fmla="*/ 128601 h 143851"/>
                <a:gd name="connsiteX8" fmla="*/ 18352 w 101998"/>
                <a:gd name="connsiteY8" fmla="*/ 143216 h 143851"/>
                <a:gd name="connsiteX9" fmla="*/ 15169 w 101998"/>
                <a:gd name="connsiteY9" fmla="*/ 143852 h 143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998" h="143851">
                  <a:moveTo>
                    <a:pt x="15169" y="143852"/>
                  </a:moveTo>
                  <a:cubicBezTo>
                    <a:pt x="9439" y="143852"/>
                    <a:pt x="4346" y="140039"/>
                    <a:pt x="3073" y="134320"/>
                  </a:cubicBezTo>
                  <a:cubicBezTo>
                    <a:pt x="-3931" y="105090"/>
                    <a:pt x="1163" y="75225"/>
                    <a:pt x="17079" y="49807"/>
                  </a:cubicBezTo>
                  <a:cubicBezTo>
                    <a:pt x="32995" y="24390"/>
                    <a:pt x="57825" y="6598"/>
                    <a:pt x="87111" y="244"/>
                  </a:cubicBezTo>
                  <a:cubicBezTo>
                    <a:pt x="93478" y="-1027"/>
                    <a:pt x="100481" y="2785"/>
                    <a:pt x="101755" y="9140"/>
                  </a:cubicBezTo>
                  <a:cubicBezTo>
                    <a:pt x="103028" y="15494"/>
                    <a:pt x="99208" y="22484"/>
                    <a:pt x="92841" y="23755"/>
                  </a:cubicBezTo>
                  <a:cubicBezTo>
                    <a:pt x="69922" y="28838"/>
                    <a:pt x="50822" y="42818"/>
                    <a:pt x="38089" y="62516"/>
                  </a:cubicBezTo>
                  <a:cubicBezTo>
                    <a:pt x="25356" y="82214"/>
                    <a:pt x="21535" y="105726"/>
                    <a:pt x="27265" y="128601"/>
                  </a:cubicBezTo>
                  <a:cubicBezTo>
                    <a:pt x="28539" y="134956"/>
                    <a:pt x="24719" y="141945"/>
                    <a:pt x="18352" y="143216"/>
                  </a:cubicBezTo>
                  <a:cubicBezTo>
                    <a:pt x="16442" y="143852"/>
                    <a:pt x="15806" y="143852"/>
                    <a:pt x="15169" y="1438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C088EBE6-50D6-62DC-688D-57967BC281C0}"/>
                </a:ext>
              </a:extLst>
            </p:cNvPr>
            <p:cNvSpPr/>
            <p:nvPr/>
          </p:nvSpPr>
          <p:spPr>
            <a:xfrm>
              <a:off x="4864272" y="5415344"/>
              <a:ext cx="1364990" cy="724394"/>
            </a:xfrm>
            <a:custGeom>
              <a:avLst/>
              <a:gdLst>
                <a:gd name="connsiteX0" fmla="*/ 682495 w 1364990"/>
                <a:gd name="connsiteY0" fmla="*/ 724395 h 724394"/>
                <a:gd name="connsiteX1" fmla="*/ 130515 w 1364990"/>
                <a:gd name="connsiteY1" fmla="*/ 653862 h 724394"/>
                <a:gd name="connsiteX2" fmla="*/ 0 w 1364990"/>
                <a:gd name="connsiteY2" fmla="*/ 485472 h 724394"/>
                <a:gd name="connsiteX3" fmla="*/ 0 w 1364990"/>
                <a:gd name="connsiteY3" fmla="*/ 12073 h 724394"/>
                <a:gd name="connsiteX4" fmla="*/ 12096 w 1364990"/>
                <a:gd name="connsiteY4" fmla="*/ 0 h 724394"/>
                <a:gd name="connsiteX5" fmla="*/ 24193 w 1364990"/>
                <a:gd name="connsiteY5" fmla="*/ 12073 h 724394"/>
                <a:gd name="connsiteX6" fmla="*/ 24193 w 1364990"/>
                <a:gd name="connsiteY6" fmla="*/ 485472 h 724394"/>
                <a:gd name="connsiteX7" fmla="*/ 136881 w 1364990"/>
                <a:gd name="connsiteY7" fmla="*/ 630351 h 724394"/>
                <a:gd name="connsiteX8" fmla="*/ 1228109 w 1364990"/>
                <a:gd name="connsiteY8" fmla="*/ 630351 h 724394"/>
                <a:gd name="connsiteX9" fmla="*/ 1340798 w 1364990"/>
                <a:gd name="connsiteY9" fmla="*/ 485472 h 724394"/>
                <a:gd name="connsiteX10" fmla="*/ 1340798 w 1364990"/>
                <a:gd name="connsiteY10" fmla="*/ 12073 h 724394"/>
                <a:gd name="connsiteX11" fmla="*/ 1352894 w 1364990"/>
                <a:gd name="connsiteY11" fmla="*/ 0 h 724394"/>
                <a:gd name="connsiteX12" fmla="*/ 1364991 w 1364990"/>
                <a:gd name="connsiteY12" fmla="*/ 12073 h 724394"/>
                <a:gd name="connsiteX13" fmla="*/ 1364991 w 1364990"/>
                <a:gd name="connsiteY13" fmla="*/ 485472 h 724394"/>
                <a:gd name="connsiteX14" fmla="*/ 1234476 w 1364990"/>
                <a:gd name="connsiteY14" fmla="*/ 653862 h 724394"/>
                <a:gd name="connsiteX15" fmla="*/ 682495 w 1364990"/>
                <a:gd name="connsiteY15" fmla="*/ 724395 h 72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64990" h="724394">
                  <a:moveTo>
                    <a:pt x="682495" y="724395"/>
                  </a:moveTo>
                  <a:cubicBezTo>
                    <a:pt x="496592" y="724395"/>
                    <a:pt x="311325" y="700884"/>
                    <a:pt x="130515" y="653862"/>
                  </a:cubicBezTo>
                  <a:cubicBezTo>
                    <a:pt x="53479" y="633528"/>
                    <a:pt x="0" y="564265"/>
                    <a:pt x="0" y="485472"/>
                  </a:cubicBezTo>
                  <a:lnTo>
                    <a:pt x="0" y="12073"/>
                  </a:lnTo>
                  <a:cubicBezTo>
                    <a:pt x="0" y="5083"/>
                    <a:pt x="5730" y="0"/>
                    <a:pt x="12096" y="0"/>
                  </a:cubicBezTo>
                  <a:cubicBezTo>
                    <a:pt x="19100" y="0"/>
                    <a:pt x="24193" y="5719"/>
                    <a:pt x="24193" y="12073"/>
                  </a:cubicBezTo>
                  <a:lnTo>
                    <a:pt x="24193" y="485472"/>
                  </a:lnTo>
                  <a:cubicBezTo>
                    <a:pt x="24193" y="553463"/>
                    <a:pt x="70669" y="613194"/>
                    <a:pt x="136881" y="630351"/>
                  </a:cubicBezTo>
                  <a:cubicBezTo>
                    <a:pt x="494045" y="723760"/>
                    <a:pt x="870946" y="723760"/>
                    <a:pt x="1228109" y="630351"/>
                  </a:cubicBezTo>
                  <a:cubicBezTo>
                    <a:pt x="1294322" y="613194"/>
                    <a:pt x="1340798" y="553463"/>
                    <a:pt x="1340798" y="485472"/>
                  </a:cubicBezTo>
                  <a:lnTo>
                    <a:pt x="1340798" y="12073"/>
                  </a:lnTo>
                  <a:cubicBezTo>
                    <a:pt x="1340798" y="5083"/>
                    <a:pt x="1346528" y="0"/>
                    <a:pt x="1352894" y="0"/>
                  </a:cubicBezTo>
                  <a:cubicBezTo>
                    <a:pt x="1359897" y="0"/>
                    <a:pt x="1364991" y="5719"/>
                    <a:pt x="1364991" y="12073"/>
                  </a:cubicBezTo>
                  <a:lnTo>
                    <a:pt x="1364991" y="485472"/>
                  </a:lnTo>
                  <a:cubicBezTo>
                    <a:pt x="1364991" y="564901"/>
                    <a:pt x="1311512" y="634163"/>
                    <a:pt x="1234476" y="653862"/>
                  </a:cubicBezTo>
                  <a:cubicBezTo>
                    <a:pt x="1053666" y="700884"/>
                    <a:pt x="868399" y="724395"/>
                    <a:pt x="682495" y="72439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CF58BF3F-9833-EDA7-91B0-CE910F341346}"/>
                </a:ext>
              </a:extLst>
            </p:cNvPr>
            <p:cNvSpPr/>
            <p:nvPr/>
          </p:nvSpPr>
          <p:spPr>
            <a:xfrm>
              <a:off x="4863635" y="5295194"/>
              <a:ext cx="1364353" cy="562412"/>
            </a:xfrm>
            <a:custGeom>
              <a:avLst/>
              <a:gdLst>
                <a:gd name="connsiteX0" fmla="*/ 1161261 w 1364353"/>
                <a:gd name="connsiteY0" fmla="*/ 561777 h 562412"/>
                <a:gd name="connsiteX1" fmla="*/ 1104598 w 1364353"/>
                <a:gd name="connsiteY1" fmla="*/ 538902 h 562412"/>
                <a:gd name="connsiteX2" fmla="*/ 1079769 w 1364353"/>
                <a:gd name="connsiteY2" fmla="*/ 480442 h 562412"/>
                <a:gd name="connsiteX3" fmla="*/ 1079769 w 1364353"/>
                <a:gd name="connsiteY3" fmla="*/ 281551 h 562412"/>
                <a:gd name="connsiteX4" fmla="*/ 1069582 w 1364353"/>
                <a:gd name="connsiteY4" fmla="*/ 259946 h 562412"/>
                <a:gd name="connsiteX5" fmla="*/ 1046663 w 1364353"/>
                <a:gd name="connsiteY5" fmla="*/ 252956 h 562412"/>
                <a:gd name="connsiteX6" fmla="*/ 1019923 w 1364353"/>
                <a:gd name="connsiteY6" fmla="*/ 282186 h 562412"/>
                <a:gd name="connsiteX7" fmla="*/ 1019923 w 1364353"/>
                <a:gd name="connsiteY7" fmla="*/ 394023 h 562412"/>
                <a:gd name="connsiteX8" fmla="*/ 996367 w 1364353"/>
                <a:gd name="connsiteY8" fmla="*/ 449941 h 562412"/>
                <a:gd name="connsiteX9" fmla="*/ 939705 w 1364353"/>
                <a:gd name="connsiteY9" fmla="*/ 472181 h 562412"/>
                <a:gd name="connsiteX10" fmla="*/ 863942 w 1364353"/>
                <a:gd name="connsiteY10" fmla="*/ 391481 h 562412"/>
                <a:gd name="connsiteX11" fmla="*/ 863942 w 1364353"/>
                <a:gd name="connsiteY11" fmla="*/ 299978 h 562412"/>
                <a:gd name="connsiteX12" fmla="*/ 855029 w 1364353"/>
                <a:gd name="connsiteY12" fmla="*/ 279009 h 562412"/>
                <a:gd name="connsiteX13" fmla="*/ 833383 w 1364353"/>
                <a:gd name="connsiteY13" fmla="*/ 270749 h 562412"/>
                <a:gd name="connsiteX14" fmla="*/ 682495 w 1364353"/>
                <a:gd name="connsiteY14" fmla="*/ 273926 h 562412"/>
                <a:gd name="connsiteX15" fmla="*/ 0 w 1364353"/>
                <a:gd name="connsiteY15" fmla="*/ 132859 h 562412"/>
                <a:gd name="connsiteX16" fmla="*/ 439293 w 1364353"/>
                <a:gd name="connsiteY16" fmla="*/ 54 h 562412"/>
                <a:gd name="connsiteX17" fmla="*/ 452663 w 1364353"/>
                <a:gd name="connsiteY17" fmla="*/ 11491 h 562412"/>
                <a:gd name="connsiteX18" fmla="*/ 441203 w 1364353"/>
                <a:gd name="connsiteY18" fmla="*/ 24836 h 562412"/>
                <a:gd name="connsiteX19" fmla="*/ 24193 w 1364353"/>
                <a:gd name="connsiteY19" fmla="*/ 132859 h 562412"/>
                <a:gd name="connsiteX20" fmla="*/ 681859 w 1364353"/>
                <a:gd name="connsiteY20" fmla="*/ 249779 h 562412"/>
                <a:gd name="connsiteX21" fmla="*/ 831473 w 1364353"/>
                <a:gd name="connsiteY21" fmla="*/ 246602 h 562412"/>
                <a:gd name="connsiteX22" fmla="*/ 870946 w 1364353"/>
                <a:gd name="connsiteY22" fmla="*/ 261217 h 562412"/>
                <a:gd name="connsiteX23" fmla="*/ 887499 w 1364353"/>
                <a:gd name="connsiteY23" fmla="*/ 299978 h 562412"/>
                <a:gd name="connsiteX24" fmla="*/ 887499 w 1364353"/>
                <a:gd name="connsiteY24" fmla="*/ 391481 h 562412"/>
                <a:gd name="connsiteX25" fmla="*/ 939705 w 1364353"/>
                <a:gd name="connsiteY25" fmla="*/ 448035 h 562412"/>
                <a:gd name="connsiteX26" fmla="*/ 978541 w 1364353"/>
                <a:gd name="connsiteY26" fmla="*/ 432784 h 562412"/>
                <a:gd name="connsiteX27" fmla="*/ 995093 w 1364353"/>
                <a:gd name="connsiteY27" fmla="*/ 394658 h 562412"/>
                <a:gd name="connsiteX28" fmla="*/ 995093 w 1364353"/>
                <a:gd name="connsiteY28" fmla="*/ 282822 h 562412"/>
                <a:gd name="connsiteX29" fmla="*/ 1042206 w 1364353"/>
                <a:gd name="connsiteY29" fmla="*/ 229445 h 562412"/>
                <a:gd name="connsiteX30" fmla="*/ 1084862 w 1364353"/>
                <a:gd name="connsiteY30" fmla="*/ 242154 h 562412"/>
                <a:gd name="connsiteX31" fmla="*/ 1102689 w 1364353"/>
                <a:gd name="connsiteY31" fmla="*/ 282186 h 562412"/>
                <a:gd name="connsiteX32" fmla="*/ 1102689 w 1364353"/>
                <a:gd name="connsiteY32" fmla="*/ 481077 h 562412"/>
                <a:gd name="connsiteX33" fmla="*/ 1119878 w 1364353"/>
                <a:gd name="connsiteY33" fmla="*/ 521745 h 562412"/>
                <a:gd name="connsiteX34" fmla="*/ 1161261 w 1364353"/>
                <a:gd name="connsiteY34" fmla="*/ 537631 h 562412"/>
                <a:gd name="connsiteX35" fmla="*/ 1216650 w 1364353"/>
                <a:gd name="connsiteY35" fmla="*/ 477900 h 562412"/>
                <a:gd name="connsiteX36" fmla="*/ 1216650 w 1364353"/>
                <a:gd name="connsiteY36" fmla="*/ 237706 h 562412"/>
                <a:gd name="connsiteX37" fmla="*/ 1253576 w 1364353"/>
                <a:gd name="connsiteY37" fmla="*/ 186871 h 562412"/>
                <a:gd name="connsiteX38" fmla="*/ 1339525 w 1364353"/>
                <a:gd name="connsiteY38" fmla="*/ 132224 h 562412"/>
                <a:gd name="connsiteX39" fmla="*/ 961988 w 1364353"/>
                <a:gd name="connsiteY39" fmla="*/ 27377 h 562412"/>
                <a:gd name="connsiteX40" fmla="*/ 951164 w 1364353"/>
                <a:gd name="connsiteY40" fmla="*/ 14033 h 562412"/>
                <a:gd name="connsiteX41" fmla="*/ 964534 w 1364353"/>
                <a:gd name="connsiteY41" fmla="*/ 3231 h 562412"/>
                <a:gd name="connsiteX42" fmla="*/ 1364354 w 1364353"/>
                <a:gd name="connsiteY42" fmla="*/ 132224 h 562412"/>
                <a:gd name="connsiteX43" fmla="*/ 1261216 w 1364353"/>
                <a:gd name="connsiteY43" fmla="*/ 209747 h 562412"/>
                <a:gd name="connsiteX44" fmla="*/ 1240843 w 1364353"/>
                <a:gd name="connsiteY44" fmla="*/ 237706 h 562412"/>
                <a:gd name="connsiteX45" fmla="*/ 1240843 w 1364353"/>
                <a:gd name="connsiteY45" fmla="*/ 477900 h 562412"/>
                <a:gd name="connsiteX46" fmla="*/ 1161897 w 1364353"/>
                <a:gd name="connsiteY46" fmla="*/ 562413 h 562412"/>
                <a:gd name="connsiteX47" fmla="*/ 1161261 w 1364353"/>
                <a:gd name="connsiteY47" fmla="*/ 561777 h 562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364353" h="562412">
                  <a:moveTo>
                    <a:pt x="1161261" y="561777"/>
                  </a:moveTo>
                  <a:cubicBezTo>
                    <a:pt x="1139614" y="561777"/>
                    <a:pt x="1119878" y="553517"/>
                    <a:pt x="1104598" y="538902"/>
                  </a:cubicBezTo>
                  <a:cubicBezTo>
                    <a:pt x="1088682" y="523651"/>
                    <a:pt x="1079769" y="502682"/>
                    <a:pt x="1079769" y="480442"/>
                  </a:cubicBezTo>
                  <a:lnTo>
                    <a:pt x="1079769" y="281551"/>
                  </a:lnTo>
                  <a:cubicBezTo>
                    <a:pt x="1079769" y="273290"/>
                    <a:pt x="1075949" y="265030"/>
                    <a:pt x="1069582" y="259946"/>
                  </a:cubicBezTo>
                  <a:cubicBezTo>
                    <a:pt x="1063216" y="254227"/>
                    <a:pt x="1054939" y="251686"/>
                    <a:pt x="1046663" y="252956"/>
                  </a:cubicBezTo>
                  <a:cubicBezTo>
                    <a:pt x="1031383" y="254863"/>
                    <a:pt x="1019923" y="267571"/>
                    <a:pt x="1019923" y="282186"/>
                  </a:cubicBezTo>
                  <a:lnTo>
                    <a:pt x="1019923" y="394023"/>
                  </a:lnTo>
                  <a:cubicBezTo>
                    <a:pt x="1019923" y="414992"/>
                    <a:pt x="1011647" y="435326"/>
                    <a:pt x="996367" y="449941"/>
                  </a:cubicBezTo>
                  <a:cubicBezTo>
                    <a:pt x="981087" y="464556"/>
                    <a:pt x="960714" y="472181"/>
                    <a:pt x="939705" y="472181"/>
                  </a:cubicBezTo>
                  <a:cubicBezTo>
                    <a:pt x="897685" y="470910"/>
                    <a:pt x="863942" y="434691"/>
                    <a:pt x="863942" y="391481"/>
                  </a:cubicBezTo>
                  <a:lnTo>
                    <a:pt x="863942" y="299978"/>
                  </a:lnTo>
                  <a:cubicBezTo>
                    <a:pt x="863942" y="291718"/>
                    <a:pt x="860759" y="284728"/>
                    <a:pt x="855029" y="279009"/>
                  </a:cubicBezTo>
                  <a:cubicBezTo>
                    <a:pt x="849299" y="273290"/>
                    <a:pt x="841659" y="270749"/>
                    <a:pt x="833383" y="270749"/>
                  </a:cubicBezTo>
                  <a:cubicBezTo>
                    <a:pt x="784360" y="272655"/>
                    <a:pt x="733428" y="273926"/>
                    <a:pt x="682495" y="273926"/>
                  </a:cubicBezTo>
                  <a:cubicBezTo>
                    <a:pt x="351434" y="273926"/>
                    <a:pt x="0" y="224362"/>
                    <a:pt x="0" y="132859"/>
                  </a:cubicBezTo>
                  <a:cubicBezTo>
                    <a:pt x="0" y="41357"/>
                    <a:pt x="336154" y="8314"/>
                    <a:pt x="439293" y="54"/>
                  </a:cubicBezTo>
                  <a:cubicBezTo>
                    <a:pt x="446296" y="-582"/>
                    <a:pt x="452026" y="4502"/>
                    <a:pt x="452663" y="11491"/>
                  </a:cubicBezTo>
                  <a:cubicBezTo>
                    <a:pt x="453299" y="18481"/>
                    <a:pt x="448206" y="24200"/>
                    <a:pt x="441203" y="24836"/>
                  </a:cubicBezTo>
                  <a:cubicBezTo>
                    <a:pt x="170624" y="45169"/>
                    <a:pt x="24193" y="95369"/>
                    <a:pt x="24193" y="132859"/>
                  </a:cubicBezTo>
                  <a:cubicBezTo>
                    <a:pt x="24193" y="180517"/>
                    <a:pt x="258483" y="249779"/>
                    <a:pt x="681859" y="249779"/>
                  </a:cubicBezTo>
                  <a:cubicBezTo>
                    <a:pt x="732155" y="249779"/>
                    <a:pt x="782451" y="248508"/>
                    <a:pt x="831473" y="246602"/>
                  </a:cubicBezTo>
                  <a:cubicBezTo>
                    <a:pt x="846116" y="245967"/>
                    <a:pt x="860123" y="251050"/>
                    <a:pt x="870946" y="261217"/>
                  </a:cubicBezTo>
                  <a:cubicBezTo>
                    <a:pt x="881769" y="271384"/>
                    <a:pt x="887499" y="285364"/>
                    <a:pt x="887499" y="299978"/>
                  </a:cubicBezTo>
                  <a:lnTo>
                    <a:pt x="887499" y="391481"/>
                  </a:lnTo>
                  <a:cubicBezTo>
                    <a:pt x="887499" y="421346"/>
                    <a:pt x="911055" y="446764"/>
                    <a:pt x="939705" y="448035"/>
                  </a:cubicBezTo>
                  <a:cubicBezTo>
                    <a:pt x="954348" y="448670"/>
                    <a:pt x="968354" y="442951"/>
                    <a:pt x="978541" y="432784"/>
                  </a:cubicBezTo>
                  <a:cubicBezTo>
                    <a:pt x="989364" y="422617"/>
                    <a:pt x="995093" y="409273"/>
                    <a:pt x="995093" y="394658"/>
                  </a:cubicBezTo>
                  <a:lnTo>
                    <a:pt x="995093" y="282822"/>
                  </a:lnTo>
                  <a:cubicBezTo>
                    <a:pt x="995093" y="256134"/>
                    <a:pt x="1015467" y="233258"/>
                    <a:pt x="1042206" y="229445"/>
                  </a:cubicBezTo>
                  <a:cubicBezTo>
                    <a:pt x="1058123" y="227539"/>
                    <a:pt x="1073402" y="231987"/>
                    <a:pt x="1084862" y="242154"/>
                  </a:cubicBezTo>
                  <a:cubicBezTo>
                    <a:pt x="1096322" y="252321"/>
                    <a:pt x="1102689" y="266936"/>
                    <a:pt x="1102689" y="282186"/>
                  </a:cubicBezTo>
                  <a:lnTo>
                    <a:pt x="1102689" y="481077"/>
                  </a:lnTo>
                  <a:cubicBezTo>
                    <a:pt x="1102689" y="496328"/>
                    <a:pt x="1109055" y="510943"/>
                    <a:pt x="1119878" y="521745"/>
                  </a:cubicBezTo>
                  <a:cubicBezTo>
                    <a:pt x="1131338" y="532547"/>
                    <a:pt x="1145981" y="538266"/>
                    <a:pt x="1161261" y="537631"/>
                  </a:cubicBezTo>
                  <a:cubicBezTo>
                    <a:pt x="1191820" y="536996"/>
                    <a:pt x="1216650" y="509672"/>
                    <a:pt x="1216650" y="477900"/>
                  </a:cubicBezTo>
                  <a:lnTo>
                    <a:pt x="1216650" y="237706"/>
                  </a:lnTo>
                  <a:cubicBezTo>
                    <a:pt x="1216650" y="214195"/>
                    <a:pt x="1231293" y="193861"/>
                    <a:pt x="1253576" y="186871"/>
                  </a:cubicBezTo>
                  <a:cubicBezTo>
                    <a:pt x="1333158" y="161454"/>
                    <a:pt x="1339525" y="138578"/>
                    <a:pt x="1339525" y="132224"/>
                  </a:cubicBezTo>
                  <a:cubicBezTo>
                    <a:pt x="1339525" y="96640"/>
                    <a:pt x="1209647" y="49617"/>
                    <a:pt x="961988" y="27377"/>
                  </a:cubicBezTo>
                  <a:cubicBezTo>
                    <a:pt x="954984" y="26742"/>
                    <a:pt x="950528" y="21023"/>
                    <a:pt x="951164" y="14033"/>
                  </a:cubicBezTo>
                  <a:cubicBezTo>
                    <a:pt x="951801" y="7043"/>
                    <a:pt x="957531" y="2595"/>
                    <a:pt x="964534" y="3231"/>
                  </a:cubicBezTo>
                  <a:cubicBezTo>
                    <a:pt x="1084862" y="14033"/>
                    <a:pt x="1364354" y="47711"/>
                    <a:pt x="1364354" y="132224"/>
                  </a:cubicBezTo>
                  <a:cubicBezTo>
                    <a:pt x="1364354" y="162089"/>
                    <a:pt x="1330611" y="187507"/>
                    <a:pt x="1261216" y="209747"/>
                  </a:cubicBezTo>
                  <a:cubicBezTo>
                    <a:pt x="1249119" y="213560"/>
                    <a:pt x="1240843" y="224997"/>
                    <a:pt x="1240843" y="237706"/>
                  </a:cubicBezTo>
                  <a:lnTo>
                    <a:pt x="1240843" y="477900"/>
                  </a:lnTo>
                  <a:cubicBezTo>
                    <a:pt x="1240843" y="523016"/>
                    <a:pt x="1205190" y="561142"/>
                    <a:pt x="1161897" y="562413"/>
                  </a:cubicBezTo>
                  <a:cubicBezTo>
                    <a:pt x="1162534" y="561777"/>
                    <a:pt x="1161897" y="561777"/>
                    <a:pt x="1161261" y="5617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89CBC20F-655D-75EE-4A7B-E6D0E243FDDC}"/>
                </a:ext>
              </a:extLst>
            </p:cNvPr>
            <p:cNvSpPr/>
            <p:nvPr/>
          </p:nvSpPr>
          <p:spPr>
            <a:xfrm>
              <a:off x="5274158" y="4321127"/>
              <a:ext cx="799384" cy="1040205"/>
            </a:xfrm>
            <a:custGeom>
              <a:avLst/>
              <a:gdLst>
                <a:gd name="connsiteX0" fmla="*/ 108989 w 799384"/>
                <a:gd name="connsiteY0" fmla="*/ 832419 h 1040205"/>
                <a:gd name="connsiteX1" fmla="*/ 129362 w 799384"/>
                <a:gd name="connsiteY1" fmla="*/ 834961 h 1040205"/>
                <a:gd name="connsiteX2" fmla="*/ 173291 w 799384"/>
                <a:gd name="connsiteY2" fmla="*/ 869909 h 1040205"/>
                <a:gd name="connsiteX3" fmla="*/ 191117 w 799384"/>
                <a:gd name="connsiteY3" fmla="*/ 902316 h 1040205"/>
                <a:gd name="connsiteX4" fmla="*/ 200667 w 799384"/>
                <a:gd name="connsiteY4" fmla="*/ 958870 h 1040205"/>
                <a:gd name="connsiteX5" fmla="*/ 212127 w 799384"/>
                <a:gd name="connsiteY5" fmla="*/ 997632 h 1040205"/>
                <a:gd name="connsiteX6" fmla="*/ 266880 w 799384"/>
                <a:gd name="connsiteY6" fmla="*/ 1013517 h 1040205"/>
                <a:gd name="connsiteX7" fmla="*/ 299349 w 799384"/>
                <a:gd name="connsiteY7" fmla="*/ 983652 h 1040205"/>
                <a:gd name="connsiteX8" fmla="*/ 296803 w 799384"/>
                <a:gd name="connsiteY8" fmla="*/ 940442 h 1040205"/>
                <a:gd name="connsiteX9" fmla="*/ 271973 w 799384"/>
                <a:gd name="connsiteY9" fmla="*/ 918202 h 1040205"/>
                <a:gd name="connsiteX10" fmla="*/ 230590 w 799384"/>
                <a:gd name="connsiteY10" fmla="*/ 880712 h 1040205"/>
                <a:gd name="connsiteX11" fmla="*/ 212764 w 799384"/>
                <a:gd name="connsiteY11" fmla="*/ 848305 h 1040205"/>
                <a:gd name="connsiteX12" fmla="*/ 241413 w 799384"/>
                <a:gd name="connsiteY12" fmla="*/ 749177 h 1040205"/>
                <a:gd name="connsiteX13" fmla="*/ 268153 w 799384"/>
                <a:gd name="connsiteY13" fmla="*/ 734562 h 1040205"/>
                <a:gd name="connsiteX14" fmla="*/ 303806 w 799384"/>
                <a:gd name="connsiteY14" fmla="*/ 730749 h 1040205"/>
                <a:gd name="connsiteX15" fmla="*/ 331819 w 799384"/>
                <a:gd name="connsiteY15" fmla="*/ 752989 h 1040205"/>
                <a:gd name="connsiteX16" fmla="*/ 341369 w 799384"/>
                <a:gd name="connsiteY16" fmla="*/ 809543 h 1040205"/>
                <a:gd name="connsiteX17" fmla="*/ 352828 w 799384"/>
                <a:gd name="connsiteY17" fmla="*/ 848305 h 1040205"/>
                <a:gd name="connsiteX18" fmla="*/ 407581 w 799384"/>
                <a:gd name="connsiteY18" fmla="*/ 864190 h 1040205"/>
                <a:gd name="connsiteX19" fmla="*/ 440050 w 799384"/>
                <a:gd name="connsiteY19" fmla="*/ 834325 h 1040205"/>
                <a:gd name="connsiteX20" fmla="*/ 437503 w 799384"/>
                <a:gd name="connsiteY20" fmla="*/ 791115 h 1040205"/>
                <a:gd name="connsiteX21" fmla="*/ 415857 w 799384"/>
                <a:gd name="connsiteY21" fmla="*/ 770146 h 1040205"/>
                <a:gd name="connsiteX22" fmla="*/ 370018 w 799384"/>
                <a:gd name="connsiteY22" fmla="*/ 728208 h 1040205"/>
                <a:gd name="connsiteX23" fmla="*/ 366198 w 799384"/>
                <a:gd name="connsiteY23" fmla="*/ 695800 h 1040205"/>
                <a:gd name="connsiteX24" fmla="*/ 386571 w 799384"/>
                <a:gd name="connsiteY24" fmla="*/ 670383 h 1040205"/>
                <a:gd name="connsiteX25" fmla="*/ 436867 w 799384"/>
                <a:gd name="connsiteY25" fmla="*/ 642424 h 1040205"/>
                <a:gd name="connsiteX26" fmla="*/ 527909 w 799384"/>
                <a:gd name="connsiteY26" fmla="*/ 668477 h 1040205"/>
                <a:gd name="connsiteX27" fmla="*/ 566108 w 799384"/>
                <a:gd name="connsiteY27" fmla="*/ 789209 h 1040205"/>
                <a:gd name="connsiteX28" fmla="*/ 576931 w 799384"/>
                <a:gd name="connsiteY28" fmla="*/ 813991 h 1040205"/>
                <a:gd name="connsiteX29" fmla="*/ 631684 w 799384"/>
                <a:gd name="connsiteY29" fmla="*/ 829877 h 1040205"/>
                <a:gd name="connsiteX30" fmla="*/ 664153 w 799384"/>
                <a:gd name="connsiteY30" fmla="*/ 800012 h 1040205"/>
                <a:gd name="connsiteX31" fmla="*/ 661606 w 799384"/>
                <a:gd name="connsiteY31" fmla="*/ 756802 h 1040205"/>
                <a:gd name="connsiteX32" fmla="*/ 649510 w 799384"/>
                <a:gd name="connsiteY32" fmla="*/ 742187 h 1040205"/>
                <a:gd name="connsiteX33" fmla="*/ 560378 w 799384"/>
                <a:gd name="connsiteY33" fmla="*/ 633528 h 1040205"/>
                <a:gd name="connsiteX34" fmla="*/ 555921 w 799384"/>
                <a:gd name="connsiteY34" fmla="*/ 594131 h 1040205"/>
                <a:gd name="connsiteX35" fmla="*/ 580751 w 799384"/>
                <a:gd name="connsiteY35" fmla="*/ 562995 h 1040205"/>
                <a:gd name="connsiteX36" fmla="*/ 774931 w 799384"/>
                <a:gd name="connsiteY36" fmla="*/ 455606 h 1040205"/>
                <a:gd name="connsiteX37" fmla="*/ 139548 w 799384"/>
                <a:gd name="connsiteY37" fmla="*/ 25417 h 1040205"/>
                <a:gd name="connsiteX38" fmla="*/ 31317 w 799384"/>
                <a:gd name="connsiteY38" fmla="*/ 867368 h 1040205"/>
                <a:gd name="connsiteX39" fmla="*/ 77793 w 799384"/>
                <a:gd name="connsiteY39" fmla="*/ 841950 h 1040205"/>
                <a:gd name="connsiteX40" fmla="*/ 108989 w 799384"/>
                <a:gd name="connsiteY40" fmla="*/ 832419 h 1040205"/>
                <a:gd name="connsiteX41" fmla="*/ 250963 w 799384"/>
                <a:gd name="connsiteY41" fmla="*/ 1040206 h 1040205"/>
                <a:gd name="connsiteX42" fmla="*/ 193027 w 799384"/>
                <a:gd name="connsiteY42" fmla="*/ 1012882 h 1040205"/>
                <a:gd name="connsiteX43" fmla="*/ 176474 w 799384"/>
                <a:gd name="connsiteY43" fmla="*/ 955693 h 1040205"/>
                <a:gd name="connsiteX44" fmla="*/ 169471 w 799384"/>
                <a:gd name="connsiteY44" fmla="*/ 914390 h 1040205"/>
                <a:gd name="connsiteX45" fmla="*/ 151645 w 799384"/>
                <a:gd name="connsiteY45" fmla="*/ 881983 h 1040205"/>
                <a:gd name="connsiteX46" fmla="*/ 122359 w 799384"/>
                <a:gd name="connsiteY46" fmla="*/ 859107 h 1040205"/>
                <a:gd name="connsiteX47" fmla="*/ 85433 w 799384"/>
                <a:gd name="connsiteY47" fmla="*/ 863555 h 1040205"/>
                <a:gd name="connsiteX48" fmla="*/ 17947 w 799384"/>
                <a:gd name="connsiteY48" fmla="*/ 901046 h 1040205"/>
                <a:gd name="connsiteX49" fmla="*/ 5214 w 799384"/>
                <a:gd name="connsiteY49" fmla="*/ 900410 h 1040205"/>
                <a:gd name="connsiteX50" fmla="*/ 121 w 799384"/>
                <a:gd name="connsiteY50" fmla="*/ 888972 h 1040205"/>
                <a:gd name="connsiteX51" fmla="*/ 112809 w 799384"/>
                <a:gd name="connsiteY51" fmla="*/ 10802 h 1040205"/>
                <a:gd name="connsiteX52" fmla="*/ 117265 w 799384"/>
                <a:gd name="connsiteY52" fmla="*/ 2542 h 1040205"/>
                <a:gd name="connsiteX53" fmla="*/ 126178 w 799384"/>
                <a:gd name="connsiteY53" fmla="*/ 0 h 1040205"/>
                <a:gd name="connsiteX54" fmla="*/ 797851 w 799384"/>
                <a:gd name="connsiteY54" fmla="*/ 454971 h 1040205"/>
                <a:gd name="connsiteX55" fmla="*/ 793394 w 799384"/>
                <a:gd name="connsiteY55" fmla="*/ 471492 h 1040205"/>
                <a:gd name="connsiteX56" fmla="*/ 588391 w 799384"/>
                <a:gd name="connsiteY56" fmla="*/ 585235 h 1040205"/>
                <a:gd name="connsiteX57" fmla="*/ 575021 w 799384"/>
                <a:gd name="connsiteY57" fmla="*/ 601756 h 1040205"/>
                <a:gd name="connsiteX58" fmla="*/ 577568 w 799384"/>
                <a:gd name="connsiteY58" fmla="*/ 622725 h 1040205"/>
                <a:gd name="connsiteX59" fmla="*/ 660970 w 799384"/>
                <a:gd name="connsiteY59" fmla="*/ 724395 h 1040205"/>
                <a:gd name="connsiteX60" fmla="*/ 679433 w 799384"/>
                <a:gd name="connsiteY60" fmla="*/ 746000 h 1040205"/>
                <a:gd name="connsiteX61" fmla="*/ 683889 w 799384"/>
                <a:gd name="connsiteY61" fmla="*/ 810178 h 1040205"/>
                <a:gd name="connsiteX62" fmla="*/ 636777 w 799384"/>
                <a:gd name="connsiteY62" fmla="*/ 854659 h 1040205"/>
                <a:gd name="connsiteX63" fmla="*/ 555921 w 799384"/>
                <a:gd name="connsiteY63" fmla="*/ 830512 h 1040205"/>
                <a:gd name="connsiteX64" fmla="*/ 539368 w 799384"/>
                <a:gd name="connsiteY64" fmla="*/ 793657 h 1040205"/>
                <a:gd name="connsiteX65" fmla="*/ 504352 w 799384"/>
                <a:gd name="connsiteY65" fmla="*/ 681185 h 1040205"/>
                <a:gd name="connsiteX66" fmla="*/ 446417 w 799384"/>
                <a:gd name="connsiteY66" fmla="*/ 664664 h 1040205"/>
                <a:gd name="connsiteX67" fmla="*/ 396121 w 799384"/>
                <a:gd name="connsiteY67" fmla="*/ 692623 h 1040205"/>
                <a:gd name="connsiteX68" fmla="*/ 387207 w 799384"/>
                <a:gd name="connsiteY68" fmla="*/ 704061 h 1040205"/>
                <a:gd name="connsiteX69" fmla="*/ 389118 w 799384"/>
                <a:gd name="connsiteY69" fmla="*/ 718041 h 1040205"/>
                <a:gd name="connsiteX70" fmla="*/ 424134 w 799384"/>
                <a:gd name="connsiteY70" fmla="*/ 749812 h 1040205"/>
                <a:gd name="connsiteX71" fmla="*/ 456603 w 799384"/>
                <a:gd name="connsiteY71" fmla="*/ 780949 h 1040205"/>
                <a:gd name="connsiteX72" fmla="*/ 461060 w 799384"/>
                <a:gd name="connsiteY72" fmla="*/ 845127 h 1040205"/>
                <a:gd name="connsiteX73" fmla="*/ 413311 w 799384"/>
                <a:gd name="connsiteY73" fmla="*/ 889608 h 1040205"/>
                <a:gd name="connsiteX74" fmla="*/ 332455 w 799384"/>
                <a:gd name="connsiteY74" fmla="*/ 865461 h 1040205"/>
                <a:gd name="connsiteX75" fmla="*/ 315902 w 799384"/>
                <a:gd name="connsiteY75" fmla="*/ 808272 h 1040205"/>
                <a:gd name="connsiteX76" fmla="*/ 308899 w 799384"/>
                <a:gd name="connsiteY76" fmla="*/ 766969 h 1040205"/>
                <a:gd name="connsiteX77" fmla="*/ 295529 w 799384"/>
                <a:gd name="connsiteY77" fmla="*/ 756167 h 1040205"/>
                <a:gd name="connsiteX78" fmla="*/ 278339 w 799384"/>
                <a:gd name="connsiteY78" fmla="*/ 758073 h 1040205"/>
                <a:gd name="connsiteX79" fmla="*/ 251600 w 799384"/>
                <a:gd name="connsiteY79" fmla="*/ 772688 h 1040205"/>
                <a:gd name="connsiteX80" fmla="*/ 232500 w 799384"/>
                <a:gd name="connsiteY80" fmla="*/ 838773 h 1040205"/>
                <a:gd name="connsiteX81" fmla="*/ 250326 w 799384"/>
                <a:gd name="connsiteY81" fmla="*/ 871180 h 1040205"/>
                <a:gd name="connsiteX82" fmla="*/ 279613 w 799384"/>
                <a:gd name="connsiteY82" fmla="*/ 897869 h 1040205"/>
                <a:gd name="connsiteX83" fmla="*/ 315902 w 799384"/>
                <a:gd name="connsiteY83" fmla="*/ 930276 h 1040205"/>
                <a:gd name="connsiteX84" fmla="*/ 320359 w 799384"/>
                <a:gd name="connsiteY84" fmla="*/ 994454 h 1040205"/>
                <a:gd name="connsiteX85" fmla="*/ 273246 w 799384"/>
                <a:gd name="connsiteY85" fmla="*/ 1038935 h 1040205"/>
                <a:gd name="connsiteX86" fmla="*/ 250963 w 799384"/>
                <a:gd name="connsiteY86" fmla="*/ 1040206 h 1040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799384" h="1040205">
                  <a:moveTo>
                    <a:pt x="108989" y="832419"/>
                  </a:moveTo>
                  <a:cubicBezTo>
                    <a:pt x="115992" y="832419"/>
                    <a:pt x="122359" y="833054"/>
                    <a:pt x="129362" y="834961"/>
                  </a:cubicBezTo>
                  <a:cubicBezTo>
                    <a:pt x="147825" y="840044"/>
                    <a:pt x="163741" y="852753"/>
                    <a:pt x="173291" y="869909"/>
                  </a:cubicBezTo>
                  <a:lnTo>
                    <a:pt x="191117" y="902316"/>
                  </a:lnTo>
                  <a:cubicBezTo>
                    <a:pt x="200031" y="918202"/>
                    <a:pt x="203214" y="937901"/>
                    <a:pt x="200667" y="958870"/>
                  </a:cubicBezTo>
                  <a:cubicBezTo>
                    <a:pt x="198757" y="972850"/>
                    <a:pt x="202577" y="986829"/>
                    <a:pt x="212127" y="997632"/>
                  </a:cubicBezTo>
                  <a:cubicBezTo>
                    <a:pt x="224860" y="1013517"/>
                    <a:pt x="247143" y="1019872"/>
                    <a:pt x="266880" y="1013517"/>
                  </a:cubicBezTo>
                  <a:cubicBezTo>
                    <a:pt x="282159" y="1008434"/>
                    <a:pt x="293619" y="998267"/>
                    <a:pt x="299349" y="983652"/>
                  </a:cubicBezTo>
                  <a:cubicBezTo>
                    <a:pt x="305079" y="969673"/>
                    <a:pt x="303806" y="953787"/>
                    <a:pt x="296803" y="940442"/>
                  </a:cubicBezTo>
                  <a:cubicBezTo>
                    <a:pt x="291073" y="930276"/>
                    <a:pt x="282796" y="922650"/>
                    <a:pt x="271973" y="918202"/>
                  </a:cubicBezTo>
                  <a:cubicBezTo>
                    <a:pt x="254783" y="910577"/>
                    <a:pt x="240140" y="897869"/>
                    <a:pt x="230590" y="880712"/>
                  </a:cubicBezTo>
                  <a:lnTo>
                    <a:pt x="212764" y="848305"/>
                  </a:lnTo>
                  <a:cubicBezTo>
                    <a:pt x="193027" y="813356"/>
                    <a:pt x="205760" y="768875"/>
                    <a:pt x="241413" y="749177"/>
                  </a:cubicBezTo>
                  <a:lnTo>
                    <a:pt x="268153" y="734562"/>
                  </a:lnTo>
                  <a:cubicBezTo>
                    <a:pt x="278976" y="728843"/>
                    <a:pt x="291709" y="726937"/>
                    <a:pt x="303806" y="730749"/>
                  </a:cubicBezTo>
                  <a:cubicBezTo>
                    <a:pt x="315902" y="733926"/>
                    <a:pt x="325452" y="742187"/>
                    <a:pt x="331819" y="752989"/>
                  </a:cubicBezTo>
                  <a:cubicBezTo>
                    <a:pt x="340732" y="768875"/>
                    <a:pt x="343915" y="788574"/>
                    <a:pt x="341369" y="809543"/>
                  </a:cubicBezTo>
                  <a:cubicBezTo>
                    <a:pt x="339458" y="823523"/>
                    <a:pt x="343278" y="837502"/>
                    <a:pt x="352828" y="848305"/>
                  </a:cubicBezTo>
                  <a:cubicBezTo>
                    <a:pt x="365561" y="864190"/>
                    <a:pt x="387844" y="870545"/>
                    <a:pt x="407581" y="864190"/>
                  </a:cubicBezTo>
                  <a:cubicBezTo>
                    <a:pt x="422860" y="859107"/>
                    <a:pt x="434320" y="848940"/>
                    <a:pt x="440050" y="834325"/>
                  </a:cubicBezTo>
                  <a:cubicBezTo>
                    <a:pt x="445780" y="820345"/>
                    <a:pt x="444506" y="804460"/>
                    <a:pt x="437503" y="791115"/>
                  </a:cubicBezTo>
                  <a:cubicBezTo>
                    <a:pt x="432410" y="782219"/>
                    <a:pt x="424770" y="774594"/>
                    <a:pt x="415857" y="770146"/>
                  </a:cubicBezTo>
                  <a:cubicBezTo>
                    <a:pt x="395484" y="759979"/>
                    <a:pt x="379568" y="745364"/>
                    <a:pt x="370018" y="728208"/>
                  </a:cubicBezTo>
                  <a:cubicBezTo>
                    <a:pt x="364288" y="718041"/>
                    <a:pt x="363015" y="706603"/>
                    <a:pt x="366198" y="695800"/>
                  </a:cubicBezTo>
                  <a:cubicBezTo>
                    <a:pt x="369381" y="684998"/>
                    <a:pt x="376385" y="675467"/>
                    <a:pt x="386571" y="670383"/>
                  </a:cubicBezTo>
                  <a:lnTo>
                    <a:pt x="436867" y="642424"/>
                  </a:lnTo>
                  <a:cubicBezTo>
                    <a:pt x="469336" y="624632"/>
                    <a:pt x="510082" y="636070"/>
                    <a:pt x="527909" y="668477"/>
                  </a:cubicBezTo>
                  <a:cubicBezTo>
                    <a:pt x="546371" y="701519"/>
                    <a:pt x="559105" y="741552"/>
                    <a:pt x="566108" y="789209"/>
                  </a:cubicBezTo>
                  <a:cubicBezTo>
                    <a:pt x="567381" y="798105"/>
                    <a:pt x="571201" y="807001"/>
                    <a:pt x="576931" y="813991"/>
                  </a:cubicBezTo>
                  <a:cubicBezTo>
                    <a:pt x="589664" y="829877"/>
                    <a:pt x="611947" y="836231"/>
                    <a:pt x="631684" y="829877"/>
                  </a:cubicBezTo>
                  <a:cubicBezTo>
                    <a:pt x="646963" y="824794"/>
                    <a:pt x="658423" y="814627"/>
                    <a:pt x="664153" y="800012"/>
                  </a:cubicBezTo>
                  <a:cubicBezTo>
                    <a:pt x="669883" y="786032"/>
                    <a:pt x="668610" y="770146"/>
                    <a:pt x="661606" y="756802"/>
                  </a:cubicBezTo>
                  <a:cubicBezTo>
                    <a:pt x="658423" y="751083"/>
                    <a:pt x="654603" y="746000"/>
                    <a:pt x="649510" y="742187"/>
                  </a:cubicBezTo>
                  <a:cubicBezTo>
                    <a:pt x="614494" y="713593"/>
                    <a:pt x="584571" y="677373"/>
                    <a:pt x="560378" y="633528"/>
                  </a:cubicBezTo>
                  <a:cubicBezTo>
                    <a:pt x="553375" y="621455"/>
                    <a:pt x="552102" y="607475"/>
                    <a:pt x="555921" y="594131"/>
                  </a:cubicBezTo>
                  <a:cubicBezTo>
                    <a:pt x="559742" y="580787"/>
                    <a:pt x="568654" y="569984"/>
                    <a:pt x="580751" y="562995"/>
                  </a:cubicBezTo>
                  <a:lnTo>
                    <a:pt x="774931" y="455606"/>
                  </a:lnTo>
                  <a:cubicBezTo>
                    <a:pt x="641233" y="223037"/>
                    <a:pt x="405671" y="63543"/>
                    <a:pt x="139548" y="25417"/>
                  </a:cubicBezTo>
                  <a:lnTo>
                    <a:pt x="31317" y="867368"/>
                  </a:lnTo>
                  <a:lnTo>
                    <a:pt x="77793" y="841950"/>
                  </a:lnTo>
                  <a:cubicBezTo>
                    <a:pt x="84796" y="834961"/>
                    <a:pt x="96892" y="832419"/>
                    <a:pt x="108989" y="832419"/>
                  </a:cubicBezTo>
                  <a:moveTo>
                    <a:pt x="250963" y="1040206"/>
                  </a:moveTo>
                  <a:cubicBezTo>
                    <a:pt x="228680" y="1040206"/>
                    <a:pt x="207034" y="1030039"/>
                    <a:pt x="193027" y="1012882"/>
                  </a:cubicBezTo>
                  <a:cubicBezTo>
                    <a:pt x="179658" y="996361"/>
                    <a:pt x="173928" y="976027"/>
                    <a:pt x="176474" y="955693"/>
                  </a:cubicBezTo>
                  <a:cubicBezTo>
                    <a:pt x="178384" y="940442"/>
                    <a:pt x="175838" y="925828"/>
                    <a:pt x="169471" y="914390"/>
                  </a:cubicBezTo>
                  <a:lnTo>
                    <a:pt x="151645" y="881983"/>
                  </a:lnTo>
                  <a:cubicBezTo>
                    <a:pt x="145278" y="870545"/>
                    <a:pt x="135092" y="862284"/>
                    <a:pt x="122359" y="859107"/>
                  </a:cubicBezTo>
                  <a:cubicBezTo>
                    <a:pt x="109626" y="855294"/>
                    <a:pt x="96892" y="857201"/>
                    <a:pt x="85433" y="863555"/>
                  </a:cubicBezTo>
                  <a:lnTo>
                    <a:pt x="17947" y="901046"/>
                  </a:lnTo>
                  <a:cubicBezTo>
                    <a:pt x="14127" y="903587"/>
                    <a:pt x="9034" y="902952"/>
                    <a:pt x="5214" y="900410"/>
                  </a:cubicBezTo>
                  <a:cubicBezTo>
                    <a:pt x="1394" y="897869"/>
                    <a:pt x="-516" y="893420"/>
                    <a:pt x="121" y="888972"/>
                  </a:cubicBezTo>
                  <a:lnTo>
                    <a:pt x="112809" y="10802"/>
                  </a:lnTo>
                  <a:cubicBezTo>
                    <a:pt x="113445" y="7625"/>
                    <a:pt x="114719" y="4448"/>
                    <a:pt x="117265" y="2542"/>
                  </a:cubicBezTo>
                  <a:cubicBezTo>
                    <a:pt x="119812" y="635"/>
                    <a:pt x="122995" y="0"/>
                    <a:pt x="126178" y="0"/>
                  </a:cubicBezTo>
                  <a:cubicBezTo>
                    <a:pt x="408854" y="36220"/>
                    <a:pt x="660333" y="206516"/>
                    <a:pt x="797851" y="454971"/>
                  </a:cubicBezTo>
                  <a:cubicBezTo>
                    <a:pt x="801034" y="460690"/>
                    <a:pt x="799124" y="468315"/>
                    <a:pt x="793394" y="471492"/>
                  </a:cubicBezTo>
                  <a:lnTo>
                    <a:pt x="588391" y="585235"/>
                  </a:lnTo>
                  <a:cubicBezTo>
                    <a:pt x="582024" y="589047"/>
                    <a:pt x="577568" y="594766"/>
                    <a:pt x="575021" y="601756"/>
                  </a:cubicBezTo>
                  <a:cubicBezTo>
                    <a:pt x="573111" y="608746"/>
                    <a:pt x="573748" y="616371"/>
                    <a:pt x="577568" y="622725"/>
                  </a:cubicBezTo>
                  <a:cubicBezTo>
                    <a:pt x="600487" y="664029"/>
                    <a:pt x="628500" y="697707"/>
                    <a:pt x="660970" y="724395"/>
                  </a:cubicBezTo>
                  <a:cubicBezTo>
                    <a:pt x="668610" y="730114"/>
                    <a:pt x="674340" y="737739"/>
                    <a:pt x="679433" y="746000"/>
                  </a:cubicBezTo>
                  <a:cubicBezTo>
                    <a:pt x="690256" y="765698"/>
                    <a:pt x="692166" y="789209"/>
                    <a:pt x="683889" y="810178"/>
                  </a:cubicBezTo>
                  <a:cubicBezTo>
                    <a:pt x="675613" y="831148"/>
                    <a:pt x="658423" y="847034"/>
                    <a:pt x="636777" y="854659"/>
                  </a:cubicBezTo>
                  <a:cubicBezTo>
                    <a:pt x="607491" y="864190"/>
                    <a:pt x="575021" y="854659"/>
                    <a:pt x="555921" y="830512"/>
                  </a:cubicBezTo>
                  <a:cubicBezTo>
                    <a:pt x="547008" y="819710"/>
                    <a:pt x="541278" y="807001"/>
                    <a:pt x="539368" y="793657"/>
                  </a:cubicBezTo>
                  <a:cubicBezTo>
                    <a:pt x="533002" y="748541"/>
                    <a:pt x="520905" y="711686"/>
                    <a:pt x="504352" y="681185"/>
                  </a:cubicBezTo>
                  <a:cubicBezTo>
                    <a:pt x="492893" y="660851"/>
                    <a:pt x="466789" y="653226"/>
                    <a:pt x="446417" y="664664"/>
                  </a:cubicBezTo>
                  <a:lnTo>
                    <a:pt x="396121" y="692623"/>
                  </a:lnTo>
                  <a:cubicBezTo>
                    <a:pt x="391664" y="695165"/>
                    <a:pt x="388481" y="698978"/>
                    <a:pt x="387207" y="704061"/>
                  </a:cubicBezTo>
                  <a:cubicBezTo>
                    <a:pt x="385934" y="709145"/>
                    <a:pt x="386571" y="713593"/>
                    <a:pt x="389118" y="718041"/>
                  </a:cubicBezTo>
                  <a:cubicBezTo>
                    <a:pt x="396121" y="731385"/>
                    <a:pt x="408217" y="741552"/>
                    <a:pt x="424134" y="749812"/>
                  </a:cubicBezTo>
                  <a:cubicBezTo>
                    <a:pt x="438140" y="756802"/>
                    <a:pt x="448963" y="766969"/>
                    <a:pt x="456603" y="780949"/>
                  </a:cubicBezTo>
                  <a:cubicBezTo>
                    <a:pt x="467426" y="800647"/>
                    <a:pt x="469336" y="824158"/>
                    <a:pt x="461060" y="845127"/>
                  </a:cubicBezTo>
                  <a:cubicBezTo>
                    <a:pt x="452783" y="866097"/>
                    <a:pt x="435594" y="881983"/>
                    <a:pt x="413311" y="889608"/>
                  </a:cubicBezTo>
                  <a:cubicBezTo>
                    <a:pt x="384024" y="899139"/>
                    <a:pt x="351555" y="889608"/>
                    <a:pt x="332455" y="865461"/>
                  </a:cubicBezTo>
                  <a:cubicBezTo>
                    <a:pt x="319086" y="848940"/>
                    <a:pt x="313355" y="828606"/>
                    <a:pt x="315902" y="808272"/>
                  </a:cubicBezTo>
                  <a:cubicBezTo>
                    <a:pt x="317812" y="793022"/>
                    <a:pt x="315265" y="778407"/>
                    <a:pt x="308899" y="766969"/>
                  </a:cubicBezTo>
                  <a:cubicBezTo>
                    <a:pt x="305716" y="761886"/>
                    <a:pt x="301259" y="758073"/>
                    <a:pt x="295529" y="756167"/>
                  </a:cubicBezTo>
                  <a:cubicBezTo>
                    <a:pt x="289799" y="754260"/>
                    <a:pt x="284069" y="754896"/>
                    <a:pt x="278339" y="758073"/>
                  </a:cubicBezTo>
                  <a:lnTo>
                    <a:pt x="251600" y="772688"/>
                  </a:lnTo>
                  <a:cubicBezTo>
                    <a:pt x="228043" y="785397"/>
                    <a:pt x="219767" y="815262"/>
                    <a:pt x="232500" y="838773"/>
                  </a:cubicBezTo>
                  <a:lnTo>
                    <a:pt x="250326" y="871180"/>
                  </a:lnTo>
                  <a:cubicBezTo>
                    <a:pt x="256693" y="883253"/>
                    <a:pt x="267516" y="892785"/>
                    <a:pt x="279613" y="897869"/>
                  </a:cubicBezTo>
                  <a:cubicBezTo>
                    <a:pt x="294892" y="904223"/>
                    <a:pt x="307625" y="915661"/>
                    <a:pt x="315902" y="930276"/>
                  </a:cubicBezTo>
                  <a:cubicBezTo>
                    <a:pt x="326725" y="949974"/>
                    <a:pt x="328635" y="973485"/>
                    <a:pt x="320359" y="994454"/>
                  </a:cubicBezTo>
                  <a:cubicBezTo>
                    <a:pt x="312082" y="1015424"/>
                    <a:pt x="294892" y="1031310"/>
                    <a:pt x="273246" y="1038935"/>
                  </a:cubicBezTo>
                  <a:cubicBezTo>
                    <a:pt x="266243" y="1038935"/>
                    <a:pt x="258603" y="1040206"/>
                    <a:pt x="250963" y="104020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724A1EB-D050-124D-7B1B-E89C4D275B4B}"/>
                </a:ext>
              </a:extLst>
            </p:cNvPr>
            <p:cNvSpPr/>
            <p:nvPr/>
          </p:nvSpPr>
          <p:spPr>
            <a:xfrm>
              <a:off x="5576468" y="4589628"/>
              <a:ext cx="41892" cy="42225"/>
            </a:xfrm>
            <a:custGeom>
              <a:avLst/>
              <a:gdLst>
                <a:gd name="connsiteX0" fmla="*/ 21231 w 41892"/>
                <a:gd name="connsiteY0" fmla="*/ 42226 h 42225"/>
                <a:gd name="connsiteX1" fmla="*/ 16775 w 41892"/>
                <a:gd name="connsiteY1" fmla="*/ 41590 h 42225"/>
                <a:gd name="connsiteX2" fmla="*/ 3405 w 41892"/>
                <a:gd name="connsiteY2" fmla="*/ 32694 h 42225"/>
                <a:gd name="connsiteX3" fmla="*/ 222 w 41892"/>
                <a:gd name="connsiteY3" fmla="*/ 16809 h 42225"/>
                <a:gd name="connsiteX4" fmla="*/ 9135 w 41892"/>
                <a:gd name="connsiteY4" fmla="*/ 3464 h 42225"/>
                <a:gd name="connsiteX5" fmla="*/ 38421 w 41892"/>
                <a:gd name="connsiteY5" fmla="*/ 9819 h 42225"/>
                <a:gd name="connsiteX6" fmla="*/ 32055 w 41892"/>
                <a:gd name="connsiteY6" fmla="*/ 39049 h 42225"/>
                <a:gd name="connsiteX7" fmla="*/ 32055 w 41892"/>
                <a:gd name="connsiteY7" fmla="*/ 39049 h 42225"/>
                <a:gd name="connsiteX8" fmla="*/ 21231 w 41892"/>
                <a:gd name="connsiteY8" fmla="*/ 42226 h 4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892" h="42225">
                  <a:moveTo>
                    <a:pt x="21231" y="42226"/>
                  </a:moveTo>
                  <a:cubicBezTo>
                    <a:pt x="19958" y="42226"/>
                    <a:pt x="18048" y="42226"/>
                    <a:pt x="16775" y="41590"/>
                  </a:cubicBezTo>
                  <a:cubicBezTo>
                    <a:pt x="11045" y="40319"/>
                    <a:pt x="6588" y="37142"/>
                    <a:pt x="3405" y="32694"/>
                  </a:cubicBezTo>
                  <a:cubicBezTo>
                    <a:pt x="222" y="28246"/>
                    <a:pt x="-415" y="22527"/>
                    <a:pt x="222" y="16809"/>
                  </a:cubicBezTo>
                  <a:cubicBezTo>
                    <a:pt x="1495" y="11089"/>
                    <a:pt x="4678" y="6642"/>
                    <a:pt x="9135" y="3464"/>
                  </a:cubicBezTo>
                  <a:cubicBezTo>
                    <a:pt x="18685" y="-2890"/>
                    <a:pt x="32055" y="-348"/>
                    <a:pt x="38421" y="9819"/>
                  </a:cubicBezTo>
                  <a:cubicBezTo>
                    <a:pt x="44788" y="19350"/>
                    <a:pt x="42241" y="32694"/>
                    <a:pt x="32055" y="39049"/>
                  </a:cubicBezTo>
                  <a:lnTo>
                    <a:pt x="32055" y="39049"/>
                  </a:lnTo>
                  <a:cubicBezTo>
                    <a:pt x="28871" y="40955"/>
                    <a:pt x="25052" y="42226"/>
                    <a:pt x="21231" y="422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52EA7F2B-F50C-5C42-60C4-3F9E45D3CC28}"/>
                </a:ext>
              </a:extLst>
            </p:cNvPr>
            <p:cNvSpPr/>
            <p:nvPr/>
          </p:nvSpPr>
          <p:spPr>
            <a:xfrm>
              <a:off x="5552846" y="4748487"/>
              <a:ext cx="42594" cy="42225"/>
            </a:xfrm>
            <a:custGeom>
              <a:avLst/>
              <a:gdLst>
                <a:gd name="connsiteX0" fmla="*/ 21298 w 42594"/>
                <a:gd name="connsiteY0" fmla="*/ 42226 h 42225"/>
                <a:gd name="connsiteX1" fmla="*/ 3471 w 42594"/>
                <a:gd name="connsiteY1" fmla="*/ 32694 h 42225"/>
                <a:gd name="connsiteX2" fmla="*/ 9838 w 42594"/>
                <a:gd name="connsiteY2" fmla="*/ 3464 h 42225"/>
                <a:gd name="connsiteX3" fmla="*/ 39124 w 42594"/>
                <a:gd name="connsiteY3" fmla="*/ 9819 h 42225"/>
                <a:gd name="connsiteX4" fmla="*/ 32757 w 42594"/>
                <a:gd name="connsiteY4" fmla="*/ 39049 h 42225"/>
                <a:gd name="connsiteX5" fmla="*/ 32757 w 42594"/>
                <a:gd name="connsiteY5" fmla="*/ 39049 h 42225"/>
                <a:gd name="connsiteX6" fmla="*/ 21298 w 42594"/>
                <a:gd name="connsiteY6" fmla="*/ 42226 h 4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594" h="42225">
                  <a:moveTo>
                    <a:pt x="21298" y="42226"/>
                  </a:moveTo>
                  <a:cubicBezTo>
                    <a:pt x="14294" y="42226"/>
                    <a:pt x="7928" y="39049"/>
                    <a:pt x="3471" y="32694"/>
                  </a:cubicBezTo>
                  <a:cubicBezTo>
                    <a:pt x="-2896" y="23163"/>
                    <a:pt x="-349" y="9819"/>
                    <a:pt x="9838" y="3464"/>
                  </a:cubicBezTo>
                  <a:cubicBezTo>
                    <a:pt x="19387" y="-2890"/>
                    <a:pt x="32757" y="-348"/>
                    <a:pt x="39124" y="9819"/>
                  </a:cubicBezTo>
                  <a:cubicBezTo>
                    <a:pt x="45491" y="19350"/>
                    <a:pt x="42944" y="32694"/>
                    <a:pt x="32757" y="39049"/>
                  </a:cubicBezTo>
                  <a:lnTo>
                    <a:pt x="32757" y="39049"/>
                  </a:lnTo>
                  <a:cubicBezTo>
                    <a:pt x="28937" y="40955"/>
                    <a:pt x="25117" y="42226"/>
                    <a:pt x="21298" y="422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71C9B944-05D7-AA95-0ABB-9BEC0ABA8045}"/>
                </a:ext>
              </a:extLst>
            </p:cNvPr>
            <p:cNvSpPr/>
            <p:nvPr/>
          </p:nvSpPr>
          <p:spPr>
            <a:xfrm>
              <a:off x="5698004" y="4694541"/>
              <a:ext cx="42528" cy="42160"/>
            </a:xfrm>
            <a:custGeom>
              <a:avLst/>
              <a:gdLst>
                <a:gd name="connsiteX0" fmla="*/ 21297 w 42528"/>
                <a:gd name="connsiteY0" fmla="*/ 42160 h 42160"/>
                <a:gd name="connsiteX1" fmla="*/ 3471 w 42528"/>
                <a:gd name="connsiteY1" fmla="*/ 32629 h 42160"/>
                <a:gd name="connsiteX2" fmla="*/ 9838 w 42528"/>
                <a:gd name="connsiteY2" fmla="*/ 3399 h 42160"/>
                <a:gd name="connsiteX3" fmla="*/ 25754 w 42528"/>
                <a:gd name="connsiteY3" fmla="*/ 221 h 42160"/>
                <a:gd name="connsiteX4" fmla="*/ 39124 w 42528"/>
                <a:gd name="connsiteY4" fmla="*/ 9117 h 42160"/>
                <a:gd name="connsiteX5" fmla="*/ 42307 w 42528"/>
                <a:gd name="connsiteY5" fmla="*/ 25003 h 42160"/>
                <a:gd name="connsiteX6" fmla="*/ 33394 w 42528"/>
                <a:gd name="connsiteY6" fmla="*/ 38347 h 42160"/>
                <a:gd name="connsiteX7" fmla="*/ 33394 w 42528"/>
                <a:gd name="connsiteY7" fmla="*/ 38347 h 42160"/>
                <a:gd name="connsiteX8" fmla="*/ 21297 w 42528"/>
                <a:gd name="connsiteY8" fmla="*/ 42160 h 4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28" h="42160">
                  <a:moveTo>
                    <a:pt x="21297" y="42160"/>
                  </a:moveTo>
                  <a:cubicBezTo>
                    <a:pt x="14294" y="42160"/>
                    <a:pt x="7927" y="38983"/>
                    <a:pt x="3471" y="32629"/>
                  </a:cubicBezTo>
                  <a:cubicBezTo>
                    <a:pt x="-2895" y="23097"/>
                    <a:pt x="-349" y="9753"/>
                    <a:pt x="9838" y="3399"/>
                  </a:cubicBezTo>
                  <a:cubicBezTo>
                    <a:pt x="14294" y="221"/>
                    <a:pt x="20024" y="-414"/>
                    <a:pt x="25754" y="221"/>
                  </a:cubicBezTo>
                  <a:cubicBezTo>
                    <a:pt x="31484" y="1492"/>
                    <a:pt x="35940" y="4669"/>
                    <a:pt x="39124" y="9117"/>
                  </a:cubicBezTo>
                  <a:cubicBezTo>
                    <a:pt x="42307" y="13566"/>
                    <a:pt x="42943" y="19284"/>
                    <a:pt x="42307" y="25003"/>
                  </a:cubicBezTo>
                  <a:cubicBezTo>
                    <a:pt x="41034" y="30722"/>
                    <a:pt x="37850" y="35170"/>
                    <a:pt x="33394" y="38347"/>
                  </a:cubicBezTo>
                  <a:lnTo>
                    <a:pt x="33394" y="38347"/>
                  </a:lnTo>
                  <a:cubicBezTo>
                    <a:pt x="28937" y="40889"/>
                    <a:pt x="25117" y="42160"/>
                    <a:pt x="21297" y="421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B4E86E35-224A-C3D6-397D-984818737729}"/>
                </a:ext>
              </a:extLst>
            </p:cNvPr>
            <p:cNvSpPr/>
            <p:nvPr/>
          </p:nvSpPr>
          <p:spPr>
            <a:xfrm>
              <a:off x="8871882" y="4514299"/>
              <a:ext cx="1127160" cy="751083"/>
            </a:xfrm>
            <a:custGeom>
              <a:avLst/>
              <a:gdLst>
                <a:gd name="connsiteX0" fmla="*/ 68899 w 1127160"/>
                <a:gd name="connsiteY0" fmla="*/ 24782 h 751083"/>
                <a:gd name="connsiteX1" fmla="*/ 33246 w 1127160"/>
                <a:gd name="connsiteY1" fmla="*/ 41939 h 751083"/>
                <a:gd name="connsiteX2" fmla="*/ 24969 w 1127160"/>
                <a:gd name="connsiteY2" fmla="*/ 80065 h 751083"/>
                <a:gd name="connsiteX3" fmla="*/ 175857 w 1127160"/>
                <a:gd name="connsiteY3" fmla="*/ 690081 h 751083"/>
                <a:gd name="connsiteX4" fmla="*/ 223606 w 1127160"/>
                <a:gd name="connsiteY4" fmla="*/ 726937 h 751083"/>
                <a:gd name="connsiteX5" fmla="*/ 901645 w 1127160"/>
                <a:gd name="connsiteY5" fmla="*/ 726937 h 751083"/>
                <a:gd name="connsiteX6" fmla="*/ 949394 w 1127160"/>
                <a:gd name="connsiteY6" fmla="*/ 690081 h 751083"/>
                <a:gd name="connsiteX7" fmla="*/ 1100281 w 1127160"/>
                <a:gd name="connsiteY7" fmla="*/ 80065 h 751083"/>
                <a:gd name="connsiteX8" fmla="*/ 1092005 w 1127160"/>
                <a:gd name="connsiteY8" fmla="*/ 41939 h 751083"/>
                <a:gd name="connsiteX9" fmla="*/ 1056352 w 1127160"/>
                <a:gd name="connsiteY9" fmla="*/ 24782 h 751083"/>
                <a:gd name="connsiteX10" fmla="*/ 932204 w 1127160"/>
                <a:gd name="connsiteY10" fmla="*/ 24782 h 751083"/>
                <a:gd name="connsiteX11" fmla="*/ 885091 w 1127160"/>
                <a:gd name="connsiteY11" fmla="*/ 61002 h 751083"/>
                <a:gd name="connsiteX12" fmla="*/ 562307 w 1127160"/>
                <a:gd name="connsiteY12" fmla="*/ 284039 h 751083"/>
                <a:gd name="connsiteX13" fmla="*/ 239523 w 1127160"/>
                <a:gd name="connsiteY13" fmla="*/ 61002 h 751083"/>
                <a:gd name="connsiteX14" fmla="*/ 192410 w 1127160"/>
                <a:gd name="connsiteY14" fmla="*/ 24782 h 751083"/>
                <a:gd name="connsiteX15" fmla="*/ 68899 w 1127160"/>
                <a:gd name="connsiteY15" fmla="*/ 24782 h 751083"/>
                <a:gd name="connsiteX16" fmla="*/ 902282 w 1127160"/>
                <a:gd name="connsiteY16" fmla="*/ 751083 h 751083"/>
                <a:gd name="connsiteX17" fmla="*/ 224243 w 1127160"/>
                <a:gd name="connsiteY17" fmla="*/ 751083 h 751083"/>
                <a:gd name="connsiteX18" fmla="*/ 152937 w 1127160"/>
                <a:gd name="connsiteY18" fmla="*/ 695800 h 751083"/>
                <a:gd name="connsiteX19" fmla="*/ 2050 w 1127160"/>
                <a:gd name="connsiteY19" fmla="*/ 85784 h 751083"/>
                <a:gd name="connsiteX20" fmla="*/ 14783 w 1127160"/>
                <a:gd name="connsiteY20" fmla="*/ 26688 h 751083"/>
                <a:gd name="connsiteX21" fmla="*/ 69535 w 1127160"/>
                <a:gd name="connsiteY21" fmla="*/ 0 h 751083"/>
                <a:gd name="connsiteX22" fmla="*/ 193683 w 1127160"/>
                <a:gd name="connsiteY22" fmla="*/ 0 h 751083"/>
                <a:gd name="connsiteX23" fmla="*/ 264352 w 1127160"/>
                <a:gd name="connsiteY23" fmla="*/ 53376 h 751083"/>
                <a:gd name="connsiteX24" fmla="*/ 563580 w 1127160"/>
                <a:gd name="connsiteY24" fmla="*/ 259257 h 751083"/>
                <a:gd name="connsiteX25" fmla="*/ 862808 w 1127160"/>
                <a:gd name="connsiteY25" fmla="*/ 53376 h 751083"/>
                <a:gd name="connsiteX26" fmla="*/ 933478 w 1127160"/>
                <a:gd name="connsiteY26" fmla="*/ 0 h 751083"/>
                <a:gd name="connsiteX27" fmla="*/ 1057626 w 1127160"/>
                <a:gd name="connsiteY27" fmla="*/ 0 h 751083"/>
                <a:gd name="connsiteX28" fmla="*/ 1112378 w 1127160"/>
                <a:gd name="connsiteY28" fmla="*/ 26688 h 751083"/>
                <a:gd name="connsiteX29" fmla="*/ 1125111 w 1127160"/>
                <a:gd name="connsiteY29" fmla="*/ 85784 h 751083"/>
                <a:gd name="connsiteX30" fmla="*/ 974223 w 1127160"/>
                <a:gd name="connsiteY30" fmla="*/ 695800 h 751083"/>
                <a:gd name="connsiteX31" fmla="*/ 902282 w 1127160"/>
                <a:gd name="connsiteY31" fmla="*/ 751083 h 75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27160" h="751083">
                  <a:moveTo>
                    <a:pt x="68899" y="24782"/>
                  </a:moveTo>
                  <a:cubicBezTo>
                    <a:pt x="54892" y="24782"/>
                    <a:pt x="41522" y="31136"/>
                    <a:pt x="33246" y="41939"/>
                  </a:cubicBezTo>
                  <a:cubicBezTo>
                    <a:pt x="24969" y="52741"/>
                    <a:pt x="21786" y="66721"/>
                    <a:pt x="24969" y="80065"/>
                  </a:cubicBezTo>
                  <a:lnTo>
                    <a:pt x="175857" y="690081"/>
                  </a:lnTo>
                  <a:cubicBezTo>
                    <a:pt x="180950" y="711686"/>
                    <a:pt x="200686" y="726937"/>
                    <a:pt x="223606" y="726937"/>
                  </a:cubicBezTo>
                  <a:lnTo>
                    <a:pt x="901645" y="726937"/>
                  </a:lnTo>
                  <a:cubicBezTo>
                    <a:pt x="924565" y="726937"/>
                    <a:pt x="943664" y="711686"/>
                    <a:pt x="949394" y="690081"/>
                  </a:cubicBezTo>
                  <a:lnTo>
                    <a:pt x="1100281" y="80065"/>
                  </a:lnTo>
                  <a:cubicBezTo>
                    <a:pt x="1103465" y="66721"/>
                    <a:pt x="1100918" y="52741"/>
                    <a:pt x="1092005" y="41939"/>
                  </a:cubicBezTo>
                  <a:cubicBezTo>
                    <a:pt x="1083092" y="31136"/>
                    <a:pt x="1070359" y="24782"/>
                    <a:pt x="1056352" y="24782"/>
                  </a:cubicBezTo>
                  <a:lnTo>
                    <a:pt x="932204" y="24782"/>
                  </a:lnTo>
                  <a:cubicBezTo>
                    <a:pt x="910558" y="24782"/>
                    <a:pt x="891458" y="39397"/>
                    <a:pt x="885091" y="61002"/>
                  </a:cubicBezTo>
                  <a:cubicBezTo>
                    <a:pt x="846256" y="192536"/>
                    <a:pt x="713832" y="284039"/>
                    <a:pt x="562307" y="284039"/>
                  </a:cubicBezTo>
                  <a:cubicBezTo>
                    <a:pt x="410783" y="284039"/>
                    <a:pt x="278359" y="192536"/>
                    <a:pt x="239523" y="61002"/>
                  </a:cubicBezTo>
                  <a:cubicBezTo>
                    <a:pt x="233156" y="39397"/>
                    <a:pt x="214056" y="24782"/>
                    <a:pt x="192410" y="24782"/>
                  </a:cubicBezTo>
                  <a:lnTo>
                    <a:pt x="68899" y="24782"/>
                  </a:lnTo>
                  <a:close/>
                  <a:moveTo>
                    <a:pt x="902282" y="751083"/>
                  </a:moveTo>
                  <a:lnTo>
                    <a:pt x="224243" y="751083"/>
                  </a:lnTo>
                  <a:cubicBezTo>
                    <a:pt x="190500" y="751083"/>
                    <a:pt x="161214" y="728207"/>
                    <a:pt x="152937" y="695800"/>
                  </a:cubicBezTo>
                  <a:lnTo>
                    <a:pt x="2050" y="85784"/>
                  </a:lnTo>
                  <a:cubicBezTo>
                    <a:pt x="-3044" y="65450"/>
                    <a:pt x="1413" y="43845"/>
                    <a:pt x="14783" y="26688"/>
                  </a:cubicBezTo>
                  <a:cubicBezTo>
                    <a:pt x="28152" y="9532"/>
                    <a:pt x="47889" y="0"/>
                    <a:pt x="69535" y="0"/>
                  </a:cubicBezTo>
                  <a:lnTo>
                    <a:pt x="193683" y="0"/>
                  </a:lnTo>
                  <a:cubicBezTo>
                    <a:pt x="226152" y="0"/>
                    <a:pt x="254802" y="21605"/>
                    <a:pt x="264352" y="53376"/>
                  </a:cubicBezTo>
                  <a:cubicBezTo>
                    <a:pt x="300005" y="174744"/>
                    <a:pt x="423516" y="259257"/>
                    <a:pt x="563580" y="259257"/>
                  </a:cubicBezTo>
                  <a:cubicBezTo>
                    <a:pt x="703644" y="259257"/>
                    <a:pt x="827156" y="174744"/>
                    <a:pt x="862808" y="53376"/>
                  </a:cubicBezTo>
                  <a:cubicBezTo>
                    <a:pt x="872358" y="21605"/>
                    <a:pt x="900371" y="0"/>
                    <a:pt x="933478" y="0"/>
                  </a:cubicBezTo>
                  <a:lnTo>
                    <a:pt x="1057626" y="0"/>
                  </a:lnTo>
                  <a:cubicBezTo>
                    <a:pt x="1079272" y="0"/>
                    <a:pt x="1099008" y="9532"/>
                    <a:pt x="1112378" y="26688"/>
                  </a:cubicBezTo>
                  <a:cubicBezTo>
                    <a:pt x="1125748" y="43209"/>
                    <a:pt x="1130204" y="64814"/>
                    <a:pt x="1125111" y="85784"/>
                  </a:cubicBezTo>
                  <a:lnTo>
                    <a:pt x="974223" y="695800"/>
                  </a:lnTo>
                  <a:cubicBezTo>
                    <a:pt x="965311" y="728207"/>
                    <a:pt x="936024" y="751083"/>
                    <a:pt x="902282" y="751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540A39F4-DDDC-441E-F3F6-E7762E3AF7E0}"/>
                </a:ext>
              </a:extLst>
            </p:cNvPr>
            <p:cNvSpPr/>
            <p:nvPr/>
          </p:nvSpPr>
          <p:spPr>
            <a:xfrm>
              <a:off x="9045746" y="5097627"/>
              <a:ext cx="779433" cy="154493"/>
            </a:xfrm>
            <a:custGeom>
              <a:avLst/>
              <a:gdLst>
                <a:gd name="connsiteX0" fmla="*/ 766617 w 779433"/>
                <a:gd name="connsiteY0" fmla="*/ 154410 h 154493"/>
                <a:gd name="connsiteX1" fmla="*/ 757704 w 779433"/>
                <a:gd name="connsiteY1" fmla="*/ 150598 h 154493"/>
                <a:gd name="connsiteX2" fmla="*/ 662206 w 779433"/>
                <a:gd name="connsiteY2" fmla="*/ 45751 h 154493"/>
                <a:gd name="connsiteX3" fmla="*/ 613184 w 779433"/>
                <a:gd name="connsiteY3" fmla="*/ 24146 h 154493"/>
                <a:gd name="connsiteX4" fmla="*/ 165614 w 779433"/>
                <a:gd name="connsiteY4" fmla="*/ 24146 h 154493"/>
                <a:gd name="connsiteX5" fmla="*/ 116592 w 779433"/>
                <a:gd name="connsiteY5" fmla="*/ 45751 h 154493"/>
                <a:gd name="connsiteX6" fmla="*/ 21093 w 779433"/>
                <a:gd name="connsiteY6" fmla="*/ 150598 h 154493"/>
                <a:gd name="connsiteX7" fmla="*/ 3903 w 779433"/>
                <a:gd name="connsiteY7" fmla="*/ 151233 h 154493"/>
                <a:gd name="connsiteX8" fmla="*/ 3267 w 779433"/>
                <a:gd name="connsiteY8" fmla="*/ 134077 h 154493"/>
                <a:gd name="connsiteX9" fmla="*/ 98765 w 779433"/>
                <a:gd name="connsiteY9" fmla="*/ 29230 h 154493"/>
                <a:gd name="connsiteX10" fmla="*/ 166250 w 779433"/>
                <a:gd name="connsiteY10" fmla="*/ 0 h 154493"/>
                <a:gd name="connsiteX11" fmla="*/ 613820 w 779433"/>
                <a:gd name="connsiteY11" fmla="*/ 0 h 154493"/>
                <a:gd name="connsiteX12" fmla="*/ 680669 w 779433"/>
                <a:gd name="connsiteY12" fmla="*/ 29230 h 154493"/>
                <a:gd name="connsiteX13" fmla="*/ 776167 w 779433"/>
                <a:gd name="connsiteY13" fmla="*/ 134077 h 154493"/>
                <a:gd name="connsiteX14" fmla="*/ 775531 w 779433"/>
                <a:gd name="connsiteY14" fmla="*/ 151233 h 154493"/>
                <a:gd name="connsiteX15" fmla="*/ 766617 w 779433"/>
                <a:gd name="connsiteY15" fmla="*/ 154410 h 154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9433" h="154493">
                  <a:moveTo>
                    <a:pt x="766617" y="154410"/>
                  </a:moveTo>
                  <a:cubicBezTo>
                    <a:pt x="763434" y="154410"/>
                    <a:pt x="760251" y="153140"/>
                    <a:pt x="757704" y="150598"/>
                  </a:cubicBezTo>
                  <a:lnTo>
                    <a:pt x="662206" y="45751"/>
                  </a:lnTo>
                  <a:cubicBezTo>
                    <a:pt x="649473" y="31772"/>
                    <a:pt x="631646" y="24146"/>
                    <a:pt x="613184" y="24146"/>
                  </a:cubicBezTo>
                  <a:lnTo>
                    <a:pt x="165614" y="24146"/>
                  </a:lnTo>
                  <a:cubicBezTo>
                    <a:pt x="147151" y="24146"/>
                    <a:pt x="128688" y="31772"/>
                    <a:pt x="116592" y="45751"/>
                  </a:cubicBezTo>
                  <a:lnTo>
                    <a:pt x="21093" y="150598"/>
                  </a:lnTo>
                  <a:cubicBezTo>
                    <a:pt x="16636" y="155681"/>
                    <a:pt x="8997" y="155681"/>
                    <a:pt x="3903" y="151233"/>
                  </a:cubicBezTo>
                  <a:cubicBezTo>
                    <a:pt x="-1190" y="146785"/>
                    <a:pt x="-1190" y="139160"/>
                    <a:pt x="3267" y="134077"/>
                  </a:cubicBezTo>
                  <a:lnTo>
                    <a:pt x="98765" y="29230"/>
                  </a:lnTo>
                  <a:cubicBezTo>
                    <a:pt x="115954" y="10167"/>
                    <a:pt x="140148" y="0"/>
                    <a:pt x="166250" y="0"/>
                  </a:cubicBezTo>
                  <a:lnTo>
                    <a:pt x="613820" y="0"/>
                  </a:lnTo>
                  <a:cubicBezTo>
                    <a:pt x="639286" y="0"/>
                    <a:pt x="664116" y="10802"/>
                    <a:pt x="680669" y="29230"/>
                  </a:cubicBezTo>
                  <a:lnTo>
                    <a:pt x="776167" y="134077"/>
                  </a:lnTo>
                  <a:cubicBezTo>
                    <a:pt x="780624" y="139160"/>
                    <a:pt x="780624" y="146785"/>
                    <a:pt x="775531" y="151233"/>
                  </a:cubicBezTo>
                  <a:cubicBezTo>
                    <a:pt x="772348" y="153140"/>
                    <a:pt x="769801" y="154410"/>
                    <a:pt x="766617" y="1544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12E35E7-A55C-3D67-C08C-CF3CF1757C9E}"/>
                </a:ext>
              </a:extLst>
            </p:cNvPr>
            <p:cNvSpPr/>
            <p:nvPr/>
          </p:nvSpPr>
          <p:spPr>
            <a:xfrm>
              <a:off x="8891287" y="3703557"/>
              <a:ext cx="570135" cy="447909"/>
            </a:xfrm>
            <a:custGeom>
              <a:avLst/>
              <a:gdLst>
                <a:gd name="connsiteX0" fmla="*/ 303520 w 570135"/>
                <a:gd name="connsiteY0" fmla="*/ 24075 h 447909"/>
                <a:gd name="connsiteX1" fmla="*/ 269140 w 570135"/>
                <a:gd name="connsiteY1" fmla="*/ 25981 h 447909"/>
                <a:gd name="connsiteX2" fmla="*/ 89603 w 570135"/>
                <a:gd name="connsiteY2" fmla="*/ 73639 h 447909"/>
                <a:gd name="connsiteX3" fmla="*/ 24664 w 570135"/>
                <a:gd name="connsiteY3" fmla="*/ 156881 h 447909"/>
                <a:gd name="connsiteX4" fmla="*/ 41217 w 570135"/>
                <a:gd name="connsiteY4" fmla="*/ 336073 h 447909"/>
                <a:gd name="connsiteX5" fmla="*/ 121436 w 570135"/>
                <a:gd name="connsiteY5" fmla="*/ 406606 h 447909"/>
                <a:gd name="connsiteX6" fmla="*/ 303520 w 570135"/>
                <a:gd name="connsiteY6" fmla="*/ 423127 h 447909"/>
                <a:gd name="connsiteX7" fmla="*/ 479873 w 570135"/>
                <a:gd name="connsiteY7" fmla="*/ 373564 h 447909"/>
                <a:gd name="connsiteX8" fmla="*/ 545449 w 570135"/>
                <a:gd name="connsiteY8" fmla="*/ 290322 h 447909"/>
                <a:gd name="connsiteX9" fmla="*/ 528896 w 570135"/>
                <a:gd name="connsiteY9" fmla="*/ 111129 h 447909"/>
                <a:gd name="connsiteX10" fmla="*/ 449314 w 570135"/>
                <a:gd name="connsiteY10" fmla="*/ 41231 h 447909"/>
                <a:gd name="connsiteX11" fmla="*/ 303520 w 570135"/>
                <a:gd name="connsiteY11" fmla="*/ 24075 h 447909"/>
                <a:gd name="connsiteX12" fmla="*/ 271687 w 570135"/>
                <a:gd name="connsiteY12" fmla="*/ 447909 h 447909"/>
                <a:gd name="connsiteX13" fmla="*/ 115070 w 570135"/>
                <a:gd name="connsiteY13" fmla="*/ 429482 h 447909"/>
                <a:gd name="connsiteX14" fmla="*/ 17024 w 570135"/>
                <a:gd name="connsiteY14" fmla="*/ 337979 h 447909"/>
                <a:gd name="connsiteX15" fmla="*/ 471 w 570135"/>
                <a:gd name="connsiteY15" fmla="*/ 158787 h 447909"/>
                <a:gd name="connsiteX16" fmla="*/ 80690 w 570135"/>
                <a:gd name="connsiteY16" fmla="*/ 50763 h 447909"/>
                <a:gd name="connsiteX17" fmla="*/ 267230 w 570135"/>
                <a:gd name="connsiteY17" fmla="*/ 1835 h 447909"/>
                <a:gd name="connsiteX18" fmla="*/ 454407 w 570135"/>
                <a:gd name="connsiteY18" fmla="*/ 17085 h 447909"/>
                <a:gd name="connsiteX19" fmla="*/ 553089 w 570135"/>
                <a:gd name="connsiteY19" fmla="*/ 108588 h 447909"/>
                <a:gd name="connsiteX20" fmla="*/ 569641 w 570135"/>
                <a:gd name="connsiteY20" fmla="*/ 287780 h 447909"/>
                <a:gd name="connsiteX21" fmla="*/ 490059 w 570135"/>
                <a:gd name="connsiteY21" fmla="*/ 395168 h 447909"/>
                <a:gd name="connsiteX22" fmla="*/ 305429 w 570135"/>
                <a:gd name="connsiteY22" fmla="*/ 446639 h 447909"/>
                <a:gd name="connsiteX23" fmla="*/ 271687 w 570135"/>
                <a:gd name="connsiteY23" fmla="*/ 447909 h 447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70135" h="447909">
                  <a:moveTo>
                    <a:pt x="303520" y="24075"/>
                  </a:moveTo>
                  <a:cubicBezTo>
                    <a:pt x="291423" y="24075"/>
                    <a:pt x="279963" y="24710"/>
                    <a:pt x="269140" y="25981"/>
                  </a:cubicBezTo>
                  <a:cubicBezTo>
                    <a:pt x="183828" y="34877"/>
                    <a:pt x="90240" y="73003"/>
                    <a:pt x="89603" y="73639"/>
                  </a:cubicBezTo>
                  <a:cubicBezTo>
                    <a:pt x="42491" y="92702"/>
                    <a:pt x="20844" y="119390"/>
                    <a:pt x="24664" y="156881"/>
                  </a:cubicBezTo>
                  <a:lnTo>
                    <a:pt x="41217" y="336073"/>
                  </a:lnTo>
                  <a:cubicBezTo>
                    <a:pt x="45037" y="375470"/>
                    <a:pt x="76233" y="392627"/>
                    <a:pt x="121436" y="406606"/>
                  </a:cubicBezTo>
                  <a:cubicBezTo>
                    <a:pt x="122073" y="406606"/>
                    <a:pt x="216935" y="429482"/>
                    <a:pt x="303520" y="423127"/>
                  </a:cubicBezTo>
                  <a:cubicBezTo>
                    <a:pt x="376735" y="418044"/>
                    <a:pt x="478600" y="374199"/>
                    <a:pt x="479873" y="373564"/>
                  </a:cubicBezTo>
                  <a:cubicBezTo>
                    <a:pt x="529533" y="350053"/>
                    <a:pt x="548632" y="325906"/>
                    <a:pt x="545449" y="290322"/>
                  </a:cubicBezTo>
                  <a:lnTo>
                    <a:pt x="528896" y="111129"/>
                  </a:lnTo>
                  <a:cubicBezTo>
                    <a:pt x="525713" y="74910"/>
                    <a:pt x="501520" y="53940"/>
                    <a:pt x="449314" y="41231"/>
                  </a:cubicBezTo>
                  <a:cubicBezTo>
                    <a:pt x="447404" y="39961"/>
                    <a:pt x="371642" y="24075"/>
                    <a:pt x="303520" y="24075"/>
                  </a:cubicBezTo>
                  <a:moveTo>
                    <a:pt x="271687" y="447909"/>
                  </a:moveTo>
                  <a:cubicBezTo>
                    <a:pt x="192741" y="447909"/>
                    <a:pt x="118253" y="430117"/>
                    <a:pt x="115070" y="429482"/>
                  </a:cubicBezTo>
                  <a:cubicBezTo>
                    <a:pt x="69230" y="415502"/>
                    <a:pt x="22117" y="393897"/>
                    <a:pt x="17024" y="337979"/>
                  </a:cubicBezTo>
                  <a:lnTo>
                    <a:pt x="471" y="158787"/>
                  </a:lnTo>
                  <a:cubicBezTo>
                    <a:pt x="-2712" y="125109"/>
                    <a:pt x="8748" y="79358"/>
                    <a:pt x="80690" y="50763"/>
                  </a:cubicBezTo>
                  <a:cubicBezTo>
                    <a:pt x="84510" y="49492"/>
                    <a:pt x="178098" y="10731"/>
                    <a:pt x="267230" y="1835"/>
                  </a:cubicBezTo>
                  <a:cubicBezTo>
                    <a:pt x="345539" y="-6426"/>
                    <a:pt x="449951" y="15814"/>
                    <a:pt x="454407" y="17085"/>
                  </a:cubicBezTo>
                  <a:cubicBezTo>
                    <a:pt x="493880" y="27252"/>
                    <a:pt x="547358" y="47586"/>
                    <a:pt x="553089" y="108588"/>
                  </a:cubicBezTo>
                  <a:lnTo>
                    <a:pt x="569641" y="287780"/>
                  </a:lnTo>
                  <a:cubicBezTo>
                    <a:pt x="575372" y="347511"/>
                    <a:pt x="530169" y="376741"/>
                    <a:pt x="490059" y="395168"/>
                  </a:cubicBezTo>
                  <a:cubicBezTo>
                    <a:pt x="485603" y="397075"/>
                    <a:pt x="383102" y="441555"/>
                    <a:pt x="305429" y="446639"/>
                  </a:cubicBezTo>
                  <a:cubicBezTo>
                    <a:pt x="293970" y="447274"/>
                    <a:pt x="282510" y="447909"/>
                    <a:pt x="271687" y="44790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D87D88D9-26A8-6CC4-9E0D-BD5E0CBC939A}"/>
                </a:ext>
              </a:extLst>
            </p:cNvPr>
            <p:cNvSpPr/>
            <p:nvPr/>
          </p:nvSpPr>
          <p:spPr>
            <a:xfrm>
              <a:off x="9178885" y="3998957"/>
              <a:ext cx="17836" cy="17802"/>
            </a:xfrm>
            <a:custGeom>
              <a:avLst/>
              <a:gdLst>
                <a:gd name="connsiteX0" fmla="*/ 5735 w 17836"/>
                <a:gd name="connsiteY0" fmla="*/ 640 h 17802"/>
                <a:gd name="connsiteX1" fmla="*/ 17195 w 17836"/>
                <a:gd name="connsiteY1" fmla="*/ 5724 h 17802"/>
                <a:gd name="connsiteX2" fmla="*/ 12102 w 17836"/>
                <a:gd name="connsiteY2" fmla="*/ 17162 h 17802"/>
                <a:gd name="connsiteX3" fmla="*/ 642 w 17836"/>
                <a:gd name="connsiteY3" fmla="*/ 12078 h 17802"/>
                <a:gd name="connsiteX4" fmla="*/ 5735 w 17836"/>
                <a:gd name="connsiteY4" fmla="*/ 640 h 1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36" h="17802">
                  <a:moveTo>
                    <a:pt x="5735" y="640"/>
                  </a:moveTo>
                  <a:cubicBezTo>
                    <a:pt x="10192" y="-1266"/>
                    <a:pt x="15285" y="1276"/>
                    <a:pt x="17195" y="5724"/>
                  </a:cubicBezTo>
                  <a:cubicBezTo>
                    <a:pt x="19105" y="10172"/>
                    <a:pt x="16558" y="15255"/>
                    <a:pt x="12102" y="17162"/>
                  </a:cubicBezTo>
                  <a:cubicBezTo>
                    <a:pt x="7645" y="19068"/>
                    <a:pt x="2552" y="16526"/>
                    <a:pt x="642" y="12078"/>
                  </a:cubicBezTo>
                  <a:cubicBezTo>
                    <a:pt x="-1269" y="6995"/>
                    <a:pt x="1278" y="1911"/>
                    <a:pt x="5735" y="64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F734F4CE-E0D6-3CDD-3FBD-DE4BEA26902E}"/>
                </a:ext>
              </a:extLst>
            </p:cNvPr>
            <p:cNvSpPr/>
            <p:nvPr/>
          </p:nvSpPr>
          <p:spPr>
            <a:xfrm>
              <a:off x="9166706" y="3986901"/>
              <a:ext cx="41458" cy="41291"/>
            </a:xfrm>
            <a:custGeom>
              <a:avLst/>
              <a:gdLst>
                <a:gd name="connsiteX0" fmla="*/ 21098 w 41458"/>
                <a:gd name="connsiteY0" fmla="*/ 41291 h 41291"/>
                <a:gd name="connsiteX1" fmla="*/ 12185 w 41458"/>
                <a:gd name="connsiteY1" fmla="*/ 39385 h 41291"/>
                <a:gd name="connsiteX2" fmla="*/ 1361 w 41458"/>
                <a:gd name="connsiteY2" fmla="*/ 27947 h 41291"/>
                <a:gd name="connsiteX3" fmla="*/ 1998 w 41458"/>
                <a:gd name="connsiteY3" fmla="*/ 12061 h 41291"/>
                <a:gd name="connsiteX4" fmla="*/ 13458 w 41458"/>
                <a:gd name="connsiteY4" fmla="*/ 1259 h 41291"/>
                <a:gd name="connsiteX5" fmla="*/ 40198 w 41458"/>
                <a:gd name="connsiteY5" fmla="*/ 13332 h 41291"/>
                <a:gd name="connsiteX6" fmla="*/ 28101 w 41458"/>
                <a:gd name="connsiteY6" fmla="*/ 40020 h 41291"/>
                <a:gd name="connsiteX7" fmla="*/ 21098 w 41458"/>
                <a:gd name="connsiteY7" fmla="*/ 41291 h 4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458" h="41291">
                  <a:moveTo>
                    <a:pt x="21098" y="41291"/>
                  </a:moveTo>
                  <a:cubicBezTo>
                    <a:pt x="17915" y="41291"/>
                    <a:pt x="15368" y="40656"/>
                    <a:pt x="12185" y="39385"/>
                  </a:cubicBezTo>
                  <a:cubicBezTo>
                    <a:pt x="7091" y="36843"/>
                    <a:pt x="3271" y="33030"/>
                    <a:pt x="1361" y="27947"/>
                  </a:cubicBezTo>
                  <a:cubicBezTo>
                    <a:pt x="-548" y="22863"/>
                    <a:pt x="-548" y="17145"/>
                    <a:pt x="1998" y="12061"/>
                  </a:cubicBezTo>
                  <a:cubicBezTo>
                    <a:pt x="4544" y="6978"/>
                    <a:pt x="8365" y="3165"/>
                    <a:pt x="13458" y="1259"/>
                  </a:cubicBezTo>
                  <a:cubicBezTo>
                    <a:pt x="24281" y="-2554"/>
                    <a:pt x="36377" y="2530"/>
                    <a:pt x="40198" y="13332"/>
                  </a:cubicBezTo>
                  <a:cubicBezTo>
                    <a:pt x="44017" y="24134"/>
                    <a:pt x="38924" y="36208"/>
                    <a:pt x="28101" y="40020"/>
                  </a:cubicBezTo>
                  <a:cubicBezTo>
                    <a:pt x="25554" y="41291"/>
                    <a:pt x="23008" y="41291"/>
                    <a:pt x="21098" y="412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8B4A381A-8EF6-401F-CF51-AB69EA0E83C8}"/>
                </a:ext>
              </a:extLst>
            </p:cNvPr>
            <p:cNvSpPr/>
            <p:nvPr/>
          </p:nvSpPr>
          <p:spPr>
            <a:xfrm>
              <a:off x="9224105" y="3836838"/>
              <a:ext cx="41458" cy="41391"/>
            </a:xfrm>
            <a:custGeom>
              <a:avLst/>
              <a:gdLst>
                <a:gd name="connsiteX0" fmla="*/ 20998 w 41458"/>
                <a:gd name="connsiteY0" fmla="*/ 41391 h 41391"/>
                <a:gd name="connsiteX1" fmla="*/ 12085 w 41458"/>
                <a:gd name="connsiteY1" fmla="*/ 39485 h 41391"/>
                <a:gd name="connsiteX2" fmla="*/ 1261 w 41458"/>
                <a:gd name="connsiteY2" fmla="*/ 28047 h 41391"/>
                <a:gd name="connsiteX3" fmla="*/ 13358 w 41458"/>
                <a:gd name="connsiteY3" fmla="*/ 1359 h 41391"/>
                <a:gd name="connsiteX4" fmla="*/ 13358 w 41458"/>
                <a:gd name="connsiteY4" fmla="*/ 1359 h 41391"/>
                <a:gd name="connsiteX5" fmla="*/ 29274 w 41458"/>
                <a:gd name="connsiteY5" fmla="*/ 1994 h 41391"/>
                <a:gd name="connsiteX6" fmla="*/ 40098 w 41458"/>
                <a:gd name="connsiteY6" fmla="*/ 13432 h 41391"/>
                <a:gd name="connsiteX7" fmla="*/ 39460 w 41458"/>
                <a:gd name="connsiteY7" fmla="*/ 29318 h 41391"/>
                <a:gd name="connsiteX8" fmla="*/ 28001 w 41458"/>
                <a:gd name="connsiteY8" fmla="*/ 40120 h 41391"/>
                <a:gd name="connsiteX9" fmla="*/ 20998 w 41458"/>
                <a:gd name="connsiteY9" fmla="*/ 41391 h 4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458" h="41391">
                  <a:moveTo>
                    <a:pt x="20998" y="41391"/>
                  </a:moveTo>
                  <a:cubicBezTo>
                    <a:pt x="17815" y="41391"/>
                    <a:pt x="15268" y="40756"/>
                    <a:pt x="12085" y="39485"/>
                  </a:cubicBezTo>
                  <a:cubicBezTo>
                    <a:pt x="6991" y="36943"/>
                    <a:pt x="3171" y="33131"/>
                    <a:pt x="1261" y="28047"/>
                  </a:cubicBezTo>
                  <a:cubicBezTo>
                    <a:pt x="-2559" y="17245"/>
                    <a:pt x="2535" y="5171"/>
                    <a:pt x="13358" y="1359"/>
                  </a:cubicBezTo>
                  <a:lnTo>
                    <a:pt x="13358" y="1359"/>
                  </a:lnTo>
                  <a:cubicBezTo>
                    <a:pt x="18451" y="-547"/>
                    <a:pt x="24181" y="-547"/>
                    <a:pt x="29274" y="1994"/>
                  </a:cubicBezTo>
                  <a:cubicBezTo>
                    <a:pt x="34368" y="4536"/>
                    <a:pt x="38187" y="8349"/>
                    <a:pt x="40098" y="13432"/>
                  </a:cubicBezTo>
                  <a:cubicBezTo>
                    <a:pt x="42007" y="18516"/>
                    <a:pt x="42007" y="24234"/>
                    <a:pt x="39460" y="29318"/>
                  </a:cubicBezTo>
                  <a:cubicBezTo>
                    <a:pt x="36914" y="34401"/>
                    <a:pt x="33094" y="38214"/>
                    <a:pt x="28001" y="40120"/>
                  </a:cubicBezTo>
                  <a:cubicBezTo>
                    <a:pt x="26091" y="40756"/>
                    <a:pt x="23544" y="41391"/>
                    <a:pt x="20998" y="41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B3A21BA5-7975-40C7-2000-DD2ECEAF339F}"/>
                </a:ext>
              </a:extLst>
            </p:cNvPr>
            <p:cNvSpPr/>
            <p:nvPr/>
          </p:nvSpPr>
          <p:spPr>
            <a:xfrm>
              <a:off x="9241442" y="3854083"/>
              <a:ext cx="4934" cy="6830"/>
            </a:xfrm>
            <a:custGeom>
              <a:avLst/>
              <a:gdLst>
                <a:gd name="connsiteX0" fmla="*/ 2387 w 4934"/>
                <a:gd name="connsiteY0" fmla="*/ 0 h 6830"/>
                <a:gd name="connsiteX1" fmla="*/ 2387 w 4934"/>
                <a:gd name="connsiteY1" fmla="*/ 0 h 6830"/>
                <a:gd name="connsiteX2" fmla="*/ 478 w 4934"/>
                <a:gd name="connsiteY2" fmla="*/ 1906 h 6830"/>
                <a:gd name="connsiteX3" fmla="*/ 478 w 4934"/>
                <a:gd name="connsiteY3" fmla="*/ 4448 h 6830"/>
                <a:gd name="connsiteX4" fmla="*/ 2387 w 4934"/>
                <a:gd name="connsiteY4" fmla="*/ 6354 h 6830"/>
                <a:gd name="connsiteX5" fmla="*/ 4934 w 4934"/>
                <a:gd name="connsiteY5" fmla="*/ 6354 h 6830"/>
                <a:gd name="connsiteX6" fmla="*/ 2387 w 4934"/>
                <a:gd name="connsiteY6" fmla="*/ 0 h 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34" h="6830">
                  <a:moveTo>
                    <a:pt x="2387" y="0"/>
                  </a:moveTo>
                  <a:lnTo>
                    <a:pt x="2387" y="0"/>
                  </a:lnTo>
                  <a:cubicBezTo>
                    <a:pt x="1751" y="635"/>
                    <a:pt x="1114" y="1271"/>
                    <a:pt x="478" y="1906"/>
                  </a:cubicBezTo>
                  <a:cubicBezTo>
                    <a:pt x="-159" y="2542"/>
                    <a:pt x="-159" y="3813"/>
                    <a:pt x="478" y="4448"/>
                  </a:cubicBezTo>
                  <a:cubicBezTo>
                    <a:pt x="478" y="5083"/>
                    <a:pt x="1751" y="5719"/>
                    <a:pt x="2387" y="6354"/>
                  </a:cubicBezTo>
                  <a:cubicBezTo>
                    <a:pt x="3024" y="6990"/>
                    <a:pt x="4298" y="6990"/>
                    <a:pt x="4934" y="6354"/>
                  </a:cubicBezTo>
                  <a:lnTo>
                    <a:pt x="2387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1ED706C0-9DA9-48D5-A836-E3C88D35DDE4}"/>
                </a:ext>
              </a:extLst>
            </p:cNvPr>
            <p:cNvSpPr/>
            <p:nvPr/>
          </p:nvSpPr>
          <p:spPr>
            <a:xfrm>
              <a:off x="9082750" y="3869964"/>
              <a:ext cx="17836" cy="17802"/>
            </a:xfrm>
            <a:custGeom>
              <a:avLst/>
              <a:gdLst>
                <a:gd name="connsiteX0" fmla="*/ 5735 w 17836"/>
                <a:gd name="connsiteY0" fmla="*/ 640 h 17802"/>
                <a:gd name="connsiteX1" fmla="*/ 17195 w 17836"/>
                <a:gd name="connsiteY1" fmla="*/ 5724 h 17802"/>
                <a:gd name="connsiteX2" fmla="*/ 12101 w 17836"/>
                <a:gd name="connsiteY2" fmla="*/ 17162 h 17802"/>
                <a:gd name="connsiteX3" fmla="*/ 642 w 17836"/>
                <a:gd name="connsiteY3" fmla="*/ 12078 h 17802"/>
                <a:gd name="connsiteX4" fmla="*/ 5735 w 17836"/>
                <a:gd name="connsiteY4" fmla="*/ 640 h 1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36" h="17802">
                  <a:moveTo>
                    <a:pt x="5735" y="640"/>
                  </a:moveTo>
                  <a:cubicBezTo>
                    <a:pt x="10192" y="-1266"/>
                    <a:pt x="15284" y="1276"/>
                    <a:pt x="17195" y="5724"/>
                  </a:cubicBezTo>
                  <a:cubicBezTo>
                    <a:pt x="19105" y="10172"/>
                    <a:pt x="16558" y="15255"/>
                    <a:pt x="12101" y="17162"/>
                  </a:cubicBezTo>
                  <a:cubicBezTo>
                    <a:pt x="7645" y="19068"/>
                    <a:pt x="2551" y="16526"/>
                    <a:pt x="642" y="12078"/>
                  </a:cubicBezTo>
                  <a:cubicBezTo>
                    <a:pt x="-1269" y="6995"/>
                    <a:pt x="1278" y="1911"/>
                    <a:pt x="5735" y="64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7AF3F007-B636-EC3F-CE0C-0C835EA50A30}"/>
                </a:ext>
              </a:extLst>
            </p:cNvPr>
            <p:cNvSpPr/>
            <p:nvPr/>
          </p:nvSpPr>
          <p:spPr>
            <a:xfrm>
              <a:off x="9070671" y="3857172"/>
              <a:ext cx="41458" cy="42026"/>
            </a:xfrm>
            <a:custGeom>
              <a:avLst/>
              <a:gdLst>
                <a:gd name="connsiteX0" fmla="*/ 20997 w 41458"/>
                <a:gd name="connsiteY0" fmla="*/ 42027 h 42026"/>
                <a:gd name="connsiteX1" fmla="*/ 12085 w 41458"/>
                <a:gd name="connsiteY1" fmla="*/ 40120 h 42026"/>
                <a:gd name="connsiteX2" fmla="*/ 1261 w 41458"/>
                <a:gd name="connsiteY2" fmla="*/ 28047 h 42026"/>
                <a:gd name="connsiteX3" fmla="*/ 13358 w 41458"/>
                <a:gd name="connsiteY3" fmla="*/ 1359 h 42026"/>
                <a:gd name="connsiteX4" fmla="*/ 13358 w 41458"/>
                <a:gd name="connsiteY4" fmla="*/ 1359 h 42026"/>
                <a:gd name="connsiteX5" fmla="*/ 29274 w 41458"/>
                <a:gd name="connsiteY5" fmla="*/ 1994 h 42026"/>
                <a:gd name="connsiteX6" fmla="*/ 40097 w 41458"/>
                <a:gd name="connsiteY6" fmla="*/ 13432 h 42026"/>
                <a:gd name="connsiteX7" fmla="*/ 39460 w 41458"/>
                <a:gd name="connsiteY7" fmla="*/ 29318 h 42026"/>
                <a:gd name="connsiteX8" fmla="*/ 28001 w 41458"/>
                <a:gd name="connsiteY8" fmla="*/ 40120 h 42026"/>
                <a:gd name="connsiteX9" fmla="*/ 20997 w 41458"/>
                <a:gd name="connsiteY9" fmla="*/ 42027 h 42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458" h="42026">
                  <a:moveTo>
                    <a:pt x="20997" y="42027"/>
                  </a:moveTo>
                  <a:cubicBezTo>
                    <a:pt x="17814" y="42027"/>
                    <a:pt x="15268" y="41391"/>
                    <a:pt x="12085" y="40120"/>
                  </a:cubicBezTo>
                  <a:cubicBezTo>
                    <a:pt x="6991" y="37579"/>
                    <a:pt x="3171" y="33766"/>
                    <a:pt x="1261" y="28047"/>
                  </a:cubicBezTo>
                  <a:cubicBezTo>
                    <a:pt x="-2559" y="17245"/>
                    <a:pt x="2535" y="5171"/>
                    <a:pt x="13358" y="1359"/>
                  </a:cubicBezTo>
                  <a:lnTo>
                    <a:pt x="13358" y="1359"/>
                  </a:lnTo>
                  <a:cubicBezTo>
                    <a:pt x="18451" y="-547"/>
                    <a:pt x="24180" y="-547"/>
                    <a:pt x="29274" y="1994"/>
                  </a:cubicBezTo>
                  <a:cubicBezTo>
                    <a:pt x="34368" y="4536"/>
                    <a:pt x="38187" y="8349"/>
                    <a:pt x="40097" y="13432"/>
                  </a:cubicBezTo>
                  <a:cubicBezTo>
                    <a:pt x="42007" y="18516"/>
                    <a:pt x="42007" y="24234"/>
                    <a:pt x="39460" y="29318"/>
                  </a:cubicBezTo>
                  <a:cubicBezTo>
                    <a:pt x="36914" y="34401"/>
                    <a:pt x="33094" y="38214"/>
                    <a:pt x="28001" y="40120"/>
                  </a:cubicBezTo>
                  <a:cubicBezTo>
                    <a:pt x="25454" y="42027"/>
                    <a:pt x="23544" y="42027"/>
                    <a:pt x="20997" y="420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5EAFBBEA-A904-48A7-7E8D-B93517BCCB92}"/>
                </a:ext>
              </a:extLst>
            </p:cNvPr>
            <p:cNvSpPr/>
            <p:nvPr/>
          </p:nvSpPr>
          <p:spPr>
            <a:xfrm>
              <a:off x="9493301" y="3736639"/>
              <a:ext cx="562008" cy="580039"/>
            </a:xfrm>
            <a:custGeom>
              <a:avLst/>
              <a:gdLst>
                <a:gd name="connsiteX0" fmla="*/ 331159 w 562008"/>
                <a:gd name="connsiteY0" fmla="*/ 24035 h 580039"/>
                <a:gd name="connsiteX1" fmla="*/ 266856 w 562008"/>
                <a:gd name="connsiteY1" fmla="*/ 46275 h 580039"/>
                <a:gd name="connsiteX2" fmla="*/ 129338 w 562008"/>
                <a:gd name="connsiteY2" fmla="*/ 161289 h 580039"/>
                <a:gd name="connsiteX3" fmla="*/ 36386 w 562008"/>
                <a:gd name="connsiteY3" fmla="*/ 320783 h 580039"/>
                <a:gd name="connsiteX4" fmla="*/ 49756 w 562008"/>
                <a:gd name="connsiteY4" fmla="*/ 424994 h 580039"/>
                <a:gd name="connsiteX5" fmla="*/ 189184 w 562008"/>
                <a:gd name="connsiteY5" fmla="*/ 540008 h 580039"/>
                <a:gd name="connsiteX6" fmla="*/ 296142 w 562008"/>
                <a:gd name="connsiteY6" fmla="*/ 533653 h 580039"/>
                <a:gd name="connsiteX7" fmla="*/ 436843 w 562008"/>
                <a:gd name="connsiteY7" fmla="*/ 418004 h 580039"/>
                <a:gd name="connsiteX8" fmla="*/ 525975 w 562008"/>
                <a:gd name="connsiteY8" fmla="*/ 259781 h 580039"/>
                <a:gd name="connsiteX9" fmla="*/ 512605 w 562008"/>
                <a:gd name="connsiteY9" fmla="*/ 154935 h 580039"/>
                <a:gd name="connsiteX10" fmla="*/ 373178 w 562008"/>
                <a:gd name="connsiteY10" fmla="*/ 39921 h 580039"/>
                <a:gd name="connsiteX11" fmla="*/ 331159 w 562008"/>
                <a:gd name="connsiteY11" fmla="*/ 24035 h 580039"/>
                <a:gd name="connsiteX12" fmla="*/ 229930 w 562008"/>
                <a:gd name="connsiteY12" fmla="*/ 580040 h 580039"/>
                <a:gd name="connsiteX13" fmla="*/ 173904 w 562008"/>
                <a:gd name="connsiteY13" fmla="*/ 559706 h 580039"/>
                <a:gd name="connsiteX14" fmla="*/ 34476 w 562008"/>
                <a:gd name="connsiteY14" fmla="*/ 444693 h 580039"/>
                <a:gd name="connsiteX15" fmla="*/ 14103 w 562008"/>
                <a:gd name="connsiteY15" fmla="*/ 311887 h 580039"/>
                <a:gd name="connsiteX16" fmla="*/ 110875 w 562008"/>
                <a:gd name="connsiteY16" fmla="*/ 146674 h 580039"/>
                <a:gd name="connsiteX17" fmla="*/ 254122 w 562008"/>
                <a:gd name="connsiteY17" fmla="*/ 25941 h 580039"/>
                <a:gd name="connsiteX18" fmla="*/ 389094 w 562008"/>
                <a:gd name="connsiteY18" fmla="*/ 21493 h 580039"/>
                <a:gd name="connsiteX19" fmla="*/ 528522 w 562008"/>
                <a:gd name="connsiteY19" fmla="*/ 136507 h 580039"/>
                <a:gd name="connsiteX20" fmla="*/ 548895 w 562008"/>
                <a:gd name="connsiteY20" fmla="*/ 268677 h 580039"/>
                <a:gd name="connsiteX21" fmla="*/ 455306 w 562008"/>
                <a:gd name="connsiteY21" fmla="*/ 434526 h 580039"/>
                <a:gd name="connsiteX22" fmla="*/ 308238 w 562008"/>
                <a:gd name="connsiteY22" fmla="*/ 555258 h 580039"/>
                <a:gd name="connsiteX23" fmla="*/ 229930 w 562008"/>
                <a:gd name="connsiteY23" fmla="*/ 580040 h 58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62008" h="580039">
                  <a:moveTo>
                    <a:pt x="331159" y="24035"/>
                  </a:moveTo>
                  <a:cubicBezTo>
                    <a:pt x="312695" y="24035"/>
                    <a:pt x="291685" y="31660"/>
                    <a:pt x="266856" y="46275"/>
                  </a:cubicBezTo>
                  <a:cubicBezTo>
                    <a:pt x="266219" y="46911"/>
                    <a:pt x="176451" y="104100"/>
                    <a:pt x="129338" y="161289"/>
                  </a:cubicBezTo>
                  <a:cubicBezTo>
                    <a:pt x="75222" y="227374"/>
                    <a:pt x="36386" y="320147"/>
                    <a:pt x="36386" y="320783"/>
                  </a:cubicBezTo>
                  <a:cubicBezTo>
                    <a:pt x="16650" y="367170"/>
                    <a:pt x="21107" y="401483"/>
                    <a:pt x="49756" y="424994"/>
                  </a:cubicBezTo>
                  <a:lnTo>
                    <a:pt x="189184" y="540008"/>
                  </a:lnTo>
                  <a:cubicBezTo>
                    <a:pt x="219744" y="565425"/>
                    <a:pt x="254122" y="555894"/>
                    <a:pt x="296142" y="533653"/>
                  </a:cubicBezTo>
                  <a:cubicBezTo>
                    <a:pt x="296142" y="533653"/>
                    <a:pt x="380181" y="482819"/>
                    <a:pt x="436843" y="418004"/>
                  </a:cubicBezTo>
                  <a:cubicBezTo>
                    <a:pt x="485229" y="362722"/>
                    <a:pt x="525339" y="260417"/>
                    <a:pt x="525975" y="259781"/>
                  </a:cubicBezTo>
                  <a:cubicBezTo>
                    <a:pt x="544438" y="208311"/>
                    <a:pt x="540618" y="178446"/>
                    <a:pt x="512605" y="154935"/>
                  </a:cubicBezTo>
                  <a:lnTo>
                    <a:pt x="373178" y="39921"/>
                  </a:lnTo>
                  <a:cubicBezTo>
                    <a:pt x="360445" y="29754"/>
                    <a:pt x="346438" y="24035"/>
                    <a:pt x="331159" y="24035"/>
                  </a:cubicBezTo>
                  <a:moveTo>
                    <a:pt x="229930" y="580040"/>
                  </a:moveTo>
                  <a:cubicBezTo>
                    <a:pt x="210830" y="580040"/>
                    <a:pt x="192367" y="574321"/>
                    <a:pt x="173904" y="559706"/>
                  </a:cubicBezTo>
                  <a:lnTo>
                    <a:pt x="34476" y="444693"/>
                  </a:lnTo>
                  <a:cubicBezTo>
                    <a:pt x="8373" y="423088"/>
                    <a:pt x="-16456" y="383055"/>
                    <a:pt x="14103" y="311887"/>
                  </a:cubicBezTo>
                  <a:cubicBezTo>
                    <a:pt x="15376" y="308074"/>
                    <a:pt x="54213" y="215301"/>
                    <a:pt x="110875" y="146674"/>
                  </a:cubicBezTo>
                  <a:cubicBezTo>
                    <a:pt x="160534" y="85672"/>
                    <a:pt x="250303" y="28483"/>
                    <a:pt x="254122" y="25941"/>
                  </a:cubicBezTo>
                  <a:cubicBezTo>
                    <a:pt x="289139" y="4972"/>
                    <a:pt x="341345" y="-17903"/>
                    <a:pt x="389094" y="21493"/>
                  </a:cubicBezTo>
                  <a:lnTo>
                    <a:pt x="528522" y="136507"/>
                  </a:lnTo>
                  <a:cubicBezTo>
                    <a:pt x="574997" y="174633"/>
                    <a:pt x="564175" y="227374"/>
                    <a:pt x="548895" y="268677"/>
                  </a:cubicBezTo>
                  <a:cubicBezTo>
                    <a:pt x="546984" y="273125"/>
                    <a:pt x="506239" y="376066"/>
                    <a:pt x="455306" y="434526"/>
                  </a:cubicBezTo>
                  <a:cubicBezTo>
                    <a:pt x="396097" y="502517"/>
                    <a:pt x="311422" y="553352"/>
                    <a:pt x="308238" y="555258"/>
                  </a:cubicBezTo>
                  <a:cubicBezTo>
                    <a:pt x="283409" y="568602"/>
                    <a:pt x="256669" y="580040"/>
                    <a:pt x="229930" y="58004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A98132C7-38E3-8746-D745-12FE41D57A7D}"/>
                </a:ext>
              </a:extLst>
            </p:cNvPr>
            <p:cNvSpPr/>
            <p:nvPr/>
          </p:nvSpPr>
          <p:spPr>
            <a:xfrm>
              <a:off x="9773527" y="4046587"/>
              <a:ext cx="42019" cy="41970"/>
            </a:xfrm>
            <a:custGeom>
              <a:avLst/>
              <a:gdLst>
                <a:gd name="connsiteX0" fmla="*/ 21009 w 42019"/>
                <a:gd name="connsiteY0" fmla="*/ 41971 h 41970"/>
                <a:gd name="connsiteX1" fmla="*/ 20373 w 42019"/>
                <a:gd name="connsiteY1" fmla="*/ 41971 h 41970"/>
                <a:gd name="connsiteX2" fmla="*/ 5729 w 42019"/>
                <a:gd name="connsiteY2" fmla="*/ 34981 h 41970"/>
                <a:gd name="connsiteX3" fmla="*/ 0 w 42019"/>
                <a:gd name="connsiteY3" fmla="*/ 19731 h 41970"/>
                <a:gd name="connsiteX4" fmla="*/ 21646 w 42019"/>
                <a:gd name="connsiteY4" fmla="*/ 32 h 41970"/>
                <a:gd name="connsiteX5" fmla="*/ 36289 w 42019"/>
                <a:gd name="connsiteY5" fmla="*/ 7022 h 41970"/>
                <a:gd name="connsiteX6" fmla="*/ 42019 w 42019"/>
                <a:gd name="connsiteY6" fmla="*/ 22272 h 41970"/>
                <a:gd name="connsiteX7" fmla="*/ 21009 w 42019"/>
                <a:gd name="connsiteY7" fmla="*/ 41971 h 41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19" h="41970">
                  <a:moveTo>
                    <a:pt x="21009" y="41971"/>
                  </a:moveTo>
                  <a:lnTo>
                    <a:pt x="20373" y="41971"/>
                  </a:lnTo>
                  <a:cubicBezTo>
                    <a:pt x="14643" y="41971"/>
                    <a:pt x="9550" y="39429"/>
                    <a:pt x="5729" y="34981"/>
                  </a:cubicBezTo>
                  <a:cubicBezTo>
                    <a:pt x="1910" y="31168"/>
                    <a:pt x="0" y="25449"/>
                    <a:pt x="0" y="19731"/>
                  </a:cubicBezTo>
                  <a:cubicBezTo>
                    <a:pt x="637" y="8293"/>
                    <a:pt x="10186" y="-603"/>
                    <a:pt x="21646" y="32"/>
                  </a:cubicBezTo>
                  <a:cubicBezTo>
                    <a:pt x="27376" y="32"/>
                    <a:pt x="32469" y="2574"/>
                    <a:pt x="36289" y="7022"/>
                  </a:cubicBezTo>
                  <a:cubicBezTo>
                    <a:pt x="40109" y="10834"/>
                    <a:pt x="42019" y="16553"/>
                    <a:pt x="42019" y="22272"/>
                  </a:cubicBezTo>
                  <a:cubicBezTo>
                    <a:pt x="42019" y="33075"/>
                    <a:pt x="32469" y="41971"/>
                    <a:pt x="21009" y="41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F3EEFF36-BE88-3CB1-F237-A7588A209DE7}"/>
                </a:ext>
              </a:extLst>
            </p:cNvPr>
            <p:cNvSpPr/>
            <p:nvPr/>
          </p:nvSpPr>
          <p:spPr>
            <a:xfrm>
              <a:off x="9886183" y="3931574"/>
              <a:ext cx="42051" cy="41335"/>
            </a:xfrm>
            <a:custGeom>
              <a:avLst/>
              <a:gdLst>
                <a:gd name="connsiteX0" fmla="*/ 20405 w 42051"/>
                <a:gd name="connsiteY0" fmla="*/ 41335 h 41335"/>
                <a:gd name="connsiteX1" fmla="*/ 19768 w 42051"/>
                <a:gd name="connsiteY1" fmla="*/ 41335 h 41335"/>
                <a:gd name="connsiteX2" fmla="*/ 32 w 42051"/>
                <a:gd name="connsiteY2" fmla="*/ 19730 h 41335"/>
                <a:gd name="connsiteX3" fmla="*/ 21679 w 42051"/>
                <a:gd name="connsiteY3" fmla="*/ 32 h 41335"/>
                <a:gd name="connsiteX4" fmla="*/ 36321 w 42051"/>
                <a:gd name="connsiteY4" fmla="*/ 7022 h 41335"/>
                <a:gd name="connsiteX5" fmla="*/ 42051 w 42051"/>
                <a:gd name="connsiteY5" fmla="*/ 22272 h 41335"/>
                <a:gd name="connsiteX6" fmla="*/ 35048 w 42051"/>
                <a:gd name="connsiteY6" fmla="*/ 36887 h 41335"/>
                <a:gd name="connsiteX7" fmla="*/ 20405 w 42051"/>
                <a:gd name="connsiteY7" fmla="*/ 41335 h 4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51" h="41335">
                  <a:moveTo>
                    <a:pt x="20405" y="41335"/>
                  </a:moveTo>
                  <a:lnTo>
                    <a:pt x="19768" y="41335"/>
                  </a:lnTo>
                  <a:cubicBezTo>
                    <a:pt x="8309" y="40700"/>
                    <a:pt x="-604" y="31168"/>
                    <a:pt x="32" y="19730"/>
                  </a:cubicBezTo>
                  <a:cubicBezTo>
                    <a:pt x="669" y="8293"/>
                    <a:pt x="10218" y="-603"/>
                    <a:pt x="21679" y="32"/>
                  </a:cubicBezTo>
                  <a:cubicBezTo>
                    <a:pt x="27409" y="32"/>
                    <a:pt x="32501" y="2574"/>
                    <a:pt x="36321" y="7022"/>
                  </a:cubicBezTo>
                  <a:cubicBezTo>
                    <a:pt x="40142" y="10834"/>
                    <a:pt x="42051" y="16553"/>
                    <a:pt x="42051" y="22272"/>
                  </a:cubicBezTo>
                  <a:cubicBezTo>
                    <a:pt x="42051" y="27991"/>
                    <a:pt x="39504" y="33075"/>
                    <a:pt x="35048" y="36887"/>
                  </a:cubicBezTo>
                  <a:cubicBezTo>
                    <a:pt x="30592" y="39429"/>
                    <a:pt x="25498" y="41335"/>
                    <a:pt x="20405" y="41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186F6BAC-4A59-30E7-D346-880D2E1C9FA4}"/>
                </a:ext>
              </a:extLst>
            </p:cNvPr>
            <p:cNvSpPr/>
            <p:nvPr/>
          </p:nvSpPr>
          <p:spPr>
            <a:xfrm>
              <a:off x="9736569" y="3890906"/>
              <a:ext cx="41446" cy="41335"/>
            </a:xfrm>
            <a:custGeom>
              <a:avLst/>
              <a:gdLst>
                <a:gd name="connsiteX0" fmla="*/ 20405 w 41446"/>
                <a:gd name="connsiteY0" fmla="*/ 41335 h 41335"/>
                <a:gd name="connsiteX1" fmla="*/ 19768 w 41446"/>
                <a:gd name="connsiteY1" fmla="*/ 41335 h 41335"/>
                <a:gd name="connsiteX2" fmla="*/ 32 w 41446"/>
                <a:gd name="connsiteY2" fmla="*/ 19731 h 41335"/>
                <a:gd name="connsiteX3" fmla="*/ 21679 w 41446"/>
                <a:gd name="connsiteY3" fmla="*/ 32 h 41335"/>
                <a:gd name="connsiteX4" fmla="*/ 41415 w 41446"/>
                <a:gd name="connsiteY4" fmla="*/ 21637 h 41335"/>
                <a:gd name="connsiteX5" fmla="*/ 34412 w 41446"/>
                <a:gd name="connsiteY5" fmla="*/ 36252 h 41335"/>
                <a:gd name="connsiteX6" fmla="*/ 20405 w 41446"/>
                <a:gd name="connsiteY6" fmla="*/ 41335 h 4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446" h="41335">
                  <a:moveTo>
                    <a:pt x="20405" y="41335"/>
                  </a:moveTo>
                  <a:lnTo>
                    <a:pt x="19768" y="41335"/>
                  </a:lnTo>
                  <a:cubicBezTo>
                    <a:pt x="8309" y="40700"/>
                    <a:pt x="-604" y="31168"/>
                    <a:pt x="32" y="19731"/>
                  </a:cubicBezTo>
                  <a:cubicBezTo>
                    <a:pt x="669" y="8293"/>
                    <a:pt x="9582" y="-603"/>
                    <a:pt x="21679" y="32"/>
                  </a:cubicBezTo>
                  <a:cubicBezTo>
                    <a:pt x="33138" y="668"/>
                    <a:pt x="42051" y="10199"/>
                    <a:pt x="41415" y="21637"/>
                  </a:cubicBezTo>
                  <a:cubicBezTo>
                    <a:pt x="41415" y="27356"/>
                    <a:pt x="38868" y="32439"/>
                    <a:pt x="34412" y="36252"/>
                  </a:cubicBezTo>
                  <a:cubicBezTo>
                    <a:pt x="30592" y="39429"/>
                    <a:pt x="25498" y="41335"/>
                    <a:pt x="20405" y="41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3C48366-798D-EECD-9E36-73F1231553BC}"/>
                </a:ext>
              </a:extLst>
            </p:cNvPr>
            <p:cNvSpPr/>
            <p:nvPr/>
          </p:nvSpPr>
          <p:spPr>
            <a:xfrm>
              <a:off x="9100969" y="4171673"/>
              <a:ext cx="596313" cy="504026"/>
            </a:xfrm>
            <a:custGeom>
              <a:avLst/>
              <a:gdLst>
                <a:gd name="connsiteX0" fmla="*/ 180423 w 596313"/>
                <a:gd name="connsiteY0" fmla="*/ 23638 h 504026"/>
                <a:gd name="connsiteX1" fmla="*/ 107208 w 596313"/>
                <a:gd name="connsiteY1" fmla="*/ 65577 h 504026"/>
                <a:gd name="connsiteX2" fmla="*/ 31445 w 596313"/>
                <a:gd name="connsiteY2" fmla="*/ 228883 h 504026"/>
                <a:gd name="connsiteX3" fmla="*/ 65188 w 596313"/>
                <a:gd name="connsiteY3" fmla="*/ 329282 h 504026"/>
                <a:gd name="connsiteX4" fmla="*/ 214166 w 596313"/>
                <a:gd name="connsiteY4" fmla="*/ 434129 h 504026"/>
                <a:gd name="connsiteX5" fmla="*/ 391792 w 596313"/>
                <a:gd name="connsiteY5" fmla="*/ 478609 h 504026"/>
                <a:gd name="connsiteX6" fmla="*/ 490474 w 596313"/>
                <a:gd name="connsiteY6" fmla="*/ 438577 h 504026"/>
                <a:gd name="connsiteX7" fmla="*/ 566236 w 596313"/>
                <a:gd name="connsiteY7" fmla="*/ 275270 h 504026"/>
                <a:gd name="connsiteX8" fmla="*/ 532494 w 596313"/>
                <a:gd name="connsiteY8" fmla="*/ 174871 h 504026"/>
                <a:gd name="connsiteX9" fmla="*/ 384789 w 596313"/>
                <a:gd name="connsiteY9" fmla="*/ 73202 h 504026"/>
                <a:gd name="connsiteX10" fmla="*/ 205253 w 596313"/>
                <a:gd name="connsiteY10" fmla="*/ 25544 h 504026"/>
                <a:gd name="connsiteX11" fmla="*/ 180423 w 596313"/>
                <a:gd name="connsiteY11" fmla="*/ 23638 h 504026"/>
                <a:gd name="connsiteX12" fmla="*/ 412802 w 596313"/>
                <a:gd name="connsiteY12" fmla="*/ 504026 h 504026"/>
                <a:gd name="connsiteX13" fmla="*/ 389246 w 596313"/>
                <a:gd name="connsiteY13" fmla="*/ 502755 h 504026"/>
                <a:gd name="connsiteX14" fmla="*/ 203342 w 596313"/>
                <a:gd name="connsiteY14" fmla="*/ 456369 h 504026"/>
                <a:gd name="connsiteX15" fmla="*/ 47362 w 596313"/>
                <a:gd name="connsiteY15" fmla="*/ 347074 h 504026"/>
                <a:gd name="connsiteX16" fmla="*/ 8526 w 596313"/>
                <a:gd name="connsiteY16" fmla="*/ 219352 h 504026"/>
                <a:gd name="connsiteX17" fmla="*/ 84288 w 596313"/>
                <a:gd name="connsiteY17" fmla="*/ 56045 h 504026"/>
                <a:gd name="connsiteX18" fmla="*/ 207799 w 596313"/>
                <a:gd name="connsiteY18" fmla="*/ 2033 h 504026"/>
                <a:gd name="connsiteX19" fmla="*/ 393703 w 596313"/>
                <a:gd name="connsiteY19" fmla="*/ 51597 h 504026"/>
                <a:gd name="connsiteX20" fmla="*/ 548411 w 596313"/>
                <a:gd name="connsiteY20" fmla="*/ 157715 h 504026"/>
                <a:gd name="connsiteX21" fmla="*/ 587246 w 596313"/>
                <a:gd name="connsiteY21" fmla="*/ 286072 h 504026"/>
                <a:gd name="connsiteX22" fmla="*/ 511484 w 596313"/>
                <a:gd name="connsiteY22" fmla="*/ 449379 h 504026"/>
                <a:gd name="connsiteX23" fmla="*/ 412802 w 596313"/>
                <a:gd name="connsiteY23" fmla="*/ 504026 h 504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96313" h="504026">
                  <a:moveTo>
                    <a:pt x="180423" y="23638"/>
                  </a:moveTo>
                  <a:cubicBezTo>
                    <a:pt x="144134" y="23638"/>
                    <a:pt x="119941" y="37618"/>
                    <a:pt x="107208" y="65577"/>
                  </a:cubicBezTo>
                  <a:lnTo>
                    <a:pt x="31445" y="228883"/>
                  </a:lnTo>
                  <a:cubicBezTo>
                    <a:pt x="14892" y="264468"/>
                    <a:pt x="32719" y="294969"/>
                    <a:pt x="65188" y="329282"/>
                  </a:cubicBezTo>
                  <a:cubicBezTo>
                    <a:pt x="65188" y="329282"/>
                    <a:pt x="136494" y="396638"/>
                    <a:pt x="214166" y="434129"/>
                  </a:cubicBezTo>
                  <a:cubicBezTo>
                    <a:pt x="280378" y="465900"/>
                    <a:pt x="390519" y="477974"/>
                    <a:pt x="391792" y="478609"/>
                  </a:cubicBezTo>
                  <a:cubicBezTo>
                    <a:pt x="446546" y="483057"/>
                    <a:pt x="475195" y="471619"/>
                    <a:pt x="490474" y="438577"/>
                  </a:cubicBezTo>
                  <a:lnTo>
                    <a:pt x="566236" y="275270"/>
                  </a:lnTo>
                  <a:cubicBezTo>
                    <a:pt x="581516" y="242227"/>
                    <a:pt x="571330" y="212362"/>
                    <a:pt x="532494" y="174871"/>
                  </a:cubicBezTo>
                  <a:cubicBezTo>
                    <a:pt x="531857" y="174236"/>
                    <a:pt x="452912" y="103067"/>
                    <a:pt x="384789" y="73202"/>
                  </a:cubicBezTo>
                  <a:cubicBezTo>
                    <a:pt x="305844" y="38253"/>
                    <a:pt x="205889" y="25544"/>
                    <a:pt x="205253" y="25544"/>
                  </a:cubicBezTo>
                  <a:cubicBezTo>
                    <a:pt x="196339" y="24273"/>
                    <a:pt x="188063" y="23638"/>
                    <a:pt x="180423" y="23638"/>
                  </a:cubicBezTo>
                  <a:moveTo>
                    <a:pt x="412802" y="504026"/>
                  </a:moveTo>
                  <a:cubicBezTo>
                    <a:pt x="405163" y="504026"/>
                    <a:pt x="396886" y="503391"/>
                    <a:pt x="389246" y="502755"/>
                  </a:cubicBezTo>
                  <a:cubicBezTo>
                    <a:pt x="384153" y="502120"/>
                    <a:pt x="273375" y="490047"/>
                    <a:pt x="203342" y="456369"/>
                  </a:cubicBezTo>
                  <a:cubicBezTo>
                    <a:pt x="121851" y="416972"/>
                    <a:pt x="50545" y="349616"/>
                    <a:pt x="47362" y="347074"/>
                  </a:cubicBezTo>
                  <a:cubicBezTo>
                    <a:pt x="14256" y="312125"/>
                    <a:pt x="-15030" y="270187"/>
                    <a:pt x="8526" y="219352"/>
                  </a:cubicBezTo>
                  <a:lnTo>
                    <a:pt x="84288" y="56045"/>
                  </a:lnTo>
                  <a:cubicBezTo>
                    <a:pt x="98294" y="25544"/>
                    <a:pt x="131401" y="-8769"/>
                    <a:pt x="207799" y="2033"/>
                  </a:cubicBezTo>
                  <a:cubicBezTo>
                    <a:pt x="211619" y="2669"/>
                    <a:pt x="312210" y="15377"/>
                    <a:pt x="393703" y="51597"/>
                  </a:cubicBezTo>
                  <a:cubicBezTo>
                    <a:pt x="465645" y="83369"/>
                    <a:pt x="545227" y="154537"/>
                    <a:pt x="548411" y="157715"/>
                  </a:cubicBezTo>
                  <a:cubicBezTo>
                    <a:pt x="577697" y="186309"/>
                    <a:pt x="613349" y="230154"/>
                    <a:pt x="587246" y="286072"/>
                  </a:cubicBezTo>
                  <a:lnTo>
                    <a:pt x="511484" y="449379"/>
                  </a:lnTo>
                  <a:cubicBezTo>
                    <a:pt x="491748" y="493859"/>
                    <a:pt x="451002" y="504026"/>
                    <a:pt x="412802" y="504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2B720C6E-DC77-193E-FAF5-51FD2217A6CC}"/>
                </a:ext>
              </a:extLst>
            </p:cNvPr>
            <p:cNvSpPr/>
            <p:nvPr/>
          </p:nvSpPr>
          <p:spPr>
            <a:xfrm>
              <a:off x="9365593" y="4452184"/>
              <a:ext cx="42330" cy="41781"/>
            </a:xfrm>
            <a:custGeom>
              <a:avLst/>
              <a:gdLst>
                <a:gd name="connsiteX0" fmla="*/ 21484 w 42330"/>
                <a:gd name="connsiteY0" fmla="*/ 41781 h 41781"/>
                <a:gd name="connsiteX1" fmla="*/ 11934 w 42330"/>
                <a:gd name="connsiteY1" fmla="*/ 39875 h 41781"/>
                <a:gd name="connsiteX2" fmla="*/ 1111 w 42330"/>
                <a:gd name="connsiteY2" fmla="*/ 27801 h 41781"/>
                <a:gd name="connsiteX3" fmla="*/ 2384 w 42330"/>
                <a:gd name="connsiteY3" fmla="*/ 11916 h 41781"/>
                <a:gd name="connsiteX4" fmla="*/ 14480 w 42330"/>
                <a:gd name="connsiteY4" fmla="*/ 1113 h 41781"/>
                <a:gd name="connsiteX5" fmla="*/ 14480 w 42330"/>
                <a:gd name="connsiteY5" fmla="*/ 1113 h 41781"/>
                <a:gd name="connsiteX6" fmla="*/ 41220 w 42330"/>
                <a:gd name="connsiteY6" fmla="*/ 14458 h 41781"/>
                <a:gd name="connsiteX7" fmla="*/ 39947 w 42330"/>
                <a:gd name="connsiteY7" fmla="*/ 30343 h 41781"/>
                <a:gd name="connsiteX8" fmla="*/ 27850 w 42330"/>
                <a:gd name="connsiteY8" fmla="*/ 41146 h 41781"/>
                <a:gd name="connsiteX9" fmla="*/ 21484 w 42330"/>
                <a:gd name="connsiteY9" fmla="*/ 41781 h 41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330" h="41781">
                  <a:moveTo>
                    <a:pt x="21484" y="41781"/>
                  </a:moveTo>
                  <a:cubicBezTo>
                    <a:pt x="18300" y="41781"/>
                    <a:pt x="15117" y="41146"/>
                    <a:pt x="11934" y="39875"/>
                  </a:cubicBezTo>
                  <a:cubicBezTo>
                    <a:pt x="6841" y="37333"/>
                    <a:pt x="3020" y="32885"/>
                    <a:pt x="1111" y="27801"/>
                  </a:cubicBezTo>
                  <a:cubicBezTo>
                    <a:pt x="-799" y="22718"/>
                    <a:pt x="-163" y="16999"/>
                    <a:pt x="2384" y="11916"/>
                  </a:cubicBezTo>
                  <a:cubicBezTo>
                    <a:pt x="4931" y="6832"/>
                    <a:pt x="9387" y="3020"/>
                    <a:pt x="14480" y="1113"/>
                  </a:cubicBezTo>
                  <a:lnTo>
                    <a:pt x="14480" y="1113"/>
                  </a:lnTo>
                  <a:cubicBezTo>
                    <a:pt x="25303" y="-2699"/>
                    <a:pt x="37400" y="3655"/>
                    <a:pt x="41220" y="14458"/>
                  </a:cubicBezTo>
                  <a:cubicBezTo>
                    <a:pt x="43130" y="19541"/>
                    <a:pt x="42493" y="25260"/>
                    <a:pt x="39947" y="30343"/>
                  </a:cubicBezTo>
                  <a:cubicBezTo>
                    <a:pt x="37400" y="35427"/>
                    <a:pt x="32944" y="39239"/>
                    <a:pt x="27850" y="41146"/>
                  </a:cubicBezTo>
                  <a:cubicBezTo>
                    <a:pt x="25941" y="41781"/>
                    <a:pt x="23394" y="41781"/>
                    <a:pt x="21484" y="4178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5C187E7E-0767-C994-E3F7-920DE14102BD}"/>
                </a:ext>
              </a:extLst>
            </p:cNvPr>
            <p:cNvSpPr/>
            <p:nvPr/>
          </p:nvSpPr>
          <p:spPr>
            <a:xfrm>
              <a:off x="9274546" y="4320014"/>
              <a:ext cx="42335" cy="41781"/>
            </a:xfrm>
            <a:custGeom>
              <a:avLst/>
              <a:gdLst>
                <a:gd name="connsiteX0" fmla="*/ 20852 w 42335"/>
                <a:gd name="connsiteY0" fmla="*/ 41781 h 41781"/>
                <a:gd name="connsiteX1" fmla="*/ 1115 w 42335"/>
                <a:gd name="connsiteY1" fmla="*/ 27802 h 41781"/>
                <a:gd name="connsiteX2" fmla="*/ 14485 w 42335"/>
                <a:gd name="connsiteY2" fmla="*/ 1113 h 41781"/>
                <a:gd name="connsiteX3" fmla="*/ 14485 w 42335"/>
                <a:gd name="connsiteY3" fmla="*/ 1113 h 41781"/>
                <a:gd name="connsiteX4" fmla="*/ 41225 w 42335"/>
                <a:gd name="connsiteY4" fmla="*/ 14457 h 41781"/>
                <a:gd name="connsiteX5" fmla="*/ 39951 w 42335"/>
                <a:gd name="connsiteY5" fmla="*/ 30343 h 41781"/>
                <a:gd name="connsiteX6" fmla="*/ 27855 w 42335"/>
                <a:gd name="connsiteY6" fmla="*/ 41146 h 41781"/>
                <a:gd name="connsiteX7" fmla="*/ 20852 w 42335"/>
                <a:gd name="connsiteY7" fmla="*/ 41781 h 41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335" h="41781">
                  <a:moveTo>
                    <a:pt x="20852" y="41781"/>
                  </a:moveTo>
                  <a:cubicBezTo>
                    <a:pt x="11939" y="41781"/>
                    <a:pt x="3662" y="36062"/>
                    <a:pt x="1115" y="27802"/>
                  </a:cubicBezTo>
                  <a:cubicBezTo>
                    <a:pt x="-2704" y="16999"/>
                    <a:pt x="3662" y="4926"/>
                    <a:pt x="14485" y="1113"/>
                  </a:cubicBezTo>
                  <a:lnTo>
                    <a:pt x="14485" y="1113"/>
                  </a:lnTo>
                  <a:cubicBezTo>
                    <a:pt x="25309" y="-2699"/>
                    <a:pt x="37405" y="3655"/>
                    <a:pt x="41225" y="14457"/>
                  </a:cubicBezTo>
                  <a:cubicBezTo>
                    <a:pt x="43135" y="19541"/>
                    <a:pt x="42498" y="25260"/>
                    <a:pt x="39951" y="30343"/>
                  </a:cubicBezTo>
                  <a:cubicBezTo>
                    <a:pt x="37405" y="35427"/>
                    <a:pt x="32948" y="39239"/>
                    <a:pt x="27855" y="41146"/>
                  </a:cubicBezTo>
                  <a:cubicBezTo>
                    <a:pt x="25309" y="41781"/>
                    <a:pt x="22762" y="41781"/>
                    <a:pt x="20852" y="4178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2A433DA9-61ED-A00A-0B7E-F1B590C9461F}"/>
                </a:ext>
              </a:extLst>
            </p:cNvPr>
            <p:cNvSpPr/>
            <p:nvPr/>
          </p:nvSpPr>
          <p:spPr>
            <a:xfrm>
              <a:off x="10314685" y="4628042"/>
              <a:ext cx="709871" cy="97856"/>
            </a:xfrm>
            <a:custGeom>
              <a:avLst/>
              <a:gdLst>
                <a:gd name="connsiteX0" fmla="*/ 697775 w 709871"/>
                <a:gd name="connsiteY0" fmla="*/ 97857 h 97856"/>
                <a:gd name="connsiteX1" fmla="*/ 685678 w 709871"/>
                <a:gd name="connsiteY1" fmla="*/ 85784 h 97856"/>
                <a:gd name="connsiteX2" fmla="*/ 632836 w 709871"/>
                <a:gd name="connsiteY2" fmla="*/ 24146 h 97856"/>
                <a:gd name="connsiteX3" fmla="*/ 77035 w 709871"/>
                <a:gd name="connsiteY3" fmla="*/ 24146 h 97856"/>
                <a:gd name="connsiteX4" fmla="*/ 24192 w 709871"/>
                <a:gd name="connsiteY4" fmla="*/ 85784 h 97856"/>
                <a:gd name="connsiteX5" fmla="*/ 12096 w 709871"/>
                <a:gd name="connsiteY5" fmla="*/ 97857 h 97856"/>
                <a:gd name="connsiteX6" fmla="*/ 0 w 709871"/>
                <a:gd name="connsiteY6" fmla="*/ 85784 h 97856"/>
                <a:gd name="connsiteX7" fmla="*/ 77035 w 709871"/>
                <a:gd name="connsiteY7" fmla="*/ 0 h 97856"/>
                <a:gd name="connsiteX8" fmla="*/ 632836 w 709871"/>
                <a:gd name="connsiteY8" fmla="*/ 0 h 97856"/>
                <a:gd name="connsiteX9" fmla="*/ 709872 w 709871"/>
                <a:gd name="connsiteY9" fmla="*/ 85784 h 97856"/>
                <a:gd name="connsiteX10" fmla="*/ 697775 w 709871"/>
                <a:gd name="connsiteY10" fmla="*/ 97857 h 97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9871" h="97856">
                  <a:moveTo>
                    <a:pt x="697775" y="97857"/>
                  </a:moveTo>
                  <a:cubicBezTo>
                    <a:pt x="690772" y="97857"/>
                    <a:pt x="685678" y="92138"/>
                    <a:pt x="685678" y="85784"/>
                  </a:cubicBezTo>
                  <a:cubicBezTo>
                    <a:pt x="685678" y="52105"/>
                    <a:pt x="662122" y="24146"/>
                    <a:pt x="632836" y="24146"/>
                  </a:cubicBezTo>
                  <a:lnTo>
                    <a:pt x="77035" y="24146"/>
                  </a:lnTo>
                  <a:cubicBezTo>
                    <a:pt x="47749" y="24146"/>
                    <a:pt x="24192" y="51470"/>
                    <a:pt x="24192" y="85784"/>
                  </a:cubicBezTo>
                  <a:cubicBezTo>
                    <a:pt x="24192" y="92773"/>
                    <a:pt x="18462" y="97857"/>
                    <a:pt x="12096" y="97857"/>
                  </a:cubicBezTo>
                  <a:cubicBezTo>
                    <a:pt x="5093" y="97857"/>
                    <a:pt x="0" y="92138"/>
                    <a:pt x="0" y="85784"/>
                  </a:cubicBezTo>
                  <a:cubicBezTo>
                    <a:pt x="0" y="38762"/>
                    <a:pt x="34379" y="0"/>
                    <a:pt x="77035" y="0"/>
                  </a:cubicBezTo>
                  <a:lnTo>
                    <a:pt x="632836" y="0"/>
                  </a:lnTo>
                  <a:cubicBezTo>
                    <a:pt x="675492" y="0"/>
                    <a:pt x="709872" y="38126"/>
                    <a:pt x="709872" y="85784"/>
                  </a:cubicBezTo>
                  <a:cubicBezTo>
                    <a:pt x="709872" y="92138"/>
                    <a:pt x="704142" y="97857"/>
                    <a:pt x="697775" y="978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C73417CA-1C75-3084-8B2E-7EE6E1F18F07}"/>
                </a:ext>
              </a:extLst>
            </p:cNvPr>
            <p:cNvSpPr/>
            <p:nvPr/>
          </p:nvSpPr>
          <p:spPr>
            <a:xfrm>
              <a:off x="10234466" y="4772920"/>
              <a:ext cx="856302" cy="24146"/>
            </a:xfrm>
            <a:custGeom>
              <a:avLst/>
              <a:gdLst>
                <a:gd name="connsiteX0" fmla="*/ 844207 w 856302"/>
                <a:gd name="connsiteY0" fmla="*/ 24147 h 24146"/>
                <a:gd name="connsiteX1" fmla="*/ 12097 w 856302"/>
                <a:gd name="connsiteY1" fmla="*/ 24147 h 24146"/>
                <a:gd name="connsiteX2" fmla="*/ 0 w 856302"/>
                <a:gd name="connsiteY2" fmla="*/ 12073 h 24146"/>
                <a:gd name="connsiteX3" fmla="*/ 12097 w 856302"/>
                <a:gd name="connsiteY3" fmla="*/ 0 h 24146"/>
                <a:gd name="connsiteX4" fmla="*/ 844207 w 856302"/>
                <a:gd name="connsiteY4" fmla="*/ 0 h 24146"/>
                <a:gd name="connsiteX5" fmla="*/ 856302 w 856302"/>
                <a:gd name="connsiteY5" fmla="*/ 12073 h 24146"/>
                <a:gd name="connsiteX6" fmla="*/ 844207 w 856302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6302" h="24146">
                  <a:moveTo>
                    <a:pt x="844207" y="24147"/>
                  </a:moveTo>
                  <a:lnTo>
                    <a:pt x="12097" y="24147"/>
                  </a:lnTo>
                  <a:cubicBezTo>
                    <a:pt x="5094" y="24147"/>
                    <a:pt x="0" y="18428"/>
                    <a:pt x="0" y="12073"/>
                  </a:cubicBezTo>
                  <a:cubicBezTo>
                    <a:pt x="0" y="5084"/>
                    <a:pt x="5730" y="0"/>
                    <a:pt x="12097" y="0"/>
                  </a:cubicBezTo>
                  <a:lnTo>
                    <a:pt x="844207" y="0"/>
                  </a:lnTo>
                  <a:cubicBezTo>
                    <a:pt x="851210" y="0"/>
                    <a:pt x="856302" y="5719"/>
                    <a:pt x="856302" y="12073"/>
                  </a:cubicBezTo>
                  <a:cubicBezTo>
                    <a:pt x="856302" y="18428"/>
                    <a:pt x="851210" y="24147"/>
                    <a:pt x="844207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89494A79-07B6-CFFF-4644-FEDC3558E84A}"/>
                </a:ext>
              </a:extLst>
            </p:cNvPr>
            <p:cNvSpPr/>
            <p:nvPr/>
          </p:nvSpPr>
          <p:spPr>
            <a:xfrm>
              <a:off x="10149791" y="3570044"/>
              <a:ext cx="1040932" cy="220495"/>
            </a:xfrm>
            <a:custGeom>
              <a:avLst/>
              <a:gdLst>
                <a:gd name="connsiteX0" fmla="*/ 1027563 w 1040932"/>
                <a:gd name="connsiteY0" fmla="*/ 220496 h 220495"/>
                <a:gd name="connsiteX1" fmla="*/ 1015467 w 1040932"/>
                <a:gd name="connsiteY1" fmla="*/ 208422 h 220495"/>
                <a:gd name="connsiteX2" fmla="*/ 1015467 w 1040932"/>
                <a:gd name="connsiteY2" fmla="*/ 142337 h 220495"/>
                <a:gd name="connsiteX3" fmla="*/ 902778 w 1040932"/>
                <a:gd name="connsiteY3" fmla="*/ 24146 h 220495"/>
                <a:gd name="connsiteX4" fmla="*/ 136881 w 1040932"/>
                <a:gd name="connsiteY4" fmla="*/ 24146 h 220495"/>
                <a:gd name="connsiteX5" fmla="*/ 24192 w 1040932"/>
                <a:gd name="connsiteY5" fmla="*/ 142337 h 220495"/>
                <a:gd name="connsiteX6" fmla="*/ 24192 w 1040932"/>
                <a:gd name="connsiteY6" fmla="*/ 208422 h 220495"/>
                <a:gd name="connsiteX7" fmla="*/ 12097 w 1040932"/>
                <a:gd name="connsiteY7" fmla="*/ 220496 h 220495"/>
                <a:gd name="connsiteX8" fmla="*/ 0 w 1040932"/>
                <a:gd name="connsiteY8" fmla="*/ 208422 h 220495"/>
                <a:gd name="connsiteX9" fmla="*/ 0 w 1040932"/>
                <a:gd name="connsiteY9" fmla="*/ 142337 h 220495"/>
                <a:gd name="connsiteX10" fmla="*/ 137518 w 1040932"/>
                <a:gd name="connsiteY10" fmla="*/ 0 h 220495"/>
                <a:gd name="connsiteX11" fmla="*/ 903415 w 1040932"/>
                <a:gd name="connsiteY11" fmla="*/ 0 h 220495"/>
                <a:gd name="connsiteX12" fmla="*/ 1040933 w 1040932"/>
                <a:gd name="connsiteY12" fmla="*/ 142337 h 220495"/>
                <a:gd name="connsiteX13" fmla="*/ 1040933 w 1040932"/>
                <a:gd name="connsiteY13" fmla="*/ 208422 h 220495"/>
                <a:gd name="connsiteX14" fmla="*/ 1027563 w 1040932"/>
                <a:gd name="connsiteY14" fmla="*/ 220496 h 220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40932" h="220495">
                  <a:moveTo>
                    <a:pt x="1027563" y="220496"/>
                  </a:moveTo>
                  <a:cubicBezTo>
                    <a:pt x="1020559" y="220496"/>
                    <a:pt x="1015467" y="214777"/>
                    <a:pt x="1015467" y="208422"/>
                  </a:cubicBezTo>
                  <a:lnTo>
                    <a:pt x="1015467" y="142337"/>
                  </a:lnTo>
                  <a:cubicBezTo>
                    <a:pt x="1015467" y="77523"/>
                    <a:pt x="964534" y="24146"/>
                    <a:pt x="902778" y="24146"/>
                  </a:cubicBezTo>
                  <a:lnTo>
                    <a:pt x="136881" y="24146"/>
                  </a:lnTo>
                  <a:cubicBezTo>
                    <a:pt x="74488" y="24146"/>
                    <a:pt x="24192" y="76888"/>
                    <a:pt x="24192" y="142337"/>
                  </a:cubicBezTo>
                  <a:lnTo>
                    <a:pt x="24192" y="208422"/>
                  </a:lnTo>
                  <a:cubicBezTo>
                    <a:pt x="24192" y="215412"/>
                    <a:pt x="18463" y="220496"/>
                    <a:pt x="12097" y="220496"/>
                  </a:cubicBezTo>
                  <a:cubicBezTo>
                    <a:pt x="5093" y="220496"/>
                    <a:pt x="0" y="214777"/>
                    <a:pt x="0" y="208422"/>
                  </a:cubicBezTo>
                  <a:lnTo>
                    <a:pt x="0" y="142337"/>
                  </a:lnTo>
                  <a:cubicBezTo>
                    <a:pt x="0" y="63543"/>
                    <a:pt x="61755" y="0"/>
                    <a:pt x="137518" y="0"/>
                  </a:cubicBezTo>
                  <a:lnTo>
                    <a:pt x="903415" y="0"/>
                  </a:lnTo>
                  <a:cubicBezTo>
                    <a:pt x="979177" y="0"/>
                    <a:pt x="1040933" y="63543"/>
                    <a:pt x="1040933" y="142337"/>
                  </a:cubicBezTo>
                  <a:lnTo>
                    <a:pt x="1040933" y="208422"/>
                  </a:lnTo>
                  <a:cubicBezTo>
                    <a:pt x="1040296" y="214777"/>
                    <a:pt x="1034566" y="220496"/>
                    <a:pt x="1027563" y="2204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3E376481-8E4F-7796-E111-D5B64B7DEF89}"/>
                </a:ext>
              </a:extLst>
            </p:cNvPr>
            <p:cNvSpPr/>
            <p:nvPr/>
          </p:nvSpPr>
          <p:spPr>
            <a:xfrm>
              <a:off x="10230585" y="3722352"/>
              <a:ext cx="875659" cy="939367"/>
            </a:xfrm>
            <a:custGeom>
              <a:avLst/>
              <a:gdLst>
                <a:gd name="connsiteX0" fmla="*/ 734125 w 875659"/>
                <a:gd name="connsiteY0" fmla="*/ 939368 h 939367"/>
                <a:gd name="connsiteX1" fmla="*/ 142672 w 875659"/>
                <a:gd name="connsiteY1" fmla="*/ 939368 h 939367"/>
                <a:gd name="connsiteX2" fmla="*/ 130575 w 875659"/>
                <a:gd name="connsiteY2" fmla="*/ 929201 h 939367"/>
                <a:gd name="connsiteX3" fmla="*/ 60 w 875659"/>
                <a:gd name="connsiteY3" fmla="*/ 14176 h 939367"/>
                <a:gd name="connsiteX4" fmla="*/ 10247 w 875659"/>
                <a:gd name="connsiteY4" fmla="*/ 196 h 939367"/>
                <a:gd name="connsiteX5" fmla="*/ 24254 w 875659"/>
                <a:gd name="connsiteY5" fmla="*/ 10363 h 939367"/>
                <a:gd name="connsiteX6" fmla="*/ 152858 w 875659"/>
                <a:gd name="connsiteY6" fmla="*/ 914586 h 939367"/>
                <a:gd name="connsiteX7" fmla="*/ 722665 w 875659"/>
                <a:gd name="connsiteY7" fmla="*/ 914586 h 939367"/>
                <a:gd name="connsiteX8" fmla="*/ 851270 w 875659"/>
                <a:gd name="connsiteY8" fmla="*/ 10363 h 939367"/>
                <a:gd name="connsiteX9" fmla="*/ 865276 w 875659"/>
                <a:gd name="connsiteY9" fmla="*/ 196 h 939367"/>
                <a:gd name="connsiteX10" fmla="*/ 875463 w 875659"/>
                <a:gd name="connsiteY10" fmla="*/ 14176 h 939367"/>
                <a:gd name="connsiteX11" fmla="*/ 744948 w 875659"/>
                <a:gd name="connsiteY11" fmla="*/ 929201 h 939367"/>
                <a:gd name="connsiteX12" fmla="*/ 734125 w 875659"/>
                <a:gd name="connsiteY12" fmla="*/ 939368 h 93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5659" h="939367">
                  <a:moveTo>
                    <a:pt x="734125" y="939368"/>
                  </a:moveTo>
                  <a:lnTo>
                    <a:pt x="142672" y="939368"/>
                  </a:lnTo>
                  <a:cubicBezTo>
                    <a:pt x="136305" y="939368"/>
                    <a:pt x="131211" y="934920"/>
                    <a:pt x="130575" y="929201"/>
                  </a:cubicBezTo>
                  <a:lnTo>
                    <a:pt x="60" y="14176"/>
                  </a:lnTo>
                  <a:cubicBezTo>
                    <a:pt x="-576" y="7821"/>
                    <a:pt x="3880" y="1467"/>
                    <a:pt x="10247" y="196"/>
                  </a:cubicBezTo>
                  <a:cubicBezTo>
                    <a:pt x="17251" y="-1075"/>
                    <a:pt x="22980" y="4009"/>
                    <a:pt x="24254" y="10363"/>
                  </a:cubicBezTo>
                  <a:lnTo>
                    <a:pt x="152858" y="914586"/>
                  </a:lnTo>
                  <a:lnTo>
                    <a:pt x="722665" y="914586"/>
                  </a:lnTo>
                  <a:lnTo>
                    <a:pt x="851270" y="10363"/>
                  </a:lnTo>
                  <a:cubicBezTo>
                    <a:pt x="851907" y="4009"/>
                    <a:pt x="858273" y="-1075"/>
                    <a:pt x="865276" y="196"/>
                  </a:cubicBezTo>
                  <a:cubicBezTo>
                    <a:pt x="871643" y="832"/>
                    <a:pt x="876736" y="7186"/>
                    <a:pt x="875463" y="14176"/>
                  </a:cubicBezTo>
                  <a:lnTo>
                    <a:pt x="744948" y="929201"/>
                  </a:lnTo>
                  <a:cubicBezTo>
                    <a:pt x="745585" y="934920"/>
                    <a:pt x="740492" y="939368"/>
                    <a:pt x="734125" y="9393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94A55A99-00A2-B60C-3D16-6CC558E3C02C}"/>
                </a:ext>
              </a:extLst>
            </p:cNvPr>
            <p:cNvSpPr/>
            <p:nvPr/>
          </p:nvSpPr>
          <p:spPr>
            <a:xfrm>
              <a:off x="10317231" y="3422623"/>
              <a:ext cx="443113" cy="244642"/>
            </a:xfrm>
            <a:custGeom>
              <a:avLst/>
              <a:gdLst>
                <a:gd name="connsiteX0" fmla="*/ 429743 w 443113"/>
                <a:gd name="connsiteY0" fmla="*/ 244642 h 244642"/>
                <a:gd name="connsiteX1" fmla="*/ 417647 w 443113"/>
                <a:gd name="connsiteY1" fmla="*/ 232569 h 244642"/>
                <a:gd name="connsiteX2" fmla="*/ 220920 w 443113"/>
                <a:gd name="connsiteY2" fmla="*/ 24782 h 244642"/>
                <a:gd name="connsiteX3" fmla="*/ 24193 w 443113"/>
                <a:gd name="connsiteY3" fmla="*/ 232569 h 244642"/>
                <a:gd name="connsiteX4" fmla="*/ 12097 w 443113"/>
                <a:gd name="connsiteY4" fmla="*/ 244642 h 244642"/>
                <a:gd name="connsiteX5" fmla="*/ 0 w 443113"/>
                <a:gd name="connsiteY5" fmla="*/ 232569 h 244642"/>
                <a:gd name="connsiteX6" fmla="*/ 221557 w 443113"/>
                <a:gd name="connsiteY6" fmla="*/ 0 h 244642"/>
                <a:gd name="connsiteX7" fmla="*/ 443113 w 443113"/>
                <a:gd name="connsiteY7" fmla="*/ 232569 h 244642"/>
                <a:gd name="connsiteX8" fmla="*/ 429743 w 443113"/>
                <a:gd name="connsiteY8" fmla="*/ 244642 h 24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3113" h="244642">
                  <a:moveTo>
                    <a:pt x="429743" y="244642"/>
                  </a:moveTo>
                  <a:cubicBezTo>
                    <a:pt x="422740" y="244642"/>
                    <a:pt x="417647" y="238923"/>
                    <a:pt x="417647" y="232569"/>
                  </a:cubicBezTo>
                  <a:cubicBezTo>
                    <a:pt x="417647" y="117555"/>
                    <a:pt x="329152" y="24782"/>
                    <a:pt x="220920" y="24782"/>
                  </a:cubicBezTo>
                  <a:cubicBezTo>
                    <a:pt x="112689" y="24782"/>
                    <a:pt x="24193" y="118191"/>
                    <a:pt x="24193" y="232569"/>
                  </a:cubicBezTo>
                  <a:cubicBezTo>
                    <a:pt x="24193" y="239559"/>
                    <a:pt x="18463" y="244642"/>
                    <a:pt x="12097" y="244642"/>
                  </a:cubicBezTo>
                  <a:cubicBezTo>
                    <a:pt x="5094" y="244642"/>
                    <a:pt x="0" y="238923"/>
                    <a:pt x="0" y="232569"/>
                  </a:cubicBezTo>
                  <a:cubicBezTo>
                    <a:pt x="0" y="104211"/>
                    <a:pt x="99319" y="0"/>
                    <a:pt x="221557" y="0"/>
                  </a:cubicBezTo>
                  <a:cubicBezTo>
                    <a:pt x="343794" y="0"/>
                    <a:pt x="443113" y="104211"/>
                    <a:pt x="443113" y="232569"/>
                  </a:cubicBezTo>
                  <a:cubicBezTo>
                    <a:pt x="442476" y="238923"/>
                    <a:pt x="436747" y="244642"/>
                    <a:pt x="429743" y="2446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BCB0945E-BC69-F74E-82C2-4D8899C8D6F5}"/>
                </a:ext>
              </a:extLst>
            </p:cNvPr>
            <p:cNvSpPr/>
            <p:nvPr/>
          </p:nvSpPr>
          <p:spPr>
            <a:xfrm>
              <a:off x="10352884" y="3727631"/>
              <a:ext cx="632835" cy="24146"/>
            </a:xfrm>
            <a:custGeom>
              <a:avLst/>
              <a:gdLst>
                <a:gd name="connsiteX0" fmla="*/ 620740 w 632835"/>
                <a:gd name="connsiteY0" fmla="*/ 24147 h 24146"/>
                <a:gd name="connsiteX1" fmla="*/ 12096 w 632835"/>
                <a:gd name="connsiteY1" fmla="*/ 24147 h 24146"/>
                <a:gd name="connsiteX2" fmla="*/ 0 w 632835"/>
                <a:gd name="connsiteY2" fmla="*/ 12073 h 24146"/>
                <a:gd name="connsiteX3" fmla="*/ 12096 w 632835"/>
                <a:gd name="connsiteY3" fmla="*/ 0 h 24146"/>
                <a:gd name="connsiteX4" fmla="*/ 620740 w 632835"/>
                <a:gd name="connsiteY4" fmla="*/ 0 h 24146"/>
                <a:gd name="connsiteX5" fmla="*/ 632836 w 632835"/>
                <a:gd name="connsiteY5" fmla="*/ 12073 h 24146"/>
                <a:gd name="connsiteX6" fmla="*/ 620740 w 6328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2835" h="24146">
                  <a:moveTo>
                    <a:pt x="620740" y="24147"/>
                  </a:moveTo>
                  <a:lnTo>
                    <a:pt x="12096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29" y="0"/>
                    <a:pt x="12096" y="0"/>
                  </a:cubicBezTo>
                  <a:lnTo>
                    <a:pt x="620740" y="0"/>
                  </a:lnTo>
                  <a:cubicBezTo>
                    <a:pt x="627743" y="0"/>
                    <a:pt x="632836" y="5719"/>
                    <a:pt x="632836" y="12073"/>
                  </a:cubicBezTo>
                  <a:cubicBezTo>
                    <a:pt x="632836" y="18428"/>
                    <a:pt x="627743" y="24147"/>
                    <a:pt x="620740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CB780B53-8005-4AE8-D49B-781C864FFAB4}"/>
                </a:ext>
              </a:extLst>
            </p:cNvPr>
            <p:cNvSpPr/>
            <p:nvPr/>
          </p:nvSpPr>
          <p:spPr>
            <a:xfrm>
              <a:off x="10831793" y="3093611"/>
              <a:ext cx="372157" cy="372221"/>
            </a:xfrm>
            <a:custGeom>
              <a:avLst/>
              <a:gdLst>
                <a:gd name="connsiteX0" fmla="*/ 11953 w 372157"/>
                <a:gd name="connsiteY0" fmla="*/ 372221 h 372221"/>
                <a:gd name="connsiteX1" fmla="*/ 8770 w 372157"/>
                <a:gd name="connsiteY1" fmla="*/ 371586 h 372221"/>
                <a:gd name="connsiteX2" fmla="*/ 493 w 372157"/>
                <a:gd name="connsiteY2" fmla="*/ 356336 h 372221"/>
                <a:gd name="connsiteX3" fmla="*/ 61612 w 372157"/>
                <a:gd name="connsiteY3" fmla="*/ 144736 h 372221"/>
                <a:gd name="connsiteX4" fmla="*/ 141831 w 372157"/>
                <a:gd name="connsiteY4" fmla="*/ 64036 h 372221"/>
                <a:gd name="connsiteX5" fmla="*/ 356384 w 372157"/>
                <a:gd name="connsiteY5" fmla="*/ 492 h 372221"/>
                <a:gd name="connsiteX6" fmla="*/ 371664 w 372157"/>
                <a:gd name="connsiteY6" fmla="*/ 8753 h 372221"/>
                <a:gd name="connsiteX7" fmla="*/ 363387 w 372157"/>
                <a:gd name="connsiteY7" fmla="*/ 24003 h 372221"/>
                <a:gd name="connsiteX8" fmla="*/ 148834 w 372157"/>
                <a:gd name="connsiteY8" fmla="*/ 87547 h 372221"/>
                <a:gd name="connsiteX9" fmla="*/ 85169 w 372157"/>
                <a:gd name="connsiteY9" fmla="*/ 151726 h 372221"/>
                <a:gd name="connsiteX10" fmla="*/ 24050 w 372157"/>
                <a:gd name="connsiteY10" fmla="*/ 363325 h 372221"/>
                <a:gd name="connsiteX11" fmla="*/ 11953 w 372157"/>
                <a:gd name="connsiteY11" fmla="*/ 372221 h 372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157" h="372221">
                  <a:moveTo>
                    <a:pt x="11953" y="372221"/>
                  </a:moveTo>
                  <a:cubicBezTo>
                    <a:pt x="10680" y="372221"/>
                    <a:pt x="9407" y="372221"/>
                    <a:pt x="8770" y="371586"/>
                  </a:cubicBezTo>
                  <a:cubicBezTo>
                    <a:pt x="2403" y="369680"/>
                    <a:pt x="-1416" y="362690"/>
                    <a:pt x="493" y="356336"/>
                  </a:cubicBezTo>
                  <a:lnTo>
                    <a:pt x="61612" y="144736"/>
                  </a:lnTo>
                  <a:cubicBezTo>
                    <a:pt x="73072" y="105339"/>
                    <a:pt x="102995" y="75474"/>
                    <a:pt x="141831" y="64036"/>
                  </a:cubicBezTo>
                  <a:lnTo>
                    <a:pt x="356384" y="492"/>
                  </a:lnTo>
                  <a:cubicBezTo>
                    <a:pt x="362751" y="-1414"/>
                    <a:pt x="369754" y="2399"/>
                    <a:pt x="371664" y="8753"/>
                  </a:cubicBezTo>
                  <a:cubicBezTo>
                    <a:pt x="373574" y="15107"/>
                    <a:pt x="369754" y="22097"/>
                    <a:pt x="363387" y="24003"/>
                  </a:cubicBezTo>
                  <a:lnTo>
                    <a:pt x="148834" y="87547"/>
                  </a:lnTo>
                  <a:cubicBezTo>
                    <a:pt x="117638" y="97078"/>
                    <a:pt x="94082" y="120589"/>
                    <a:pt x="85169" y="151726"/>
                  </a:cubicBezTo>
                  <a:lnTo>
                    <a:pt x="24050" y="363325"/>
                  </a:lnTo>
                  <a:cubicBezTo>
                    <a:pt x="22140" y="369044"/>
                    <a:pt x="17683" y="372221"/>
                    <a:pt x="11953" y="37222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67B41F03-878F-F910-6E2C-47A152301D5D}"/>
                </a:ext>
              </a:extLst>
            </p:cNvPr>
            <p:cNvSpPr/>
            <p:nvPr/>
          </p:nvSpPr>
          <p:spPr>
            <a:xfrm>
              <a:off x="10548337" y="3336839"/>
              <a:ext cx="443112" cy="244642"/>
            </a:xfrm>
            <a:custGeom>
              <a:avLst/>
              <a:gdLst>
                <a:gd name="connsiteX0" fmla="*/ 429743 w 443112"/>
                <a:gd name="connsiteY0" fmla="*/ 244642 h 244642"/>
                <a:gd name="connsiteX1" fmla="*/ 417646 w 443112"/>
                <a:gd name="connsiteY1" fmla="*/ 232569 h 244642"/>
                <a:gd name="connsiteX2" fmla="*/ 220919 w 443112"/>
                <a:gd name="connsiteY2" fmla="*/ 24782 h 244642"/>
                <a:gd name="connsiteX3" fmla="*/ 24193 w 443112"/>
                <a:gd name="connsiteY3" fmla="*/ 232569 h 244642"/>
                <a:gd name="connsiteX4" fmla="*/ 12097 w 443112"/>
                <a:gd name="connsiteY4" fmla="*/ 244642 h 244642"/>
                <a:gd name="connsiteX5" fmla="*/ 0 w 443112"/>
                <a:gd name="connsiteY5" fmla="*/ 232569 h 244642"/>
                <a:gd name="connsiteX6" fmla="*/ 221557 w 443112"/>
                <a:gd name="connsiteY6" fmla="*/ 0 h 244642"/>
                <a:gd name="connsiteX7" fmla="*/ 443113 w 443112"/>
                <a:gd name="connsiteY7" fmla="*/ 232569 h 244642"/>
                <a:gd name="connsiteX8" fmla="*/ 429743 w 443112"/>
                <a:gd name="connsiteY8" fmla="*/ 244642 h 24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3112" h="244642">
                  <a:moveTo>
                    <a:pt x="429743" y="244642"/>
                  </a:moveTo>
                  <a:cubicBezTo>
                    <a:pt x="422740" y="244642"/>
                    <a:pt x="417646" y="238923"/>
                    <a:pt x="417646" y="232569"/>
                  </a:cubicBezTo>
                  <a:cubicBezTo>
                    <a:pt x="417646" y="117555"/>
                    <a:pt x="329151" y="24782"/>
                    <a:pt x="220919" y="24782"/>
                  </a:cubicBezTo>
                  <a:cubicBezTo>
                    <a:pt x="112688" y="24782"/>
                    <a:pt x="24193" y="118191"/>
                    <a:pt x="24193" y="232569"/>
                  </a:cubicBezTo>
                  <a:cubicBezTo>
                    <a:pt x="24193" y="239559"/>
                    <a:pt x="18463" y="244642"/>
                    <a:pt x="12097" y="244642"/>
                  </a:cubicBezTo>
                  <a:cubicBezTo>
                    <a:pt x="5094" y="244642"/>
                    <a:pt x="0" y="238923"/>
                    <a:pt x="0" y="232569"/>
                  </a:cubicBezTo>
                  <a:cubicBezTo>
                    <a:pt x="0" y="104211"/>
                    <a:pt x="99318" y="0"/>
                    <a:pt x="221557" y="0"/>
                  </a:cubicBezTo>
                  <a:cubicBezTo>
                    <a:pt x="343794" y="0"/>
                    <a:pt x="443113" y="104211"/>
                    <a:pt x="443113" y="232569"/>
                  </a:cubicBezTo>
                  <a:cubicBezTo>
                    <a:pt x="441840" y="238923"/>
                    <a:pt x="436109" y="244642"/>
                    <a:pt x="429743" y="2446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13C8C95C-CD3F-13B4-C44B-F707ACBAC11C}"/>
                </a:ext>
              </a:extLst>
            </p:cNvPr>
            <p:cNvSpPr/>
            <p:nvPr/>
          </p:nvSpPr>
          <p:spPr>
            <a:xfrm>
              <a:off x="458907" y="4908751"/>
              <a:ext cx="701639" cy="558063"/>
            </a:xfrm>
            <a:custGeom>
              <a:avLst/>
              <a:gdLst>
                <a:gd name="connsiteX0" fmla="*/ 532585 w 701639"/>
                <a:gd name="connsiteY0" fmla="*/ 24299 h 558063"/>
                <a:gd name="connsiteX1" fmla="*/ 513486 w 701639"/>
                <a:gd name="connsiteY1" fmla="*/ 26841 h 558063"/>
                <a:gd name="connsiteX2" fmla="*/ 86289 w 701639"/>
                <a:gd name="connsiteY2" fmla="*/ 137406 h 558063"/>
                <a:gd name="connsiteX3" fmla="*/ 27717 w 701639"/>
                <a:gd name="connsiteY3" fmla="*/ 250514 h 558063"/>
                <a:gd name="connsiteX4" fmla="*/ 82469 w 701639"/>
                <a:gd name="connsiteY4" fmla="*/ 460842 h 558063"/>
                <a:gd name="connsiteX5" fmla="*/ 123852 w 701639"/>
                <a:gd name="connsiteY5" fmla="*/ 519938 h 558063"/>
                <a:gd name="connsiteX6" fmla="*/ 188154 w 701639"/>
                <a:gd name="connsiteY6" fmla="*/ 531376 h 558063"/>
                <a:gd name="connsiteX7" fmla="*/ 615351 w 701639"/>
                <a:gd name="connsiteY7" fmla="*/ 420810 h 558063"/>
                <a:gd name="connsiteX8" fmla="*/ 673923 w 701639"/>
                <a:gd name="connsiteY8" fmla="*/ 307703 h 558063"/>
                <a:gd name="connsiteX9" fmla="*/ 619171 w 701639"/>
                <a:gd name="connsiteY9" fmla="*/ 97374 h 558063"/>
                <a:gd name="connsiteX10" fmla="*/ 577788 w 701639"/>
                <a:gd name="connsiteY10" fmla="*/ 38279 h 558063"/>
                <a:gd name="connsiteX11" fmla="*/ 532585 w 701639"/>
                <a:gd name="connsiteY11" fmla="*/ 24299 h 558063"/>
                <a:gd name="connsiteX12" fmla="*/ 169055 w 701639"/>
                <a:gd name="connsiteY12" fmla="*/ 558064 h 558063"/>
                <a:gd name="connsiteX13" fmla="*/ 110482 w 701639"/>
                <a:gd name="connsiteY13" fmla="*/ 540272 h 558063"/>
                <a:gd name="connsiteX14" fmla="*/ 58913 w 701639"/>
                <a:gd name="connsiteY14" fmla="*/ 467197 h 558063"/>
                <a:gd name="connsiteX15" fmla="*/ 4161 w 701639"/>
                <a:gd name="connsiteY15" fmla="*/ 256868 h 558063"/>
                <a:gd name="connsiteX16" fmla="*/ 79923 w 701639"/>
                <a:gd name="connsiteY16" fmla="*/ 113895 h 558063"/>
                <a:gd name="connsiteX17" fmla="*/ 507119 w 701639"/>
                <a:gd name="connsiteY17" fmla="*/ 3330 h 558063"/>
                <a:gd name="connsiteX18" fmla="*/ 591158 w 701639"/>
                <a:gd name="connsiteY18" fmla="*/ 17945 h 558063"/>
                <a:gd name="connsiteX19" fmla="*/ 642727 w 701639"/>
                <a:gd name="connsiteY19" fmla="*/ 91020 h 558063"/>
                <a:gd name="connsiteX20" fmla="*/ 697479 w 701639"/>
                <a:gd name="connsiteY20" fmla="*/ 301349 h 558063"/>
                <a:gd name="connsiteX21" fmla="*/ 621717 w 701639"/>
                <a:gd name="connsiteY21" fmla="*/ 444321 h 558063"/>
                <a:gd name="connsiteX22" fmla="*/ 194521 w 701639"/>
                <a:gd name="connsiteY22" fmla="*/ 554887 h 558063"/>
                <a:gd name="connsiteX23" fmla="*/ 169055 w 701639"/>
                <a:gd name="connsiteY23" fmla="*/ 558064 h 558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01639" h="558063">
                  <a:moveTo>
                    <a:pt x="532585" y="24299"/>
                  </a:moveTo>
                  <a:cubicBezTo>
                    <a:pt x="526219" y="24299"/>
                    <a:pt x="519852" y="24935"/>
                    <a:pt x="513486" y="26841"/>
                  </a:cubicBezTo>
                  <a:lnTo>
                    <a:pt x="86289" y="137406"/>
                  </a:lnTo>
                  <a:cubicBezTo>
                    <a:pt x="41087" y="148844"/>
                    <a:pt x="14984" y="199679"/>
                    <a:pt x="27717" y="250514"/>
                  </a:cubicBezTo>
                  <a:lnTo>
                    <a:pt x="82469" y="460842"/>
                  </a:lnTo>
                  <a:cubicBezTo>
                    <a:pt x="88836" y="485624"/>
                    <a:pt x="103479" y="506594"/>
                    <a:pt x="123852" y="519938"/>
                  </a:cubicBezTo>
                  <a:cubicBezTo>
                    <a:pt x="143588" y="533282"/>
                    <a:pt x="166508" y="537094"/>
                    <a:pt x="188154" y="531376"/>
                  </a:cubicBezTo>
                  <a:lnTo>
                    <a:pt x="615351" y="420810"/>
                  </a:lnTo>
                  <a:cubicBezTo>
                    <a:pt x="660553" y="409372"/>
                    <a:pt x="686656" y="358538"/>
                    <a:pt x="673923" y="307703"/>
                  </a:cubicBezTo>
                  <a:lnTo>
                    <a:pt x="619171" y="97374"/>
                  </a:lnTo>
                  <a:cubicBezTo>
                    <a:pt x="612804" y="72592"/>
                    <a:pt x="598161" y="51623"/>
                    <a:pt x="577788" y="38279"/>
                  </a:cubicBezTo>
                  <a:cubicBezTo>
                    <a:pt x="563781" y="28747"/>
                    <a:pt x="548502" y="24299"/>
                    <a:pt x="532585" y="24299"/>
                  </a:cubicBezTo>
                  <a:moveTo>
                    <a:pt x="169055" y="558064"/>
                  </a:moveTo>
                  <a:cubicBezTo>
                    <a:pt x="148682" y="558064"/>
                    <a:pt x="128309" y="551710"/>
                    <a:pt x="110482" y="540272"/>
                  </a:cubicBezTo>
                  <a:cubicBezTo>
                    <a:pt x="85016" y="523750"/>
                    <a:pt x="66553" y="497698"/>
                    <a:pt x="58913" y="467197"/>
                  </a:cubicBezTo>
                  <a:lnTo>
                    <a:pt x="4161" y="256868"/>
                  </a:lnTo>
                  <a:cubicBezTo>
                    <a:pt x="-12392" y="193325"/>
                    <a:pt x="21987" y="129146"/>
                    <a:pt x="79923" y="113895"/>
                  </a:cubicBezTo>
                  <a:lnTo>
                    <a:pt x="507119" y="3330"/>
                  </a:lnTo>
                  <a:cubicBezTo>
                    <a:pt x="535769" y="-4295"/>
                    <a:pt x="565691" y="1423"/>
                    <a:pt x="591158" y="17945"/>
                  </a:cubicBezTo>
                  <a:cubicBezTo>
                    <a:pt x="616624" y="34466"/>
                    <a:pt x="635087" y="60519"/>
                    <a:pt x="642727" y="91020"/>
                  </a:cubicBezTo>
                  <a:lnTo>
                    <a:pt x="697479" y="301349"/>
                  </a:lnTo>
                  <a:cubicBezTo>
                    <a:pt x="714032" y="364892"/>
                    <a:pt x="679653" y="429071"/>
                    <a:pt x="621717" y="444321"/>
                  </a:cubicBezTo>
                  <a:lnTo>
                    <a:pt x="194521" y="554887"/>
                  </a:lnTo>
                  <a:cubicBezTo>
                    <a:pt x="186244" y="556793"/>
                    <a:pt x="177331" y="558064"/>
                    <a:pt x="169055" y="55806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AA197EB2-1F27-378E-93D5-9A47E247A50E}"/>
                </a:ext>
              </a:extLst>
            </p:cNvPr>
            <p:cNvSpPr/>
            <p:nvPr/>
          </p:nvSpPr>
          <p:spPr>
            <a:xfrm>
              <a:off x="981306" y="5178328"/>
              <a:ext cx="42019" cy="41938"/>
            </a:xfrm>
            <a:custGeom>
              <a:avLst/>
              <a:gdLst>
                <a:gd name="connsiteX0" fmla="*/ 21010 w 42019"/>
                <a:gd name="connsiteY0" fmla="*/ 41939 h 41938"/>
                <a:gd name="connsiteX1" fmla="*/ 0 w 42019"/>
                <a:gd name="connsiteY1" fmla="*/ 21605 h 41938"/>
                <a:gd name="connsiteX2" fmla="*/ 0 w 42019"/>
                <a:gd name="connsiteY2" fmla="*/ 21605 h 41938"/>
                <a:gd name="connsiteX3" fmla="*/ 20373 w 42019"/>
                <a:gd name="connsiteY3" fmla="*/ 0 h 41938"/>
                <a:gd name="connsiteX4" fmla="*/ 21010 w 42019"/>
                <a:gd name="connsiteY4" fmla="*/ 0 h 41938"/>
                <a:gd name="connsiteX5" fmla="*/ 42019 w 42019"/>
                <a:gd name="connsiteY5" fmla="*/ 20334 h 41938"/>
                <a:gd name="connsiteX6" fmla="*/ 21010 w 42019"/>
                <a:gd name="connsiteY6" fmla="*/ 41939 h 41938"/>
                <a:gd name="connsiteX7" fmla="*/ 21010 w 42019"/>
                <a:gd name="connsiteY7" fmla="*/ 41939 h 4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19" h="41938">
                  <a:moveTo>
                    <a:pt x="21010" y="41939"/>
                  </a:moveTo>
                  <a:cubicBezTo>
                    <a:pt x="9550" y="41939"/>
                    <a:pt x="0" y="33042"/>
                    <a:pt x="0" y="21605"/>
                  </a:cubicBezTo>
                  <a:lnTo>
                    <a:pt x="0" y="21605"/>
                  </a:lnTo>
                  <a:cubicBezTo>
                    <a:pt x="0" y="10167"/>
                    <a:pt x="8913" y="635"/>
                    <a:pt x="20373" y="0"/>
                  </a:cubicBezTo>
                  <a:lnTo>
                    <a:pt x="21010" y="0"/>
                  </a:lnTo>
                  <a:cubicBezTo>
                    <a:pt x="32470" y="0"/>
                    <a:pt x="42019" y="8896"/>
                    <a:pt x="42019" y="20334"/>
                  </a:cubicBezTo>
                  <a:cubicBezTo>
                    <a:pt x="42019" y="32407"/>
                    <a:pt x="33106" y="41939"/>
                    <a:pt x="21010" y="41939"/>
                  </a:cubicBezTo>
                  <a:lnTo>
                    <a:pt x="21010" y="419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DDD011F7-DB56-B4DC-9551-966BDCE0A9CF}"/>
                </a:ext>
              </a:extLst>
            </p:cNvPr>
            <p:cNvSpPr/>
            <p:nvPr/>
          </p:nvSpPr>
          <p:spPr>
            <a:xfrm>
              <a:off x="857795" y="5075387"/>
              <a:ext cx="41382" cy="41938"/>
            </a:xfrm>
            <a:custGeom>
              <a:avLst/>
              <a:gdLst>
                <a:gd name="connsiteX0" fmla="*/ 21010 w 41382"/>
                <a:gd name="connsiteY0" fmla="*/ 41939 h 41938"/>
                <a:gd name="connsiteX1" fmla="*/ 0 w 41382"/>
                <a:gd name="connsiteY1" fmla="*/ 21605 h 41938"/>
                <a:gd name="connsiteX2" fmla="*/ 5730 w 41382"/>
                <a:gd name="connsiteY2" fmla="*/ 6354 h 41938"/>
                <a:gd name="connsiteX3" fmla="*/ 20373 w 41382"/>
                <a:gd name="connsiteY3" fmla="*/ 0 h 41938"/>
                <a:gd name="connsiteX4" fmla="*/ 35016 w 41382"/>
                <a:gd name="connsiteY4" fmla="*/ 5719 h 41938"/>
                <a:gd name="connsiteX5" fmla="*/ 41383 w 41382"/>
                <a:gd name="connsiteY5" fmla="*/ 20334 h 41938"/>
                <a:gd name="connsiteX6" fmla="*/ 35653 w 41382"/>
                <a:gd name="connsiteY6" fmla="*/ 35584 h 41938"/>
                <a:gd name="connsiteX7" fmla="*/ 21010 w 41382"/>
                <a:gd name="connsiteY7" fmla="*/ 41939 h 41938"/>
                <a:gd name="connsiteX8" fmla="*/ 21010 w 41382"/>
                <a:gd name="connsiteY8" fmla="*/ 41939 h 4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382" h="41938">
                  <a:moveTo>
                    <a:pt x="21010" y="41939"/>
                  </a:moveTo>
                  <a:cubicBezTo>
                    <a:pt x="9550" y="41939"/>
                    <a:pt x="637" y="33043"/>
                    <a:pt x="0" y="21605"/>
                  </a:cubicBezTo>
                  <a:cubicBezTo>
                    <a:pt x="0" y="15886"/>
                    <a:pt x="1910" y="10802"/>
                    <a:pt x="5730" y="6354"/>
                  </a:cubicBezTo>
                  <a:cubicBezTo>
                    <a:pt x="9550" y="2542"/>
                    <a:pt x="14643" y="0"/>
                    <a:pt x="20373" y="0"/>
                  </a:cubicBezTo>
                  <a:cubicBezTo>
                    <a:pt x="25466" y="0"/>
                    <a:pt x="31196" y="1906"/>
                    <a:pt x="35016" y="5719"/>
                  </a:cubicBezTo>
                  <a:cubicBezTo>
                    <a:pt x="38836" y="9532"/>
                    <a:pt x="41383" y="14615"/>
                    <a:pt x="41383" y="20334"/>
                  </a:cubicBezTo>
                  <a:cubicBezTo>
                    <a:pt x="41383" y="26053"/>
                    <a:pt x="39473" y="31136"/>
                    <a:pt x="35653" y="35584"/>
                  </a:cubicBezTo>
                  <a:cubicBezTo>
                    <a:pt x="32469" y="39397"/>
                    <a:pt x="26740" y="41303"/>
                    <a:pt x="21010" y="41939"/>
                  </a:cubicBezTo>
                  <a:lnTo>
                    <a:pt x="21010" y="419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87A0A3D6-331F-6231-D66A-FC5E7ACB0866}"/>
                </a:ext>
              </a:extLst>
            </p:cNvPr>
            <p:cNvSpPr/>
            <p:nvPr/>
          </p:nvSpPr>
          <p:spPr>
            <a:xfrm>
              <a:off x="827872" y="5227256"/>
              <a:ext cx="42019" cy="41938"/>
            </a:xfrm>
            <a:custGeom>
              <a:avLst/>
              <a:gdLst>
                <a:gd name="connsiteX0" fmla="*/ 21010 w 42019"/>
                <a:gd name="connsiteY0" fmla="*/ 41939 h 41938"/>
                <a:gd name="connsiteX1" fmla="*/ 6367 w 42019"/>
                <a:gd name="connsiteY1" fmla="*/ 36220 h 41938"/>
                <a:gd name="connsiteX2" fmla="*/ 0 w 42019"/>
                <a:gd name="connsiteY2" fmla="*/ 21605 h 41938"/>
                <a:gd name="connsiteX3" fmla="*/ 5730 w 42019"/>
                <a:gd name="connsiteY3" fmla="*/ 6354 h 41938"/>
                <a:gd name="connsiteX4" fmla="*/ 20373 w 42019"/>
                <a:gd name="connsiteY4" fmla="*/ 0 h 41938"/>
                <a:gd name="connsiteX5" fmla="*/ 42019 w 42019"/>
                <a:gd name="connsiteY5" fmla="*/ 20334 h 41938"/>
                <a:gd name="connsiteX6" fmla="*/ 21010 w 42019"/>
                <a:gd name="connsiteY6" fmla="*/ 41939 h 41938"/>
                <a:gd name="connsiteX7" fmla="*/ 21010 w 42019"/>
                <a:gd name="connsiteY7" fmla="*/ 41939 h 4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19" h="41938">
                  <a:moveTo>
                    <a:pt x="21010" y="41939"/>
                  </a:moveTo>
                  <a:cubicBezTo>
                    <a:pt x="15280" y="41939"/>
                    <a:pt x="10186" y="40032"/>
                    <a:pt x="6367" y="36220"/>
                  </a:cubicBezTo>
                  <a:cubicBezTo>
                    <a:pt x="2547" y="32407"/>
                    <a:pt x="0" y="27324"/>
                    <a:pt x="0" y="21605"/>
                  </a:cubicBezTo>
                  <a:cubicBezTo>
                    <a:pt x="0" y="15886"/>
                    <a:pt x="1910" y="10802"/>
                    <a:pt x="5730" y="6354"/>
                  </a:cubicBezTo>
                  <a:cubicBezTo>
                    <a:pt x="9550" y="2542"/>
                    <a:pt x="14643" y="0"/>
                    <a:pt x="20373" y="0"/>
                  </a:cubicBezTo>
                  <a:cubicBezTo>
                    <a:pt x="31833" y="0"/>
                    <a:pt x="41383" y="8896"/>
                    <a:pt x="42019" y="20334"/>
                  </a:cubicBezTo>
                  <a:cubicBezTo>
                    <a:pt x="42019" y="31772"/>
                    <a:pt x="33106" y="41303"/>
                    <a:pt x="21010" y="41939"/>
                  </a:cubicBezTo>
                  <a:lnTo>
                    <a:pt x="21010" y="419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645FEDE4-9D3A-B952-3E2D-57CB8C212DAC}"/>
                </a:ext>
              </a:extLst>
            </p:cNvPr>
            <p:cNvSpPr/>
            <p:nvPr/>
          </p:nvSpPr>
          <p:spPr>
            <a:xfrm>
              <a:off x="304973" y="5122349"/>
              <a:ext cx="236318" cy="310787"/>
            </a:xfrm>
            <a:custGeom>
              <a:avLst/>
              <a:gdLst>
                <a:gd name="connsiteX0" fmla="*/ 165735 w 236318"/>
                <a:gd name="connsiteY0" fmla="*/ 310787 h 310787"/>
                <a:gd name="connsiteX1" fmla="*/ 3388 w 236318"/>
                <a:gd name="connsiteY1" fmla="*/ 193868 h 310787"/>
                <a:gd name="connsiteX2" fmla="*/ 23124 w 236318"/>
                <a:gd name="connsiteY2" fmla="*/ 83938 h 310787"/>
                <a:gd name="connsiteX3" fmla="*/ 140269 w 236318"/>
                <a:gd name="connsiteY3" fmla="*/ 3237 h 310787"/>
                <a:gd name="connsiteX4" fmla="*/ 160005 w 236318"/>
                <a:gd name="connsiteY4" fmla="*/ 60 h 310787"/>
                <a:gd name="connsiteX5" fmla="*/ 173375 w 236318"/>
                <a:gd name="connsiteY5" fmla="*/ 10863 h 310787"/>
                <a:gd name="connsiteX6" fmla="*/ 162552 w 236318"/>
                <a:gd name="connsiteY6" fmla="*/ 24207 h 310787"/>
                <a:gd name="connsiteX7" fmla="*/ 145362 w 236318"/>
                <a:gd name="connsiteY7" fmla="*/ 27384 h 310787"/>
                <a:gd name="connsiteX8" fmla="*/ 43497 w 236318"/>
                <a:gd name="connsiteY8" fmla="*/ 97282 h 310787"/>
                <a:gd name="connsiteX9" fmla="*/ 26944 w 236318"/>
                <a:gd name="connsiteY9" fmla="*/ 188784 h 310787"/>
                <a:gd name="connsiteX10" fmla="*/ 204571 w 236318"/>
                <a:gd name="connsiteY10" fmla="*/ 282193 h 310787"/>
                <a:gd name="connsiteX11" fmla="*/ 220488 w 236318"/>
                <a:gd name="connsiteY11" fmla="*/ 277745 h 310787"/>
                <a:gd name="connsiteX12" fmla="*/ 235768 w 236318"/>
                <a:gd name="connsiteY12" fmla="*/ 285370 h 310787"/>
                <a:gd name="connsiteX13" fmla="*/ 228128 w 236318"/>
                <a:gd name="connsiteY13" fmla="*/ 300621 h 310787"/>
                <a:gd name="connsiteX14" fmla="*/ 209665 w 236318"/>
                <a:gd name="connsiteY14" fmla="*/ 305704 h 310787"/>
                <a:gd name="connsiteX15" fmla="*/ 165735 w 236318"/>
                <a:gd name="connsiteY15" fmla="*/ 310787 h 310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6318" h="310787">
                  <a:moveTo>
                    <a:pt x="165735" y="310787"/>
                  </a:moveTo>
                  <a:cubicBezTo>
                    <a:pt x="88063" y="310787"/>
                    <a:pt x="19304" y="264401"/>
                    <a:pt x="3388" y="193868"/>
                  </a:cubicBezTo>
                  <a:cubicBezTo>
                    <a:pt x="-4888" y="157013"/>
                    <a:pt x="2115" y="118251"/>
                    <a:pt x="23124" y="83938"/>
                  </a:cubicBezTo>
                  <a:cubicBezTo>
                    <a:pt x="47954" y="43905"/>
                    <a:pt x="90610" y="14675"/>
                    <a:pt x="140269" y="3237"/>
                  </a:cubicBezTo>
                  <a:cubicBezTo>
                    <a:pt x="146636" y="1967"/>
                    <a:pt x="153639" y="696"/>
                    <a:pt x="160005" y="60"/>
                  </a:cubicBezTo>
                  <a:cubicBezTo>
                    <a:pt x="167009" y="-575"/>
                    <a:pt x="172739" y="3873"/>
                    <a:pt x="173375" y="10863"/>
                  </a:cubicBezTo>
                  <a:cubicBezTo>
                    <a:pt x="174012" y="17217"/>
                    <a:pt x="169555" y="23571"/>
                    <a:pt x="162552" y="24207"/>
                  </a:cubicBezTo>
                  <a:cubicBezTo>
                    <a:pt x="156822" y="24842"/>
                    <a:pt x="151092" y="26113"/>
                    <a:pt x="145362" y="27384"/>
                  </a:cubicBezTo>
                  <a:cubicBezTo>
                    <a:pt x="102070" y="37551"/>
                    <a:pt x="65144" y="62968"/>
                    <a:pt x="43497" y="97282"/>
                  </a:cubicBezTo>
                  <a:cubicBezTo>
                    <a:pt x="25671" y="125876"/>
                    <a:pt x="19941" y="158283"/>
                    <a:pt x="26944" y="188784"/>
                  </a:cubicBezTo>
                  <a:cubicBezTo>
                    <a:pt x="43497" y="259317"/>
                    <a:pt x="123079" y="301256"/>
                    <a:pt x="204571" y="282193"/>
                  </a:cubicBezTo>
                  <a:cubicBezTo>
                    <a:pt x="210301" y="280922"/>
                    <a:pt x="215395" y="279651"/>
                    <a:pt x="220488" y="277745"/>
                  </a:cubicBezTo>
                  <a:cubicBezTo>
                    <a:pt x="226854" y="275839"/>
                    <a:pt x="233858" y="279016"/>
                    <a:pt x="235768" y="285370"/>
                  </a:cubicBezTo>
                  <a:cubicBezTo>
                    <a:pt x="237678" y="291724"/>
                    <a:pt x="234494" y="298714"/>
                    <a:pt x="228128" y="300621"/>
                  </a:cubicBezTo>
                  <a:cubicBezTo>
                    <a:pt x="222398" y="302527"/>
                    <a:pt x="216031" y="304433"/>
                    <a:pt x="209665" y="305704"/>
                  </a:cubicBezTo>
                  <a:cubicBezTo>
                    <a:pt x="195658" y="308881"/>
                    <a:pt x="180378" y="310787"/>
                    <a:pt x="165735" y="310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79A048A9-E8C2-DC8F-038F-B3DE34AFACE2}"/>
                </a:ext>
              </a:extLst>
            </p:cNvPr>
            <p:cNvSpPr/>
            <p:nvPr/>
          </p:nvSpPr>
          <p:spPr>
            <a:xfrm>
              <a:off x="1084531" y="4942649"/>
              <a:ext cx="236954" cy="310660"/>
            </a:xfrm>
            <a:custGeom>
              <a:avLst/>
              <a:gdLst>
                <a:gd name="connsiteX0" fmla="*/ 75039 w 236954"/>
                <a:gd name="connsiteY0" fmla="*/ 310660 h 310660"/>
                <a:gd name="connsiteX1" fmla="*/ 62943 w 236954"/>
                <a:gd name="connsiteY1" fmla="*/ 299858 h 310660"/>
                <a:gd name="connsiteX2" fmla="*/ 73766 w 236954"/>
                <a:gd name="connsiteY2" fmla="*/ 286514 h 310660"/>
                <a:gd name="connsiteX3" fmla="*/ 90956 w 236954"/>
                <a:gd name="connsiteY3" fmla="*/ 283336 h 310660"/>
                <a:gd name="connsiteX4" fmla="*/ 192821 w 236954"/>
                <a:gd name="connsiteY4" fmla="*/ 213439 h 310660"/>
                <a:gd name="connsiteX5" fmla="*/ 209374 w 236954"/>
                <a:gd name="connsiteY5" fmla="*/ 121936 h 310660"/>
                <a:gd name="connsiteX6" fmla="*/ 31747 w 236954"/>
                <a:gd name="connsiteY6" fmla="*/ 28527 h 310660"/>
                <a:gd name="connsiteX7" fmla="*/ 15830 w 236954"/>
                <a:gd name="connsiteY7" fmla="*/ 32975 h 310660"/>
                <a:gd name="connsiteX8" fmla="*/ 550 w 236954"/>
                <a:gd name="connsiteY8" fmla="*/ 25350 h 310660"/>
                <a:gd name="connsiteX9" fmla="*/ 8190 w 236954"/>
                <a:gd name="connsiteY9" fmla="*/ 10100 h 310660"/>
                <a:gd name="connsiteX10" fmla="*/ 26653 w 236954"/>
                <a:gd name="connsiteY10" fmla="*/ 5016 h 310660"/>
                <a:gd name="connsiteX11" fmla="*/ 233567 w 236954"/>
                <a:gd name="connsiteY11" fmla="*/ 116853 h 310660"/>
                <a:gd name="connsiteX12" fmla="*/ 213830 w 236954"/>
                <a:gd name="connsiteY12" fmla="*/ 226783 h 310660"/>
                <a:gd name="connsiteX13" fmla="*/ 96686 w 236954"/>
                <a:gd name="connsiteY13" fmla="*/ 307483 h 310660"/>
                <a:gd name="connsiteX14" fmla="*/ 76949 w 236954"/>
                <a:gd name="connsiteY14" fmla="*/ 310660 h 310660"/>
                <a:gd name="connsiteX15" fmla="*/ 75039 w 236954"/>
                <a:gd name="connsiteY15" fmla="*/ 310660 h 310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6954" h="310660">
                  <a:moveTo>
                    <a:pt x="75039" y="310660"/>
                  </a:moveTo>
                  <a:cubicBezTo>
                    <a:pt x="68673" y="310660"/>
                    <a:pt x="63579" y="306212"/>
                    <a:pt x="62943" y="299858"/>
                  </a:cubicBezTo>
                  <a:cubicBezTo>
                    <a:pt x="62306" y="292868"/>
                    <a:pt x="66763" y="287149"/>
                    <a:pt x="73766" y="286514"/>
                  </a:cubicBezTo>
                  <a:cubicBezTo>
                    <a:pt x="79496" y="285878"/>
                    <a:pt x="85226" y="284607"/>
                    <a:pt x="90956" y="283336"/>
                  </a:cubicBezTo>
                  <a:cubicBezTo>
                    <a:pt x="134248" y="273169"/>
                    <a:pt x="171174" y="247752"/>
                    <a:pt x="192821" y="213439"/>
                  </a:cubicBezTo>
                  <a:cubicBezTo>
                    <a:pt x="210647" y="184844"/>
                    <a:pt x="216377" y="152437"/>
                    <a:pt x="209374" y="121936"/>
                  </a:cubicBezTo>
                  <a:cubicBezTo>
                    <a:pt x="192821" y="51403"/>
                    <a:pt x="113239" y="9464"/>
                    <a:pt x="31747" y="28527"/>
                  </a:cubicBezTo>
                  <a:cubicBezTo>
                    <a:pt x="26017" y="29798"/>
                    <a:pt x="20923" y="31069"/>
                    <a:pt x="15830" y="32975"/>
                  </a:cubicBezTo>
                  <a:cubicBezTo>
                    <a:pt x="9464" y="34882"/>
                    <a:pt x="2460" y="31704"/>
                    <a:pt x="550" y="25350"/>
                  </a:cubicBezTo>
                  <a:cubicBezTo>
                    <a:pt x="-1359" y="18996"/>
                    <a:pt x="1824" y="12006"/>
                    <a:pt x="8190" y="10100"/>
                  </a:cubicBezTo>
                  <a:cubicBezTo>
                    <a:pt x="14557" y="8193"/>
                    <a:pt x="20287" y="6287"/>
                    <a:pt x="26653" y="5016"/>
                  </a:cubicBezTo>
                  <a:cubicBezTo>
                    <a:pt x="121515" y="-16589"/>
                    <a:pt x="213830" y="33611"/>
                    <a:pt x="233567" y="116853"/>
                  </a:cubicBezTo>
                  <a:cubicBezTo>
                    <a:pt x="241843" y="153708"/>
                    <a:pt x="234840" y="192469"/>
                    <a:pt x="213830" y="226783"/>
                  </a:cubicBezTo>
                  <a:cubicBezTo>
                    <a:pt x="189001" y="266815"/>
                    <a:pt x="146345" y="296045"/>
                    <a:pt x="96686" y="307483"/>
                  </a:cubicBezTo>
                  <a:cubicBezTo>
                    <a:pt x="90319" y="308754"/>
                    <a:pt x="83316" y="310025"/>
                    <a:pt x="76949" y="310660"/>
                  </a:cubicBezTo>
                  <a:cubicBezTo>
                    <a:pt x="76313" y="310660"/>
                    <a:pt x="75676" y="310660"/>
                    <a:pt x="75039" y="3106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FDEFC3BE-6D27-FC28-0242-5FC591A99660}"/>
                </a:ext>
              </a:extLst>
            </p:cNvPr>
            <p:cNvSpPr/>
            <p:nvPr/>
          </p:nvSpPr>
          <p:spPr>
            <a:xfrm>
              <a:off x="146069" y="4198260"/>
              <a:ext cx="709123" cy="667434"/>
            </a:xfrm>
            <a:custGeom>
              <a:avLst/>
              <a:gdLst>
                <a:gd name="connsiteX0" fmla="*/ 173751 w 709123"/>
                <a:gd name="connsiteY0" fmla="*/ 64407 h 667434"/>
                <a:gd name="connsiteX1" fmla="*/ 44510 w 709123"/>
                <a:gd name="connsiteY1" fmla="*/ 239152 h 667434"/>
                <a:gd name="connsiteX2" fmla="*/ 56607 w 709123"/>
                <a:gd name="connsiteY2" fmla="*/ 365603 h 667434"/>
                <a:gd name="connsiteX3" fmla="*/ 411224 w 709123"/>
                <a:gd name="connsiteY3" fmla="*/ 627402 h 667434"/>
                <a:gd name="connsiteX4" fmla="*/ 475526 w 709123"/>
                <a:gd name="connsiteY4" fmla="*/ 640746 h 667434"/>
                <a:gd name="connsiteX5" fmla="*/ 536009 w 709123"/>
                <a:gd name="connsiteY5" fmla="*/ 601349 h 667434"/>
                <a:gd name="connsiteX6" fmla="*/ 665250 w 709123"/>
                <a:gd name="connsiteY6" fmla="*/ 426605 h 667434"/>
                <a:gd name="connsiteX7" fmla="*/ 653154 w 709123"/>
                <a:gd name="connsiteY7" fmla="*/ 300153 h 667434"/>
                <a:gd name="connsiteX8" fmla="*/ 298536 w 709123"/>
                <a:gd name="connsiteY8" fmla="*/ 38355 h 667434"/>
                <a:gd name="connsiteX9" fmla="*/ 234234 w 709123"/>
                <a:gd name="connsiteY9" fmla="*/ 25010 h 667434"/>
                <a:gd name="connsiteX10" fmla="*/ 173751 w 709123"/>
                <a:gd name="connsiteY10" fmla="*/ 64407 h 667434"/>
                <a:gd name="connsiteX11" fmla="*/ 457700 w 709123"/>
                <a:gd name="connsiteY11" fmla="*/ 667434 h 667434"/>
                <a:gd name="connsiteX12" fmla="*/ 396581 w 709123"/>
                <a:gd name="connsiteY12" fmla="*/ 647736 h 667434"/>
                <a:gd name="connsiteX13" fmla="*/ 41964 w 709123"/>
                <a:gd name="connsiteY13" fmla="*/ 385937 h 667434"/>
                <a:gd name="connsiteX14" fmla="*/ 24774 w 709123"/>
                <a:gd name="connsiteY14" fmla="*/ 225172 h 667434"/>
                <a:gd name="connsiteX15" fmla="*/ 154015 w 709123"/>
                <a:gd name="connsiteY15" fmla="*/ 50428 h 667434"/>
                <a:gd name="connsiteX16" fmla="*/ 229141 w 709123"/>
                <a:gd name="connsiteY16" fmla="*/ 2135 h 667434"/>
                <a:gd name="connsiteX17" fmla="*/ 312543 w 709123"/>
                <a:gd name="connsiteY17" fmla="*/ 19927 h 667434"/>
                <a:gd name="connsiteX18" fmla="*/ 667160 w 709123"/>
                <a:gd name="connsiteY18" fmla="*/ 281726 h 667434"/>
                <a:gd name="connsiteX19" fmla="*/ 684350 w 709123"/>
                <a:gd name="connsiteY19" fmla="*/ 442491 h 667434"/>
                <a:gd name="connsiteX20" fmla="*/ 555109 w 709123"/>
                <a:gd name="connsiteY20" fmla="*/ 616600 h 667434"/>
                <a:gd name="connsiteX21" fmla="*/ 479983 w 709123"/>
                <a:gd name="connsiteY21" fmla="*/ 664893 h 667434"/>
                <a:gd name="connsiteX22" fmla="*/ 457700 w 709123"/>
                <a:gd name="connsiteY22" fmla="*/ 667434 h 667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09123" h="667434">
                  <a:moveTo>
                    <a:pt x="173751" y="64407"/>
                  </a:moveTo>
                  <a:lnTo>
                    <a:pt x="44510" y="239152"/>
                  </a:lnTo>
                  <a:cubicBezTo>
                    <a:pt x="13314" y="281090"/>
                    <a:pt x="18407" y="338280"/>
                    <a:pt x="56607" y="365603"/>
                  </a:cubicBezTo>
                  <a:lnTo>
                    <a:pt x="411224" y="627402"/>
                  </a:lnTo>
                  <a:cubicBezTo>
                    <a:pt x="429051" y="640746"/>
                    <a:pt x="451970" y="645830"/>
                    <a:pt x="475526" y="640746"/>
                  </a:cubicBezTo>
                  <a:cubicBezTo>
                    <a:pt x="499083" y="636298"/>
                    <a:pt x="520729" y="622319"/>
                    <a:pt x="536009" y="601349"/>
                  </a:cubicBezTo>
                  <a:lnTo>
                    <a:pt x="665250" y="426605"/>
                  </a:lnTo>
                  <a:cubicBezTo>
                    <a:pt x="696446" y="384666"/>
                    <a:pt x="691353" y="327477"/>
                    <a:pt x="653154" y="300153"/>
                  </a:cubicBezTo>
                  <a:lnTo>
                    <a:pt x="298536" y="38355"/>
                  </a:lnTo>
                  <a:cubicBezTo>
                    <a:pt x="280710" y="25010"/>
                    <a:pt x="257790" y="19927"/>
                    <a:pt x="234234" y="25010"/>
                  </a:cubicBezTo>
                  <a:cubicBezTo>
                    <a:pt x="210041" y="30094"/>
                    <a:pt x="189031" y="43438"/>
                    <a:pt x="173751" y="64407"/>
                  </a:cubicBezTo>
                  <a:moveTo>
                    <a:pt x="457700" y="667434"/>
                  </a:moveTo>
                  <a:cubicBezTo>
                    <a:pt x="435417" y="667434"/>
                    <a:pt x="414407" y="660445"/>
                    <a:pt x="396581" y="647736"/>
                  </a:cubicBezTo>
                  <a:lnTo>
                    <a:pt x="41964" y="385937"/>
                  </a:lnTo>
                  <a:cubicBezTo>
                    <a:pt x="-6422" y="350353"/>
                    <a:pt x="-14062" y="277913"/>
                    <a:pt x="24774" y="225172"/>
                  </a:cubicBezTo>
                  <a:lnTo>
                    <a:pt x="154015" y="50428"/>
                  </a:lnTo>
                  <a:cubicBezTo>
                    <a:pt x="173115" y="25010"/>
                    <a:pt x="199854" y="7854"/>
                    <a:pt x="229141" y="2135"/>
                  </a:cubicBezTo>
                  <a:cubicBezTo>
                    <a:pt x="259063" y="-3584"/>
                    <a:pt x="288986" y="2135"/>
                    <a:pt x="312543" y="19927"/>
                  </a:cubicBezTo>
                  <a:lnTo>
                    <a:pt x="667160" y="281726"/>
                  </a:lnTo>
                  <a:cubicBezTo>
                    <a:pt x="715546" y="317310"/>
                    <a:pt x="723186" y="389750"/>
                    <a:pt x="684350" y="442491"/>
                  </a:cubicBezTo>
                  <a:lnTo>
                    <a:pt x="555109" y="616600"/>
                  </a:lnTo>
                  <a:cubicBezTo>
                    <a:pt x="536009" y="642017"/>
                    <a:pt x="509269" y="659174"/>
                    <a:pt x="479983" y="664893"/>
                  </a:cubicBezTo>
                  <a:cubicBezTo>
                    <a:pt x="472343" y="666163"/>
                    <a:pt x="464703" y="667434"/>
                    <a:pt x="457700" y="667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FBD8D0E4-B765-951C-D993-8ECA9B000403}"/>
                </a:ext>
              </a:extLst>
            </p:cNvPr>
            <p:cNvSpPr/>
            <p:nvPr/>
          </p:nvSpPr>
          <p:spPr>
            <a:xfrm>
              <a:off x="508347" y="4602065"/>
              <a:ext cx="42063" cy="41226"/>
            </a:xfrm>
            <a:custGeom>
              <a:avLst/>
              <a:gdLst>
                <a:gd name="connsiteX0" fmla="*/ 20933 w 42063"/>
                <a:gd name="connsiteY0" fmla="*/ 41227 h 41226"/>
                <a:gd name="connsiteX1" fmla="*/ 5016 w 42063"/>
                <a:gd name="connsiteY1" fmla="*/ 34237 h 41226"/>
                <a:gd name="connsiteX2" fmla="*/ 7563 w 42063"/>
                <a:gd name="connsiteY2" fmla="*/ 5007 h 41226"/>
                <a:gd name="connsiteX3" fmla="*/ 36849 w 42063"/>
                <a:gd name="connsiteY3" fmla="*/ 7549 h 41226"/>
                <a:gd name="connsiteX4" fmla="*/ 41943 w 42063"/>
                <a:gd name="connsiteY4" fmla="*/ 22799 h 41226"/>
                <a:gd name="connsiteX5" fmla="*/ 34939 w 42063"/>
                <a:gd name="connsiteY5" fmla="*/ 36779 h 41226"/>
                <a:gd name="connsiteX6" fmla="*/ 20933 w 42063"/>
                <a:gd name="connsiteY6" fmla="*/ 41227 h 41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063" h="41226">
                  <a:moveTo>
                    <a:pt x="20933" y="41227"/>
                  </a:moveTo>
                  <a:cubicBezTo>
                    <a:pt x="15203" y="41227"/>
                    <a:pt x="8836" y="38685"/>
                    <a:pt x="5016" y="34237"/>
                  </a:cubicBezTo>
                  <a:cubicBezTo>
                    <a:pt x="-2623" y="25341"/>
                    <a:pt x="-1350" y="11997"/>
                    <a:pt x="7563" y="5007"/>
                  </a:cubicBezTo>
                  <a:cubicBezTo>
                    <a:pt x="16476" y="-2618"/>
                    <a:pt x="29846" y="-1348"/>
                    <a:pt x="36849" y="7549"/>
                  </a:cubicBezTo>
                  <a:cubicBezTo>
                    <a:pt x="40669" y="11997"/>
                    <a:pt x="42579" y="17080"/>
                    <a:pt x="41943" y="22799"/>
                  </a:cubicBezTo>
                  <a:cubicBezTo>
                    <a:pt x="41306" y="28518"/>
                    <a:pt x="38759" y="33601"/>
                    <a:pt x="34939" y="36779"/>
                  </a:cubicBezTo>
                  <a:cubicBezTo>
                    <a:pt x="30483" y="39956"/>
                    <a:pt x="25390" y="41227"/>
                    <a:pt x="20933" y="412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BC096BF-5651-05BE-0C59-D9D1A6C48DA1}"/>
                </a:ext>
              </a:extLst>
            </p:cNvPr>
            <p:cNvSpPr/>
            <p:nvPr/>
          </p:nvSpPr>
          <p:spPr>
            <a:xfrm>
              <a:off x="510817" y="4440665"/>
              <a:ext cx="41503" cy="41862"/>
            </a:xfrm>
            <a:custGeom>
              <a:avLst/>
              <a:gdLst>
                <a:gd name="connsiteX0" fmla="*/ 21010 w 41503"/>
                <a:gd name="connsiteY0" fmla="*/ 41862 h 41862"/>
                <a:gd name="connsiteX1" fmla="*/ 5093 w 41503"/>
                <a:gd name="connsiteY1" fmla="*/ 34237 h 41862"/>
                <a:gd name="connsiteX2" fmla="*/ 0 w 41503"/>
                <a:gd name="connsiteY2" fmla="*/ 18986 h 41862"/>
                <a:gd name="connsiteX3" fmla="*/ 7003 w 41503"/>
                <a:gd name="connsiteY3" fmla="*/ 5007 h 41862"/>
                <a:gd name="connsiteX4" fmla="*/ 36289 w 41503"/>
                <a:gd name="connsiteY4" fmla="*/ 7549 h 41862"/>
                <a:gd name="connsiteX5" fmla="*/ 41383 w 41503"/>
                <a:gd name="connsiteY5" fmla="*/ 22799 h 41862"/>
                <a:gd name="connsiteX6" fmla="*/ 34379 w 41503"/>
                <a:gd name="connsiteY6" fmla="*/ 36779 h 41862"/>
                <a:gd name="connsiteX7" fmla="*/ 21010 w 41503"/>
                <a:gd name="connsiteY7" fmla="*/ 41862 h 4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503" h="41862">
                  <a:moveTo>
                    <a:pt x="21010" y="41862"/>
                  </a:moveTo>
                  <a:cubicBezTo>
                    <a:pt x="15280" y="41862"/>
                    <a:pt x="8913" y="39320"/>
                    <a:pt x="5093" y="34237"/>
                  </a:cubicBezTo>
                  <a:cubicBezTo>
                    <a:pt x="1273" y="29789"/>
                    <a:pt x="0" y="24705"/>
                    <a:pt x="0" y="18986"/>
                  </a:cubicBezTo>
                  <a:cubicBezTo>
                    <a:pt x="637" y="13268"/>
                    <a:pt x="3183" y="8184"/>
                    <a:pt x="7003" y="5007"/>
                  </a:cubicBezTo>
                  <a:cubicBezTo>
                    <a:pt x="15916" y="-2618"/>
                    <a:pt x="29286" y="-1347"/>
                    <a:pt x="36289" y="7549"/>
                  </a:cubicBezTo>
                  <a:cubicBezTo>
                    <a:pt x="40109" y="11997"/>
                    <a:pt x="42019" y="17080"/>
                    <a:pt x="41383" y="22799"/>
                  </a:cubicBezTo>
                  <a:cubicBezTo>
                    <a:pt x="40746" y="28518"/>
                    <a:pt x="38199" y="33601"/>
                    <a:pt x="34379" y="36779"/>
                  </a:cubicBezTo>
                  <a:cubicBezTo>
                    <a:pt x="30559" y="39956"/>
                    <a:pt x="25466" y="41862"/>
                    <a:pt x="21010" y="4186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0CF3BB2B-95AB-8F18-0DB5-3ED5EC330262}"/>
                </a:ext>
              </a:extLst>
            </p:cNvPr>
            <p:cNvSpPr/>
            <p:nvPr/>
          </p:nvSpPr>
          <p:spPr>
            <a:xfrm>
              <a:off x="666714" y="4601912"/>
              <a:ext cx="283110" cy="297460"/>
            </a:xfrm>
            <a:custGeom>
              <a:avLst/>
              <a:gdLst>
                <a:gd name="connsiteX0" fmla="*/ 134418 w 283110"/>
                <a:gd name="connsiteY0" fmla="*/ 297460 h 297460"/>
                <a:gd name="connsiteX1" fmla="*/ 19183 w 283110"/>
                <a:gd name="connsiteY1" fmla="*/ 256793 h 297460"/>
                <a:gd name="connsiteX2" fmla="*/ 3904 w 283110"/>
                <a:gd name="connsiteY2" fmla="*/ 244084 h 297460"/>
                <a:gd name="connsiteX3" fmla="*/ 3267 w 283110"/>
                <a:gd name="connsiteY3" fmla="*/ 226927 h 297460"/>
                <a:gd name="connsiteX4" fmla="*/ 20457 w 283110"/>
                <a:gd name="connsiteY4" fmla="*/ 226292 h 297460"/>
                <a:gd name="connsiteX5" fmla="*/ 33826 w 283110"/>
                <a:gd name="connsiteY5" fmla="*/ 237730 h 297460"/>
                <a:gd name="connsiteX6" fmla="*/ 233736 w 283110"/>
                <a:gd name="connsiteY6" fmla="*/ 227563 h 297460"/>
                <a:gd name="connsiteX7" fmla="*/ 256019 w 283110"/>
                <a:gd name="connsiteY7" fmla="*/ 128435 h 297460"/>
                <a:gd name="connsiteX8" fmla="*/ 195537 w 283110"/>
                <a:gd name="connsiteY8" fmla="*/ 31849 h 297460"/>
                <a:gd name="connsiteX9" fmla="*/ 181531 w 283110"/>
                <a:gd name="connsiteY9" fmla="*/ 22317 h 297460"/>
                <a:gd name="connsiteX10" fmla="*/ 177711 w 283110"/>
                <a:gd name="connsiteY10" fmla="*/ 5796 h 297460"/>
                <a:gd name="connsiteX11" fmla="*/ 194264 w 283110"/>
                <a:gd name="connsiteY11" fmla="*/ 1983 h 297460"/>
                <a:gd name="connsiteX12" fmla="*/ 210180 w 283110"/>
                <a:gd name="connsiteY12" fmla="*/ 12786 h 297460"/>
                <a:gd name="connsiteX13" fmla="*/ 280212 w 283110"/>
                <a:gd name="connsiteY13" fmla="*/ 123987 h 297460"/>
                <a:gd name="connsiteX14" fmla="*/ 252836 w 283110"/>
                <a:gd name="connsiteY14" fmla="*/ 242813 h 297460"/>
                <a:gd name="connsiteX15" fmla="*/ 134418 w 283110"/>
                <a:gd name="connsiteY15" fmla="*/ 297460 h 297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3110" h="297460">
                  <a:moveTo>
                    <a:pt x="134418" y="297460"/>
                  </a:moveTo>
                  <a:cubicBezTo>
                    <a:pt x="94945" y="297460"/>
                    <a:pt x="54199" y="284116"/>
                    <a:pt x="19183" y="256793"/>
                  </a:cubicBezTo>
                  <a:cubicBezTo>
                    <a:pt x="14090" y="252980"/>
                    <a:pt x="8997" y="248532"/>
                    <a:pt x="3904" y="244084"/>
                  </a:cubicBezTo>
                  <a:cubicBezTo>
                    <a:pt x="-1190" y="239636"/>
                    <a:pt x="-1190" y="232011"/>
                    <a:pt x="3267" y="226927"/>
                  </a:cubicBezTo>
                  <a:cubicBezTo>
                    <a:pt x="7723" y="221844"/>
                    <a:pt x="15363" y="221844"/>
                    <a:pt x="20457" y="226292"/>
                  </a:cubicBezTo>
                  <a:cubicBezTo>
                    <a:pt x="24913" y="230104"/>
                    <a:pt x="29370" y="233917"/>
                    <a:pt x="33826" y="237730"/>
                  </a:cubicBezTo>
                  <a:cubicBezTo>
                    <a:pt x="99402" y="289200"/>
                    <a:pt x="189170" y="284116"/>
                    <a:pt x="233736" y="227563"/>
                  </a:cubicBezTo>
                  <a:cubicBezTo>
                    <a:pt x="255383" y="200239"/>
                    <a:pt x="263023" y="164655"/>
                    <a:pt x="256019" y="128435"/>
                  </a:cubicBezTo>
                  <a:cubicBezTo>
                    <a:pt x="249016" y="90944"/>
                    <a:pt x="227370" y="56631"/>
                    <a:pt x="195537" y="31849"/>
                  </a:cubicBezTo>
                  <a:cubicBezTo>
                    <a:pt x="191080" y="28672"/>
                    <a:pt x="186624" y="25495"/>
                    <a:pt x="181531" y="22317"/>
                  </a:cubicBezTo>
                  <a:cubicBezTo>
                    <a:pt x="175801" y="18505"/>
                    <a:pt x="173891" y="10880"/>
                    <a:pt x="177711" y="5796"/>
                  </a:cubicBezTo>
                  <a:cubicBezTo>
                    <a:pt x="181531" y="77"/>
                    <a:pt x="189170" y="-1829"/>
                    <a:pt x="194264" y="1983"/>
                  </a:cubicBezTo>
                  <a:cubicBezTo>
                    <a:pt x="199994" y="5161"/>
                    <a:pt x="205087" y="8973"/>
                    <a:pt x="210180" y="12786"/>
                  </a:cubicBezTo>
                  <a:cubicBezTo>
                    <a:pt x="247106" y="41380"/>
                    <a:pt x="271936" y="80777"/>
                    <a:pt x="280212" y="123987"/>
                  </a:cubicBezTo>
                  <a:cubicBezTo>
                    <a:pt x="288489" y="167832"/>
                    <a:pt x="278939" y="209771"/>
                    <a:pt x="252836" y="242813"/>
                  </a:cubicBezTo>
                  <a:cubicBezTo>
                    <a:pt x="224823" y="278397"/>
                    <a:pt x="180894" y="297460"/>
                    <a:pt x="134418" y="2974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471F6F04-E54B-0B00-4161-11B2266A7B64}"/>
                </a:ext>
              </a:extLst>
            </p:cNvPr>
            <p:cNvSpPr/>
            <p:nvPr/>
          </p:nvSpPr>
          <p:spPr>
            <a:xfrm>
              <a:off x="845197" y="4075375"/>
              <a:ext cx="645298" cy="712796"/>
            </a:xfrm>
            <a:custGeom>
              <a:avLst/>
              <a:gdLst>
                <a:gd name="connsiteX0" fmla="*/ 260894 w 645298"/>
                <a:gd name="connsiteY0" fmla="*/ 38600 h 712796"/>
                <a:gd name="connsiteX1" fmla="*/ 73717 w 645298"/>
                <a:gd name="connsiteY1" fmla="*/ 148531 h 712796"/>
                <a:gd name="connsiteX2" fmla="*/ 28514 w 645298"/>
                <a:gd name="connsiteY2" fmla="*/ 204449 h 712796"/>
                <a:gd name="connsiteX3" fmla="*/ 35517 w 645298"/>
                <a:gd name="connsiteY3" fmla="*/ 269898 h 712796"/>
                <a:gd name="connsiteX4" fmla="*/ 259621 w 645298"/>
                <a:gd name="connsiteY4" fmla="*/ 649253 h 712796"/>
                <a:gd name="connsiteX5" fmla="*/ 384405 w 645298"/>
                <a:gd name="connsiteY5" fmla="*/ 674035 h 712796"/>
                <a:gd name="connsiteX6" fmla="*/ 572219 w 645298"/>
                <a:gd name="connsiteY6" fmla="*/ 564105 h 712796"/>
                <a:gd name="connsiteX7" fmla="*/ 617421 w 645298"/>
                <a:gd name="connsiteY7" fmla="*/ 508186 h 712796"/>
                <a:gd name="connsiteX8" fmla="*/ 610418 w 645298"/>
                <a:gd name="connsiteY8" fmla="*/ 442737 h 712796"/>
                <a:gd name="connsiteX9" fmla="*/ 386315 w 645298"/>
                <a:gd name="connsiteY9" fmla="*/ 63382 h 712796"/>
                <a:gd name="connsiteX10" fmla="*/ 260894 w 645298"/>
                <a:gd name="connsiteY10" fmla="*/ 38600 h 712796"/>
                <a:gd name="connsiteX11" fmla="*/ 332199 w 645298"/>
                <a:gd name="connsiteY11" fmla="*/ 712796 h 712796"/>
                <a:gd name="connsiteX12" fmla="*/ 237974 w 645298"/>
                <a:gd name="connsiteY12" fmla="*/ 661326 h 712796"/>
                <a:gd name="connsiteX13" fmla="*/ 13871 w 645298"/>
                <a:gd name="connsiteY13" fmla="*/ 281972 h 712796"/>
                <a:gd name="connsiteX14" fmla="*/ 4958 w 645298"/>
                <a:gd name="connsiteY14" fmla="*/ 197459 h 712796"/>
                <a:gd name="connsiteX15" fmla="*/ 60984 w 645298"/>
                <a:gd name="connsiteY15" fmla="*/ 127561 h 712796"/>
                <a:gd name="connsiteX16" fmla="*/ 248797 w 645298"/>
                <a:gd name="connsiteY16" fmla="*/ 17631 h 712796"/>
                <a:gd name="connsiteX17" fmla="*/ 407325 w 645298"/>
                <a:gd name="connsiteY17" fmla="*/ 51309 h 712796"/>
                <a:gd name="connsiteX18" fmla="*/ 631428 w 645298"/>
                <a:gd name="connsiteY18" fmla="*/ 430663 h 712796"/>
                <a:gd name="connsiteX19" fmla="*/ 640341 w 645298"/>
                <a:gd name="connsiteY19" fmla="*/ 515176 h 712796"/>
                <a:gd name="connsiteX20" fmla="*/ 584315 w 645298"/>
                <a:gd name="connsiteY20" fmla="*/ 585074 h 712796"/>
                <a:gd name="connsiteX21" fmla="*/ 396502 w 645298"/>
                <a:gd name="connsiteY21" fmla="*/ 695004 h 712796"/>
                <a:gd name="connsiteX22" fmla="*/ 332199 w 645298"/>
                <a:gd name="connsiteY22" fmla="*/ 712796 h 71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45298" h="712796">
                  <a:moveTo>
                    <a:pt x="260894" y="38600"/>
                  </a:moveTo>
                  <a:lnTo>
                    <a:pt x="73717" y="148531"/>
                  </a:lnTo>
                  <a:cubicBezTo>
                    <a:pt x="51434" y="161239"/>
                    <a:pt x="35517" y="181573"/>
                    <a:pt x="28514" y="204449"/>
                  </a:cubicBezTo>
                  <a:cubicBezTo>
                    <a:pt x="21511" y="227324"/>
                    <a:pt x="24058" y="250200"/>
                    <a:pt x="35517" y="269898"/>
                  </a:cubicBezTo>
                  <a:lnTo>
                    <a:pt x="259621" y="649253"/>
                  </a:lnTo>
                  <a:cubicBezTo>
                    <a:pt x="283177" y="689285"/>
                    <a:pt x="339203" y="700723"/>
                    <a:pt x="384405" y="674035"/>
                  </a:cubicBezTo>
                  <a:lnTo>
                    <a:pt x="572219" y="564105"/>
                  </a:lnTo>
                  <a:cubicBezTo>
                    <a:pt x="594502" y="551396"/>
                    <a:pt x="610418" y="531062"/>
                    <a:pt x="617421" y="508186"/>
                  </a:cubicBezTo>
                  <a:cubicBezTo>
                    <a:pt x="624424" y="485311"/>
                    <a:pt x="621878" y="462435"/>
                    <a:pt x="610418" y="442737"/>
                  </a:cubicBezTo>
                  <a:lnTo>
                    <a:pt x="386315" y="63382"/>
                  </a:lnTo>
                  <a:cubicBezTo>
                    <a:pt x="362122" y="23350"/>
                    <a:pt x="306096" y="11912"/>
                    <a:pt x="260894" y="38600"/>
                  </a:cubicBezTo>
                  <a:moveTo>
                    <a:pt x="332199" y="712796"/>
                  </a:moveTo>
                  <a:cubicBezTo>
                    <a:pt x="294000" y="712796"/>
                    <a:pt x="257711" y="694369"/>
                    <a:pt x="237974" y="661326"/>
                  </a:cubicBezTo>
                  <a:lnTo>
                    <a:pt x="13871" y="281972"/>
                  </a:lnTo>
                  <a:cubicBezTo>
                    <a:pt x="-772" y="256554"/>
                    <a:pt x="-3955" y="226689"/>
                    <a:pt x="4958" y="197459"/>
                  </a:cubicBezTo>
                  <a:cubicBezTo>
                    <a:pt x="13871" y="168229"/>
                    <a:pt x="34244" y="144083"/>
                    <a:pt x="60984" y="127561"/>
                  </a:cubicBezTo>
                  <a:lnTo>
                    <a:pt x="248797" y="17631"/>
                  </a:lnTo>
                  <a:cubicBezTo>
                    <a:pt x="305460" y="-15411"/>
                    <a:pt x="376765" y="-796"/>
                    <a:pt x="407325" y="51309"/>
                  </a:cubicBezTo>
                  <a:lnTo>
                    <a:pt x="631428" y="430663"/>
                  </a:lnTo>
                  <a:cubicBezTo>
                    <a:pt x="646071" y="456081"/>
                    <a:pt x="649254" y="485946"/>
                    <a:pt x="640341" y="515176"/>
                  </a:cubicBezTo>
                  <a:cubicBezTo>
                    <a:pt x="631428" y="544406"/>
                    <a:pt x="611055" y="568553"/>
                    <a:pt x="584315" y="585074"/>
                  </a:cubicBezTo>
                  <a:lnTo>
                    <a:pt x="396502" y="695004"/>
                  </a:lnTo>
                  <a:cubicBezTo>
                    <a:pt x="376129" y="707077"/>
                    <a:pt x="353846" y="712796"/>
                    <a:pt x="332199" y="7127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523432FD-203F-BE14-7664-3355D6968905}"/>
                </a:ext>
              </a:extLst>
            </p:cNvPr>
            <p:cNvSpPr/>
            <p:nvPr/>
          </p:nvSpPr>
          <p:spPr>
            <a:xfrm>
              <a:off x="1175366" y="4489396"/>
              <a:ext cx="41537" cy="41423"/>
            </a:xfrm>
            <a:custGeom>
              <a:avLst/>
              <a:gdLst>
                <a:gd name="connsiteX0" fmla="*/ 20494 w 41537"/>
                <a:gd name="connsiteY0" fmla="*/ 41424 h 41423"/>
                <a:gd name="connsiteX1" fmla="*/ 7124 w 41537"/>
                <a:gd name="connsiteY1" fmla="*/ 36340 h 41423"/>
                <a:gd name="connsiteX2" fmla="*/ 121 w 41537"/>
                <a:gd name="connsiteY2" fmla="*/ 22361 h 41423"/>
                <a:gd name="connsiteX3" fmla="*/ 5214 w 41537"/>
                <a:gd name="connsiteY3" fmla="*/ 7110 h 41423"/>
                <a:gd name="connsiteX4" fmla="*/ 19220 w 41537"/>
                <a:gd name="connsiteY4" fmla="*/ 120 h 41423"/>
                <a:gd name="connsiteX5" fmla="*/ 34500 w 41537"/>
                <a:gd name="connsiteY5" fmla="*/ 5204 h 41423"/>
                <a:gd name="connsiteX6" fmla="*/ 41503 w 41537"/>
                <a:gd name="connsiteY6" fmla="*/ 19183 h 41423"/>
                <a:gd name="connsiteX7" fmla="*/ 22404 w 41537"/>
                <a:gd name="connsiteY7" fmla="*/ 41424 h 41423"/>
                <a:gd name="connsiteX8" fmla="*/ 20494 w 41537"/>
                <a:gd name="connsiteY8" fmla="*/ 41424 h 4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537" h="41423">
                  <a:moveTo>
                    <a:pt x="20494" y="41424"/>
                  </a:moveTo>
                  <a:cubicBezTo>
                    <a:pt x="15400" y="41424"/>
                    <a:pt x="10944" y="39517"/>
                    <a:pt x="7124" y="36340"/>
                  </a:cubicBezTo>
                  <a:cubicBezTo>
                    <a:pt x="2667" y="32528"/>
                    <a:pt x="121" y="27444"/>
                    <a:pt x="121" y="22361"/>
                  </a:cubicBezTo>
                  <a:cubicBezTo>
                    <a:pt x="-516" y="16642"/>
                    <a:pt x="1394" y="11558"/>
                    <a:pt x="5214" y="7110"/>
                  </a:cubicBezTo>
                  <a:cubicBezTo>
                    <a:pt x="9034" y="2662"/>
                    <a:pt x="14127" y="120"/>
                    <a:pt x="19220" y="120"/>
                  </a:cubicBezTo>
                  <a:cubicBezTo>
                    <a:pt x="24950" y="-515"/>
                    <a:pt x="30043" y="1391"/>
                    <a:pt x="34500" y="5204"/>
                  </a:cubicBezTo>
                  <a:cubicBezTo>
                    <a:pt x="38957" y="9017"/>
                    <a:pt x="41503" y="14100"/>
                    <a:pt x="41503" y="19183"/>
                  </a:cubicBezTo>
                  <a:cubicBezTo>
                    <a:pt x="42140" y="30621"/>
                    <a:pt x="33863" y="40788"/>
                    <a:pt x="22404" y="41424"/>
                  </a:cubicBezTo>
                  <a:lnTo>
                    <a:pt x="20494" y="41424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8632A6D4-2BC4-4548-B2B7-1485FDED1C84}"/>
                </a:ext>
              </a:extLst>
            </p:cNvPr>
            <p:cNvSpPr/>
            <p:nvPr/>
          </p:nvSpPr>
          <p:spPr>
            <a:xfrm>
              <a:off x="1118153" y="4338885"/>
              <a:ext cx="41451" cy="41337"/>
            </a:xfrm>
            <a:custGeom>
              <a:avLst/>
              <a:gdLst>
                <a:gd name="connsiteX0" fmla="*/ 21044 w 41451"/>
                <a:gd name="connsiteY0" fmla="*/ 41338 h 41337"/>
                <a:gd name="connsiteX1" fmla="*/ 34 w 41451"/>
                <a:gd name="connsiteY1" fmla="*/ 22274 h 41337"/>
                <a:gd name="connsiteX2" fmla="*/ 19134 w 41451"/>
                <a:gd name="connsiteY2" fmla="*/ 34 h 41337"/>
                <a:gd name="connsiteX3" fmla="*/ 41417 w 41451"/>
                <a:gd name="connsiteY3" fmla="*/ 19097 h 41337"/>
                <a:gd name="connsiteX4" fmla="*/ 22317 w 41451"/>
                <a:gd name="connsiteY4" fmla="*/ 41338 h 41337"/>
                <a:gd name="connsiteX5" fmla="*/ 21044 w 41451"/>
                <a:gd name="connsiteY5" fmla="*/ 41338 h 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451" h="41337">
                  <a:moveTo>
                    <a:pt x="21044" y="41338"/>
                  </a:moveTo>
                  <a:cubicBezTo>
                    <a:pt x="10221" y="41338"/>
                    <a:pt x="1308" y="33077"/>
                    <a:pt x="34" y="22274"/>
                  </a:cubicBezTo>
                  <a:cubicBezTo>
                    <a:pt x="-602" y="10837"/>
                    <a:pt x="7674" y="670"/>
                    <a:pt x="19134" y="34"/>
                  </a:cubicBezTo>
                  <a:cubicBezTo>
                    <a:pt x="30594" y="-601"/>
                    <a:pt x="40780" y="7660"/>
                    <a:pt x="41417" y="19097"/>
                  </a:cubicBezTo>
                  <a:cubicBezTo>
                    <a:pt x="42054" y="30535"/>
                    <a:pt x="33777" y="40702"/>
                    <a:pt x="22317" y="41338"/>
                  </a:cubicBezTo>
                  <a:lnTo>
                    <a:pt x="21044" y="41338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7F3BE1BC-9DA5-FAB9-7184-94ACDF6BA204}"/>
                </a:ext>
              </a:extLst>
            </p:cNvPr>
            <p:cNvSpPr/>
            <p:nvPr/>
          </p:nvSpPr>
          <p:spPr>
            <a:xfrm>
              <a:off x="830115" y="3968827"/>
              <a:ext cx="306237" cy="267787"/>
            </a:xfrm>
            <a:custGeom>
              <a:avLst/>
              <a:gdLst>
                <a:gd name="connsiteX0" fmla="*/ 44870 w 306237"/>
                <a:gd name="connsiteY0" fmla="*/ 267787 h 267787"/>
                <a:gd name="connsiteX1" fmla="*/ 34683 w 306237"/>
                <a:gd name="connsiteY1" fmla="*/ 262704 h 267787"/>
                <a:gd name="connsiteX2" fmla="*/ 24497 w 306237"/>
                <a:gd name="connsiteY2" fmla="*/ 246182 h 267787"/>
                <a:gd name="connsiteX3" fmla="*/ 75429 w 306237"/>
                <a:gd name="connsiteY3" fmla="*/ 17426 h 267787"/>
                <a:gd name="connsiteX4" fmla="*/ 186844 w 306237"/>
                <a:gd name="connsiteY4" fmla="*/ 5988 h 267787"/>
                <a:gd name="connsiteX5" fmla="*/ 296349 w 306237"/>
                <a:gd name="connsiteY5" fmla="*/ 95584 h 267787"/>
                <a:gd name="connsiteX6" fmla="*/ 305262 w 306237"/>
                <a:gd name="connsiteY6" fmla="*/ 113377 h 267787"/>
                <a:gd name="connsiteX7" fmla="*/ 298895 w 306237"/>
                <a:gd name="connsiteY7" fmla="*/ 129263 h 267787"/>
                <a:gd name="connsiteX8" fmla="*/ 282979 w 306237"/>
                <a:gd name="connsiteY8" fmla="*/ 122908 h 267787"/>
                <a:gd name="connsiteX9" fmla="*/ 275339 w 306237"/>
                <a:gd name="connsiteY9" fmla="*/ 107022 h 267787"/>
                <a:gd name="connsiteX10" fmla="*/ 180477 w 306237"/>
                <a:gd name="connsiteY10" fmla="*/ 28864 h 267787"/>
                <a:gd name="connsiteX11" fmla="*/ 87525 w 306237"/>
                <a:gd name="connsiteY11" fmla="*/ 38395 h 267787"/>
                <a:gd name="connsiteX12" fmla="*/ 46143 w 306237"/>
                <a:gd name="connsiteY12" fmla="*/ 234109 h 267787"/>
                <a:gd name="connsiteX13" fmla="*/ 55056 w 306237"/>
                <a:gd name="connsiteY13" fmla="*/ 248089 h 267787"/>
                <a:gd name="connsiteX14" fmla="*/ 51873 w 306237"/>
                <a:gd name="connsiteY14" fmla="*/ 265245 h 267787"/>
                <a:gd name="connsiteX15" fmla="*/ 44870 w 306237"/>
                <a:gd name="connsiteY15" fmla="*/ 267787 h 267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6237" h="267787">
                  <a:moveTo>
                    <a:pt x="44870" y="267787"/>
                  </a:moveTo>
                  <a:cubicBezTo>
                    <a:pt x="41050" y="267787"/>
                    <a:pt x="37230" y="265881"/>
                    <a:pt x="34683" y="262704"/>
                  </a:cubicBezTo>
                  <a:cubicBezTo>
                    <a:pt x="30863" y="257620"/>
                    <a:pt x="27680" y="251901"/>
                    <a:pt x="24497" y="246182"/>
                  </a:cubicBezTo>
                  <a:cubicBezTo>
                    <a:pt x="-22616" y="161670"/>
                    <a:pt x="304" y="58729"/>
                    <a:pt x="75429" y="17426"/>
                  </a:cubicBezTo>
                  <a:cubicBezTo>
                    <a:pt x="108535" y="-1001"/>
                    <a:pt x="148008" y="-4814"/>
                    <a:pt x="186844" y="5988"/>
                  </a:cubicBezTo>
                  <a:cubicBezTo>
                    <a:pt x="232046" y="18697"/>
                    <a:pt x="272156" y="51740"/>
                    <a:pt x="296349" y="95584"/>
                  </a:cubicBezTo>
                  <a:cubicBezTo>
                    <a:pt x="299532" y="101303"/>
                    <a:pt x="302715" y="107022"/>
                    <a:pt x="305262" y="113377"/>
                  </a:cubicBezTo>
                  <a:cubicBezTo>
                    <a:pt x="307809" y="119731"/>
                    <a:pt x="305262" y="126721"/>
                    <a:pt x="298895" y="129263"/>
                  </a:cubicBezTo>
                  <a:cubicBezTo>
                    <a:pt x="292529" y="131804"/>
                    <a:pt x="285526" y="129263"/>
                    <a:pt x="282979" y="122908"/>
                  </a:cubicBezTo>
                  <a:cubicBezTo>
                    <a:pt x="280432" y="117825"/>
                    <a:pt x="277886" y="112106"/>
                    <a:pt x="275339" y="107022"/>
                  </a:cubicBezTo>
                  <a:cubicBezTo>
                    <a:pt x="254329" y="68896"/>
                    <a:pt x="219313" y="40302"/>
                    <a:pt x="180477" y="28864"/>
                  </a:cubicBezTo>
                  <a:cubicBezTo>
                    <a:pt x="148008" y="19332"/>
                    <a:pt x="114902" y="23145"/>
                    <a:pt x="87525" y="38395"/>
                  </a:cubicBezTo>
                  <a:cubicBezTo>
                    <a:pt x="24497" y="73344"/>
                    <a:pt x="6034" y="161034"/>
                    <a:pt x="46143" y="234109"/>
                  </a:cubicBezTo>
                  <a:cubicBezTo>
                    <a:pt x="48690" y="239193"/>
                    <a:pt x="51873" y="243641"/>
                    <a:pt x="55056" y="248089"/>
                  </a:cubicBezTo>
                  <a:cubicBezTo>
                    <a:pt x="58876" y="253808"/>
                    <a:pt x="57603" y="261433"/>
                    <a:pt x="51873" y="265245"/>
                  </a:cubicBezTo>
                  <a:cubicBezTo>
                    <a:pt x="49963" y="267152"/>
                    <a:pt x="47416" y="267787"/>
                    <a:pt x="44870" y="267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280C9253-8435-8FE1-30A1-A0F08D43A8FC}"/>
                </a:ext>
              </a:extLst>
            </p:cNvPr>
            <p:cNvSpPr/>
            <p:nvPr/>
          </p:nvSpPr>
          <p:spPr>
            <a:xfrm>
              <a:off x="1200613" y="4632852"/>
              <a:ext cx="306237" cy="267790"/>
            </a:xfrm>
            <a:custGeom>
              <a:avLst/>
              <a:gdLst>
                <a:gd name="connsiteX0" fmla="*/ 162050 w 306237"/>
                <a:gd name="connsiteY0" fmla="*/ 267791 h 267790"/>
                <a:gd name="connsiteX1" fmla="*/ 119394 w 306237"/>
                <a:gd name="connsiteY1" fmla="*/ 261436 h 267790"/>
                <a:gd name="connsiteX2" fmla="*/ 9889 w 306237"/>
                <a:gd name="connsiteY2" fmla="*/ 171840 h 267790"/>
                <a:gd name="connsiteX3" fmla="*/ 976 w 306237"/>
                <a:gd name="connsiteY3" fmla="*/ 154048 h 267790"/>
                <a:gd name="connsiteX4" fmla="*/ 7342 w 306237"/>
                <a:gd name="connsiteY4" fmla="*/ 138162 h 267790"/>
                <a:gd name="connsiteX5" fmla="*/ 23259 w 306237"/>
                <a:gd name="connsiteY5" fmla="*/ 144517 h 267790"/>
                <a:gd name="connsiteX6" fmla="*/ 30899 w 306237"/>
                <a:gd name="connsiteY6" fmla="*/ 160402 h 267790"/>
                <a:gd name="connsiteX7" fmla="*/ 125760 w 306237"/>
                <a:gd name="connsiteY7" fmla="*/ 238561 h 267790"/>
                <a:gd name="connsiteX8" fmla="*/ 218712 w 306237"/>
                <a:gd name="connsiteY8" fmla="*/ 229029 h 267790"/>
                <a:gd name="connsiteX9" fmla="*/ 260095 w 306237"/>
                <a:gd name="connsiteY9" fmla="*/ 33316 h 267790"/>
                <a:gd name="connsiteX10" fmla="*/ 251182 w 306237"/>
                <a:gd name="connsiteY10" fmla="*/ 19336 h 267790"/>
                <a:gd name="connsiteX11" fmla="*/ 254365 w 306237"/>
                <a:gd name="connsiteY11" fmla="*/ 2179 h 267790"/>
                <a:gd name="connsiteX12" fmla="*/ 271555 w 306237"/>
                <a:gd name="connsiteY12" fmla="*/ 5357 h 267790"/>
                <a:gd name="connsiteX13" fmla="*/ 281741 w 306237"/>
                <a:gd name="connsiteY13" fmla="*/ 21878 h 267790"/>
                <a:gd name="connsiteX14" fmla="*/ 230809 w 306237"/>
                <a:gd name="connsiteY14" fmla="*/ 250634 h 267790"/>
                <a:gd name="connsiteX15" fmla="*/ 162050 w 306237"/>
                <a:gd name="connsiteY15" fmla="*/ 267791 h 267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6237" h="267790">
                  <a:moveTo>
                    <a:pt x="162050" y="267791"/>
                  </a:moveTo>
                  <a:cubicBezTo>
                    <a:pt x="148043" y="267791"/>
                    <a:pt x="133400" y="265885"/>
                    <a:pt x="119394" y="261436"/>
                  </a:cubicBezTo>
                  <a:cubicBezTo>
                    <a:pt x="74191" y="248728"/>
                    <a:pt x="34082" y="215685"/>
                    <a:pt x="9889" y="171840"/>
                  </a:cubicBezTo>
                  <a:cubicBezTo>
                    <a:pt x="6706" y="166121"/>
                    <a:pt x="3522" y="160402"/>
                    <a:pt x="976" y="154048"/>
                  </a:cubicBezTo>
                  <a:cubicBezTo>
                    <a:pt x="-1571" y="147694"/>
                    <a:pt x="976" y="140704"/>
                    <a:pt x="7342" y="138162"/>
                  </a:cubicBezTo>
                  <a:cubicBezTo>
                    <a:pt x="13709" y="135621"/>
                    <a:pt x="20712" y="138162"/>
                    <a:pt x="23259" y="144517"/>
                  </a:cubicBezTo>
                  <a:cubicBezTo>
                    <a:pt x="25805" y="149600"/>
                    <a:pt x="28352" y="155319"/>
                    <a:pt x="30899" y="160402"/>
                  </a:cubicBezTo>
                  <a:cubicBezTo>
                    <a:pt x="51908" y="198529"/>
                    <a:pt x="86924" y="227123"/>
                    <a:pt x="125760" y="238561"/>
                  </a:cubicBezTo>
                  <a:cubicBezTo>
                    <a:pt x="158230" y="248092"/>
                    <a:pt x="191336" y="244280"/>
                    <a:pt x="218712" y="229029"/>
                  </a:cubicBezTo>
                  <a:cubicBezTo>
                    <a:pt x="281741" y="194080"/>
                    <a:pt x="300204" y="106391"/>
                    <a:pt x="260095" y="33316"/>
                  </a:cubicBezTo>
                  <a:cubicBezTo>
                    <a:pt x="257548" y="28232"/>
                    <a:pt x="254365" y="23784"/>
                    <a:pt x="251182" y="19336"/>
                  </a:cubicBezTo>
                  <a:cubicBezTo>
                    <a:pt x="247362" y="13617"/>
                    <a:pt x="248635" y="5992"/>
                    <a:pt x="254365" y="2179"/>
                  </a:cubicBezTo>
                  <a:cubicBezTo>
                    <a:pt x="260095" y="-1633"/>
                    <a:pt x="267735" y="-362"/>
                    <a:pt x="271555" y="5357"/>
                  </a:cubicBezTo>
                  <a:cubicBezTo>
                    <a:pt x="275375" y="10440"/>
                    <a:pt x="278558" y="16159"/>
                    <a:pt x="281741" y="21878"/>
                  </a:cubicBezTo>
                  <a:cubicBezTo>
                    <a:pt x="328854" y="106391"/>
                    <a:pt x="305934" y="209331"/>
                    <a:pt x="230809" y="250634"/>
                  </a:cubicBezTo>
                  <a:cubicBezTo>
                    <a:pt x="209799" y="262072"/>
                    <a:pt x="186243" y="267791"/>
                    <a:pt x="162050" y="2677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A34F0AC5-F1D3-B7C5-9056-8BD4AD38BF94}"/>
                </a:ext>
              </a:extLst>
            </p:cNvPr>
            <p:cNvSpPr/>
            <p:nvPr/>
          </p:nvSpPr>
          <p:spPr>
            <a:xfrm>
              <a:off x="54620" y="4168853"/>
              <a:ext cx="283747" cy="297788"/>
            </a:xfrm>
            <a:custGeom>
              <a:avLst/>
              <a:gdLst>
                <a:gd name="connsiteX0" fmla="*/ 95213 w 283747"/>
                <a:gd name="connsiteY0" fmla="*/ 297788 h 297788"/>
                <a:gd name="connsiteX1" fmla="*/ 88847 w 283747"/>
                <a:gd name="connsiteY1" fmla="*/ 295882 h 297788"/>
                <a:gd name="connsiteX2" fmla="*/ 72930 w 283747"/>
                <a:gd name="connsiteY2" fmla="*/ 285080 h 297788"/>
                <a:gd name="connsiteX3" fmla="*/ 2898 w 283747"/>
                <a:gd name="connsiteY3" fmla="*/ 173879 h 297788"/>
                <a:gd name="connsiteX4" fmla="*/ 30274 w 283747"/>
                <a:gd name="connsiteY4" fmla="*/ 55052 h 297788"/>
                <a:gd name="connsiteX5" fmla="*/ 264564 w 283747"/>
                <a:gd name="connsiteY5" fmla="*/ 40437 h 297788"/>
                <a:gd name="connsiteX6" fmla="*/ 279844 w 283747"/>
                <a:gd name="connsiteY6" fmla="*/ 53146 h 297788"/>
                <a:gd name="connsiteX7" fmla="*/ 280480 w 283747"/>
                <a:gd name="connsiteY7" fmla="*/ 70303 h 297788"/>
                <a:gd name="connsiteX8" fmla="*/ 263291 w 283747"/>
                <a:gd name="connsiteY8" fmla="*/ 70938 h 297788"/>
                <a:gd name="connsiteX9" fmla="*/ 249921 w 283747"/>
                <a:gd name="connsiteY9" fmla="*/ 59501 h 297788"/>
                <a:gd name="connsiteX10" fmla="*/ 50011 w 283747"/>
                <a:gd name="connsiteY10" fmla="*/ 69667 h 297788"/>
                <a:gd name="connsiteX11" fmla="*/ 27728 w 283747"/>
                <a:gd name="connsiteY11" fmla="*/ 168795 h 297788"/>
                <a:gd name="connsiteX12" fmla="*/ 88210 w 283747"/>
                <a:gd name="connsiteY12" fmla="*/ 265381 h 297788"/>
                <a:gd name="connsiteX13" fmla="*/ 102216 w 283747"/>
                <a:gd name="connsiteY13" fmla="*/ 274913 h 297788"/>
                <a:gd name="connsiteX14" fmla="*/ 106036 w 283747"/>
                <a:gd name="connsiteY14" fmla="*/ 291434 h 297788"/>
                <a:gd name="connsiteX15" fmla="*/ 95213 w 283747"/>
                <a:gd name="connsiteY15" fmla="*/ 297788 h 297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3747" h="297788">
                  <a:moveTo>
                    <a:pt x="95213" y="297788"/>
                  </a:moveTo>
                  <a:cubicBezTo>
                    <a:pt x="92667" y="297788"/>
                    <a:pt x="90757" y="297153"/>
                    <a:pt x="88847" y="295882"/>
                  </a:cubicBezTo>
                  <a:cubicBezTo>
                    <a:pt x="83753" y="292705"/>
                    <a:pt x="78024" y="288892"/>
                    <a:pt x="72930" y="285080"/>
                  </a:cubicBezTo>
                  <a:cubicBezTo>
                    <a:pt x="36004" y="256485"/>
                    <a:pt x="11175" y="217088"/>
                    <a:pt x="2898" y="173879"/>
                  </a:cubicBezTo>
                  <a:cubicBezTo>
                    <a:pt x="-5378" y="130034"/>
                    <a:pt x="4171" y="88095"/>
                    <a:pt x="30274" y="55052"/>
                  </a:cubicBezTo>
                  <a:cubicBezTo>
                    <a:pt x="83117" y="-12304"/>
                    <a:pt x="188165" y="-18658"/>
                    <a:pt x="264564" y="40437"/>
                  </a:cubicBezTo>
                  <a:cubicBezTo>
                    <a:pt x="269657" y="44250"/>
                    <a:pt x="274750" y="48698"/>
                    <a:pt x="279844" y="53146"/>
                  </a:cubicBezTo>
                  <a:cubicBezTo>
                    <a:pt x="284937" y="57594"/>
                    <a:pt x="284937" y="65219"/>
                    <a:pt x="280480" y="70303"/>
                  </a:cubicBezTo>
                  <a:cubicBezTo>
                    <a:pt x="276024" y="75386"/>
                    <a:pt x="268384" y="75386"/>
                    <a:pt x="263291" y="70938"/>
                  </a:cubicBezTo>
                  <a:cubicBezTo>
                    <a:pt x="258834" y="67126"/>
                    <a:pt x="254377" y="63313"/>
                    <a:pt x="249921" y="59501"/>
                  </a:cubicBezTo>
                  <a:cubicBezTo>
                    <a:pt x="184345" y="8030"/>
                    <a:pt x="94577" y="13114"/>
                    <a:pt x="50011" y="69667"/>
                  </a:cubicBezTo>
                  <a:cubicBezTo>
                    <a:pt x="28364" y="96991"/>
                    <a:pt x="20725" y="132575"/>
                    <a:pt x="27728" y="168795"/>
                  </a:cubicBezTo>
                  <a:cubicBezTo>
                    <a:pt x="34731" y="206286"/>
                    <a:pt x="56377" y="240599"/>
                    <a:pt x="88210" y="265381"/>
                  </a:cubicBezTo>
                  <a:cubicBezTo>
                    <a:pt x="92667" y="268558"/>
                    <a:pt x="97123" y="272371"/>
                    <a:pt x="102216" y="274913"/>
                  </a:cubicBezTo>
                  <a:cubicBezTo>
                    <a:pt x="107946" y="278725"/>
                    <a:pt x="109856" y="286350"/>
                    <a:pt x="106036" y="291434"/>
                  </a:cubicBezTo>
                  <a:cubicBezTo>
                    <a:pt x="103490" y="295247"/>
                    <a:pt x="99033" y="297788"/>
                    <a:pt x="95213" y="2977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6791D169-EE3E-C10C-A998-40911E8F2BF6}"/>
                </a:ext>
              </a:extLst>
            </p:cNvPr>
            <p:cNvSpPr/>
            <p:nvPr/>
          </p:nvSpPr>
          <p:spPr>
            <a:xfrm>
              <a:off x="373376" y="4512908"/>
              <a:ext cx="42063" cy="42059"/>
            </a:xfrm>
            <a:custGeom>
              <a:avLst/>
              <a:gdLst>
                <a:gd name="connsiteX0" fmla="*/ 20933 w 42063"/>
                <a:gd name="connsiteY0" fmla="*/ 42059 h 42059"/>
                <a:gd name="connsiteX1" fmla="*/ 5016 w 42063"/>
                <a:gd name="connsiteY1" fmla="*/ 34434 h 42059"/>
                <a:gd name="connsiteX2" fmla="*/ 7563 w 42063"/>
                <a:gd name="connsiteY2" fmla="*/ 5204 h 42059"/>
                <a:gd name="connsiteX3" fmla="*/ 22843 w 42063"/>
                <a:gd name="connsiteY3" fmla="*/ 120 h 42059"/>
                <a:gd name="connsiteX4" fmla="*/ 36849 w 42063"/>
                <a:gd name="connsiteY4" fmla="*/ 7110 h 42059"/>
                <a:gd name="connsiteX5" fmla="*/ 41943 w 42063"/>
                <a:gd name="connsiteY5" fmla="*/ 22361 h 42059"/>
                <a:gd name="connsiteX6" fmla="*/ 34939 w 42063"/>
                <a:gd name="connsiteY6" fmla="*/ 36340 h 42059"/>
                <a:gd name="connsiteX7" fmla="*/ 20933 w 42063"/>
                <a:gd name="connsiteY7" fmla="*/ 42059 h 4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63" h="42059">
                  <a:moveTo>
                    <a:pt x="20933" y="42059"/>
                  </a:moveTo>
                  <a:cubicBezTo>
                    <a:pt x="15203" y="42059"/>
                    <a:pt x="8836" y="39517"/>
                    <a:pt x="5016" y="34434"/>
                  </a:cubicBezTo>
                  <a:cubicBezTo>
                    <a:pt x="-2623" y="25538"/>
                    <a:pt x="-1350" y="12194"/>
                    <a:pt x="7563" y="5204"/>
                  </a:cubicBezTo>
                  <a:cubicBezTo>
                    <a:pt x="12020" y="1391"/>
                    <a:pt x="17113" y="-515"/>
                    <a:pt x="22843" y="120"/>
                  </a:cubicBezTo>
                  <a:cubicBezTo>
                    <a:pt x="28573" y="756"/>
                    <a:pt x="33666" y="3298"/>
                    <a:pt x="36849" y="7110"/>
                  </a:cubicBezTo>
                  <a:cubicBezTo>
                    <a:pt x="40669" y="11558"/>
                    <a:pt x="42579" y="16642"/>
                    <a:pt x="41943" y="22361"/>
                  </a:cubicBezTo>
                  <a:cubicBezTo>
                    <a:pt x="41306" y="28079"/>
                    <a:pt x="38759" y="33163"/>
                    <a:pt x="34939" y="36340"/>
                  </a:cubicBezTo>
                  <a:cubicBezTo>
                    <a:pt x="31119" y="40788"/>
                    <a:pt x="26026" y="42059"/>
                    <a:pt x="20933" y="420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196AA8E4-FEFE-00D0-C1ED-C82EF03A5F28}"/>
                </a:ext>
              </a:extLst>
            </p:cNvPr>
            <p:cNvSpPr/>
            <p:nvPr/>
          </p:nvSpPr>
          <p:spPr>
            <a:xfrm>
              <a:off x="11223829" y="4394837"/>
              <a:ext cx="57984" cy="24146"/>
            </a:xfrm>
            <a:custGeom>
              <a:avLst/>
              <a:gdLst>
                <a:gd name="connsiteX0" fmla="*/ 45840 w 57984"/>
                <a:gd name="connsiteY0" fmla="*/ 24147 h 24146"/>
                <a:gd name="connsiteX1" fmla="*/ 12097 w 57984"/>
                <a:gd name="connsiteY1" fmla="*/ 24147 h 24146"/>
                <a:gd name="connsiteX2" fmla="*/ 0 w 57984"/>
                <a:gd name="connsiteY2" fmla="*/ 12073 h 24146"/>
                <a:gd name="connsiteX3" fmla="*/ 12097 w 57984"/>
                <a:gd name="connsiteY3" fmla="*/ 0 h 24146"/>
                <a:gd name="connsiteX4" fmla="*/ 45840 w 57984"/>
                <a:gd name="connsiteY4" fmla="*/ 0 h 24146"/>
                <a:gd name="connsiteX5" fmla="*/ 57936 w 57984"/>
                <a:gd name="connsiteY5" fmla="*/ 12073 h 24146"/>
                <a:gd name="connsiteX6" fmla="*/ 45840 w 57984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84" h="24146">
                  <a:moveTo>
                    <a:pt x="45840" y="24147"/>
                  </a:moveTo>
                  <a:lnTo>
                    <a:pt x="12097" y="24147"/>
                  </a:lnTo>
                  <a:cubicBezTo>
                    <a:pt x="5094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45840" y="0"/>
                  </a:lnTo>
                  <a:cubicBezTo>
                    <a:pt x="52843" y="0"/>
                    <a:pt x="57936" y="5719"/>
                    <a:pt x="57936" y="12073"/>
                  </a:cubicBezTo>
                  <a:cubicBezTo>
                    <a:pt x="58573" y="19063"/>
                    <a:pt x="52843" y="24147"/>
                    <a:pt x="45840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D5937ED5-416F-96DE-B894-B9B2D0B35B2F}"/>
                </a:ext>
              </a:extLst>
            </p:cNvPr>
            <p:cNvSpPr/>
            <p:nvPr/>
          </p:nvSpPr>
          <p:spPr>
            <a:xfrm>
              <a:off x="11323148" y="4303335"/>
              <a:ext cx="57936" cy="24146"/>
            </a:xfrm>
            <a:custGeom>
              <a:avLst/>
              <a:gdLst>
                <a:gd name="connsiteX0" fmla="*/ 45840 w 57936"/>
                <a:gd name="connsiteY0" fmla="*/ 24147 h 24146"/>
                <a:gd name="connsiteX1" fmla="*/ 12097 w 57936"/>
                <a:gd name="connsiteY1" fmla="*/ 24147 h 24146"/>
                <a:gd name="connsiteX2" fmla="*/ 0 w 57936"/>
                <a:gd name="connsiteY2" fmla="*/ 12073 h 24146"/>
                <a:gd name="connsiteX3" fmla="*/ 12097 w 57936"/>
                <a:gd name="connsiteY3" fmla="*/ 0 h 24146"/>
                <a:gd name="connsiteX4" fmla="*/ 45840 w 57936"/>
                <a:gd name="connsiteY4" fmla="*/ 0 h 24146"/>
                <a:gd name="connsiteX5" fmla="*/ 57936 w 57936"/>
                <a:gd name="connsiteY5" fmla="*/ 12073 h 24146"/>
                <a:gd name="connsiteX6" fmla="*/ 45840 w 57936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6" h="24146">
                  <a:moveTo>
                    <a:pt x="45840" y="24147"/>
                  </a:moveTo>
                  <a:lnTo>
                    <a:pt x="12097" y="24147"/>
                  </a:lnTo>
                  <a:cubicBezTo>
                    <a:pt x="5094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45840" y="0"/>
                  </a:lnTo>
                  <a:cubicBezTo>
                    <a:pt x="52843" y="0"/>
                    <a:pt x="57936" y="5719"/>
                    <a:pt x="57936" y="12073"/>
                  </a:cubicBezTo>
                  <a:cubicBezTo>
                    <a:pt x="57936" y="18428"/>
                    <a:pt x="52843" y="24147"/>
                    <a:pt x="45840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2B33DFD7-49F9-7ECC-62CA-F8ED0C299CE5}"/>
                </a:ext>
              </a:extLst>
            </p:cNvPr>
            <p:cNvSpPr/>
            <p:nvPr/>
          </p:nvSpPr>
          <p:spPr>
            <a:xfrm>
              <a:off x="11422467" y="4394837"/>
              <a:ext cx="57935" cy="24146"/>
            </a:xfrm>
            <a:custGeom>
              <a:avLst/>
              <a:gdLst>
                <a:gd name="connsiteX0" fmla="*/ 45839 w 57935"/>
                <a:gd name="connsiteY0" fmla="*/ 24147 h 24146"/>
                <a:gd name="connsiteX1" fmla="*/ 12096 w 57935"/>
                <a:gd name="connsiteY1" fmla="*/ 24147 h 24146"/>
                <a:gd name="connsiteX2" fmla="*/ 0 w 57935"/>
                <a:gd name="connsiteY2" fmla="*/ 12073 h 24146"/>
                <a:gd name="connsiteX3" fmla="*/ 12096 w 57935"/>
                <a:gd name="connsiteY3" fmla="*/ 0 h 24146"/>
                <a:gd name="connsiteX4" fmla="*/ 45839 w 57935"/>
                <a:gd name="connsiteY4" fmla="*/ 0 h 24146"/>
                <a:gd name="connsiteX5" fmla="*/ 57936 w 57935"/>
                <a:gd name="connsiteY5" fmla="*/ 12073 h 24146"/>
                <a:gd name="connsiteX6" fmla="*/ 45839 w 579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5" h="24146">
                  <a:moveTo>
                    <a:pt x="45839" y="24147"/>
                  </a:moveTo>
                  <a:lnTo>
                    <a:pt x="12096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29" y="0"/>
                    <a:pt x="12096" y="0"/>
                  </a:cubicBezTo>
                  <a:lnTo>
                    <a:pt x="45839" y="0"/>
                  </a:lnTo>
                  <a:cubicBezTo>
                    <a:pt x="52842" y="0"/>
                    <a:pt x="57936" y="5719"/>
                    <a:pt x="57936" y="12073"/>
                  </a:cubicBezTo>
                  <a:cubicBezTo>
                    <a:pt x="57936" y="19063"/>
                    <a:pt x="52205" y="24147"/>
                    <a:pt x="45839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AFAAF997-096E-DC95-F97F-B3DBCDF17C48}"/>
                </a:ext>
              </a:extLst>
            </p:cNvPr>
            <p:cNvSpPr/>
            <p:nvPr/>
          </p:nvSpPr>
          <p:spPr>
            <a:xfrm>
              <a:off x="11521148" y="4303335"/>
              <a:ext cx="57935" cy="24146"/>
            </a:xfrm>
            <a:custGeom>
              <a:avLst/>
              <a:gdLst>
                <a:gd name="connsiteX0" fmla="*/ 45839 w 57935"/>
                <a:gd name="connsiteY0" fmla="*/ 24147 h 24146"/>
                <a:gd name="connsiteX1" fmla="*/ 12096 w 57935"/>
                <a:gd name="connsiteY1" fmla="*/ 24147 h 24146"/>
                <a:gd name="connsiteX2" fmla="*/ 0 w 57935"/>
                <a:gd name="connsiteY2" fmla="*/ 12073 h 24146"/>
                <a:gd name="connsiteX3" fmla="*/ 12096 w 57935"/>
                <a:gd name="connsiteY3" fmla="*/ 0 h 24146"/>
                <a:gd name="connsiteX4" fmla="*/ 45839 w 57935"/>
                <a:gd name="connsiteY4" fmla="*/ 0 h 24146"/>
                <a:gd name="connsiteX5" fmla="*/ 57936 w 57935"/>
                <a:gd name="connsiteY5" fmla="*/ 12073 h 24146"/>
                <a:gd name="connsiteX6" fmla="*/ 45839 w 579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5" h="24146">
                  <a:moveTo>
                    <a:pt x="45839" y="24147"/>
                  </a:moveTo>
                  <a:lnTo>
                    <a:pt x="12096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29" y="0"/>
                    <a:pt x="12096" y="0"/>
                  </a:cubicBezTo>
                  <a:lnTo>
                    <a:pt x="45839" y="0"/>
                  </a:lnTo>
                  <a:cubicBezTo>
                    <a:pt x="52842" y="0"/>
                    <a:pt x="57936" y="5719"/>
                    <a:pt x="57936" y="12073"/>
                  </a:cubicBezTo>
                  <a:cubicBezTo>
                    <a:pt x="57936" y="18428"/>
                    <a:pt x="52842" y="24147"/>
                    <a:pt x="45839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2305AB57-08DE-3989-603A-008DD6AEF861}"/>
                </a:ext>
              </a:extLst>
            </p:cNvPr>
            <p:cNvSpPr/>
            <p:nvPr/>
          </p:nvSpPr>
          <p:spPr>
            <a:xfrm>
              <a:off x="11620467" y="4394837"/>
              <a:ext cx="57935" cy="24146"/>
            </a:xfrm>
            <a:custGeom>
              <a:avLst/>
              <a:gdLst>
                <a:gd name="connsiteX0" fmla="*/ 45839 w 57935"/>
                <a:gd name="connsiteY0" fmla="*/ 24147 h 24146"/>
                <a:gd name="connsiteX1" fmla="*/ 12097 w 57935"/>
                <a:gd name="connsiteY1" fmla="*/ 24147 h 24146"/>
                <a:gd name="connsiteX2" fmla="*/ 0 w 57935"/>
                <a:gd name="connsiteY2" fmla="*/ 12073 h 24146"/>
                <a:gd name="connsiteX3" fmla="*/ 12097 w 57935"/>
                <a:gd name="connsiteY3" fmla="*/ 0 h 24146"/>
                <a:gd name="connsiteX4" fmla="*/ 45839 w 57935"/>
                <a:gd name="connsiteY4" fmla="*/ 0 h 24146"/>
                <a:gd name="connsiteX5" fmla="*/ 57936 w 57935"/>
                <a:gd name="connsiteY5" fmla="*/ 12073 h 24146"/>
                <a:gd name="connsiteX6" fmla="*/ 45839 w 579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5" h="24146">
                  <a:moveTo>
                    <a:pt x="45839" y="24147"/>
                  </a:moveTo>
                  <a:lnTo>
                    <a:pt x="12097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45839" y="0"/>
                  </a:lnTo>
                  <a:cubicBezTo>
                    <a:pt x="52842" y="0"/>
                    <a:pt x="57936" y="5719"/>
                    <a:pt x="57936" y="12073"/>
                  </a:cubicBezTo>
                  <a:cubicBezTo>
                    <a:pt x="57936" y="19063"/>
                    <a:pt x="52842" y="24147"/>
                    <a:pt x="45839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CD149875-6C7B-544D-5F47-4EB02B6BE99C}"/>
                </a:ext>
              </a:extLst>
            </p:cNvPr>
            <p:cNvSpPr/>
            <p:nvPr/>
          </p:nvSpPr>
          <p:spPr>
            <a:xfrm>
              <a:off x="10788994" y="4622269"/>
              <a:ext cx="1325517" cy="509036"/>
            </a:xfrm>
            <a:custGeom>
              <a:avLst/>
              <a:gdLst>
                <a:gd name="connsiteX0" fmla="*/ 970901 w 1325517"/>
                <a:gd name="connsiteY0" fmla="*/ 509036 h 509036"/>
                <a:gd name="connsiteX1" fmla="*/ 353344 w 1325517"/>
                <a:gd name="connsiteY1" fmla="*/ 509036 h 509036"/>
                <a:gd name="connsiteX2" fmla="*/ 349524 w 1325517"/>
                <a:gd name="connsiteY2" fmla="*/ 508401 h 509036"/>
                <a:gd name="connsiteX3" fmla="*/ 0 w 1325517"/>
                <a:gd name="connsiteY3" fmla="*/ 12762 h 509036"/>
                <a:gd name="connsiteX4" fmla="*/ 11459 w 1325517"/>
                <a:gd name="connsiteY4" fmla="*/ 54 h 509036"/>
                <a:gd name="connsiteX5" fmla="*/ 24192 w 1325517"/>
                <a:gd name="connsiteY5" fmla="*/ 11491 h 509036"/>
                <a:gd name="connsiteX6" fmla="*/ 355890 w 1325517"/>
                <a:gd name="connsiteY6" fmla="*/ 484254 h 509036"/>
                <a:gd name="connsiteX7" fmla="*/ 968990 w 1325517"/>
                <a:gd name="connsiteY7" fmla="*/ 484254 h 509036"/>
                <a:gd name="connsiteX8" fmla="*/ 1300688 w 1325517"/>
                <a:gd name="connsiteY8" fmla="*/ 11491 h 509036"/>
                <a:gd name="connsiteX9" fmla="*/ 1313421 w 1325517"/>
                <a:gd name="connsiteY9" fmla="*/ 54 h 509036"/>
                <a:gd name="connsiteX10" fmla="*/ 1325518 w 1325517"/>
                <a:gd name="connsiteY10" fmla="*/ 12762 h 509036"/>
                <a:gd name="connsiteX11" fmla="*/ 975993 w 1325517"/>
                <a:gd name="connsiteY11" fmla="*/ 508401 h 509036"/>
                <a:gd name="connsiteX12" fmla="*/ 970901 w 1325517"/>
                <a:gd name="connsiteY12" fmla="*/ 509036 h 509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25517" h="509036">
                  <a:moveTo>
                    <a:pt x="970901" y="509036"/>
                  </a:moveTo>
                  <a:lnTo>
                    <a:pt x="353344" y="509036"/>
                  </a:lnTo>
                  <a:cubicBezTo>
                    <a:pt x="352070" y="509036"/>
                    <a:pt x="350797" y="509036"/>
                    <a:pt x="349524" y="508401"/>
                  </a:cubicBezTo>
                  <a:cubicBezTo>
                    <a:pt x="17189" y="389575"/>
                    <a:pt x="0" y="16575"/>
                    <a:pt x="0" y="12762"/>
                  </a:cubicBezTo>
                  <a:cubicBezTo>
                    <a:pt x="0" y="5773"/>
                    <a:pt x="5093" y="689"/>
                    <a:pt x="11459" y="54"/>
                  </a:cubicBezTo>
                  <a:cubicBezTo>
                    <a:pt x="18462" y="-582"/>
                    <a:pt x="23556" y="5137"/>
                    <a:pt x="24192" y="11491"/>
                  </a:cubicBezTo>
                  <a:cubicBezTo>
                    <a:pt x="24192" y="15304"/>
                    <a:pt x="40745" y="370512"/>
                    <a:pt x="355890" y="484254"/>
                  </a:cubicBezTo>
                  <a:lnTo>
                    <a:pt x="968990" y="484254"/>
                  </a:lnTo>
                  <a:cubicBezTo>
                    <a:pt x="1283499" y="370512"/>
                    <a:pt x="1300688" y="14669"/>
                    <a:pt x="1300688" y="11491"/>
                  </a:cubicBezTo>
                  <a:cubicBezTo>
                    <a:pt x="1300688" y="4502"/>
                    <a:pt x="1306418" y="-582"/>
                    <a:pt x="1313421" y="54"/>
                  </a:cubicBezTo>
                  <a:cubicBezTo>
                    <a:pt x="1320424" y="54"/>
                    <a:pt x="1325518" y="5773"/>
                    <a:pt x="1325518" y="12762"/>
                  </a:cubicBezTo>
                  <a:cubicBezTo>
                    <a:pt x="1325518" y="16575"/>
                    <a:pt x="1308328" y="390210"/>
                    <a:pt x="975993" y="508401"/>
                  </a:cubicBezTo>
                  <a:cubicBezTo>
                    <a:pt x="974084" y="508401"/>
                    <a:pt x="972174" y="509036"/>
                    <a:pt x="970901" y="50903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35CB4256-99A1-708F-E623-BB9066BB07A8}"/>
                </a:ext>
              </a:extLst>
            </p:cNvPr>
            <p:cNvSpPr/>
            <p:nvPr/>
          </p:nvSpPr>
          <p:spPr>
            <a:xfrm>
              <a:off x="10788994" y="4622269"/>
              <a:ext cx="1325517" cy="509036"/>
            </a:xfrm>
            <a:custGeom>
              <a:avLst/>
              <a:gdLst>
                <a:gd name="connsiteX0" fmla="*/ 970901 w 1325517"/>
                <a:gd name="connsiteY0" fmla="*/ 509036 h 509036"/>
                <a:gd name="connsiteX1" fmla="*/ 353344 w 1325517"/>
                <a:gd name="connsiteY1" fmla="*/ 509036 h 509036"/>
                <a:gd name="connsiteX2" fmla="*/ 349524 w 1325517"/>
                <a:gd name="connsiteY2" fmla="*/ 508401 h 509036"/>
                <a:gd name="connsiteX3" fmla="*/ 0 w 1325517"/>
                <a:gd name="connsiteY3" fmla="*/ 12762 h 509036"/>
                <a:gd name="connsiteX4" fmla="*/ 11459 w 1325517"/>
                <a:gd name="connsiteY4" fmla="*/ 54 h 509036"/>
                <a:gd name="connsiteX5" fmla="*/ 24192 w 1325517"/>
                <a:gd name="connsiteY5" fmla="*/ 11491 h 509036"/>
                <a:gd name="connsiteX6" fmla="*/ 355890 w 1325517"/>
                <a:gd name="connsiteY6" fmla="*/ 484254 h 509036"/>
                <a:gd name="connsiteX7" fmla="*/ 968990 w 1325517"/>
                <a:gd name="connsiteY7" fmla="*/ 484254 h 509036"/>
                <a:gd name="connsiteX8" fmla="*/ 1300688 w 1325517"/>
                <a:gd name="connsiteY8" fmla="*/ 11491 h 509036"/>
                <a:gd name="connsiteX9" fmla="*/ 1313421 w 1325517"/>
                <a:gd name="connsiteY9" fmla="*/ 54 h 509036"/>
                <a:gd name="connsiteX10" fmla="*/ 1325518 w 1325517"/>
                <a:gd name="connsiteY10" fmla="*/ 12762 h 509036"/>
                <a:gd name="connsiteX11" fmla="*/ 975993 w 1325517"/>
                <a:gd name="connsiteY11" fmla="*/ 508401 h 509036"/>
                <a:gd name="connsiteX12" fmla="*/ 970901 w 1325517"/>
                <a:gd name="connsiteY12" fmla="*/ 509036 h 509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25517" h="509036">
                  <a:moveTo>
                    <a:pt x="970901" y="509036"/>
                  </a:moveTo>
                  <a:lnTo>
                    <a:pt x="353344" y="509036"/>
                  </a:lnTo>
                  <a:cubicBezTo>
                    <a:pt x="352070" y="509036"/>
                    <a:pt x="350797" y="509036"/>
                    <a:pt x="349524" y="508401"/>
                  </a:cubicBezTo>
                  <a:cubicBezTo>
                    <a:pt x="17189" y="389575"/>
                    <a:pt x="0" y="16575"/>
                    <a:pt x="0" y="12762"/>
                  </a:cubicBezTo>
                  <a:cubicBezTo>
                    <a:pt x="0" y="5773"/>
                    <a:pt x="5093" y="689"/>
                    <a:pt x="11459" y="54"/>
                  </a:cubicBezTo>
                  <a:cubicBezTo>
                    <a:pt x="18462" y="-582"/>
                    <a:pt x="23556" y="5137"/>
                    <a:pt x="24192" y="11491"/>
                  </a:cubicBezTo>
                  <a:cubicBezTo>
                    <a:pt x="24192" y="15304"/>
                    <a:pt x="40745" y="370512"/>
                    <a:pt x="355890" y="484254"/>
                  </a:cubicBezTo>
                  <a:lnTo>
                    <a:pt x="968990" y="484254"/>
                  </a:lnTo>
                  <a:cubicBezTo>
                    <a:pt x="1283499" y="370512"/>
                    <a:pt x="1300688" y="14669"/>
                    <a:pt x="1300688" y="11491"/>
                  </a:cubicBezTo>
                  <a:cubicBezTo>
                    <a:pt x="1300688" y="4502"/>
                    <a:pt x="1306418" y="-582"/>
                    <a:pt x="1313421" y="54"/>
                  </a:cubicBezTo>
                  <a:cubicBezTo>
                    <a:pt x="1320424" y="54"/>
                    <a:pt x="1325518" y="5773"/>
                    <a:pt x="1325518" y="12762"/>
                  </a:cubicBezTo>
                  <a:cubicBezTo>
                    <a:pt x="1325518" y="16575"/>
                    <a:pt x="1308328" y="390210"/>
                    <a:pt x="975993" y="508401"/>
                  </a:cubicBezTo>
                  <a:cubicBezTo>
                    <a:pt x="974084" y="508401"/>
                    <a:pt x="972174" y="509036"/>
                    <a:pt x="970901" y="50903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C48A41A2-3270-E168-6FA2-35A88224EE71}"/>
                </a:ext>
              </a:extLst>
            </p:cNvPr>
            <p:cNvSpPr/>
            <p:nvPr/>
          </p:nvSpPr>
          <p:spPr>
            <a:xfrm>
              <a:off x="11125332" y="5107456"/>
              <a:ext cx="650931" cy="116622"/>
            </a:xfrm>
            <a:custGeom>
              <a:avLst/>
              <a:gdLst>
                <a:gd name="connsiteX0" fmla="*/ 570897 w 650931"/>
                <a:gd name="connsiteY0" fmla="*/ 116623 h 116622"/>
                <a:gd name="connsiteX1" fmla="*/ 81309 w 650931"/>
                <a:gd name="connsiteY1" fmla="*/ 116623 h 116622"/>
                <a:gd name="connsiteX2" fmla="*/ 15096 w 650931"/>
                <a:gd name="connsiteY2" fmla="*/ 82945 h 116622"/>
                <a:gd name="connsiteX3" fmla="*/ 4273 w 650931"/>
                <a:gd name="connsiteY3" fmla="*/ 11141 h 116622"/>
                <a:gd name="connsiteX4" fmla="*/ 5546 w 650931"/>
                <a:gd name="connsiteY4" fmla="*/ 7328 h 116622"/>
                <a:gd name="connsiteX5" fmla="*/ 21463 w 650931"/>
                <a:gd name="connsiteY5" fmla="*/ 974 h 116622"/>
                <a:gd name="connsiteX6" fmla="*/ 27829 w 650931"/>
                <a:gd name="connsiteY6" fmla="*/ 16860 h 116622"/>
                <a:gd name="connsiteX7" fmla="*/ 27193 w 650931"/>
                <a:gd name="connsiteY7" fmla="*/ 19402 h 116622"/>
                <a:gd name="connsiteX8" fmla="*/ 34832 w 650931"/>
                <a:gd name="connsiteY8" fmla="*/ 68965 h 116622"/>
                <a:gd name="connsiteX9" fmla="*/ 80672 w 650931"/>
                <a:gd name="connsiteY9" fmla="*/ 92477 h 116622"/>
                <a:gd name="connsiteX10" fmla="*/ 570260 w 650931"/>
                <a:gd name="connsiteY10" fmla="*/ 92477 h 116622"/>
                <a:gd name="connsiteX11" fmla="*/ 616100 w 650931"/>
                <a:gd name="connsiteY11" fmla="*/ 68965 h 116622"/>
                <a:gd name="connsiteX12" fmla="*/ 623739 w 650931"/>
                <a:gd name="connsiteY12" fmla="*/ 19402 h 116622"/>
                <a:gd name="connsiteX13" fmla="*/ 623103 w 650931"/>
                <a:gd name="connsiteY13" fmla="*/ 17495 h 116622"/>
                <a:gd name="connsiteX14" fmla="*/ 629469 w 650931"/>
                <a:gd name="connsiteY14" fmla="*/ 1609 h 116622"/>
                <a:gd name="connsiteX15" fmla="*/ 645386 w 650931"/>
                <a:gd name="connsiteY15" fmla="*/ 7964 h 116622"/>
                <a:gd name="connsiteX16" fmla="*/ 646659 w 650931"/>
                <a:gd name="connsiteY16" fmla="*/ 11776 h 116622"/>
                <a:gd name="connsiteX17" fmla="*/ 635836 w 650931"/>
                <a:gd name="connsiteY17" fmla="*/ 83581 h 116622"/>
                <a:gd name="connsiteX18" fmla="*/ 570897 w 650931"/>
                <a:gd name="connsiteY18" fmla="*/ 116623 h 11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50931" h="116622">
                  <a:moveTo>
                    <a:pt x="570897" y="116623"/>
                  </a:moveTo>
                  <a:lnTo>
                    <a:pt x="81309" y="116623"/>
                  </a:lnTo>
                  <a:cubicBezTo>
                    <a:pt x="55206" y="116623"/>
                    <a:pt x="30376" y="103914"/>
                    <a:pt x="15096" y="82945"/>
                  </a:cubicBezTo>
                  <a:cubicBezTo>
                    <a:pt x="-184" y="61976"/>
                    <a:pt x="-4004" y="35287"/>
                    <a:pt x="4273" y="11141"/>
                  </a:cubicBezTo>
                  <a:cubicBezTo>
                    <a:pt x="4910" y="8599"/>
                    <a:pt x="5546" y="7328"/>
                    <a:pt x="5546" y="7328"/>
                  </a:cubicBezTo>
                  <a:cubicBezTo>
                    <a:pt x="8093" y="974"/>
                    <a:pt x="15096" y="-1568"/>
                    <a:pt x="21463" y="974"/>
                  </a:cubicBezTo>
                  <a:cubicBezTo>
                    <a:pt x="27829" y="3516"/>
                    <a:pt x="30376" y="10506"/>
                    <a:pt x="27829" y="16860"/>
                  </a:cubicBezTo>
                  <a:cubicBezTo>
                    <a:pt x="27829" y="16860"/>
                    <a:pt x="27193" y="17495"/>
                    <a:pt x="27193" y="19402"/>
                  </a:cubicBezTo>
                  <a:cubicBezTo>
                    <a:pt x="21463" y="36558"/>
                    <a:pt x="24009" y="54351"/>
                    <a:pt x="34832" y="68965"/>
                  </a:cubicBezTo>
                  <a:cubicBezTo>
                    <a:pt x="45656" y="84216"/>
                    <a:pt x="62209" y="92477"/>
                    <a:pt x="80672" y="92477"/>
                  </a:cubicBezTo>
                  <a:lnTo>
                    <a:pt x="570260" y="92477"/>
                  </a:lnTo>
                  <a:cubicBezTo>
                    <a:pt x="588723" y="92477"/>
                    <a:pt x="605913" y="83581"/>
                    <a:pt x="616100" y="68965"/>
                  </a:cubicBezTo>
                  <a:cubicBezTo>
                    <a:pt x="626923" y="54351"/>
                    <a:pt x="629469" y="35923"/>
                    <a:pt x="623739" y="19402"/>
                  </a:cubicBezTo>
                  <a:cubicBezTo>
                    <a:pt x="623103" y="18131"/>
                    <a:pt x="623103" y="17495"/>
                    <a:pt x="623103" y="17495"/>
                  </a:cubicBezTo>
                  <a:cubicBezTo>
                    <a:pt x="620556" y="11141"/>
                    <a:pt x="623103" y="4151"/>
                    <a:pt x="629469" y="1609"/>
                  </a:cubicBezTo>
                  <a:cubicBezTo>
                    <a:pt x="635836" y="-932"/>
                    <a:pt x="642839" y="1609"/>
                    <a:pt x="645386" y="7964"/>
                  </a:cubicBezTo>
                  <a:cubicBezTo>
                    <a:pt x="645386" y="7964"/>
                    <a:pt x="646022" y="9235"/>
                    <a:pt x="646659" y="11776"/>
                  </a:cubicBezTo>
                  <a:cubicBezTo>
                    <a:pt x="654936" y="35923"/>
                    <a:pt x="651116" y="62611"/>
                    <a:pt x="635836" y="83581"/>
                  </a:cubicBezTo>
                  <a:cubicBezTo>
                    <a:pt x="621830" y="103914"/>
                    <a:pt x="597000" y="116623"/>
                    <a:pt x="570897" y="1166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A27B7D03-2301-4415-9F0E-362FC91F9709}"/>
                </a:ext>
              </a:extLst>
            </p:cNvPr>
            <p:cNvSpPr/>
            <p:nvPr/>
          </p:nvSpPr>
          <p:spPr>
            <a:xfrm>
              <a:off x="10832286" y="4120330"/>
              <a:ext cx="1241479" cy="398417"/>
            </a:xfrm>
            <a:custGeom>
              <a:avLst/>
              <a:gdLst>
                <a:gd name="connsiteX0" fmla="*/ 1227473 w 1241479"/>
                <a:gd name="connsiteY0" fmla="*/ 398417 h 398417"/>
                <a:gd name="connsiteX1" fmla="*/ 1215377 w 1241479"/>
                <a:gd name="connsiteY1" fmla="*/ 386344 h 398417"/>
                <a:gd name="connsiteX2" fmla="*/ 1056213 w 1241479"/>
                <a:gd name="connsiteY2" fmla="*/ 227485 h 398417"/>
                <a:gd name="connsiteX3" fmla="*/ 1035203 w 1241479"/>
                <a:gd name="connsiteY3" fmla="*/ 228756 h 398417"/>
                <a:gd name="connsiteX4" fmla="*/ 1021833 w 1241479"/>
                <a:gd name="connsiteY4" fmla="*/ 218589 h 398417"/>
                <a:gd name="connsiteX5" fmla="*/ 865216 w 1241479"/>
                <a:gd name="connsiteY5" fmla="*/ 87690 h 398417"/>
                <a:gd name="connsiteX6" fmla="*/ 777357 w 1241479"/>
                <a:gd name="connsiteY6" fmla="*/ 113743 h 398417"/>
                <a:gd name="connsiteX7" fmla="*/ 767807 w 1241479"/>
                <a:gd name="connsiteY7" fmla="*/ 115649 h 398417"/>
                <a:gd name="connsiteX8" fmla="*/ 760168 w 1241479"/>
                <a:gd name="connsiteY8" fmla="*/ 109295 h 398417"/>
                <a:gd name="connsiteX9" fmla="*/ 619467 w 1241479"/>
                <a:gd name="connsiteY9" fmla="*/ 24147 h 398417"/>
                <a:gd name="connsiteX10" fmla="*/ 478766 w 1241479"/>
                <a:gd name="connsiteY10" fmla="*/ 109295 h 398417"/>
                <a:gd name="connsiteX11" fmla="*/ 471126 w 1241479"/>
                <a:gd name="connsiteY11" fmla="*/ 115649 h 398417"/>
                <a:gd name="connsiteX12" fmla="*/ 461576 w 1241479"/>
                <a:gd name="connsiteY12" fmla="*/ 113743 h 398417"/>
                <a:gd name="connsiteX13" fmla="*/ 373718 w 1241479"/>
                <a:gd name="connsiteY13" fmla="*/ 87690 h 398417"/>
                <a:gd name="connsiteX14" fmla="*/ 217100 w 1241479"/>
                <a:gd name="connsiteY14" fmla="*/ 218589 h 398417"/>
                <a:gd name="connsiteX15" fmla="*/ 203730 w 1241479"/>
                <a:gd name="connsiteY15" fmla="*/ 228756 h 398417"/>
                <a:gd name="connsiteX16" fmla="*/ 183357 w 1241479"/>
                <a:gd name="connsiteY16" fmla="*/ 227485 h 398417"/>
                <a:gd name="connsiteX17" fmla="*/ 24193 w 1241479"/>
                <a:gd name="connsiteY17" fmla="*/ 386344 h 398417"/>
                <a:gd name="connsiteX18" fmla="*/ 12097 w 1241479"/>
                <a:gd name="connsiteY18" fmla="*/ 398417 h 398417"/>
                <a:gd name="connsiteX19" fmla="*/ 0 w 1241479"/>
                <a:gd name="connsiteY19" fmla="*/ 386344 h 398417"/>
                <a:gd name="connsiteX20" fmla="*/ 183994 w 1241479"/>
                <a:gd name="connsiteY20" fmla="*/ 202703 h 398417"/>
                <a:gd name="connsiteX21" fmla="*/ 196727 w 1241479"/>
                <a:gd name="connsiteY21" fmla="*/ 203339 h 398417"/>
                <a:gd name="connsiteX22" fmla="*/ 374991 w 1241479"/>
                <a:gd name="connsiteY22" fmla="*/ 63543 h 398417"/>
                <a:gd name="connsiteX23" fmla="*/ 464759 w 1241479"/>
                <a:gd name="connsiteY23" fmla="*/ 87054 h 398417"/>
                <a:gd name="connsiteX24" fmla="*/ 620740 w 1241479"/>
                <a:gd name="connsiteY24" fmla="*/ 0 h 398417"/>
                <a:gd name="connsiteX25" fmla="*/ 776720 w 1241479"/>
                <a:gd name="connsiteY25" fmla="*/ 87054 h 398417"/>
                <a:gd name="connsiteX26" fmla="*/ 866489 w 1241479"/>
                <a:gd name="connsiteY26" fmla="*/ 63543 h 398417"/>
                <a:gd name="connsiteX27" fmla="*/ 1044753 w 1241479"/>
                <a:gd name="connsiteY27" fmla="*/ 203339 h 398417"/>
                <a:gd name="connsiteX28" fmla="*/ 1057486 w 1241479"/>
                <a:gd name="connsiteY28" fmla="*/ 202703 h 398417"/>
                <a:gd name="connsiteX29" fmla="*/ 1241479 w 1241479"/>
                <a:gd name="connsiteY29" fmla="*/ 386344 h 398417"/>
                <a:gd name="connsiteX30" fmla="*/ 1227473 w 1241479"/>
                <a:gd name="connsiteY30" fmla="*/ 398417 h 39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41479" h="398417">
                  <a:moveTo>
                    <a:pt x="1227473" y="398417"/>
                  </a:moveTo>
                  <a:cubicBezTo>
                    <a:pt x="1220470" y="398417"/>
                    <a:pt x="1215377" y="392698"/>
                    <a:pt x="1215377" y="386344"/>
                  </a:cubicBezTo>
                  <a:cubicBezTo>
                    <a:pt x="1215377" y="298654"/>
                    <a:pt x="1144072" y="227485"/>
                    <a:pt x="1056213" y="227485"/>
                  </a:cubicBezTo>
                  <a:cubicBezTo>
                    <a:pt x="1049846" y="227485"/>
                    <a:pt x="1043480" y="228121"/>
                    <a:pt x="1035203" y="228756"/>
                  </a:cubicBezTo>
                  <a:cubicBezTo>
                    <a:pt x="1028836" y="229392"/>
                    <a:pt x="1023107" y="224944"/>
                    <a:pt x="1021833" y="218589"/>
                  </a:cubicBezTo>
                  <a:cubicBezTo>
                    <a:pt x="1008463" y="142973"/>
                    <a:pt x="942251" y="87690"/>
                    <a:pt x="865216" y="87690"/>
                  </a:cubicBezTo>
                  <a:cubicBezTo>
                    <a:pt x="834020" y="87690"/>
                    <a:pt x="803461" y="96586"/>
                    <a:pt x="777357" y="113743"/>
                  </a:cubicBezTo>
                  <a:cubicBezTo>
                    <a:pt x="774174" y="115649"/>
                    <a:pt x="770990" y="116284"/>
                    <a:pt x="767807" y="115649"/>
                  </a:cubicBezTo>
                  <a:cubicBezTo>
                    <a:pt x="764624" y="115014"/>
                    <a:pt x="761441" y="112472"/>
                    <a:pt x="760168" y="109295"/>
                  </a:cubicBezTo>
                  <a:cubicBezTo>
                    <a:pt x="732155" y="56554"/>
                    <a:pt x="678675" y="24147"/>
                    <a:pt x="619467" y="24147"/>
                  </a:cubicBezTo>
                  <a:cubicBezTo>
                    <a:pt x="560257" y="24147"/>
                    <a:pt x="506142" y="56554"/>
                    <a:pt x="478766" y="109295"/>
                  </a:cubicBezTo>
                  <a:cubicBezTo>
                    <a:pt x="476856" y="112472"/>
                    <a:pt x="474309" y="114378"/>
                    <a:pt x="471126" y="115649"/>
                  </a:cubicBezTo>
                  <a:cubicBezTo>
                    <a:pt x="467942" y="116284"/>
                    <a:pt x="464122" y="115649"/>
                    <a:pt x="461576" y="113743"/>
                  </a:cubicBezTo>
                  <a:cubicBezTo>
                    <a:pt x="435473" y="96586"/>
                    <a:pt x="404913" y="87690"/>
                    <a:pt x="373718" y="87690"/>
                  </a:cubicBezTo>
                  <a:cubicBezTo>
                    <a:pt x="296682" y="87690"/>
                    <a:pt x="230470" y="142973"/>
                    <a:pt x="217100" y="218589"/>
                  </a:cubicBezTo>
                  <a:cubicBezTo>
                    <a:pt x="215827" y="224944"/>
                    <a:pt x="210097" y="229392"/>
                    <a:pt x="203730" y="228756"/>
                  </a:cubicBezTo>
                  <a:cubicBezTo>
                    <a:pt x="195454" y="227485"/>
                    <a:pt x="189087" y="227485"/>
                    <a:pt x="183357" y="227485"/>
                  </a:cubicBezTo>
                  <a:cubicBezTo>
                    <a:pt x="95498" y="227485"/>
                    <a:pt x="24193" y="298654"/>
                    <a:pt x="24193" y="386344"/>
                  </a:cubicBezTo>
                  <a:cubicBezTo>
                    <a:pt x="24193" y="393334"/>
                    <a:pt x="18463" y="398417"/>
                    <a:pt x="12097" y="398417"/>
                  </a:cubicBezTo>
                  <a:cubicBezTo>
                    <a:pt x="5094" y="398417"/>
                    <a:pt x="0" y="392698"/>
                    <a:pt x="0" y="386344"/>
                  </a:cubicBezTo>
                  <a:cubicBezTo>
                    <a:pt x="0" y="285310"/>
                    <a:pt x="82765" y="202703"/>
                    <a:pt x="183994" y="202703"/>
                  </a:cubicBezTo>
                  <a:cubicBezTo>
                    <a:pt x="187814" y="202703"/>
                    <a:pt x="192271" y="202703"/>
                    <a:pt x="196727" y="203339"/>
                  </a:cubicBezTo>
                  <a:cubicBezTo>
                    <a:pt x="216463" y="121368"/>
                    <a:pt x="289679" y="63543"/>
                    <a:pt x="374991" y="63543"/>
                  </a:cubicBezTo>
                  <a:cubicBezTo>
                    <a:pt x="406823" y="63543"/>
                    <a:pt x="437383" y="71804"/>
                    <a:pt x="464759" y="87054"/>
                  </a:cubicBezTo>
                  <a:cubicBezTo>
                    <a:pt x="497866" y="33043"/>
                    <a:pt x="557074" y="0"/>
                    <a:pt x="620740" y="0"/>
                  </a:cubicBezTo>
                  <a:cubicBezTo>
                    <a:pt x="684405" y="0"/>
                    <a:pt x="743615" y="33043"/>
                    <a:pt x="776720" y="87054"/>
                  </a:cubicBezTo>
                  <a:cubicBezTo>
                    <a:pt x="804097" y="71804"/>
                    <a:pt x="835293" y="63543"/>
                    <a:pt x="866489" y="63543"/>
                  </a:cubicBezTo>
                  <a:cubicBezTo>
                    <a:pt x="951801" y="63543"/>
                    <a:pt x="1025016" y="122003"/>
                    <a:pt x="1044753" y="203339"/>
                  </a:cubicBezTo>
                  <a:cubicBezTo>
                    <a:pt x="1049210" y="202703"/>
                    <a:pt x="1053666" y="202703"/>
                    <a:pt x="1057486" y="202703"/>
                  </a:cubicBezTo>
                  <a:cubicBezTo>
                    <a:pt x="1158714" y="202703"/>
                    <a:pt x="1241479" y="284675"/>
                    <a:pt x="1241479" y="386344"/>
                  </a:cubicBezTo>
                  <a:cubicBezTo>
                    <a:pt x="1239570" y="392698"/>
                    <a:pt x="1234476" y="398417"/>
                    <a:pt x="1227473" y="3984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A4B5CE5F-F42D-A1E0-60EA-8800C898BB35}"/>
                </a:ext>
              </a:extLst>
            </p:cNvPr>
            <p:cNvSpPr/>
            <p:nvPr/>
          </p:nvSpPr>
          <p:spPr>
            <a:xfrm>
              <a:off x="11800779" y="3930214"/>
              <a:ext cx="326645" cy="418871"/>
            </a:xfrm>
            <a:custGeom>
              <a:avLst/>
              <a:gdLst>
                <a:gd name="connsiteX0" fmla="*/ 65437 w 326645"/>
                <a:gd name="connsiteY0" fmla="*/ 418872 h 418871"/>
                <a:gd name="connsiteX1" fmla="*/ 57797 w 326645"/>
                <a:gd name="connsiteY1" fmla="*/ 416330 h 418871"/>
                <a:gd name="connsiteX2" fmla="*/ 55887 w 326645"/>
                <a:gd name="connsiteY2" fmla="*/ 399173 h 418871"/>
                <a:gd name="connsiteX3" fmla="*/ 295269 w 326645"/>
                <a:gd name="connsiteY3" fmla="*/ 89082 h 418871"/>
                <a:gd name="connsiteX4" fmla="*/ 301636 w 326645"/>
                <a:gd name="connsiteY4" fmla="*/ 57945 h 418871"/>
                <a:gd name="connsiteX5" fmla="*/ 283173 w 326645"/>
                <a:gd name="connsiteY5" fmla="*/ 31257 h 418871"/>
                <a:gd name="connsiteX6" fmla="*/ 223964 w 326645"/>
                <a:gd name="connsiteY6" fmla="*/ 44601 h 418871"/>
                <a:gd name="connsiteX7" fmla="*/ 22144 w 326645"/>
                <a:gd name="connsiteY7" fmla="*/ 319109 h 418871"/>
                <a:gd name="connsiteX8" fmla="*/ 4954 w 326645"/>
                <a:gd name="connsiteY8" fmla="*/ 321650 h 418871"/>
                <a:gd name="connsiteX9" fmla="*/ 2408 w 326645"/>
                <a:gd name="connsiteY9" fmla="*/ 304494 h 418871"/>
                <a:gd name="connsiteX10" fmla="*/ 204228 w 326645"/>
                <a:gd name="connsiteY10" fmla="*/ 30622 h 418871"/>
                <a:gd name="connsiteX11" fmla="*/ 296543 w 326645"/>
                <a:gd name="connsiteY11" fmla="*/ 10923 h 418871"/>
                <a:gd name="connsiteX12" fmla="*/ 325193 w 326645"/>
                <a:gd name="connsiteY12" fmla="*/ 53497 h 418871"/>
                <a:gd name="connsiteX13" fmla="*/ 315006 w 326645"/>
                <a:gd name="connsiteY13" fmla="*/ 103696 h 418871"/>
                <a:gd name="connsiteX14" fmla="*/ 74987 w 326645"/>
                <a:gd name="connsiteY14" fmla="*/ 414424 h 418871"/>
                <a:gd name="connsiteX15" fmla="*/ 65437 w 326645"/>
                <a:gd name="connsiteY15" fmla="*/ 418872 h 41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26645" h="418871">
                  <a:moveTo>
                    <a:pt x="65437" y="418872"/>
                  </a:moveTo>
                  <a:cubicBezTo>
                    <a:pt x="62890" y="418872"/>
                    <a:pt x="60343" y="418236"/>
                    <a:pt x="57797" y="416330"/>
                  </a:cubicBezTo>
                  <a:cubicBezTo>
                    <a:pt x="52704" y="412518"/>
                    <a:pt x="51431" y="404892"/>
                    <a:pt x="55887" y="399173"/>
                  </a:cubicBezTo>
                  <a:lnTo>
                    <a:pt x="295269" y="89082"/>
                  </a:lnTo>
                  <a:cubicBezTo>
                    <a:pt x="301636" y="80185"/>
                    <a:pt x="303546" y="68748"/>
                    <a:pt x="301636" y="57945"/>
                  </a:cubicBezTo>
                  <a:cubicBezTo>
                    <a:pt x="299089" y="46507"/>
                    <a:pt x="292723" y="36976"/>
                    <a:pt x="283173" y="31257"/>
                  </a:cubicBezTo>
                  <a:cubicBezTo>
                    <a:pt x="263437" y="18548"/>
                    <a:pt x="238607" y="24267"/>
                    <a:pt x="223964" y="44601"/>
                  </a:cubicBezTo>
                  <a:lnTo>
                    <a:pt x="22144" y="319109"/>
                  </a:lnTo>
                  <a:cubicBezTo>
                    <a:pt x="18324" y="324828"/>
                    <a:pt x="10684" y="325463"/>
                    <a:pt x="4954" y="321650"/>
                  </a:cubicBezTo>
                  <a:cubicBezTo>
                    <a:pt x="-776" y="317838"/>
                    <a:pt x="-1412" y="310213"/>
                    <a:pt x="2408" y="304494"/>
                  </a:cubicBezTo>
                  <a:lnTo>
                    <a:pt x="204228" y="30622"/>
                  </a:lnTo>
                  <a:cubicBezTo>
                    <a:pt x="225874" y="-515"/>
                    <a:pt x="265347" y="-9411"/>
                    <a:pt x="296543" y="10923"/>
                  </a:cubicBezTo>
                  <a:cubicBezTo>
                    <a:pt x="311822" y="21090"/>
                    <a:pt x="322009" y="35705"/>
                    <a:pt x="325193" y="53497"/>
                  </a:cubicBezTo>
                  <a:cubicBezTo>
                    <a:pt x="329013" y="71289"/>
                    <a:pt x="325193" y="89082"/>
                    <a:pt x="315006" y="103696"/>
                  </a:cubicBezTo>
                  <a:lnTo>
                    <a:pt x="74987" y="414424"/>
                  </a:lnTo>
                  <a:cubicBezTo>
                    <a:pt x="72440" y="417601"/>
                    <a:pt x="68620" y="418872"/>
                    <a:pt x="65437" y="41887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B4FD3838-F330-48D2-598B-6439277196D8}"/>
                </a:ext>
              </a:extLst>
            </p:cNvPr>
            <p:cNvSpPr/>
            <p:nvPr/>
          </p:nvSpPr>
          <p:spPr>
            <a:xfrm>
              <a:off x="10748884" y="4494600"/>
              <a:ext cx="1404463" cy="157587"/>
            </a:xfrm>
            <a:custGeom>
              <a:avLst/>
              <a:gdLst>
                <a:gd name="connsiteX0" fmla="*/ 78946 w 1404463"/>
                <a:gd name="connsiteY0" fmla="*/ 24146 h 157587"/>
                <a:gd name="connsiteX1" fmla="*/ 24193 w 1404463"/>
                <a:gd name="connsiteY1" fmla="*/ 78794 h 157587"/>
                <a:gd name="connsiteX2" fmla="*/ 78946 w 1404463"/>
                <a:gd name="connsiteY2" fmla="*/ 133441 h 157587"/>
                <a:gd name="connsiteX3" fmla="*/ 1325518 w 1404463"/>
                <a:gd name="connsiteY3" fmla="*/ 133441 h 157587"/>
                <a:gd name="connsiteX4" fmla="*/ 1380271 w 1404463"/>
                <a:gd name="connsiteY4" fmla="*/ 78794 h 157587"/>
                <a:gd name="connsiteX5" fmla="*/ 1325518 w 1404463"/>
                <a:gd name="connsiteY5" fmla="*/ 24146 h 157587"/>
                <a:gd name="connsiteX6" fmla="*/ 78946 w 1404463"/>
                <a:gd name="connsiteY6" fmla="*/ 24146 h 157587"/>
                <a:gd name="connsiteX7" fmla="*/ 1325518 w 1404463"/>
                <a:gd name="connsiteY7" fmla="*/ 157588 h 157587"/>
                <a:gd name="connsiteX8" fmla="*/ 78946 w 1404463"/>
                <a:gd name="connsiteY8" fmla="*/ 157588 h 157587"/>
                <a:gd name="connsiteX9" fmla="*/ 0 w 1404463"/>
                <a:gd name="connsiteY9" fmla="*/ 78794 h 157587"/>
                <a:gd name="connsiteX10" fmla="*/ 78946 w 1404463"/>
                <a:gd name="connsiteY10" fmla="*/ 0 h 157587"/>
                <a:gd name="connsiteX11" fmla="*/ 1325518 w 1404463"/>
                <a:gd name="connsiteY11" fmla="*/ 0 h 157587"/>
                <a:gd name="connsiteX12" fmla="*/ 1404463 w 1404463"/>
                <a:gd name="connsiteY12" fmla="*/ 78794 h 157587"/>
                <a:gd name="connsiteX13" fmla="*/ 1325518 w 1404463"/>
                <a:gd name="connsiteY13" fmla="*/ 157588 h 157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04463" h="157587">
                  <a:moveTo>
                    <a:pt x="78946" y="24146"/>
                  </a:moveTo>
                  <a:cubicBezTo>
                    <a:pt x="49022" y="24146"/>
                    <a:pt x="24193" y="48928"/>
                    <a:pt x="24193" y="78794"/>
                  </a:cubicBezTo>
                  <a:cubicBezTo>
                    <a:pt x="24193" y="108659"/>
                    <a:pt x="49022" y="133441"/>
                    <a:pt x="78946" y="133441"/>
                  </a:cubicBezTo>
                  <a:lnTo>
                    <a:pt x="1325518" y="133441"/>
                  </a:lnTo>
                  <a:cubicBezTo>
                    <a:pt x="1355441" y="133441"/>
                    <a:pt x="1380271" y="108659"/>
                    <a:pt x="1380271" y="78794"/>
                  </a:cubicBezTo>
                  <a:cubicBezTo>
                    <a:pt x="1380271" y="48928"/>
                    <a:pt x="1355441" y="24146"/>
                    <a:pt x="1325518" y="24146"/>
                  </a:cubicBezTo>
                  <a:lnTo>
                    <a:pt x="78946" y="24146"/>
                  </a:lnTo>
                  <a:close/>
                  <a:moveTo>
                    <a:pt x="1325518" y="157588"/>
                  </a:moveTo>
                  <a:lnTo>
                    <a:pt x="78946" y="157588"/>
                  </a:lnTo>
                  <a:cubicBezTo>
                    <a:pt x="35653" y="157588"/>
                    <a:pt x="0" y="122003"/>
                    <a:pt x="0" y="78794"/>
                  </a:cubicBezTo>
                  <a:cubicBezTo>
                    <a:pt x="0" y="35584"/>
                    <a:pt x="35653" y="0"/>
                    <a:pt x="78946" y="0"/>
                  </a:cubicBezTo>
                  <a:lnTo>
                    <a:pt x="1325518" y="0"/>
                  </a:lnTo>
                  <a:cubicBezTo>
                    <a:pt x="1369447" y="0"/>
                    <a:pt x="1404463" y="35584"/>
                    <a:pt x="1404463" y="78794"/>
                  </a:cubicBezTo>
                  <a:cubicBezTo>
                    <a:pt x="1404463" y="122003"/>
                    <a:pt x="1369447" y="157588"/>
                    <a:pt x="1325518" y="1575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B5FEFBF8-E7EA-474E-4BFA-80F20FEDA80E}"/>
                </a:ext>
              </a:extLst>
            </p:cNvPr>
            <p:cNvSpPr/>
            <p:nvPr/>
          </p:nvSpPr>
          <p:spPr>
            <a:xfrm>
              <a:off x="1252730" y="3759403"/>
              <a:ext cx="800973" cy="1239096"/>
            </a:xfrm>
            <a:custGeom>
              <a:avLst/>
              <a:gdLst>
                <a:gd name="connsiteX0" fmla="*/ 608435 w 800973"/>
                <a:gd name="connsiteY0" fmla="*/ 1239097 h 1239096"/>
                <a:gd name="connsiteX1" fmla="*/ 192698 w 800973"/>
                <a:gd name="connsiteY1" fmla="*/ 1239097 h 1239096"/>
                <a:gd name="connsiteX2" fmla="*/ 100383 w 800973"/>
                <a:gd name="connsiteY2" fmla="*/ 1155219 h 1239096"/>
                <a:gd name="connsiteX3" fmla="*/ 428 w 800973"/>
                <a:gd name="connsiteY3" fmla="*/ 101669 h 1239096"/>
                <a:gd name="connsiteX4" fmla="*/ 24621 w 800973"/>
                <a:gd name="connsiteY4" fmla="*/ 30501 h 1239096"/>
                <a:gd name="connsiteX5" fmla="*/ 94017 w 800973"/>
                <a:gd name="connsiteY5" fmla="*/ 0 h 1239096"/>
                <a:gd name="connsiteX6" fmla="*/ 195245 w 800973"/>
                <a:gd name="connsiteY6" fmla="*/ 0 h 1239096"/>
                <a:gd name="connsiteX7" fmla="*/ 207341 w 800973"/>
                <a:gd name="connsiteY7" fmla="*/ 12073 h 1239096"/>
                <a:gd name="connsiteX8" fmla="*/ 195245 w 800973"/>
                <a:gd name="connsiteY8" fmla="*/ 24147 h 1239096"/>
                <a:gd name="connsiteX9" fmla="*/ 94017 w 800973"/>
                <a:gd name="connsiteY9" fmla="*/ 24147 h 1239096"/>
                <a:gd name="connsiteX10" fmla="*/ 42447 w 800973"/>
                <a:gd name="connsiteY10" fmla="*/ 47022 h 1239096"/>
                <a:gd name="connsiteX11" fmla="*/ 24621 w 800973"/>
                <a:gd name="connsiteY11" fmla="*/ 99763 h 1239096"/>
                <a:gd name="connsiteX12" fmla="*/ 124576 w 800973"/>
                <a:gd name="connsiteY12" fmla="*/ 1153313 h 1239096"/>
                <a:gd name="connsiteX13" fmla="*/ 192698 w 800973"/>
                <a:gd name="connsiteY13" fmla="*/ 1214950 h 1239096"/>
                <a:gd name="connsiteX14" fmla="*/ 608435 w 800973"/>
                <a:gd name="connsiteY14" fmla="*/ 1214950 h 1239096"/>
                <a:gd name="connsiteX15" fmla="*/ 676557 w 800973"/>
                <a:gd name="connsiteY15" fmla="*/ 1153313 h 1239096"/>
                <a:gd name="connsiteX16" fmla="*/ 776512 w 800973"/>
                <a:gd name="connsiteY16" fmla="*/ 99763 h 1239096"/>
                <a:gd name="connsiteX17" fmla="*/ 758685 w 800973"/>
                <a:gd name="connsiteY17" fmla="*/ 47022 h 1239096"/>
                <a:gd name="connsiteX18" fmla="*/ 707116 w 800973"/>
                <a:gd name="connsiteY18" fmla="*/ 24147 h 1239096"/>
                <a:gd name="connsiteX19" fmla="*/ 304113 w 800973"/>
                <a:gd name="connsiteY19" fmla="*/ 24147 h 1239096"/>
                <a:gd name="connsiteX20" fmla="*/ 292017 w 800973"/>
                <a:gd name="connsiteY20" fmla="*/ 12073 h 1239096"/>
                <a:gd name="connsiteX21" fmla="*/ 304113 w 800973"/>
                <a:gd name="connsiteY21" fmla="*/ 0 h 1239096"/>
                <a:gd name="connsiteX22" fmla="*/ 707116 w 800973"/>
                <a:gd name="connsiteY22" fmla="*/ 0 h 1239096"/>
                <a:gd name="connsiteX23" fmla="*/ 776512 w 800973"/>
                <a:gd name="connsiteY23" fmla="*/ 30501 h 1239096"/>
                <a:gd name="connsiteX24" fmla="*/ 800705 w 800973"/>
                <a:gd name="connsiteY24" fmla="*/ 101669 h 1239096"/>
                <a:gd name="connsiteX25" fmla="*/ 700750 w 800973"/>
                <a:gd name="connsiteY25" fmla="*/ 1155219 h 1239096"/>
                <a:gd name="connsiteX26" fmla="*/ 608435 w 800973"/>
                <a:gd name="connsiteY26" fmla="*/ 1239097 h 123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00973" h="1239096">
                  <a:moveTo>
                    <a:pt x="608435" y="1239097"/>
                  </a:moveTo>
                  <a:lnTo>
                    <a:pt x="192698" y="1239097"/>
                  </a:lnTo>
                  <a:cubicBezTo>
                    <a:pt x="144312" y="1239097"/>
                    <a:pt x="104840" y="1202877"/>
                    <a:pt x="100383" y="1155219"/>
                  </a:cubicBezTo>
                  <a:lnTo>
                    <a:pt x="428" y="101669"/>
                  </a:lnTo>
                  <a:cubicBezTo>
                    <a:pt x="-2119" y="75617"/>
                    <a:pt x="6795" y="49564"/>
                    <a:pt x="24621" y="30501"/>
                  </a:cubicBezTo>
                  <a:cubicBezTo>
                    <a:pt x="42447" y="10802"/>
                    <a:pt x="67277" y="0"/>
                    <a:pt x="94017" y="0"/>
                  </a:cubicBezTo>
                  <a:lnTo>
                    <a:pt x="195245" y="0"/>
                  </a:lnTo>
                  <a:cubicBezTo>
                    <a:pt x="202248" y="0"/>
                    <a:pt x="207341" y="5719"/>
                    <a:pt x="207341" y="12073"/>
                  </a:cubicBezTo>
                  <a:cubicBezTo>
                    <a:pt x="207341" y="19063"/>
                    <a:pt x="201611" y="24147"/>
                    <a:pt x="195245" y="24147"/>
                  </a:cubicBezTo>
                  <a:lnTo>
                    <a:pt x="94017" y="24147"/>
                  </a:lnTo>
                  <a:cubicBezTo>
                    <a:pt x="74280" y="24147"/>
                    <a:pt x="55817" y="32407"/>
                    <a:pt x="42447" y="47022"/>
                  </a:cubicBezTo>
                  <a:cubicBezTo>
                    <a:pt x="29078" y="61637"/>
                    <a:pt x="22711" y="80065"/>
                    <a:pt x="24621" y="99763"/>
                  </a:cubicBezTo>
                  <a:lnTo>
                    <a:pt x="124576" y="1153313"/>
                  </a:lnTo>
                  <a:cubicBezTo>
                    <a:pt x="127759" y="1188262"/>
                    <a:pt x="157045" y="1214950"/>
                    <a:pt x="192698" y="1214950"/>
                  </a:cubicBezTo>
                  <a:lnTo>
                    <a:pt x="608435" y="1214950"/>
                  </a:lnTo>
                  <a:cubicBezTo>
                    <a:pt x="644087" y="1214950"/>
                    <a:pt x="673374" y="1188262"/>
                    <a:pt x="676557" y="1153313"/>
                  </a:cubicBezTo>
                  <a:lnTo>
                    <a:pt x="776512" y="99763"/>
                  </a:lnTo>
                  <a:cubicBezTo>
                    <a:pt x="778422" y="80065"/>
                    <a:pt x="772055" y="61637"/>
                    <a:pt x="758685" y="47022"/>
                  </a:cubicBezTo>
                  <a:cubicBezTo>
                    <a:pt x="745316" y="32407"/>
                    <a:pt x="726853" y="24147"/>
                    <a:pt x="707116" y="24147"/>
                  </a:cubicBezTo>
                  <a:lnTo>
                    <a:pt x="304113" y="24147"/>
                  </a:lnTo>
                  <a:cubicBezTo>
                    <a:pt x="297110" y="24147"/>
                    <a:pt x="292017" y="18428"/>
                    <a:pt x="292017" y="12073"/>
                  </a:cubicBezTo>
                  <a:cubicBezTo>
                    <a:pt x="292017" y="5083"/>
                    <a:pt x="297746" y="0"/>
                    <a:pt x="304113" y="0"/>
                  </a:cubicBezTo>
                  <a:lnTo>
                    <a:pt x="707116" y="0"/>
                  </a:lnTo>
                  <a:cubicBezTo>
                    <a:pt x="733219" y="0"/>
                    <a:pt x="758685" y="11438"/>
                    <a:pt x="776512" y="30501"/>
                  </a:cubicBezTo>
                  <a:cubicBezTo>
                    <a:pt x="794338" y="49564"/>
                    <a:pt x="802615" y="75617"/>
                    <a:pt x="800705" y="101669"/>
                  </a:cubicBezTo>
                  <a:lnTo>
                    <a:pt x="700750" y="1155219"/>
                  </a:lnTo>
                  <a:cubicBezTo>
                    <a:pt x="696293" y="1202877"/>
                    <a:pt x="656820" y="1239097"/>
                    <a:pt x="608435" y="12390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3820C36D-EEC5-CB1C-43D9-9D2908ABD347}"/>
                </a:ext>
              </a:extLst>
            </p:cNvPr>
            <p:cNvSpPr/>
            <p:nvPr/>
          </p:nvSpPr>
          <p:spPr>
            <a:xfrm>
              <a:off x="1067255" y="3421352"/>
              <a:ext cx="473481" cy="628444"/>
            </a:xfrm>
            <a:custGeom>
              <a:avLst/>
              <a:gdLst>
                <a:gd name="connsiteX0" fmla="*/ 461576 w 473481"/>
                <a:gd name="connsiteY0" fmla="*/ 628444 h 628444"/>
                <a:gd name="connsiteX1" fmla="*/ 449479 w 473481"/>
                <a:gd name="connsiteY1" fmla="*/ 618913 h 628444"/>
                <a:gd name="connsiteX2" fmla="*/ 327878 w 473481"/>
                <a:gd name="connsiteY2" fmla="*/ 124545 h 628444"/>
                <a:gd name="connsiteX3" fmla="*/ 199273 w 473481"/>
                <a:gd name="connsiteY3" fmla="*/ 24147 h 628444"/>
                <a:gd name="connsiteX4" fmla="*/ 12097 w 473481"/>
                <a:gd name="connsiteY4" fmla="*/ 24147 h 628444"/>
                <a:gd name="connsiteX5" fmla="*/ 0 w 473481"/>
                <a:gd name="connsiteY5" fmla="*/ 12073 h 628444"/>
                <a:gd name="connsiteX6" fmla="*/ 12097 w 473481"/>
                <a:gd name="connsiteY6" fmla="*/ 0 h 628444"/>
                <a:gd name="connsiteX7" fmla="*/ 199273 w 473481"/>
                <a:gd name="connsiteY7" fmla="*/ 0 h 628444"/>
                <a:gd name="connsiteX8" fmla="*/ 351434 w 473481"/>
                <a:gd name="connsiteY8" fmla="*/ 118826 h 628444"/>
                <a:gd name="connsiteX9" fmla="*/ 473036 w 473481"/>
                <a:gd name="connsiteY9" fmla="*/ 613194 h 628444"/>
                <a:gd name="connsiteX10" fmla="*/ 464122 w 473481"/>
                <a:gd name="connsiteY10" fmla="*/ 627809 h 628444"/>
                <a:gd name="connsiteX11" fmla="*/ 461576 w 473481"/>
                <a:gd name="connsiteY11" fmla="*/ 628444 h 62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3481" h="628444">
                  <a:moveTo>
                    <a:pt x="461576" y="628444"/>
                  </a:moveTo>
                  <a:cubicBezTo>
                    <a:pt x="455846" y="628444"/>
                    <a:pt x="451389" y="624632"/>
                    <a:pt x="449479" y="618913"/>
                  </a:cubicBezTo>
                  <a:lnTo>
                    <a:pt x="327878" y="124545"/>
                  </a:lnTo>
                  <a:cubicBezTo>
                    <a:pt x="313235" y="65450"/>
                    <a:pt x="260392" y="24147"/>
                    <a:pt x="199273" y="24147"/>
                  </a:cubicBezTo>
                  <a:lnTo>
                    <a:pt x="12097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199273" y="0"/>
                  </a:lnTo>
                  <a:cubicBezTo>
                    <a:pt x="271852" y="0"/>
                    <a:pt x="334244" y="48928"/>
                    <a:pt x="351434" y="118826"/>
                  </a:cubicBezTo>
                  <a:lnTo>
                    <a:pt x="473036" y="613194"/>
                  </a:lnTo>
                  <a:cubicBezTo>
                    <a:pt x="474946" y="619548"/>
                    <a:pt x="470489" y="626538"/>
                    <a:pt x="464122" y="627809"/>
                  </a:cubicBezTo>
                  <a:cubicBezTo>
                    <a:pt x="463486" y="628444"/>
                    <a:pt x="462212" y="628444"/>
                    <a:pt x="461576" y="6284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69FCD7DE-193F-0BE5-8D22-E01464572A1B}"/>
                </a:ext>
              </a:extLst>
            </p:cNvPr>
            <p:cNvSpPr/>
            <p:nvPr/>
          </p:nvSpPr>
          <p:spPr>
            <a:xfrm>
              <a:off x="1681628" y="3353361"/>
              <a:ext cx="733427" cy="725665"/>
            </a:xfrm>
            <a:custGeom>
              <a:avLst/>
              <a:gdLst>
                <a:gd name="connsiteX0" fmla="*/ 434836 w 733427"/>
                <a:gd name="connsiteY0" fmla="*/ 725666 h 725665"/>
                <a:gd name="connsiteX1" fmla="*/ 422740 w 733427"/>
                <a:gd name="connsiteY1" fmla="*/ 715499 h 725665"/>
                <a:gd name="connsiteX2" fmla="*/ 432289 w 733427"/>
                <a:gd name="connsiteY2" fmla="*/ 701519 h 725665"/>
                <a:gd name="connsiteX3" fmla="*/ 709235 w 733427"/>
                <a:gd name="connsiteY3" fmla="*/ 366010 h 725665"/>
                <a:gd name="connsiteX4" fmla="*/ 366714 w 733427"/>
                <a:gd name="connsiteY4" fmla="*/ 24146 h 725665"/>
                <a:gd name="connsiteX5" fmla="*/ 24193 w 733427"/>
                <a:gd name="connsiteY5" fmla="*/ 366010 h 725665"/>
                <a:gd name="connsiteX6" fmla="*/ 12096 w 733427"/>
                <a:gd name="connsiteY6" fmla="*/ 378083 h 725665"/>
                <a:gd name="connsiteX7" fmla="*/ 0 w 733427"/>
                <a:gd name="connsiteY7" fmla="*/ 366010 h 725665"/>
                <a:gd name="connsiteX8" fmla="*/ 366714 w 733427"/>
                <a:gd name="connsiteY8" fmla="*/ 0 h 725665"/>
                <a:gd name="connsiteX9" fmla="*/ 733428 w 733427"/>
                <a:gd name="connsiteY9" fmla="*/ 366010 h 725665"/>
                <a:gd name="connsiteX10" fmla="*/ 436109 w 733427"/>
                <a:gd name="connsiteY10" fmla="*/ 725666 h 725665"/>
                <a:gd name="connsiteX11" fmla="*/ 434836 w 733427"/>
                <a:gd name="connsiteY11" fmla="*/ 725666 h 725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33427" h="725665">
                  <a:moveTo>
                    <a:pt x="434836" y="725666"/>
                  </a:moveTo>
                  <a:cubicBezTo>
                    <a:pt x="429106" y="725666"/>
                    <a:pt x="424013" y="721853"/>
                    <a:pt x="422740" y="715499"/>
                  </a:cubicBezTo>
                  <a:cubicBezTo>
                    <a:pt x="421466" y="709145"/>
                    <a:pt x="425923" y="702790"/>
                    <a:pt x="432289" y="701519"/>
                  </a:cubicBezTo>
                  <a:cubicBezTo>
                    <a:pt x="592727" y="670383"/>
                    <a:pt x="709235" y="529317"/>
                    <a:pt x="709235" y="366010"/>
                  </a:cubicBezTo>
                  <a:cubicBezTo>
                    <a:pt x="709235" y="177286"/>
                    <a:pt x="555801" y="24146"/>
                    <a:pt x="366714" y="24146"/>
                  </a:cubicBezTo>
                  <a:cubicBezTo>
                    <a:pt x="177627" y="24146"/>
                    <a:pt x="24193" y="177286"/>
                    <a:pt x="24193" y="366010"/>
                  </a:cubicBezTo>
                  <a:cubicBezTo>
                    <a:pt x="24193" y="373000"/>
                    <a:pt x="18463" y="378083"/>
                    <a:pt x="12096" y="378083"/>
                  </a:cubicBezTo>
                  <a:cubicBezTo>
                    <a:pt x="5093" y="378083"/>
                    <a:pt x="0" y="372364"/>
                    <a:pt x="0" y="366010"/>
                  </a:cubicBezTo>
                  <a:cubicBezTo>
                    <a:pt x="0" y="163942"/>
                    <a:pt x="164894" y="0"/>
                    <a:pt x="366714" y="0"/>
                  </a:cubicBezTo>
                  <a:cubicBezTo>
                    <a:pt x="568534" y="0"/>
                    <a:pt x="733428" y="164577"/>
                    <a:pt x="733428" y="366010"/>
                  </a:cubicBezTo>
                  <a:cubicBezTo>
                    <a:pt x="733428" y="541390"/>
                    <a:pt x="608643" y="692623"/>
                    <a:pt x="436109" y="725666"/>
                  </a:cubicBezTo>
                  <a:lnTo>
                    <a:pt x="434836" y="725666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ADDF37E6-5484-F00D-7A78-ED225B169CFE}"/>
                </a:ext>
              </a:extLst>
            </p:cNvPr>
            <p:cNvSpPr/>
            <p:nvPr/>
          </p:nvSpPr>
          <p:spPr>
            <a:xfrm>
              <a:off x="1970033" y="3412456"/>
              <a:ext cx="179537" cy="229391"/>
            </a:xfrm>
            <a:custGeom>
              <a:avLst/>
              <a:gdLst>
                <a:gd name="connsiteX0" fmla="*/ 63666 w 179537"/>
                <a:gd name="connsiteY0" fmla="*/ 229392 h 229391"/>
                <a:gd name="connsiteX1" fmla="*/ 53479 w 179537"/>
                <a:gd name="connsiteY1" fmla="*/ 224308 h 229391"/>
                <a:gd name="connsiteX2" fmla="*/ 0 w 179537"/>
                <a:gd name="connsiteY2" fmla="*/ 89596 h 229391"/>
                <a:gd name="connsiteX3" fmla="*/ 89769 w 179537"/>
                <a:gd name="connsiteY3" fmla="*/ 0 h 229391"/>
                <a:gd name="connsiteX4" fmla="*/ 179537 w 179537"/>
                <a:gd name="connsiteY4" fmla="*/ 89596 h 229391"/>
                <a:gd name="connsiteX5" fmla="*/ 167441 w 179537"/>
                <a:gd name="connsiteY5" fmla="*/ 101669 h 229391"/>
                <a:gd name="connsiteX6" fmla="*/ 155344 w 179537"/>
                <a:gd name="connsiteY6" fmla="*/ 89596 h 229391"/>
                <a:gd name="connsiteX7" fmla="*/ 89769 w 179537"/>
                <a:gd name="connsiteY7" fmla="*/ 24147 h 229391"/>
                <a:gd name="connsiteX8" fmla="*/ 24193 w 179537"/>
                <a:gd name="connsiteY8" fmla="*/ 89596 h 229391"/>
                <a:gd name="connsiteX9" fmla="*/ 73215 w 179537"/>
                <a:gd name="connsiteY9" fmla="*/ 210329 h 229391"/>
                <a:gd name="connsiteX10" fmla="*/ 70032 w 179537"/>
                <a:gd name="connsiteY10" fmla="*/ 227485 h 229391"/>
                <a:gd name="connsiteX11" fmla="*/ 63666 w 179537"/>
                <a:gd name="connsiteY11" fmla="*/ 229392 h 229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9537" h="229391">
                  <a:moveTo>
                    <a:pt x="63666" y="229392"/>
                  </a:moveTo>
                  <a:cubicBezTo>
                    <a:pt x="59846" y="229392"/>
                    <a:pt x="56026" y="227485"/>
                    <a:pt x="53479" y="224308"/>
                  </a:cubicBezTo>
                  <a:cubicBezTo>
                    <a:pt x="14007" y="167119"/>
                    <a:pt x="0" y="116284"/>
                    <a:pt x="0" y="89596"/>
                  </a:cubicBezTo>
                  <a:cubicBezTo>
                    <a:pt x="0" y="40032"/>
                    <a:pt x="40109" y="0"/>
                    <a:pt x="89769" y="0"/>
                  </a:cubicBezTo>
                  <a:cubicBezTo>
                    <a:pt x="139428" y="0"/>
                    <a:pt x="179537" y="40032"/>
                    <a:pt x="179537" y="89596"/>
                  </a:cubicBezTo>
                  <a:cubicBezTo>
                    <a:pt x="179537" y="96586"/>
                    <a:pt x="173807" y="101669"/>
                    <a:pt x="167441" y="101669"/>
                  </a:cubicBezTo>
                  <a:cubicBezTo>
                    <a:pt x="160437" y="101669"/>
                    <a:pt x="155344" y="95951"/>
                    <a:pt x="155344" y="89596"/>
                  </a:cubicBezTo>
                  <a:cubicBezTo>
                    <a:pt x="155344" y="53376"/>
                    <a:pt x="126058" y="24147"/>
                    <a:pt x="89769" y="24147"/>
                  </a:cubicBezTo>
                  <a:cubicBezTo>
                    <a:pt x="53479" y="24147"/>
                    <a:pt x="24193" y="53376"/>
                    <a:pt x="24193" y="89596"/>
                  </a:cubicBezTo>
                  <a:cubicBezTo>
                    <a:pt x="24193" y="108024"/>
                    <a:pt x="34380" y="154411"/>
                    <a:pt x="73215" y="210329"/>
                  </a:cubicBezTo>
                  <a:cubicBezTo>
                    <a:pt x="77035" y="216048"/>
                    <a:pt x="75762" y="223673"/>
                    <a:pt x="70032" y="227485"/>
                  </a:cubicBezTo>
                  <a:cubicBezTo>
                    <a:pt x="68122" y="228756"/>
                    <a:pt x="66212" y="229392"/>
                    <a:pt x="63666" y="229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C6358788-334A-5E96-107E-036FC3A0EFC8}"/>
                </a:ext>
              </a:extLst>
            </p:cNvPr>
            <p:cNvSpPr/>
            <p:nvPr/>
          </p:nvSpPr>
          <p:spPr>
            <a:xfrm>
              <a:off x="1780879" y="3520502"/>
              <a:ext cx="141028" cy="130877"/>
            </a:xfrm>
            <a:custGeom>
              <a:avLst/>
              <a:gdLst>
                <a:gd name="connsiteX0" fmla="*/ 17893 w 141028"/>
                <a:gd name="connsiteY0" fmla="*/ 130878 h 130877"/>
                <a:gd name="connsiteX1" fmla="*/ 6434 w 141028"/>
                <a:gd name="connsiteY1" fmla="*/ 123252 h 130877"/>
                <a:gd name="connsiteX2" fmla="*/ 12163 w 141028"/>
                <a:gd name="connsiteY2" fmla="*/ 45094 h 130877"/>
                <a:gd name="connsiteX3" fmla="*/ 135038 w 141028"/>
                <a:gd name="connsiteY3" fmla="*/ 12051 h 130877"/>
                <a:gd name="connsiteX4" fmla="*/ 139495 w 141028"/>
                <a:gd name="connsiteY4" fmla="*/ 28573 h 130877"/>
                <a:gd name="connsiteX5" fmla="*/ 122942 w 141028"/>
                <a:gd name="connsiteY5" fmla="*/ 33021 h 130877"/>
                <a:gd name="connsiteX6" fmla="*/ 33173 w 141028"/>
                <a:gd name="connsiteY6" fmla="*/ 57167 h 130877"/>
                <a:gd name="connsiteX7" fmla="*/ 29353 w 141028"/>
                <a:gd name="connsiteY7" fmla="*/ 114356 h 130877"/>
                <a:gd name="connsiteX8" fmla="*/ 22350 w 141028"/>
                <a:gd name="connsiteY8" fmla="*/ 130242 h 130877"/>
                <a:gd name="connsiteX9" fmla="*/ 17893 w 141028"/>
                <a:gd name="connsiteY9" fmla="*/ 130878 h 130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1028" h="130877">
                  <a:moveTo>
                    <a:pt x="17893" y="130878"/>
                  </a:moveTo>
                  <a:cubicBezTo>
                    <a:pt x="12800" y="130878"/>
                    <a:pt x="8344" y="127700"/>
                    <a:pt x="6434" y="123252"/>
                  </a:cubicBezTo>
                  <a:cubicBezTo>
                    <a:pt x="-3753" y="97200"/>
                    <a:pt x="-1843" y="68605"/>
                    <a:pt x="12163" y="45094"/>
                  </a:cubicBezTo>
                  <a:cubicBezTo>
                    <a:pt x="36993" y="1884"/>
                    <a:pt x="92382" y="-12731"/>
                    <a:pt x="135038" y="12051"/>
                  </a:cubicBezTo>
                  <a:cubicBezTo>
                    <a:pt x="140768" y="15229"/>
                    <a:pt x="142678" y="22854"/>
                    <a:pt x="139495" y="28573"/>
                  </a:cubicBezTo>
                  <a:cubicBezTo>
                    <a:pt x="136311" y="34292"/>
                    <a:pt x="128671" y="36198"/>
                    <a:pt x="122942" y="33021"/>
                  </a:cubicBezTo>
                  <a:cubicBezTo>
                    <a:pt x="91746" y="15229"/>
                    <a:pt x="51636" y="26031"/>
                    <a:pt x="33173" y="57167"/>
                  </a:cubicBezTo>
                  <a:cubicBezTo>
                    <a:pt x="22987" y="74959"/>
                    <a:pt x="21713" y="95293"/>
                    <a:pt x="29353" y="114356"/>
                  </a:cubicBezTo>
                  <a:cubicBezTo>
                    <a:pt x="31900" y="120711"/>
                    <a:pt x="28717" y="127700"/>
                    <a:pt x="22350" y="130242"/>
                  </a:cubicBezTo>
                  <a:cubicBezTo>
                    <a:pt x="21077" y="130878"/>
                    <a:pt x="19167" y="130878"/>
                    <a:pt x="17893" y="1308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B2498C21-F27E-1000-FDFE-1E846A8F6F8C}"/>
                </a:ext>
              </a:extLst>
            </p:cNvPr>
            <p:cNvSpPr/>
            <p:nvPr/>
          </p:nvSpPr>
          <p:spPr>
            <a:xfrm>
              <a:off x="2081351" y="3810796"/>
              <a:ext cx="67582" cy="208499"/>
            </a:xfrm>
            <a:custGeom>
              <a:avLst/>
              <a:gdLst>
                <a:gd name="connsiteX0" fmla="*/ 12194 w 67582"/>
                <a:gd name="connsiteY0" fmla="*/ 208500 h 208499"/>
                <a:gd name="connsiteX1" fmla="*/ 1370 w 67582"/>
                <a:gd name="connsiteY1" fmla="*/ 201510 h 208499"/>
                <a:gd name="connsiteX2" fmla="*/ 7100 w 67582"/>
                <a:gd name="connsiteY2" fmla="*/ 184989 h 208499"/>
                <a:gd name="connsiteX3" fmla="*/ 44026 w 67582"/>
                <a:gd name="connsiteY3" fmla="*/ 125893 h 208499"/>
                <a:gd name="connsiteX4" fmla="*/ 3280 w 67582"/>
                <a:gd name="connsiteY4" fmla="*/ 18505 h 208499"/>
                <a:gd name="connsiteX5" fmla="*/ 7100 w 67582"/>
                <a:gd name="connsiteY5" fmla="*/ 1984 h 208499"/>
                <a:gd name="connsiteX6" fmla="*/ 23653 w 67582"/>
                <a:gd name="connsiteY6" fmla="*/ 5796 h 208499"/>
                <a:gd name="connsiteX7" fmla="*/ 67583 w 67582"/>
                <a:gd name="connsiteY7" fmla="*/ 126529 h 208499"/>
                <a:gd name="connsiteX8" fmla="*/ 16650 w 67582"/>
                <a:gd name="connsiteY8" fmla="*/ 207229 h 208499"/>
                <a:gd name="connsiteX9" fmla="*/ 12194 w 67582"/>
                <a:gd name="connsiteY9" fmla="*/ 208500 h 20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582" h="208499">
                  <a:moveTo>
                    <a:pt x="12194" y="208500"/>
                  </a:moveTo>
                  <a:cubicBezTo>
                    <a:pt x="7737" y="208500"/>
                    <a:pt x="3280" y="205958"/>
                    <a:pt x="1370" y="201510"/>
                  </a:cubicBezTo>
                  <a:cubicBezTo>
                    <a:pt x="-1813" y="195156"/>
                    <a:pt x="734" y="188166"/>
                    <a:pt x="7100" y="184989"/>
                  </a:cubicBezTo>
                  <a:cubicBezTo>
                    <a:pt x="29383" y="174186"/>
                    <a:pt x="44026" y="150675"/>
                    <a:pt x="44026" y="125893"/>
                  </a:cubicBezTo>
                  <a:cubicBezTo>
                    <a:pt x="44026" y="110007"/>
                    <a:pt x="35750" y="68704"/>
                    <a:pt x="3280" y="18505"/>
                  </a:cubicBezTo>
                  <a:cubicBezTo>
                    <a:pt x="-539" y="12786"/>
                    <a:pt x="1370" y="5161"/>
                    <a:pt x="7100" y="1984"/>
                  </a:cubicBezTo>
                  <a:cubicBezTo>
                    <a:pt x="12830" y="-1829"/>
                    <a:pt x="20470" y="77"/>
                    <a:pt x="23653" y="5796"/>
                  </a:cubicBezTo>
                  <a:cubicBezTo>
                    <a:pt x="56123" y="57266"/>
                    <a:pt x="67583" y="103018"/>
                    <a:pt x="67583" y="126529"/>
                  </a:cubicBezTo>
                  <a:cubicBezTo>
                    <a:pt x="67583" y="160842"/>
                    <a:pt x="47846" y="192614"/>
                    <a:pt x="16650" y="207229"/>
                  </a:cubicBezTo>
                  <a:cubicBezTo>
                    <a:pt x="16013" y="207864"/>
                    <a:pt x="14104" y="208500"/>
                    <a:pt x="12194" y="2085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E549926A-C120-B9CC-E9F0-9B2F4DD26AC8}"/>
                </a:ext>
              </a:extLst>
            </p:cNvPr>
            <p:cNvSpPr/>
            <p:nvPr/>
          </p:nvSpPr>
          <p:spPr>
            <a:xfrm>
              <a:off x="2136783" y="3727909"/>
              <a:ext cx="202534" cy="190352"/>
            </a:xfrm>
            <a:custGeom>
              <a:avLst/>
              <a:gdLst>
                <a:gd name="connsiteX0" fmla="*/ 112105 w 202534"/>
                <a:gd name="connsiteY0" fmla="*/ 190352 h 190352"/>
                <a:gd name="connsiteX1" fmla="*/ 67539 w 202534"/>
                <a:gd name="connsiteY1" fmla="*/ 178279 h 190352"/>
                <a:gd name="connsiteX2" fmla="*/ 63083 w 202534"/>
                <a:gd name="connsiteY2" fmla="*/ 161758 h 190352"/>
                <a:gd name="connsiteX3" fmla="*/ 79636 w 202534"/>
                <a:gd name="connsiteY3" fmla="*/ 157310 h 190352"/>
                <a:gd name="connsiteX4" fmla="*/ 129295 w 202534"/>
                <a:gd name="connsiteY4" fmla="*/ 163664 h 190352"/>
                <a:gd name="connsiteX5" fmla="*/ 169404 w 202534"/>
                <a:gd name="connsiteY5" fmla="*/ 133163 h 190352"/>
                <a:gd name="connsiteX6" fmla="*/ 175771 w 202534"/>
                <a:gd name="connsiteY6" fmla="*/ 83599 h 190352"/>
                <a:gd name="connsiteX7" fmla="*/ 145211 w 202534"/>
                <a:gd name="connsiteY7" fmla="*/ 43567 h 190352"/>
                <a:gd name="connsiteX8" fmla="*/ 13424 w 202534"/>
                <a:gd name="connsiteY8" fmla="*/ 25775 h 190352"/>
                <a:gd name="connsiteX9" fmla="*/ 54 w 202534"/>
                <a:gd name="connsiteY9" fmla="*/ 14973 h 190352"/>
                <a:gd name="connsiteX10" fmla="*/ 10877 w 202534"/>
                <a:gd name="connsiteY10" fmla="*/ 1628 h 190352"/>
                <a:gd name="connsiteX11" fmla="*/ 157308 w 202534"/>
                <a:gd name="connsiteY11" fmla="*/ 22598 h 190352"/>
                <a:gd name="connsiteX12" fmla="*/ 199327 w 202534"/>
                <a:gd name="connsiteY12" fmla="*/ 77245 h 190352"/>
                <a:gd name="connsiteX13" fmla="*/ 190414 w 202534"/>
                <a:gd name="connsiteY13" fmla="*/ 145237 h 190352"/>
                <a:gd name="connsiteX14" fmla="*/ 135662 w 202534"/>
                <a:gd name="connsiteY14" fmla="*/ 187175 h 190352"/>
                <a:gd name="connsiteX15" fmla="*/ 112105 w 202534"/>
                <a:gd name="connsiteY15" fmla="*/ 190352 h 19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2534" h="190352">
                  <a:moveTo>
                    <a:pt x="112105" y="190352"/>
                  </a:moveTo>
                  <a:cubicBezTo>
                    <a:pt x="96189" y="190352"/>
                    <a:pt x="80909" y="186540"/>
                    <a:pt x="67539" y="178279"/>
                  </a:cubicBezTo>
                  <a:cubicBezTo>
                    <a:pt x="61810" y="175102"/>
                    <a:pt x="59899" y="167477"/>
                    <a:pt x="63083" y="161758"/>
                  </a:cubicBezTo>
                  <a:cubicBezTo>
                    <a:pt x="66266" y="156039"/>
                    <a:pt x="73906" y="154133"/>
                    <a:pt x="79636" y="157310"/>
                  </a:cubicBezTo>
                  <a:cubicBezTo>
                    <a:pt x="94916" y="166206"/>
                    <a:pt x="112742" y="168112"/>
                    <a:pt x="129295" y="163664"/>
                  </a:cubicBezTo>
                  <a:cubicBezTo>
                    <a:pt x="146485" y="159216"/>
                    <a:pt x="160491" y="148414"/>
                    <a:pt x="169404" y="133163"/>
                  </a:cubicBezTo>
                  <a:cubicBezTo>
                    <a:pt x="178318" y="117913"/>
                    <a:pt x="180227" y="100121"/>
                    <a:pt x="175771" y="83599"/>
                  </a:cubicBezTo>
                  <a:cubicBezTo>
                    <a:pt x="171314" y="66443"/>
                    <a:pt x="160491" y="52463"/>
                    <a:pt x="145211" y="43567"/>
                  </a:cubicBezTo>
                  <a:cubicBezTo>
                    <a:pt x="128658" y="34036"/>
                    <a:pt x="82819" y="20056"/>
                    <a:pt x="13424" y="25775"/>
                  </a:cubicBezTo>
                  <a:cubicBezTo>
                    <a:pt x="7057" y="26410"/>
                    <a:pt x="691" y="21327"/>
                    <a:pt x="54" y="14973"/>
                  </a:cubicBezTo>
                  <a:cubicBezTo>
                    <a:pt x="-583" y="7983"/>
                    <a:pt x="4511" y="2264"/>
                    <a:pt x="10877" y="1628"/>
                  </a:cubicBezTo>
                  <a:cubicBezTo>
                    <a:pt x="81546" y="-4726"/>
                    <a:pt x="133752" y="8618"/>
                    <a:pt x="157308" y="22598"/>
                  </a:cubicBezTo>
                  <a:cubicBezTo>
                    <a:pt x="178318" y="34671"/>
                    <a:pt x="192961" y="53734"/>
                    <a:pt x="199327" y="77245"/>
                  </a:cubicBezTo>
                  <a:cubicBezTo>
                    <a:pt x="205694" y="100121"/>
                    <a:pt x="202510" y="124903"/>
                    <a:pt x="190414" y="145237"/>
                  </a:cubicBezTo>
                  <a:cubicBezTo>
                    <a:pt x="178318" y="166206"/>
                    <a:pt x="159218" y="180821"/>
                    <a:pt x="135662" y="187175"/>
                  </a:cubicBezTo>
                  <a:cubicBezTo>
                    <a:pt x="127385" y="189082"/>
                    <a:pt x="119745" y="190352"/>
                    <a:pt x="112105" y="1903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26EECE0F-36F9-7F12-7CE3-85498DECFD45}"/>
                </a:ext>
              </a:extLst>
            </p:cNvPr>
            <p:cNvSpPr/>
            <p:nvPr/>
          </p:nvSpPr>
          <p:spPr>
            <a:xfrm>
              <a:off x="2113184" y="3520456"/>
              <a:ext cx="225451" cy="169684"/>
            </a:xfrm>
            <a:custGeom>
              <a:avLst/>
              <a:gdLst>
                <a:gd name="connsiteX0" fmla="*/ 174541 w 225451"/>
                <a:gd name="connsiteY0" fmla="*/ 169685 h 169684"/>
                <a:gd name="connsiteX1" fmla="*/ 163718 w 225451"/>
                <a:gd name="connsiteY1" fmla="*/ 163331 h 169684"/>
                <a:gd name="connsiteX2" fmla="*/ 168174 w 225451"/>
                <a:gd name="connsiteY2" fmla="*/ 146809 h 169684"/>
                <a:gd name="connsiteX3" fmla="*/ 192367 w 225451"/>
                <a:gd name="connsiteY3" fmla="*/ 57213 h 169684"/>
                <a:gd name="connsiteX4" fmla="*/ 152258 w 225451"/>
                <a:gd name="connsiteY4" fmla="*/ 26712 h 169684"/>
                <a:gd name="connsiteX5" fmla="*/ 102599 w 225451"/>
                <a:gd name="connsiteY5" fmla="*/ 33067 h 169684"/>
                <a:gd name="connsiteX6" fmla="*/ 23653 w 225451"/>
                <a:gd name="connsiteY6" fmla="*/ 134101 h 169684"/>
                <a:gd name="connsiteX7" fmla="*/ 7100 w 225451"/>
                <a:gd name="connsiteY7" fmla="*/ 139820 h 169684"/>
                <a:gd name="connsiteX8" fmla="*/ 1370 w 225451"/>
                <a:gd name="connsiteY8" fmla="*/ 123298 h 169684"/>
                <a:gd name="connsiteX9" fmla="*/ 90502 w 225451"/>
                <a:gd name="connsiteY9" fmla="*/ 12097 h 169684"/>
                <a:gd name="connsiteX10" fmla="*/ 158625 w 225451"/>
                <a:gd name="connsiteY10" fmla="*/ 3201 h 169684"/>
                <a:gd name="connsiteX11" fmla="*/ 213377 w 225451"/>
                <a:gd name="connsiteY11" fmla="*/ 45140 h 169684"/>
                <a:gd name="connsiteX12" fmla="*/ 180271 w 225451"/>
                <a:gd name="connsiteY12" fmla="*/ 167779 h 169684"/>
                <a:gd name="connsiteX13" fmla="*/ 174541 w 225451"/>
                <a:gd name="connsiteY13" fmla="*/ 169685 h 169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5451" h="169684">
                  <a:moveTo>
                    <a:pt x="174541" y="169685"/>
                  </a:moveTo>
                  <a:cubicBezTo>
                    <a:pt x="170084" y="169685"/>
                    <a:pt x="166264" y="167779"/>
                    <a:pt x="163718" y="163331"/>
                  </a:cubicBezTo>
                  <a:cubicBezTo>
                    <a:pt x="160534" y="157612"/>
                    <a:pt x="162444" y="149986"/>
                    <a:pt x="168174" y="146809"/>
                  </a:cubicBezTo>
                  <a:cubicBezTo>
                    <a:pt x="199371" y="129017"/>
                    <a:pt x="210194" y="88349"/>
                    <a:pt x="192367" y="57213"/>
                  </a:cubicBezTo>
                  <a:cubicBezTo>
                    <a:pt x="183454" y="41963"/>
                    <a:pt x="169448" y="31160"/>
                    <a:pt x="152258" y="26712"/>
                  </a:cubicBezTo>
                  <a:cubicBezTo>
                    <a:pt x="135068" y="22264"/>
                    <a:pt x="117878" y="24806"/>
                    <a:pt x="102599" y="33067"/>
                  </a:cubicBezTo>
                  <a:cubicBezTo>
                    <a:pt x="86682" y="41963"/>
                    <a:pt x="52303" y="73734"/>
                    <a:pt x="23653" y="134101"/>
                  </a:cubicBezTo>
                  <a:cubicBezTo>
                    <a:pt x="20470" y="140455"/>
                    <a:pt x="13467" y="142997"/>
                    <a:pt x="7100" y="139820"/>
                  </a:cubicBezTo>
                  <a:cubicBezTo>
                    <a:pt x="734" y="136642"/>
                    <a:pt x="-1813" y="129653"/>
                    <a:pt x="1370" y="123298"/>
                  </a:cubicBezTo>
                  <a:cubicBezTo>
                    <a:pt x="30657" y="61661"/>
                    <a:pt x="67583" y="24806"/>
                    <a:pt x="90502" y="12097"/>
                  </a:cubicBezTo>
                  <a:cubicBezTo>
                    <a:pt x="111512" y="24"/>
                    <a:pt x="135705" y="-3153"/>
                    <a:pt x="158625" y="3201"/>
                  </a:cubicBezTo>
                  <a:cubicBezTo>
                    <a:pt x="181544" y="9555"/>
                    <a:pt x="201280" y="24170"/>
                    <a:pt x="213377" y="45140"/>
                  </a:cubicBezTo>
                  <a:cubicBezTo>
                    <a:pt x="238207" y="88349"/>
                    <a:pt x="223563" y="142997"/>
                    <a:pt x="180271" y="167779"/>
                  </a:cubicBezTo>
                  <a:cubicBezTo>
                    <a:pt x="178361" y="169049"/>
                    <a:pt x="176451" y="169685"/>
                    <a:pt x="174541" y="1696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150CDE42-8E76-F681-64CB-1EC0232254FA}"/>
                </a:ext>
              </a:extLst>
            </p:cNvPr>
            <p:cNvSpPr/>
            <p:nvPr/>
          </p:nvSpPr>
          <p:spPr>
            <a:xfrm>
              <a:off x="7802589" y="3596245"/>
              <a:ext cx="343496" cy="342986"/>
            </a:xfrm>
            <a:custGeom>
              <a:avLst/>
              <a:gdLst>
                <a:gd name="connsiteX0" fmla="*/ 31684 w 343496"/>
                <a:gd name="connsiteY0" fmla="*/ 30988 h 342986"/>
                <a:gd name="connsiteX1" fmla="*/ 141825 w 343496"/>
                <a:gd name="connsiteY1" fmla="*/ 201920 h 342986"/>
                <a:gd name="connsiteX2" fmla="*/ 313086 w 343496"/>
                <a:gd name="connsiteY2" fmla="*/ 311214 h 342986"/>
                <a:gd name="connsiteX3" fmla="*/ 309903 w 343496"/>
                <a:gd name="connsiteY3" fmla="*/ 33530 h 342986"/>
                <a:gd name="connsiteX4" fmla="*/ 31684 w 343496"/>
                <a:gd name="connsiteY4" fmla="*/ 30988 h 342986"/>
                <a:gd name="connsiteX5" fmla="*/ 331549 w 343496"/>
                <a:gd name="connsiteY5" fmla="*/ 342986 h 342986"/>
                <a:gd name="connsiteX6" fmla="*/ 327729 w 343496"/>
                <a:gd name="connsiteY6" fmla="*/ 342351 h 342986"/>
                <a:gd name="connsiteX7" fmla="*/ 123999 w 343496"/>
                <a:gd name="connsiteY7" fmla="*/ 219076 h 342986"/>
                <a:gd name="connsiteX8" fmla="*/ 488 w 343496"/>
                <a:gd name="connsiteY8" fmla="*/ 15737 h 342986"/>
                <a:gd name="connsiteX9" fmla="*/ 3671 w 343496"/>
                <a:gd name="connsiteY9" fmla="*/ 3664 h 342986"/>
                <a:gd name="connsiteX10" fmla="*/ 15767 w 343496"/>
                <a:gd name="connsiteY10" fmla="*/ 487 h 342986"/>
                <a:gd name="connsiteX11" fmla="*/ 323272 w 343496"/>
                <a:gd name="connsiteY11" fmla="*/ 4935 h 342986"/>
                <a:gd name="connsiteX12" fmla="*/ 335369 w 343496"/>
                <a:gd name="connsiteY12" fmla="*/ 8112 h 342986"/>
                <a:gd name="connsiteX13" fmla="*/ 338552 w 343496"/>
                <a:gd name="connsiteY13" fmla="*/ 20185 h 342986"/>
                <a:gd name="connsiteX14" fmla="*/ 343009 w 343496"/>
                <a:gd name="connsiteY14" fmla="*/ 327100 h 342986"/>
                <a:gd name="connsiteX15" fmla="*/ 339825 w 343496"/>
                <a:gd name="connsiteY15" fmla="*/ 339173 h 342986"/>
                <a:gd name="connsiteX16" fmla="*/ 331549 w 343496"/>
                <a:gd name="connsiteY16" fmla="*/ 342986 h 342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3496" h="342986">
                  <a:moveTo>
                    <a:pt x="31684" y="30988"/>
                  </a:moveTo>
                  <a:cubicBezTo>
                    <a:pt x="55240" y="95167"/>
                    <a:pt x="92803" y="153627"/>
                    <a:pt x="141825" y="201920"/>
                  </a:cubicBezTo>
                  <a:cubicBezTo>
                    <a:pt x="190211" y="250213"/>
                    <a:pt x="249421" y="287703"/>
                    <a:pt x="313086" y="311214"/>
                  </a:cubicBezTo>
                  <a:cubicBezTo>
                    <a:pt x="288256" y="220347"/>
                    <a:pt x="286983" y="125032"/>
                    <a:pt x="309903" y="33530"/>
                  </a:cubicBezTo>
                  <a:cubicBezTo>
                    <a:pt x="218224" y="56405"/>
                    <a:pt x="123362" y="55770"/>
                    <a:pt x="31684" y="30988"/>
                  </a:cubicBezTo>
                  <a:moveTo>
                    <a:pt x="331549" y="342986"/>
                  </a:moveTo>
                  <a:cubicBezTo>
                    <a:pt x="330276" y="342986"/>
                    <a:pt x="329003" y="342986"/>
                    <a:pt x="327729" y="342351"/>
                  </a:cubicBezTo>
                  <a:cubicBezTo>
                    <a:pt x="251330" y="318204"/>
                    <a:pt x="181298" y="275630"/>
                    <a:pt x="123999" y="219076"/>
                  </a:cubicBezTo>
                  <a:cubicBezTo>
                    <a:pt x="67337" y="162523"/>
                    <a:pt x="24681" y="91990"/>
                    <a:pt x="488" y="15737"/>
                  </a:cubicBezTo>
                  <a:cubicBezTo>
                    <a:pt x="-786" y="11289"/>
                    <a:pt x="488" y="6841"/>
                    <a:pt x="3671" y="3664"/>
                  </a:cubicBezTo>
                  <a:cubicBezTo>
                    <a:pt x="6855" y="487"/>
                    <a:pt x="11947" y="-784"/>
                    <a:pt x="15767" y="487"/>
                  </a:cubicBezTo>
                  <a:cubicBezTo>
                    <a:pt x="115723" y="32259"/>
                    <a:pt x="222044" y="33530"/>
                    <a:pt x="323272" y="4935"/>
                  </a:cubicBezTo>
                  <a:cubicBezTo>
                    <a:pt x="327729" y="3664"/>
                    <a:pt x="332186" y="4935"/>
                    <a:pt x="335369" y="8112"/>
                  </a:cubicBezTo>
                  <a:cubicBezTo>
                    <a:pt x="338552" y="11289"/>
                    <a:pt x="339825" y="15737"/>
                    <a:pt x="338552" y="20185"/>
                  </a:cubicBezTo>
                  <a:cubicBezTo>
                    <a:pt x="309266" y="121220"/>
                    <a:pt x="311176" y="227337"/>
                    <a:pt x="343009" y="327100"/>
                  </a:cubicBezTo>
                  <a:cubicBezTo>
                    <a:pt x="344282" y="331548"/>
                    <a:pt x="343009" y="335996"/>
                    <a:pt x="339825" y="339173"/>
                  </a:cubicBezTo>
                  <a:cubicBezTo>
                    <a:pt x="337916" y="341715"/>
                    <a:pt x="334733" y="342986"/>
                    <a:pt x="331549" y="3429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8B3705A0-F74A-0F2C-DE91-8F6EAAA0A090}"/>
                </a:ext>
              </a:extLst>
            </p:cNvPr>
            <p:cNvSpPr/>
            <p:nvPr/>
          </p:nvSpPr>
          <p:spPr>
            <a:xfrm>
              <a:off x="7780794" y="3013255"/>
              <a:ext cx="563510" cy="500870"/>
            </a:xfrm>
            <a:custGeom>
              <a:avLst/>
              <a:gdLst>
                <a:gd name="connsiteX0" fmla="*/ 24829 w 563510"/>
                <a:gd name="connsiteY0" fmla="*/ 436056 h 500870"/>
                <a:gd name="connsiteX1" fmla="*/ 472399 w 563510"/>
                <a:gd name="connsiteY1" fmla="*/ 366158 h 500870"/>
                <a:gd name="connsiteX2" fmla="*/ 475582 w 563510"/>
                <a:gd name="connsiteY2" fmla="*/ 362981 h 500870"/>
                <a:gd name="connsiteX3" fmla="*/ 476218 w 563510"/>
                <a:gd name="connsiteY3" fmla="*/ 362346 h 500870"/>
                <a:gd name="connsiteX4" fmla="*/ 481312 w 563510"/>
                <a:gd name="connsiteY4" fmla="*/ 356627 h 500870"/>
                <a:gd name="connsiteX5" fmla="*/ 486405 w 563510"/>
                <a:gd name="connsiteY5" fmla="*/ 97370 h 500870"/>
                <a:gd name="connsiteX6" fmla="*/ 475582 w 563510"/>
                <a:gd name="connsiteY6" fmla="*/ 85932 h 500870"/>
                <a:gd name="connsiteX7" fmla="*/ 220283 w 563510"/>
                <a:gd name="connsiteY7" fmla="*/ 64962 h 500870"/>
                <a:gd name="connsiteX8" fmla="*/ 162984 w 563510"/>
                <a:gd name="connsiteY8" fmla="*/ 113255 h 500870"/>
                <a:gd name="connsiteX9" fmla="*/ 24829 w 563510"/>
                <a:gd name="connsiteY9" fmla="*/ 436056 h 500870"/>
                <a:gd name="connsiteX10" fmla="*/ 199273 w 563510"/>
                <a:gd name="connsiteY10" fmla="*/ 500870 h 500870"/>
                <a:gd name="connsiteX11" fmla="*/ 6367 w 563510"/>
                <a:gd name="connsiteY11" fmla="*/ 453848 h 500870"/>
                <a:gd name="connsiteX12" fmla="*/ 0 w 563510"/>
                <a:gd name="connsiteY12" fmla="*/ 443046 h 500870"/>
                <a:gd name="connsiteX13" fmla="*/ 146431 w 563510"/>
                <a:gd name="connsiteY13" fmla="*/ 95463 h 500870"/>
                <a:gd name="connsiteX14" fmla="*/ 206913 w 563510"/>
                <a:gd name="connsiteY14" fmla="*/ 44628 h 500870"/>
                <a:gd name="connsiteX15" fmla="*/ 493408 w 563510"/>
                <a:gd name="connsiteY15" fmla="*/ 68140 h 500870"/>
                <a:gd name="connsiteX16" fmla="*/ 505504 w 563510"/>
                <a:gd name="connsiteY16" fmla="*/ 80848 h 500870"/>
                <a:gd name="connsiteX17" fmla="*/ 499775 w 563510"/>
                <a:gd name="connsiteY17" fmla="*/ 372513 h 500870"/>
                <a:gd name="connsiteX18" fmla="*/ 494045 w 563510"/>
                <a:gd name="connsiteY18" fmla="*/ 378867 h 500870"/>
                <a:gd name="connsiteX19" fmla="*/ 490225 w 563510"/>
                <a:gd name="connsiteY19" fmla="*/ 382679 h 500870"/>
                <a:gd name="connsiteX20" fmla="*/ 199273 w 563510"/>
                <a:gd name="connsiteY20" fmla="*/ 500870 h 50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63510" h="500870">
                  <a:moveTo>
                    <a:pt x="24829" y="436056"/>
                  </a:moveTo>
                  <a:cubicBezTo>
                    <a:pt x="174443" y="509766"/>
                    <a:pt x="353344" y="481807"/>
                    <a:pt x="472399" y="366158"/>
                  </a:cubicBezTo>
                  <a:lnTo>
                    <a:pt x="475582" y="362981"/>
                  </a:lnTo>
                  <a:lnTo>
                    <a:pt x="476218" y="362346"/>
                  </a:lnTo>
                  <a:cubicBezTo>
                    <a:pt x="477492" y="361075"/>
                    <a:pt x="479402" y="359168"/>
                    <a:pt x="481312" y="356627"/>
                  </a:cubicBezTo>
                  <a:cubicBezTo>
                    <a:pt x="570444" y="263853"/>
                    <a:pt x="539884" y="159007"/>
                    <a:pt x="486405" y="97370"/>
                  </a:cubicBezTo>
                  <a:cubicBezTo>
                    <a:pt x="483221" y="93557"/>
                    <a:pt x="479402" y="89744"/>
                    <a:pt x="475582" y="85932"/>
                  </a:cubicBezTo>
                  <a:cubicBezTo>
                    <a:pt x="420830" y="31284"/>
                    <a:pt x="320874" y="-7477"/>
                    <a:pt x="220283" y="64962"/>
                  </a:cubicBezTo>
                  <a:cubicBezTo>
                    <a:pt x="199909" y="79577"/>
                    <a:pt x="180810" y="96099"/>
                    <a:pt x="162984" y="113255"/>
                  </a:cubicBezTo>
                  <a:cubicBezTo>
                    <a:pt x="77035" y="199039"/>
                    <a:pt x="28012" y="313417"/>
                    <a:pt x="24829" y="436056"/>
                  </a:cubicBezTo>
                  <a:moveTo>
                    <a:pt x="199273" y="500870"/>
                  </a:moveTo>
                  <a:cubicBezTo>
                    <a:pt x="133698" y="500870"/>
                    <a:pt x="67485" y="485620"/>
                    <a:pt x="6367" y="453848"/>
                  </a:cubicBezTo>
                  <a:cubicBezTo>
                    <a:pt x="2546" y="451942"/>
                    <a:pt x="0" y="447494"/>
                    <a:pt x="0" y="443046"/>
                  </a:cubicBezTo>
                  <a:cubicBezTo>
                    <a:pt x="1273" y="311511"/>
                    <a:pt x="53478" y="188237"/>
                    <a:pt x="146431" y="95463"/>
                  </a:cubicBezTo>
                  <a:cubicBezTo>
                    <a:pt x="164893" y="77036"/>
                    <a:pt x="185267" y="59879"/>
                    <a:pt x="206913" y="44628"/>
                  </a:cubicBezTo>
                  <a:cubicBezTo>
                    <a:pt x="319601" y="-36707"/>
                    <a:pt x="431652" y="6502"/>
                    <a:pt x="493408" y="68140"/>
                  </a:cubicBezTo>
                  <a:cubicBezTo>
                    <a:pt x="497865" y="72588"/>
                    <a:pt x="501685" y="76400"/>
                    <a:pt x="505504" y="80848"/>
                  </a:cubicBezTo>
                  <a:cubicBezTo>
                    <a:pt x="565987" y="150111"/>
                    <a:pt x="600366" y="268301"/>
                    <a:pt x="499775" y="372513"/>
                  </a:cubicBezTo>
                  <a:cubicBezTo>
                    <a:pt x="497865" y="374419"/>
                    <a:pt x="495954" y="376325"/>
                    <a:pt x="494045" y="378867"/>
                  </a:cubicBezTo>
                  <a:lnTo>
                    <a:pt x="490225" y="382679"/>
                  </a:lnTo>
                  <a:cubicBezTo>
                    <a:pt x="410006" y="460838"/>
                    <a:pt x="304958" y="500870"/>
                    <a:pt x="199273" y="5008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70D2A0DA-BDE5-FA80-05EC-02ED666CCB83}"/>
                </a:ext>
              </a:extLst>
            </p:cNvPr>
            <p:cNvSpPr/>
            <p:nvPr/>
          </p:nvSpPr>
          <p:spPr>
            <a:xfrm>
              <a:off x="8229013" y="3400019"/>
              <a:ext cx="378273" cy="561452"/>
            </a:xfrm>
            <a:custGeom>
              <a:avLst/>
              <a:gdLst>
                <a:gd name="connsiteX0" fmla="*/ 57922 w 378273"/>
                <a:gd name="connsiteY0" fmla="*/ 561452 h 561452"/>
                <a:gd name="connsiteX1" fmla="*/ 47099 w 378273"/>
                <a:gd name="connsiteY1" fmla="*/ 555098 h 561452"/>
                <a:gd name="connsiteX2" fmla="*/ 117767 w 378273"/>
                <a:gd name="connsiteY2" fmla="*/ 73439 h 561452"/>
                <a:gd name="connsiteX3" fmla="*/ 120951 w 378273"/>
                <a:gd name="connsiteY3" fmla="*/ 69626 h 561452"/>
                <a:gd name="connsiteX4" fmla="*/ 121588 w 378273"/>
                <a:gd name="connsiteY4" fmla="*/ 68991 h 561452"/>
                <a:gd name="connsiteX5" fmla="*/ 127317 w 378273"/>
                <a:gd name="connsiteY5" fmla="*/ 63272 h 561452"/>
                <a:gd name="connsiteX6" fmla="*/ 371793 w 378273"/>
                <a:gd name="connsiteY6" fmla="*/ 25146 h 561452"/>
                <a:gd name="connsiteX7" fmla="*/ 376887 w 378273"/>
                <a:gd name="connsiteY7" fmla="*/ 41667 h 561452"/>
                <a:gd name="connsiteX8" fmla="*/ 360334 w 378273"/>
                <a:gd name="connsiteY8" fmla="*/ 46750 h 561452"/>
                <a:gd name="connsiteX9" fmla="*/ 144507 w 378273"/>
                <a:gd name="connsiteY9" fmla="*/ 81064 h 561452"/>
                <a:gd name="connsiteX10" fmla="*/ 138777 w 378273"/>
                <a:gd name="connsiteY10" fmla="*/ 86783 h 561452"/>
                <a:gd name="connsiteX11" fmla="*/ 138141 w 378273"/>
                <a:gd name="connsiteY11" fmla="*/ 87418 h 561452"/>
                <a:gd name="connsiteX12" fmla="*/ 134958 w 378273"/>
                <a:gd name="connsiteY12" fmla="*/ 90595 h 561452"/>
                <a:gd name="connsiteX13" fmla="*/ 68109 w 378273"/>
                <a:gd name="connsiteY13" fmla="*/ 544295 h 561452"/>
                <a:gd name="connsiteX14" fmla="*/ 63015 w 378273"/>
                <a:gd name="connsiteY14" fmla="*/ 560817 h 561452"/>
                <a:gd name="connsiteX15" fmla="*/ 57922 w 378273"/>
                <a:gd name="connsiteY15" fmla="*/ 561452 h 561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8273" h="561452">
                  <a:moveTo>
                    <a:pt x="57922" y="561452"/>
                  </a:moveTo>
                  <a:cubicBezTo>
                    <a:pt x="53465" y="561452"/>
                    <a:pt x="49009" y="558910"/>
                    <a:pt x="47099" y="555098"/>
                  </a:cubicBezTo>
                  <a:cubicBezTo>
                    <a:pt x="-35667" y="395604"/>
                    <a:pt x="-7654" y="201796"/>
                    <a:pt x="117767" y="73439"/>
                  </a:cubicBezTo>
                  <a:cubicBezTo>
                    <a:pt x="119041" y="72168"/>
                    <a:pt x="120314" y="70897"/>
                    <a:pt x="120951" y="69626"/>
                  </a:cubicBezTo>
                  <a:lnTo>
                    <a:pt x="121588" y="68991"/>
                  </a:lnTo>
                  <a:cubicBezTo>
                    <a:pt x="123497" y="67084"/>
                    <a:pt x="125408" y="65178"/>
                    <a:pt x="127317" y="63272"/>
                  </a:cubicBezTo>
                  <a:cubicBezTo>
                    <a:pt x="198623" y="-4720"/>
                    <a:pt x="287119" y="-18699"/>
                    <a:pt x="371793" y="25146"/>
                  </a:cubicBezTo>
                  <a:cubicBezTo>
                    <a:pt x="377523" y="28323"/>
                    <a:pt x="380070" y="35312"/>
                    <a:pt x="376887" y="41667"/>
                  </a:cubicBezTo>
                  <a:cubicBezTo>
                    <a:pt x="373704" y="47386"/>
                    <a:pt x="366701" y="49928"/>
                    <a:pt x="360334" y="46750"/>
                  </a:cubicBezTo>
                  <a:cubicBezTo>
                    <a:pt x="316405" y="23875"/>
                    <a:pt x="230456" y="-1543"/>
                    <a:pt x="144507" y="81064"/>
                  </a:cubicBezTo>
                  <a:cubicBezTo>
                    <a:pt x="142597" y="82970"/>
                    <a:pt x="140688" y="84876"/>
                    <a:pt x="138777" y="86783"/>
                  </a:cubicBezTo>
                  <a:lnTo>
                    <a:pt x="138141" y="87418"/>
                  </a:lnTo>
                  <a:cubicBezTo>
                    <a:pt x="136867" y="88689"/>
                    <a:pt x="136231" y="89324"/>
                    <a:pt x="134958" y="90595"/>
                  </a:cubicBezTo>
                  <a:cubicBezTo>
                    <a:pt x="17176" y="211328"/>
                    <a:pt x="-10200" y="393697"/>
                    <a:pt x="68109" y="544295"/>
                  </a:cubicBezTo>
                  <a:cubicBezTo>
                    <a:pt x="71292" y="550014"/>
                    <a:pt x="68745" y="557639"/>
                    <a:pt x="63015" y="560817"/>
                  </a:cubicBezTo>
                  <a:cubicBezTo>
                    <a:pt x="61742" y="560817"/>
                    <a:pt x="59832" y="561452"/>
                    <a:pt x="57922" y="5614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94FB21B5-C203-A31C-A370-621F52C349C8}"/>
                </a:ext>
              </a:extLst>
            </p:cNvPr>
            <p:cNvSpPr/>
            <p:nvPr/>
          </p:nvSpPr>
          <p:spPr>
            <a:xfrm>
              <a:off x="7471755" y="2879172"/>
              <a:ext cx="1393418" cy="1391755"/>
            </a:xfrm>
            <a:custGeom>
              <a:avLst/>
              <a:gdLst>
                <a:gd name="connsiteX0" fmla="*/ 77932 w 1393418"/>
                <a:gd name="connsiteY0" fmla="*/ 352820 h 1391755"/>
                <a:gd name="connsiteX1" fmla="*/ 58196 w 1393418"/>
                <a:gd name="connsiteY1" fmla="*/ 356633 h 1391755"/>
                <a:gd name="connsiteX2" fmla="*/ 28273 w 1393418"/>
                <a:gd name="connsiteY2" fmla="*/ 385228 h 1391755"/>
                <a:gd name="connsiteX3" fmla="*/ 27636 w 1393418"/>
                <a:gd name="connsiteY3" fmla="*/ 426531 h 1391755"/>
                <a:gd name="connsiteX4" fmla="*/ 49919 w 1393418"/>
                <a:gd name="connsiteY4" fmla="*/ 474188 h 1391755"/>
                <a:gd name="connsiteX5" fmla="*/ 136504 w 1393418"/>
                <a:gd name="connsiteY5" fmla="*/ 589202 h 1391755"/>
                <a:gd name="connsiteX6" fmla="*/ 200170 w 1393418"/>
                <a:gd name="connsiteY6" fmla="*/ 643214 h 1391755"/>
                <a:gd name="connsiteX7" fmla="*/ 205263 w 1393418"/>
                <a:gd name="connsiteY7" fmla="*/ 651475 h 1391755"/>
                <a:gd name="connsiteX8" fmla="*/ 379707 w 1393418"/>
                <a:gd name="connsiteY8" fmla="*/ 1012401 h 1391755"/>
                <a:gd name="connsiteX9" fmla="*/ 741328 w 1393418"/>
                <a:gd name="connsiteY9" fmla="*/ 1186510 h 1391755"/>
                <a:gd name="connsiteX10" fmla="*/ 749604 w 1393418"/>
                <a:gd name="connsiteY10" fmla="*/ 1191594 h 1391755"/>
                <a:gd name="connsiteX11" fmla="*/ 803720 w 1393418"/>
                <a:gd name="connsiteY11" fmla="*/ 1254502 h 1391755"/>
                <a:gd name="connsiteX12" fmla="*/ 918955 w 1393418"/>
                <a:gd name="connsiteY12" fmla="*/ 1340921 h 1391755"/>
                <a:gd name="connsiteX13" fmla="*/ 920229 w 1393418"/>
                <a:gd name="connsiteY13" fmla="*/ 1341556 h 1391755"/>
                <a:gd name="connsiteX14" fmla="*/ 966704 w 1393418"/>
                <a:gd name="connsiteY14" fmla="*/ 1363161 h 1391755"/>
                <a:gd name="connsiteX15" fmla="*/ 1008087 w 1393418"/>
                <a:gd name="connsiteY15" fmla="*/ 1362525 h 1391755"/>
                <a:gd name="connsiteX16" fmla="*/ 1036736 w 1393418"/>
                <a:gd name="connsiteY16" fmla="*/ 1332660 h 1391755"/>
                <a:gd name="connsiteX17" fmla="*/ 1036100 w 1393418"/>
                <a:gd name="connsiteY17" fmla="*/ 1291357 h 1391755"/>
                <a:gd name="connsiteX18" fmla="*/ 1006177 w 1393418"/>
                <a:gd name="connsiteY18" fmla="*/ 1262762 h 1391755"/>
                <a:gd name="connsiteX19" fmla="*/ 971161 w 1393418"/>
                <a:gd name="connsiteY19" fmla="*/ 1246876 h 1391755"/>
                <a:gd name="connsiteX20" fmla="*/ 908132 w 1393418"/>
                <a:gd name="connsiteY20" fmla="*/ 1203667 h 1391755"/>
                <a:gd name="connsiteX21" fmla="*/ 904312 w 1393418"/>
                <a:gd name="connsiteY21" fmla="*/ 1190958 h 1391755"/>
                <a:gd name="connsiteX22" fmla="*/ 913862 w 1393418"/>
                <a:gd name="connsiteY22" fmla="*/ 1182062 h 1391755"/>
                <a:gd name="connsiteX23" fmla="*/ 1240466 w 1393418"/>
                <a:gd name="connsiteY23" fmla="*/ 1013037 h 1391755"/>
                <a:gd name="connsiteX24" fmla="*/ 1302859 w 1393418"/>
                <a:gd name="connsiteY24" fmla="*/ 939326 h 1391755"/>
                <a:gd name="connsiteX25" fmla="*/ 1249379 w 1393418"/>
                <a:gd name="connsiteY25" fmla="*/ 496429 h 1391755"/>
                <a:gd name="connsiteX26" fmla="*/ 991534 w 1393418"/>
                <a:gd name="connsiteY26" fmla="*/ 415093 h 1391755"/>
                <a:gd name="connsiteX27" fmla="*/ 981347 w 1393418"/>
                <a:gd name="connsiteY27" fmla="*/ 411916 h 1391755"/>
                <a:gd name="connsiteX28" fmla="*/ 978164 w 1393418"/>
                <a:gd name="connsiteY28" fmla="*/ 401749 h 1391755"/>
                <a:gd name="connsiteX29" fmla="*/ 896672 w 1393418"/>
                <a:gd name="connsiteY29" fmla="*/ 144398 h 1391755"/>
                <a:gd name="connsiteX30" fmla="*/ 452923 w 1393418"/>
                <a:gd name="connsiteY30" fmla="*/ 91022 h 1391755"/>
                <a:gd name="connsiteX31" fmla="*/ 379707 w 1393418"/>
                <a:gd name="connsiteY31" fmla="*/ 153294 h 1391755"/>
                <a:gd name="connsiteX32" fmla="*/ 210357 w 1393418"/>
                <a:gd name="connsiteY32" fmla="*/ 479272 h 1391755"/>
                <a:gd name="connsiteX33" fmla="*/ 201444 w 1393418"/>
                <a:gd name="connsiteY33" fmla="*/ 488803 h 1391755"/>
                <a:gd name="connsiteX34" fmla="*/ 188711 w 1393418"/>
                <a:gd name="connsiteY34" fmla="*/ 484991 h 1391755"/>
                <a:gd name="connsiteX35" fmla="*/ 145418 w 1393418"/>
                <a:gd name="connsiteY35" fmla="*/ 422718 h 1391755"/>
                <a:gd name="connsiteX36" fmla="*/ 129501 w 1393418"/>
                <a:gd name="connsiteY36" fmla="*/ 387134 h 1391755"/>
                <a:gd name="connsiteX37" fmla="*/ 100852 w 1393418"/>
                <a:gd name="connsiteY37" fmla="*/ 357269 h 1391755"/>
                <a:gd name="connsiteX38" fmla="*/ 77932 w 1393418"/>
                <a:gd name="connsiteY38" fmla="*/ 352820 h 1391755"/>
                <a:gd name="connsiteX39" fmla="*/ 985804 w 1393418"/>
                <a:gd name="connsiteY39" fmla="*/ 1391755 h 1391755"/>
                <a:gd name="connsiteX40" fmla="*/ 957154 w 1393418"/>
                <a:gd name="connsiteY40" fmla="*/ 1386037 h 1391755"/>
                <a:gd name="connsiteX41" fmla="*/ 907495 w 1393418"/>
                <a:gd name="connsiteY41" fmla="*/ 1363161 h 1391755"/>
                <a:gd name="connsiteX42" fmla="*/ 906222 w 1393418"/>
                <a:gd name="connsiteY42" fmla="*/ 1362525 h 1391755"/>
                <a:gd name="connsiteX43" fmla="*/ 785893 w 1393418"/>
                <a:gd name="connsiteY43" fmla="*/ 1271658 h 1391755"/>
                <a:gd name="connsiteX44" fmla="*/ 732415 w 1393418"/>
                <a:gd name="connsiteY44" fmla="*/ 1210021 h 1391755"/>
                <a:gd name="connsiteX45" fmla="*/ 361881 w 1393418"/>
                <a:gd name="connsiteY45" fmla="*/ 1029558 h 1391755"/>
                <a:gd name="connsiteX46" fmla="*/ 181070 w 1393418"/>
                <a:gd name="connsiteY46" fmla="*/ 659735 h 1391755"/>
                <a:gd name="connsiteX47" fmla="*/ 119315 w 1393418"/>
                <a:gd name="connsiteY47" fmla="*/ 606359 h 1391755"/>
                <a:gd name="connsiteX48" fmla="*/ 28273 w 1393418"/>
                <a:gd name="connsiteY48" fmla="*/ 485626 h 1391755"/>
                <a:gd name="connsiteX49" fmla="*/ 5353 w 1393418"/>
                <a:gd name="connsiteY49" fmla="*/ 435427 h 1391755"/>
                <a:gd name="connsiteX50" fmla="*/ 6627 w 1393418"/>
                <a:gd name="connsiteY50" fmla="*/ 375061 h 1391755"/>
                <a:gd name="connsiteX51" fmla="*/ 49919 w 1393418"/>
                <a:gd name="connsiteY51" fmla="*/ 333122 h 1391755"/>
                <a:gd name="connsiteX52" fmla="*/ 110402 w 1393418"/>
                <a:gd name="connsiteY52" fmla="*/ 334393 h 1391755"/>
                <a:gd name="connsiteX53" fmla="*/ 152421 w 1393418"/>
                <a:gd name="connsiteY53" fmla="*/ 377602 h 1391755"/>
                <a:gd name="connsiteX54" fmla="*/ 167064 w 1393418"/>
                <a:gd name="connsiteY54" fmla="*/ 410010 h 1391755"/>
                <a:gd name="connsiteX55" fmla="*/ 191894 w 1393418"/>
                <a:gd name="connsiteY55" fmla="*/ 447500 h 1391755"/>
                <a:gd name="connsiteX56" fmla="*/ 362517 w 1393418"/>
                <a:gd name="connsiteY56" fmla="*/ 134867 h 1391755"/>
                <a:gd name="connsiteX57" fmla="*/ 438916 w 1393418"/>
                <a:gd name="connsiteY57" fmla="*/ 70052 h 1391755"/>
                <a:gd name="connsiteX58" fmla="*/ 915772 w 1393418"/>
                <a:gd name="connsiteY58" fmla="*/ 127241 h 1391755"/>
                <a:gd name="connsiteX59" fmla="*/ 1004267 w 1393418"/>
                <a:gd name="connsiteY59" fmla="*/ 388405 h 1391755"/>
                <a:gd name="connsiteX60" fmla="*/ 1265932 w 1393418"/>
                <a:gd name="connsiteY60" fmla="*/ 476730 h 1391755"/>
                <a:gd name="connsiteX61" fmla="*/ 1323231 w 1393418"/>
                <a:gd name="connsiteY61" fmla="*/ 952670 h 1391755"/>
                <a:gd name="connsiteX62" fmla="*/ 1258293 w 1393418"/>
                <a:gd name="connsiteY62" fmla="*/ 1028922 h 1391755"/>
                <a:gd name="connsiteX63" fmla="*/ 945058 w 1393418"/>
                <a:gd name="connsiteY63" fmla="*/ 1199219 h 1391755"/>
                <a:gd name="connsiteX64" fmla="*/ 983257 w 1393418"/>
                <a:gd name="connsiteY64" fmla="*/ 1224001 h 1391755"/>
                <a:gd name="connsiteX65" fmla="*/ 1015727 w 1393418"/>
                <a:gd name="connsiteY65" fmla="*/ 1238616 h 1391755"/>
                <a:gd name="connsiteX66" fmla="*/ 1059019 w 1393418"/>
                <a:gd name="connsiteY66" fmla="*/ 1280554 h 1391755"/>
                <a:gd name="connsiteX67" fmla="*/ 1060293 w 1393418"/>
                <a:gd name="connsiteY67" fmla="*/ 1340921 h 1391755"/>
                <a:gd name="connsiteX68" fmla="*/ 1018273 w 1393418"/>
                <a:gd name="connsiteY68" fmla="*/ 1384130 h 1391755"/>
                <a:gd name="connsiteX69" fmla="*/ 985804 w 1393418"/>
                <a:gd name="connsiteY69" fmla="*/ 1391755 h 1391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393418" h="1391755">
                  <a:moveTo>
                    <a:pt x="77932" y="352820"/>
                  </a:moveTo>
                  <a:cubicBezTo>
                    <a:pt x="70929" y="352820"/>
                    <a:pt x="64563" y="354091"/>
                    <a:pt x="58196" y="356633"/>
                  </a:cubicBezTo>
                  <a:cubicBezTo>
                    <a:pt x="44826" y="361717"/>
                    <a:pt x="34003" y="371883"/>
                    <a:pt x="28273" y="385228"/>
                  </a:cubicBezTo>
                  <a:cubicBezTo>
                    <a:pt x="22543" y="398572"/>
                    <a:pt x="21906" y="413187"/>
                    <a:pt x="27636" y="426531"/>
                  </a:cubicBezTo>
                  <a:cubicBezTo>
                    <a:pt x="34003" y="442417"/>
                    <a:pt x="41006" y="458303"/>
                    <a:pt x="49919" y="474188"/>
                  </a:cubicBezTo>
                  <a:cubicBezTo>
                    <a:pt x="49919" y="474824"/>
                    <a:pt x="83662" y="535826"/>
                    <a:pt x="136504" y="589202"/>
                  </a:cubicBezTo>
                  <a:cubicBezTo>
                    <a:pt x="156878" y="609536"/>
                    <a:pt x="177887" y="627328"/>
                    <a:pt x="200170" y="643214"/>
                  </a:cubicBezTo>
                  <a:cubicBezTo>
                    <a:pt x="202717" y="645120"/>
                    <a:pt x="204627" y="648297"/>
                    <a:pt x="205263" y="651475"/>
                  </a:cubicBezTo>
                  <a:cubicBezTo>
                    <a:pt x="221180" y="789364"/>
                    <a:pt x="281026" y="914544"/>
                    <a:pt x="379707" y="1012401"/>
                  </a:cubicBezTo>
                  <a:cubicBezTo>
                    <a:pt x="477753" y="1110258"/>
                    <a:pt x="603174" y="1170624"/>
                    <a:pt x="741328" y="1186510"/>
                  </a:cubicBezTo>
                  <a:cubicBezTo>
                    <a:pt x="744511" y="1187146"/>
                    <a:pt x="747694" y="1188416"/>
                    <a:pt x="749604" y="1191594"/>
                  </a:cubicBezTo>
                  <a:cubicBezTo>
                    <a:pt x="766157" y="1214469"/>
                    <a:pt x="784620" y="1235439"/>
                    <a:pt x="803720" y="1254502"/>
                  </a:cubicBezTo>
                  <a:cubicBezTo>
                    <a:pt x="855926" y="1306607"/>
                    <a:pt x="916408" y="1339650"/>
                    <a:pt x="918955" y="1340921"/>
                  </a:cubicBezTo>
                  <a:lnTo>
                    <a:pt x="920229" y="1341556"/>
                  </a:lnTo>
                  <a:cubicBezTo>
                    <a:pt x="935508" y="1349181"/>
                    <a:pt x="950788" y="1356806"/>
                    <a:pt x="966704" y="1363161"/>
                  </a:cubicBezTo>
                  <a:cubicBezTo>
                    <a:pt x="980074" y="1368244"/>
                    <a:pt x="994717" y="1368244"/>
                    <a:pt x="1008087" y="1362525"/>
                  </a:cubicBezTo>
                  <a:cubicBezTo>
                    <a:pt x="1021456" y="1356806"/>
                    <a:pt x="1031643" y="1346004"/>
                    <a:pt x="1036736" y="1332660"/>
                  </a:cubicBezTo>
                  <a:cubicBezTo>
                    <a:pt x="1041830" y="1319316"/>
                    <a:pt x="1041830" y="1304701"/>
                    <a:pt x="1036100" y="1291357"/>
                  </a:cubicBezTo>
                  <a:cubicBezTo>
                    <a:pt x="1030370" y="1278013"/>
                    <a:pt x="1019547" y="1267846"/>
                    <a:pt x="1006177" y="1262762"/>
                  </a:cubicBezTo>
                  <a:cubicBezTo>
                    <a:pt x="994081" y="1258314"/>
                    <a:pt x="982620" y="1252595"/>
                    <a:pt x="971161" y="1246876"/>
                  </a:cubicBezTo>
                  <a:cubicBezTo>
                    <a:pt x="965431" y="1243699"/>
                    <a:pt x="938054" y="1227813"/>
                    <a:pt x="908132" y="1203667"/>
                  </a:cubicBezTo>
                  <a:cubicBezTo>
                    <a:pt x="904312" y="1200490"/>
                    <a:pt x="903038" y="1196042"/>
                    <a:pt x="904312" y="1190958"/>
                  </a:cubicBezTo>
                  <a:cubicBezTo>
                    <a:pt x="905585" y="1186510"/>
                    <a:pt x="909405" y="1182698"/>
                    <a:pt x="913862" y="1182062"/>
                  </a:cubicBezTo>
                  <a:cubicBezTo>
                    <a:pt x="1038010" y="1160457"/>
                    <a:pt x="1151334" y="1102633"/>
                    <a:pt x="1240466" y="1013037"/>
                  </a:cubicBezTo>
                  <a:cubicBezTo>
                    <a:pt x="1263386" y="990161"/>
                    <a:pt x="1284396" y="965379"/>
                    <a:pt x="1302859" y="939326"/>
                  </a:cubicBezTo>
                  <a:cubicBezTo>
                    <a:pt x="1423823" y="771572"/>
                    <a:pt x="1360158" y="591744"/>
                    <a:pt x="1249379" y="496429"/>
                  </a:cubicBezTo>
                  <a:cubicBezTo>
                    <a:pt x="1177437" y="434156"/>
                    <a:pt x="1080666" y="403655"/>
                    <a:pt x="991534" y="415093"/>
                  </a:cubicBezTo>
                  <a:cubicBezTo>
                    <a:pt x="987714" y="415728"/>
                    <a:pt x="983894" y="414458"/>
                    <a:pt x="981347" y="411916"/>
                  </a:cubicBezTo>
                  <a:cubicBezTo>
                    <a:pt x="978801" y="409374"/>
                    <a:pt x="977528" y="405562"/>
                    <a:pt x="978164" y="401749"/>
                  </a:cubicBezTo>
                  <a:cubicBezTo>
                    <a:pt x="989623" y="312788"/>
                    <a:pt x="959701" y="216202"/>
                    <a:pt x="896672" y="144398"/>
                  </a:cubicBezTo>
                  <a:cubicBezTo>
                    <a:pt x="800537" y="33833"/>
                    <a:pt x="621000" y="-29711"/>
                    <a:pt x="452923" y="91022"/>
                  </a:cubicBezTo>
                  <a:cubicBezTo>
                    <a:pt x="426820" y="109449"/>
                    <a:pt x="401990" y="130419"/>
                    <a:pt x="379707" y="153294"/>
                  </a:cubicBezTo>
                  <a:cubicBezTo>
                    <a:pt x="290576" y="242255"/>
                    <a:pt x="232003" y="355362"/>
                    <a:pt x="210357" y="479272"/>
                  </a:cubicBezTo>
                  <a:cubicBezTo>
                    <a:pt x="209720" y="483720"/>
                    <a:pt x="205900" y="487533"/>
                    <a:pt x="201444" y="488803"/>
                  </a:cubicBezTo>
                  <a:cubicBezTo>
                    <a:pt x="196987" y="490074"/>
                    <a:pt x="191894" y="488168"/>
                    <a:pt x="188711" y="484991"/>
                  </a:cubicBezTo>
                  <a:cubicBezTo>
                    <a:pt x="162608" y="453219"/>
                    <a:pt x="146054" y="423989"/>
                    <a:pt x="145418" y="422718"/>
                  </a:cubicBezTo>
                  <a:cubicBezTo>
                    <a:pt x="139051" y="411280"/>
                    <a:pt x="133958" y="399207"/>
                    <a:pt x="129501" y="387134"/>
                  </a:cubicBezTo>
                  <a:cubicBezTo>
                    <a:pt x="124408" y="373790"/>
                    <a:pt x="114221" y="362987"/>
                    <a:pt x="100852" y="357269"/>
                  </a:cubicBezTo>
                  <a:cubicBezTo>
                    <a:pt x="92576" y="354091"/>
                    <a:pt x="84935" y="352820"/>
                    <a:pt x="77932" y="352820"/>
                  </a:cubicBezTo>
                  <a:moveTo>
                    <a:pt x="985804" y="1391755"/>
                  </a:moveTo>
                  <a:cubicBezTo>
                    <a:pt x="976254" y="1391755"/>
                    <a:pt x="966067" y="1389849"/>
                    <a:pt x="957154" y="1386037"/>
                  </a:cubicBezTo>
                  <a:cubicBezTo>
                    <a:pt x="940601" y="1379682"/>
                    <a:pt x="924048" y="1372057"/>
                    <a:pt x="907495" y="1363161"/>
                  </a:cubicBezTo>
                  <a:lnTo>
                    <a:pt x="906222" y="1362525"/>
                  </a:lnTo>
                  <a:cubicBezTo>
                    <a:pt x="899219" y="1358713"/>
                    <a:pt x="839373" y="1325035"/>
                    <a:pt x="785893" y="1271658"/>
                  </a:cubicBezTo>
                  <a:cubicBezTo>
                    <a:pt x="766794" y="1252595"/>
                    <a:pt x="748968" y="1232261"/>
                    <a:pt x="732415" y="1210021"/>
                  </a:cubicBezTo>
                  <a:cubicBezTo>
                    <a:pt x="590440" y="1192864"/>
                    <a:pt x="462473" y="1130592"/>
                    <a:pt x="361881" y="1029558"/>
                  </a:cubicBezTo>
                  <a:cubicBezTo>
                    <a:pt x="260652" y="928524"/>
                    <a:pt x="198260" y="800802"/>
                    <a:pt x="181070" y="659735"/>
                  </a:cubicBezTo>
                  <a:cubicBezTo>
                    <a:pt x="159424" y="643849"/>
                    <a:pt x="139051" y="626057"/>
                    <a:pt x="119315" y="606359"/>
                  </a:cubicBezTo>
                  <a:cubicBezTo>
                    <a:pt x="63926" y="551076"/>
                    <a:pt x="28273" y="486262"/>
                    <a:pt x="28273" y="485626"/>
                  </a:cubicBezTo>
                  <a:cubicBezTo>
                    <a:pt x="19360" y="468470"/>
                    <a:pt x="11720" y="452584"/>
                    <a:pt x="5353" y="435427"/>
                  </a:cubicBezTo>
                  <a:cubicBezTo>
                    <a:pt x="-2286" y="415728"/>
                    <a:pt x="-1650" y="394759"/>
                    <a:pt x="6627" y="375061"/>
                  </a:cubicBezTo>
                  <a:cubicBezTo>
                    <a:pt x="14903" y="355998"/>
                    <a:pt x="30183" y="340747"/>
                    <a:pt x="49919" y="333122"/>
                  </a:cubicBezTo>
                  <a:cubicBezTo>
                    <a:pt x="69655" y="325497"/>
                    <a:pt x="90665" y="326132"/>
                    <a:pt x="110402" y="334393"/>
                  </a:cubicBezTo>
                  <a:cubicBezTo>
                    <a:pt x="129501" y="342654"/>
                    <a:pt x="144781" y="357904"/>
                    <a:pt x="152421" y="377602"/>
                  </a:cubicBezTo>
                  <a:cubicBezTo>
                    <a:pt x="156878" y="389040"/>
                    <a:pt x="161970" y="399843"/>
                    <a:pt x="167064" y="410010"/>
                  </a:cubicBezTo>
                  <a:cubicBezTo>
                    <a:pt x="167701" y="410645"/>
                    <a:pt x="176614" y="426531"/>
                    <a:pt x="191894" y="447500"/>
                  </a:cubicBezTo>
                  <a:cubicBezTo>
                    <a:pt x="217360" y="328674"/>
                    <a:pt x="276569" y="221286"/>
                    <a:pt x="362517" y="134867"/>
                  </a:cubicBezTo>
                  <a:cubicBezTo>
                    <a:pt x="386074" y="111355"/>
                    <a:pt x="412177" y="89115"/>
                    <a:pt x="438916" y="70052"/>
                  </a:cubicBezTo>
                  <a:cubicBezTo>
                    <a:pt x="619726" y="-59576"/>
                    <a:pt x="812634" y="9051"/>
                    <a:pt x="915772" y="127241"/>
                  </a:cubicBezTo>
                  <a:cubicBezTo>
                    <a:pt x="979437" y="200316"/>
                    <a:pt x="1011906" y="296902"/>
                    <a:pt x="1004267" y="388405"/>
                  </a:cubicBezTo>
                  <a:cubicBezTo>
                    <a:pt x="1095946" y="380780"/>
                    <a:pt x="1192717" y="413187"/>
                    <a:pt x="1265932" y="476730"/>
                  </a:cubicBezTo>
                  <a:cubicBezTo>
                    <a:pt x="1384350" y="579671"/>
                    <a:pt x="1453109" y="772207"/>
                    <a:pt x="1323231" y="952670"/>
                  </a:cubicBezTo>
                  <a:cubicBezTo>
                    <a:pt x="1303495" y="979994"/>
                    <a:pt x="1281849" y="1005411"/>
                    <a:pt x="1258293" y="1028922"/>
                  </a:cubicBezTo>
                  <a:cubicBezTo>
                    <a:pt x="1171708" y="1115342"/>
                    <a:pt x="1064113" y="1173801"/>
                    <a:pt x="945058" y="1199219"/>
                  </a:cubicBezTo>
                  <a:cubicBezTo>
                    <a:pt x="964157" y="1213198"/>
                    <a:pt x="979437" y="1222094"/>
                    <a:pt x="983257" y="1224001"/>
                  </a:cubicBezTo>
                  <a:cubicBezTo>
                    <a:pt x="993444" y="1229084"/>
                    <a:pt x="1004267" y="1234168"/>
                    <a:pt x="1015727" y="1238616"/>
                  </a:cubicBezTo>
                  <a:cubicBezTo>
                    <a:pt x="1035463" y="1246241"/>
                    <a:pt x="1050743" y="1260856"/>
                    <a:pt x="1059019" y="1280554"/>
                  </a:cubicBezTo>
                  <a:cubicBezTo>
                    <a:pt x="1067296" y="1299617"/>
                    <a:pt x="1067932" y="1321222"/>
                    <a:pt x="1060293" y="1340921"/>
                  </a:cubicBezTo>
                  <a:cubicBezTo>
                    <a:pt x="1052653" y="1360619"/>
                    <a:pt x="1038010" y="1375870"/>
                    <a:pt x="1018273" y="1384130"/>
                  </a:cubicBezTo>
                  <a:cubicBezTo>
                    <a:pt x="1006814" y="1389214"/>
                    <a:pt x="996627" y="1391755"/>
                    <a:pt x="985804" y="139175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8C433580-B1C4-CED8-8FBD-12552205E330}"/>
                </a:ext>
              </a:extLst>
            </p:cNvPr>
            <p:cNvSpPr/>
            <p:nvPr/>
          </p:nvSpPr>
          <p:spPr>
            <a:xfrm>
              <a:off x="2597096" y="4096783"/>
              <a:ext cx="527238" cy="234510"/>
            </a:xfrm>
            <a:custGeom>
              <a:avLst/>
              <a:gdLst>
                <a:gd name="connsiteX0" fmla="*/ 24873 w 527238"/>
                <a:gd name="connsiteY0" fmla="*/ 134748 h 234510"/>
                <a:gd name="connsiteX1" fmla="*/ 29330 w 527238"/>
                <a:gd name="connsiteY1" fmla="*/ 136654 h 234510"/>
                <a:gd name="connsiteX2" fmla="*/ 263619 w 527238"/>
                <a:gd name="connsiteY2" fmla="*/ 209729 h 234510"/>
                <a:gd name="connsiteX3" fmla="*/ 280172 w 527238"/>
                <a:gd name="connsiteY3" fmla="*/ 208458 h 234510"/>
                <a:gd name="connsiteX4" fmla="*/ 499182 w 527238"/>
                <a:gd name="connsiteY4" fmla="*/ 102976 h 234510"/>
                <a:gd name="connsiteX5" fmla="*/ 503002 w 527238"/>
                <a:gd name="connsiteY5" fmla="*/ 100434 h 234510"/>
                <a:gd name="connsiteX6" fmla="*/ 498545 w 527238"/>
                <a:gd name="connsiteY6" fmla="*/ 98528 h 234510"/>
                <a:gd name="connsiteX7" fmla="*/ 264256 w 527238"/>
                <a:gd name="connsiteY7" fmla="*/ 25453 h 234510"/>
                <a:gd name="connsiteX8" fmla="*/ 247703 w 527238"/>
                <a:gd name="connsiteY8" fmla="*/ 26724 h 234510"/>
                <a:gd name="connsiteX9" fmla="*/ 28693 w 527238"/>
                <a:gd name="connsiteY9" fmla="*/ 132206 h 234510"/>
                <a:gd name="connsiteX10" fmla="*/ 24873 w 527238"/>
                <a:gd name="connsiteY10" fmla="*/ 134748 h 234510"/>
                <a:gd name="connsiteX11" fmla="*/ 24873 w 527238"/>
                <a:gd name="connsiteY11" fmla="*/ 134748 h 234510"/>
                <a:gd name="connsiteX12" fmla="*/ 269986 w 527238"/>
                <a:gd name="connsiteY12" fmla="*/ 234511 h 234510"/>
                <a:gd name="connsiteX13" fmla="*/ 255979 w 527238"/>
                <a:gd name="connsiteY13" fmla="*/ 232605 h 234510"/>
                <a:gd name="connsiteX14" fmla="*/ 21690 w 527238"/>
                <a:gd name="connsiteY14" fmla="*/ 159530 h 234510"/>
                <a:gd name="connsiteX15" fmla="*/ 44 w 527238"/>
                <a:gd name="connsiteY15" fmla="*/ 136019 h 234510"/>
                <a:gd name="connsiteX16" fmla="*/ 17233 w 527238"/>
                <a:gd name="connsiteY16" fmla="*/ 109966 h 234510"/>
                <a:gd name="connsiteX17" fmla="*/ 236243 w 527238"/>
                <a:gd name="connsiteY17" fmla="*/ 4484 h 234510"/>
                <a:gd name="connsiteX18" fmla="*/ 271259 w 527238"/>
                <a:gd name="connsiteY18" fmla="*/ 1942 h 234510"/>
                <a:gd name="connsiteX19" fmla="*/ 505549 w 527238"/>
                <a:gd name="connsiteY19" fmla="*/ 75017 h 234510"/>
                <a:gd name="connsiteX20" fmla="*/ 527195 w 527238"/>
                <a:gd name="connsiteY20" fmla="*/ 98528 h 234510"/>
                <a:gd name="connsiteX21" fmla="*/ 510005 w 527238"/>
                <a:gd name="connsiteY21" fmla="*/ 124581 h 234510"/>
                <a:gd name="connsiteX22" fmla="*/ 290996 w 527238"/>
                <a:gd name="connsiteY22" fmla="*/ 230063 h 234510"/>
                <a:gd name="connsiteX23" fmla="*/ 269986 w 527238"/>
                <a:gd name="connsiteY23" fmla="*/ 234511 h 234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7238" h="234510">
                  <a:moveTo>
                    <a:pt x="24873" y="134748"/>
                  </a:moveTo>
                  <a:cubicBezTo>
                    <a:pt x="25510" y="134748"/>
                    <a:pt x="26783" y="135383"/>
                    <a:pt x="29330" y="136654"/>
                  </a:cubicBezTo>
                  <a:lnTo>
                    <a:pt x="263619" y="209729"/>
                  </a:lnTo>
                  <a:cubicBezTo>
                    <a:pt x="268713" y="211635"/>
                    <a:pt x="275716" y="211000"/>
                    <a:pt x="280172" y="208458"/>
                  </a:cubicBezTo>
                  <a:lnTo>
                    <a:pt x="499182" y="102976"/>
                  </a:lnTo>
                  <a:cubicBezTo>
                    <a:pt x="501729" y="101705"/>
                    <a:pt x="502365" y="100434"/>
                    <a:pt x="503002" y="100434"/>
                  </a:cubicBezTo>
                  <a:cubicBezTo>
                    <a:pt x="503002" y="100434"/>
                    <a:pt x="501092" y="99799"/>
                    <a:pt x="498545" y="98528"/>
                  </a:cubicBezTo>
                  <a:lnTo>
                    <a:pt x="264256" y="25453"/>
                  </a:lnTo>
                  <a:cubicBezTo>
                    <a:pt x="259163" y="23547"/>
                    <a:pt x="252159" y="24182"/>
                    <a:pt x="247703" y="26724"/>
                  </a:cubicBezTo>
                  <a:lnTo>
                    <a:pt x="28693" y="132206"/>
                  </a:lnTo>
                  <a:cubicBezTo>
                    <a:pt x="26147" y="132841"/>
                    <a:pt x="25510" y="134112"/>
                    <a:pt x="24873" y="134748"/>
                  </a:cubicBezTo>
                  <a:lnTo>
                    <a:pt x="24873" y="134748"/>
                  </a:lnTo>
                  <a:moveTo>
                    <a:pt x="269986" y="234511"/>
                  </a:moveTo>
                  <a:cubicBezTo>
                    <a:pt x="265529" y="234511"/>
                    <a:pt x="260436" y="233876"/>
                    <a:pt x="255979" y="232605"/>
                  </a:cubicBezTo>
                  <a:lnTo>
                    <a:pt x="21690" y="159530"/>
                  </a:lnTo>
                  <a:cubicBezTo>
                    <a:pt x="8957" y="155717"/>
                    <a:pt x="1317" y="146821"/>
                    <a:pt x="44" y="136019"/>
                  </a:cubicBezTo>
                  <a:cubicBezTo>
                    <a:pt x="-593" y="125216"/>
                    <a:pt x="5774" y="115685"/>
                    <a:pt x="17233" y="109966"/>
                  </a:cubicBezTo>
                  <a:lnTo>
                    <a:pt x="236243" y="4484"/>
                  </a:lnTo>
                  <a:cubicBezTo>
                    <a:pt x="246430" y="-600"/>
                    <a:pt x="259799" y="-1235"/>
                    <a:pt x="271259" y="1942"/>
                  </a:cubicBezTo>
                  <a:lnTo>
                    <a:pt x="505549" y="75017"/>
                  </a:lnTo>
                  <a:cubicBezTo>
                    <a:pt x="518282" y="78830"/>
                    <a:pt x="525922" y="87726"/>
                    <a:pt x="527195" y="98528"/>
                  </a:cubicBezTo>
                  <a:cubicBezTo>
                    <a:pt x="527832" y="109330"/>
                    <a:pt x="521465" y="118862"/>
                    <a:pt x="510005" y="124581"/>
                  </a:cubicBezTo>
                  <a:lnTo>
                    <a:pt x="290996" y="230063"/>
                  </a:lnTo>
                  <a:cubicBezTo>
                    <a:pt x="284629" y="232605"/>
                    <a:pt x="277626" y="234511"/>
                    <a:pt x="269986" y="2345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CC53A0E2-7E2F-93FE-AC7B-17263FC32373}"/>
                </a:ext>
              </a:extLst>
            </p:cNvPr>
            <p:cNvSpPr/>
            <p:nvPr/>
          </p:nvSpPr>
          <p:spPr>
            <a:xfrm>
              <a:off x="2598359" y="4184455"/>
              <a:ext cx="533115" cy="246602"/>
            </a:xfrm>
            <a:custGeom>
              <a:avLst/>
              <a:gdLst>
                <a:gd name="connsiteX0" fmla="*/ 276363 w 533115"/>
                <a:gd name="connsiteY0" fmla="*/ 246602 h 246602"/>
                <a:gd name="connsiteX1" fmla="*/ 258536 w 533115"/>
                <a:gd name="connsiteY1" fmla="*/ 244060 h 246602"/>
                <a:gd name="connsiteX2" fmla="*/ 49713 w 533115"/>
                <a:gd name="connsiteY2" fmla="*/ 179246 h 246602"/>
                <a:gd name="connsiteX3" fmla="*/ 6420 w 533115"/>
                <a:gd name="connsiteY3" fmla="*/ 127776 h 246602"/>
                <a:gd name="connsiteX4" fmla="*/ 54 w 533115"/>
                <a:gd name="connsiteY4" fmla="*/ 50888 h 246602"/>
                <a:gd name="connsiteX5" fmla="*/ 10877 w 533115"/>
                <a:gd name="connsiteY5" fmla="*/ 37544 h 246602"/>
                <a:gd name="connsiteX6" fmla="*/ 24247 w 533115"/>
                <a:gd name="connsiteY6" fmla="*/ 48347 h 246602"/>
                <a:gd name="connsiteX7" fmla="*/ 30613 w 533115"/>
                <a:gd name="connsiteY7" fmla="*/ 125234 h 246602"/>
                <a:gd name="connsiteX8" fmla="*/ 56716 w 533115"/>
                <a:gd name="connsiteY8" fmla="*/ 155735 h 246602"/>
                <a:gd name="connsiteX9" fmla="*/ 266176 w 533115"/>
                <a:gd name="connsiteY9" fmla="*/ 219914 h 246602"/>
                <a:gd name="connsiteX10" fmla="*/ 292279 w 533115"/>
                <a:gd name="connsiteY10" fmla="*/ 218008 h 246602"/>
                <a:gd name="connsiteX11" fmla="*/ 488369 w 533115"/>
                <a:gd name="connsiteY11" fmla="*/ 123963 h 246602"/>
                <a:gd name="connsiteX12" fmla="*/ 508742 w 533115"/>
                <a:gd name="connsiteY12" fmla="*/ 90285 h 246602"/>
                <a:gd name="connsiteX13" fmla="*/ 502375 w 533115"/>
                <a:gd name="connsiteY13" fmla="*/ 13398 h 246602"/>
                <a:gd name="connsiteX14" fmla="*/ 513199 w 533115"/>
                <a:gd name="connsiteY14" fmla="*/ 54 h 246602"/>
                <a:gd name="connsiteX15" fmla="*/ 526569 w 533115"/>
                <a:gd name="connsiteY15" fmla="*/ 10856 h 246602"/>
                <a:gd name="connsiteX16" fmla="*/ 532935 w 533115"/>
                <a:gd name="connsiteY16" fmla="*/ 87744 h 246602"/>
                <a:gd name="connsiteX17" fmla="*/ 498556 w 533115"/>
                <a:gd name="connsiteY17" fmla="*/ 144933 h 246602"/>
                <a:gd name="connsiteX18" fmla="*/ 302466 w 533115"/>
                <a:gd name="connsiteY18" fmla="*/ 238977 h 246602"/>
                <a:gd name="connsiteX19" fmla="*/ 276363 w 533115"/>
                <a:gd name="connsiteY19" fmla="*/ 246602 h 246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33115" h="246602">
                  <a:moveTo>
                    <a:pt x="276363" y="246602"/>
                  </a:moveTo>
                  <a:cubicBezTo>
                    <a:pt x="270633" y="246602"/>
                    <a:pt x="264266" y="245967"/>
                    <a:pt x="258536" y="244060"/>
                  </a:cubicBezTo>
                  <a:lnTo>
                    <a:pt x="49713" y="179246"/>
                  </a:lnTo>
                  <a:cubicBezTo>
                    <a:pt x="25520" y="171621"/>
                    <a:pt x="8330" y="151287"/>
                    <a:pt x="6420" y="127776"/>
                  </a:cubicBezTo>
                  <a:lnTo>
                    <a:pt x="54" y="50888"/>
                  </a:lnTo>
                  <a:cubicBezTo>
                    <a:pt x="-583" y="43899"/>
                    <a:pt x="4511" y="38180"/>
                    <a:pt x="10877" y="37544"/>
                  </a:cubicBezTo>
                  <a:cubicBezTo>
                    <a:pt x="17244" y="36909"/>
                    <a:pt x="23610" y="41992"/>
                    <a:pt x="24247" y="48347"/>
                  </a:cubicBezTo>
                  <a:lnTo>
                    <a:pt x="30613" y="125234"/>
                  </a:lnTo>
                  <a:cubicBezTo>
                    <a:pt x="31887" y="139214"/>
                    <a:pt x="42073" y="151287"/>
                    <a:pt x="56716" y="155735"/>
                  </a:cubicBezTo>
                  <a:lnTo>
                    <a:pt x="266176" y="219914"/>
                  </a:lnTo>
                  <a:cubicBezTo>
                    <a:pt x="274453" y="222456"/>
                    <a:pt x="284003" y="221820"/>
                    <a:pt x="292279" y="218008"/>
                  </a:cubicBezTo>
                  <a:lnTo>
                    <a:pt x="488369" y="123963"/>
                  </a:lnTo>
                  <a:cubicBezTo>
                    <a:pt x="501739" y="117609"/>
                    <a:pt x="510015" y="104265"/>
                    <a:pt x="508742" y="90285"/>
                  </a:cubicBezTo>
                  <a:lnTo>
                    <a:pt x="502375" y="13398"/>
                  </a:lnTo>
                  <a:cubicBezTo>
                    <a:pt x="501739" y="6408"/>
                    <a:pt x="506832" y="689"/>
                    <a:pt x="513199" y="54"/>
                  </a:cubicBezTo>
                  <a:cubicBezTo>
                    <a:pt x="519565" y="-582"/>
                    <a:pt x="525932" y="4502"/>
                    <a:pt x="526569" y="10856"/>
                  </a:cubicBezTo>
                  <a:lnTo>
                    <a:pt x="532935" y="87744"/>
                  </a:lnTo>
                  <a:cubicBezTo>
                    <a:pt x="534845" y="111890"/>
                    <a:pt x="521475" y="134130"/>
                    <a:pt x="498556" y="144933"/>
                  </a:cubicBezTo>
                  <a:lnTo>
                    <a:pt x="302466" y="238977"/>
                  </a:lnTo>
                  <a:cubicBezTo>
                    <a:pt x="294189" y="244696"/>
                    <a:pt x="285276" y="246602"/>
                    <a:pt x="276363" y="24660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A542D76D-7697-AA70-0B9D-F0143E9946CB}"/>
                </a:ext>
              </a:extLst>
            </p:cNvPr>
            <p:cNvSpPr/>
            <p:nvPr/>
          </p:nvSpPr>
          <p:spPr>
            <a:xfrm>
              <a:off x="2860078" y="4313502"/>
              <a:ext cx="28066" cy="117555"/>
            </a:xfrm>
            <a:custGeom>
              <a:avLst/>
              <a:gdLst>
                <a:gd name="connsiteX0" fmla="*/ 15916 w 28066"/>
                <a:gd name="connsiteY0" fmla="*/ 117555 h 117555"/>
                <a:gd name="connsiteX1" fmla="*/ 3820 w 28066"/>
                <a:gd name="connsiteY1" fmla="*/ 106118 h 117555"/>
                <a:gd name="connsiteX2" fmla="*/ 0 w 28066"/>
                <a:gd name="connsiteY2" fmla="*/ 12709 h 117555"/>
                <a:gd name="connsiteX3" fmla="*/ 11460 w 28066"/>
                <a:gd name="connsiteY3" fmla="*/ 0 h 117555"/>
                <a:gd name="connsiteX4" fmla="*/ 24193 w 28066"/>
                <a:gd name="connsiteY4" fmla="*/ 11438 h 117555"/>
                <a:gd name="connsiteX5" fmla="*/ 28013 w 28066"/>
                <a:gd name="connsiteY5" fmla="*/ 104847 h 117555"/>
                <a:gd name="connsiteX6" fmla="*/ 15916 w 28066"/>
                <a:gd name="connsiteY6" fmla="*/ 117555 h 117555"/>
                <a:gd name="connsiteX7" fmla="*/ 15916 w 28066"/>
                <a:gd name="connsiteY7" fmla="*/ 117555 h 11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066" h="117555">
                  <a:moveTo>
                    <a:pt x="15916" y="117555"/>
                  </a:moveTo>
                  <a:cubicBezTo>
                    <a:pt x="9550" y="117555"/>
                    <a:pt x="3820" y="112472"/>
                    <a:pt x="3820" y="106118"/>
                  </a:cubicBezTo>
                  <a:lnTo>
                    <a:pt x="0" y="12709"/>
                  </a:lnTo>
                  <a:cubicBezTo>
                    <a:pt x="0" y="5719"/>
                    <a:pt x="5093" y="0"/>
                    <a:pt x="11460" y="0"/>
                  </a:cubicBezTo>
                  <a:cubicBezTo>
                    <a:pt x="18463" y="0"/>
                    <a:pt x="24193" y="5083"/>
                    <a:pt x="24193" y="11438"/>
                  </a:cubicBezTo>
                  <a:lnTo>
                    <a:pt x="28013" y="104847"/>
                  </a:lnTo>
                  <a:cubicBezTo>
                    <a:pt x="28650" y="111201"/>
                    <a:pt x="23556" y="116920"/>
                    <a:pt x="15916" y="117555"/>
                  </a:cubicBezTo>
                  <a:cubicBezTo>
                    <a:pt x="16343" y="117555"/>
                    <a:pt x="16343" y="117555"/>
                    <a:pt x="15916" y="11755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655CF80B-D742-0F4A-CEFA-9566F7457F92}"/>
                </a:ext>
              </a:extLst>
            </p:cNvPr>
            <p:cNvSpPr/>
            <p:nvPr/>
          </p:nvSpPr>
          <p:spPr>
            <a:xfrm>
              <a:off x="2345660" y="3979891"/>
              <a:ext cx="967727" cy="817811"/>
            </a:xfrm>
            <a:custGeom>
              <a:avLst/>
              <a:gdLst>
                <a:gd name="connsiteX0" fmla="*/ 385177 w 967727"/>
                <a:gd name="connsiteY0" fmla="*/ 685005 h 817811"/>
                <a:gd name="connsiteX1" fmla="*/ 396000 w 967727"/>
                <a:gd name="connsiteY1" fmla="*/ 691995 h 817811"/>
                <a:gd name="connsiteX2" fmla="*/ 541794 w 967727"/>
                <a:gd name="connsiteY2" fmla="*/ 793665 h 817811"/>
                <a:gd name="connsiteX3" fmla="*/ 543068 w 967727"/>
                <a:gd name="connsiteY3" fmla="*/ 793665 h 817811"/>
                <a:gd name="connsiteX4" fmla="*/ 695229 w 967727"/>
                <a:gd name="connsiteY4" fmla="*/ 680557 h 817811"/>
                <a:gd name="connsiteX5" fmla="*/ 707325 w 967727"/>
                <a:gd name="connsiteY5" fmla="*/ 672932 h 817811"/>
                <a:gd name="connsiteX6" fmla="*/ 716238 w 967727"/>
                <a:gd name="connsiteY6" fmla="*/ 672932 h 817811"/>
                <a:gd name="connsiteX7" fmla="*/ 943524 w 967727"/>
                <a:gd name="connsiteY7" fmla="*/ 420665 h 817811"/>
                <a:gd name="connsiteX8" fmla="*/ 943524 w 967727"/>
                <a:gd name="connsiteY8" fmla="*/ 405414 h 817811"/>
                <a:gd name="connsiteX9" fmla="*/ 869036 w 967727"/>
                <a:gd name="connsiteY9" fmla="*/ 214784 h 817811"/>
                <a:gd name="connsiteX10" fmla="*/ 718785 w 967727"/>
                <a:gd name="connsiteY10" fmla="*/ 149334 h 817811"/>
                <a:gd name="connsiteX11" fmla="*/ 711782 w 967727"/>
                <a:gd name="connsiteY11" fmla="*/ 149334 h 817811"/>
                <a:gd name="connsiteX12" fmla="*/ 700322 w 967727"/>
                <a:gd name="connsiteY12" fmla="*/ 141074 h 817811"/>
                <a:gd name="connsiteX13" fmla="*/ 548798 w 967727"/>
                <a:gd name="connsiteY13" fmla="*/ 26060 h 817811"/>
                <a:gd name="connsiteX14" fmla="*/ 547524 w 967727"/>
                <a:gd name="connsiteY14" fmla="*/ 26060 h 817811"/>
                <a:gd name="connsiteX15" fmla="*/ 401093 w 967727"/>
                <a:gd name="connsiteY15" fmla="*/ 125188 h 817811"/>
                <a:gd name="connsiteX16" fmla="*/ 388360 w 967727"/>
                <a:gd name="connsiteY16" fmla="*/ 132178 h 817811"/>
                <a:gd name="connsiteX17" fmla="*/ 370534 w 967727"/>
                <a:gd name="connsiteY17" fmla="*/ 130907 h 817811"/>
                <a:gd name="connsiteX18" fmla="*/ 369261 w 967727"/>
                <a:gd name="connsiteY18" fmla="*/ 130907 h 817811"/>
                <a:gd name="connsiteX19" fmla="*/ 233016 w 967727"/>
                <a:gd name="connsiteY19" fmla="*/ 235753 h 817811"/>
                <a:gd name="connsiteX20" fmla="*/ 226650 w 967727"/>
                <a:gd name="connsiteY20" fmla="*/ 242743 h 817811"/>
                <a:gd name="connsiteX21" fmla="*/ 217100 w 967727"/>
                <a:gd name="connsiteY21" fmla="*/ 243379 h 817811"/>
                <a:gd name="connsiteX22" fmla="*/ 172534 w 967727"/>
                <a:gd name="connsiteY22" fmla="*/ 235118 h 817811"/>
                <a:gd name="connsiteX23" fmla="*/ 171261 w 967727"/>
                <a:gd name="connsiteY23" fmla="*/ 235118 h 817811"/>
                <a:gd name="connsiteX24" fmla="*/ 24193 w 967727"/>
                <a:gd name="connsiteY24" fmla="*/ 398425 h 817811"/>
                <a:gd name="connsiteX25" fmla="*/ 24193 w 967727"/>
                <a:gd name="connsiteY25" fmla="*/ 413675 h 817811"/>
                <a:gd name="connsiteX26" fmla="*/ 72579 w 967727"/>
                <a:gd name="connsiteY26" fmla="*/ 536949 h 817811"/>
                <a:gd name="connsiteX27" fmla="*/ 169351 w 967727"/>
                <a:gd name="connsiteY27" fmla="*/ 578888 h 817811"/>
                <a:gd name="connsiteX28" fmla="*/ 213916 w 967727"/>
                <a:gd name="connsiteY28" fmla="*/ 571263 h 817811"/>
                <a:gd name="connsiteX29" fmla="*/ 223466 w 967727"/>
                <a:gd name="connsiteY29" fmla="*/ 571898 h 817811"/>
                <a:gd name="connsiteX30" fmla="*/ 229833 w 967727"/>
                <a:gd name="connsiteY30" fmla="*/ 578888 h 817811"/>
                <a:gd name="connsiteX31" fmla="*/ 365441 w 967727"/>
                <a:gd name="connsiteY31" fmla="*/ 685641 h 817811"/>
                <a:gd name="connsiteX32" fmla="*/ 383267 w 967727"/>
                <a:gd name="connsiteY32" fmla="*/ 684370 h 817811"/>
                <a:gd name="connsiteX33" fmla="*/ 385177 w 967727"/>
                <a:gd name="connsiteY33" fmla="*/ 685005 h 817811"/>
                <a:gd name="connsiteX34" fmla="*/ 543068 w 967727"/>
                <a:gd name="connsiteY34" fmla="*/ 817811 h 817811"/>
                <a:gd name="connsiteX35" fmla="*/ 541794 w 967727"/>
                <a:gd name="connsiteY35" fmla="*/ 817811 h 817811"/>
                <a:gd name="connsiteX36" fmla="*/ 377537 w 967727"/>
                <a:gd name="connsiteY36" fmla="*/ 709787 h 817811"/>
                <a:gd name="connsiteX37" fmla="*/ 365441 w 967727"/>
                <a:gd name="connsiteY37" fmla="*/ 710423 h 817811"/>
                <a:gd name="connsiteX38" fmla="*/ 210733 w 967727"/>
                <a:gd name="connsiteY38" fmla="*/ 597951 h 817811"/>
                <a:gd name="connsiteX39" fmla="*/ 169351 w 967727"/>
                <a:gd name="connsiteY39" fmla="*/ 603034 h 817811"/>
                <a:gd name="connsiteX40" fmla="*/ 55389 w 967727"/>
                <a:gd name="connsiteY40" fmla="*/ 553471 h 817811"/>
                <a:gd name="connsiteX41" fmla="*/ 0 w 967727"/>
                <a:gd name="connsiteY41" fmla="*/ 412404 h 817811"/>
                <a:gd name="connsiteX42" fmla="*/ 0 w 967727"/>
                <a:gd name="connsiteY42" fmla="*/ 396518 h 817811"/>
                <a:gd name="connsiteX43" fmla="*/ 171261 w 967727"/>
                <a:gd name="connsiteY43" fmla="*/ 209065 h 817811"/>
                <a:gd name="connsiteX44" fmla="*/ 172534 w 967727"/>
                <a:gd name="connsiteY44" fmla="*/ 209065 h 817811"/>
                <a:gd name="connsiteX45" fmla="*/ 213916 w 967727"/>
                <a:gd name="connsiteY45" fmla="*/ 214784 h 817811"/>
                <a:gd name="connsiteX46" fmla="*/ 369261 w 967727"/>
                <a:gd name="connsiteY46" fmla="*/ 104854 h 817811"/>
                <a:gd name="connsiteX47" fmla="*/ 370534 w 967727"/>
                <a:gd name="connsiteY47" fmla="*/ 104854 h 817811"/>
                <a:gd name="connsiteX48" fmla="*/ 382630 w 967727"/>
                <a:gd name="connsiteY48" fmla="*/ 105489 h 817811"/>
                <a:gd name="connsiteX49" fmla="*/ 548798 w 967727"/>
                <a:gd name="connsiteY49" fmla="*/ 7 h 817811"/>
                <a:gd name="connsiteX50" fmla="*/ 720058 w 967727"/>
                <a:gd name="connsiteY50" fmla="*/ 123282 h 817811"/>
                <a:gd name="connsiteX51" fmla="*/ 886225 w 967727"/>
                <a:gd name="connsiteY51" fmla="*/ 196357 h 817811"/>
                <a:gd name="connsiteX52" fmla="*/ 967717 w 967727"/>
                <a:gd name="connsiteY52" fmla="*/ 404144 h 817811"/>
                <a:gd name="connsiteX53" fmla="*/ 967717 w 967727"/>
                <a:gd name="connsiteY53" fmla="*/ 420029 h 817811"/>
                <a:gd name="connsiteX54" fmla="*/ 715602 w 967727"/>
                <a:gd name="connsiteY54" fmla="*/ 696443 h 817811"/>
                <a:gd name="connsiteX55" fmla="*/ 714328 w 967727"/>
                <a:gd name="connsiteY55" fmla="*/ 696443 h 817811"/>
                <a:gd name="connsiteX56" fmla="*/ 543068 w 967727"/>
                <a:gd name="connsiteY56" fmla="*/ 817811 h 817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967727" h="817811">
                  <a:moveTo>
                    <a:pt x="385177" y="685005"/>
                  </a:moveTo>
                  <a:cubicBezTo>
                    <a:pt x="389634" y="685005"/>
                    <a:pt x="394090" y="687547"/>
                    <a:pt x="396000" y="691995"/>
                  </a:cubicBezTo>
                  <a:cubicBezTo>
                    <a:pt x="424013" y="754268"/>
                    <a:pt x="480039" y="793029"/>
                    <a:pt x="541794" y="793665"/>
                  </a:cubicBezTo>
                  <a:lnTo>
                    <a:pt x="543068" y="793665"/>
                  </a:lnTo>
                  <a:cubicBezTo>
                    <a:pt x="609280" y="793665"/>
                    <a:pt x="669126" y="749820"/>
                    <a:pt x="695229" y="680557"/>
                  </a:cubicBezTo>
                  <a:cubicBezTo>
                    <a:pt x="697138" y="675474"/>
                    <a:pt x="701595" y="672297"/>
                    <a:pt x="707325" y="672932"/>
                  </a:cubicBezTo>
                  <a:lnTo>
                    <a:pt x="716238" y="672932"/>
                  </a:lnTo>
                  <a:cubicBezTo>
                    <a:pt x="840386" y="672932"/>
                    <a:pt x="942251" y="559825"/>
                    <a:pt x="943524" y="420665"/>
                  </a:cubicBezTo>
                  <a:lnTo>
                    <a:pt x="943524" y="405414"/>
                  </a:lnTo>
                  <a:cubicBezTo>
                    <a:pt x="944161" y="332975"/>
                    <a:pt x="917422" y="263077"/>
                    <a:pt x="869036" y="214784"/>
                  </a:cubicBezTo>
                  <a:cubicBezTo>
                    <a:pt x="827653" y="172846"/>
                    <a:pt x="774811" y="149970"/>
                    <a:pt x="718785" y="149334"/>
                  </a:cubicBezTo>
                  <a:lnTo>
                    <a:pt x="711782" y="149334"/>
                  </a:lnTo>
                  <a:cubicBezTo>
                    <a:pt x="706052" y="149334"/>
                    <a:pt x="701595" y="146157"/>
                    <a:pt x="700322" y="141074"/>
                  </a:cubicBezTo>
                  <a:cubicBezTo>
                    <a:pt x="674856" y="71811"/>
                    <a:pt x="615647" y="26060"/>
                    <a:pt x="548798" y="26060"/>
                  </a:cubicBezTo>
                  <a:lnTo>
                    <a:pt x="547524" y="26060"/>
                  </a:lnTo>
                  <a:cubicBezTo>
                    <a:pt x="485769" y="26060"/>
                    <a:pt x="429743" y="64186"/>
                    <a:pt x="401093" y="125188"/>
                  </a:cubicBezTo>
                  <a:cubicBezTo>
                    <a:pt x="398547" y="130271"/>
                    <a:pt x="393454" y="132813"/>
                    <a:pt x="388360" y="132178"/>
                  </a:cubicBezTo>
                  <a:cubicBezTo>
                    <a:pt x="382630" y="131542"/>
                    <a:pt x="376264" y="130907"/>
                    <a:pt x="370534" y="130907"/>
                  </a:cubicBezTo>
                  <a:lnTo>
                    <a:pt x="369261" y="130907"/>
                  </a:lnTo>
                  <a:cubicBezTo>
                    <a:pt x="309415" y="130907"/>
                    <a:pt x="254662" y="172846"/>
                    <a:pt x="233016" y="235753"/>
                  </a:cubicBezTo>
                  <a:cubicBezTo>
                    <a:pt x="231743" y="238931"/>
                    <a:pt x="229833" y="241472"/>
                    <a:pt x="226650" y="242743"/>
                  </a:cubicBezTo>
                  <a:cubicBezTo>
                    <a:pt x="223466" y="244014"/>
                    <a:pt x="220283" y="244014"/>
                    <a:pt x="217100" y="243379"/>
                  </a:cubicBezTo>
                  <a:cubicBezTo>
                    <a:pt x="203093" y="238295"/>
                    <a:pt x="187814" y="235118"/>
                    <a:pt x="172534" y="235118"/>
                  </a:cubicBezTo>
                  <a:lnTo>
                    <a:pt x="171261" y="235118"/>
                  </a:lnTo>
                  <a:cubicBezTo>
                    <a:pt x="91042" y="235118"/>
                    <a:pt x="25466" y="308193"/>
                    <a:pt x="24193" y="398425"/>
                  </a:cubicBezTo>
                  <a:lnTo>
                    <a:pt x="24193" y="413675"/>
                  </a:lnTo>
                  <a:cubicBezTo>
                    <a:pt x="23556" y="460697"/>
                    <a:pt x="41383" y="505813"/>
                    <a:pt x="72579" y="536949"/>
                  </a:cubicBezTo>
                  <a:cubicBezTo>
                    <a:pt x="99318" y="563637"/>
                    <a:pt x="133698" y="578888"/>
                    <a:pt x="169351" y="578888"/>
                  </a:cubicBezTo>
                  <a:cubicBezTo>
                    <a:pt x="183994" y="578888"/>
                    <a:pt x="199273" y="576346"/>
                    <a:pt x="213916" y="571263"/>
                  </a:cubicBezTo>
                  <a:cubicBezTo>
                    <a:pt x="217100" y="569992"/>
                    <a:pt x="220283" y="570627"/>
                    <a:pt x="223466" y="571898"/>
                  </a:cubicBezTo>
                  <a:cubicBezTo>
                    <a:pt x="226650" y="573169"/>
                    <a:pt x="228560" y="575711"/>
                    <a:pt x="229833" y="578888"/>
                  </a:cubicBezTo>
                  <a:cubicBezTo>
                    <a:pt x="250843" y="642431"/>
                    <a:pt x="304958" y="685005"/>
                    <a:pt x="365441" y="685641"/>
                  </a:cubicBezTo>
                  <a:cubicBezTo>
                    <a:pt x="371171" y="685641"/>
                    <a:pt x="377537" y="685005"/>
                    <a:pt x="383267" y="684370"/>
                  </a:cubicBezTo>
                  <a:cubicBezTo>
                    <a:pt x="383904" y="685005"/>
                    <a:pt x="384540" y="685005"/>
                    <a:pt x="385177" y="685005"/>
                  </a:cubicBezTo>
                  <a:moveTo>
                    <a:pt x="543068" y="817811"/>
                  </a:moveTo>
                  <a:lnTo>
                    <a:pt x="541794" y="817811"/>
                  </a:lnTo>
                  <a:cubicBezTo>
                    <a:pt x="473036" y="817176"/>
                    <a:pt x="410643" y="775873"/>
                    <a:pt x="377537" y="709787"/>
                  </a:cubicBezTo>
                  <a:cubicBezTo>
                    <a:pt x="373717" y="709787"/>
                    <a:pt x="369261" y="710423"/>
                    <a:pt x="365441" y="710423"/>
                  </a:cubicBezTo>
                  <a:cubicBezTo>
                    <a:pt x="298592" y="709787"/>
                    <a:pt x="237473" y="665307"/>
                    <a:pt x="210733" y="597951"/>
                  </a:cubicBezTo>
                  <a:cubicBezTo>
                    <a:pt x="197363" y="601764"/>
                    <a:pt x="183357" y="603034"/>
                    <a:pt x="169351" y="603034"/>
                  </a:cubicBezTo>
                  <a:cubicBezTo>
                    <a:pt x="127331" y="602399"/>
                    <a:pt x="86585" y="585242"/>
                    <a:pt x="55389" y="553471"/>
                  </a:cubicBezTo>
                  <a:cubicBezTo>
                    <a:pt x="19736" y="517251"/>
                    <a:pt x="0" y="465781"/>
                    <a:pt x="0" y="412404"/>
                  </a:cubicBezTo>
                  <a:lnTo>
                    <a:pt x="0" y="396518"/>
                  </a:lnTo>
                  <a:cubicBezTo>
                    <a:pt x="1273" y="292943"/>
                    <a:pt x="77672" y="209065"/>
                    <a:pt x="171261" y="209065"/>
                  </a:cubicBezTo>
                  <a:lnTo>
                    <a:pt x="172534" y="209065"/>
                  </a:lnTo>
                  <a:cubicBezTo>
                    <a:pt x="186540" y="209065"/>
                    <a:pt x="199910" y="210972"/>
                    <a:pt x="213916" y="214784"/>
                  </a:cubicBezTo>
                  <a:cubicBezTo>
                    <a:pt x="241929" y="148699"/>
                    <a:pt x="303048" y="104854"/>
                    <a:pt x="369261" y="104854"/>
                  </a:cubicBezTo>
                  <a:lnTo>
                    <a:pt x="370534" y="104854"/>
                  </a:lnTo>
                  <a:cubicBezTo>
                    <a:pt x="374354" y="104854"/>
                    <a:pt x="378810" y="104854"/>
                    <a:pt x="382630" y="105489"/>
                  </a:cubicBezTo>
                  <a:cubicBezTo>
                    <a:pt x="417010" y="40040"/>
                    <a:pt x="480039" y="-628"/>
                    <a:pt x="548798" y="7"/>
                  </a:cubicBezTo>
                  <a:cubicBezTo>
                    <a:pt x="623287" y="643"/>
                    <a:pt x="689499" y="48936"/>
                    <a:pt x="720058" y="123282"/>
                  </a:cubicBezTo>
                  <a:cubicBezTo>
                    <a:pt x="781814" y="123917"/>
                    <a:pt x="841023" y="149970"/>
                    <a:pt x="886225" y="196357"/>
                  </a:cubicBezTo>
                  <a:cubicBezTo>
                    <a:pt x="938431" y="249733"/>
                    <a:pt x="968354" y="325350"/>
                    <a:pt x="967717" y="404144"/>
                  </a:cubicBezTo>
                  <a:lnTo>
                    <a:pt x="967717" y="420029"/>
                  </a:lnTo>
                  <a:cubicBezTo>
                    <a:pt x="966444" y="573169"/>
                    <a:pt x="853756" y="696443"/>
                    <a:pt x="715602" y="696443"/>
                  </a:cubicBezTo>
                  <a:lnTo>
                    <a:pt x="714328" y="696443"/>
                  </a:lnTo>
                  <a:cubicBezTo>
                    <a:pt x="683769" y="771425"/>
                    <a:pt x="616920" y="817811"/>
                    <a:pt x="543068" y="8178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38FBE1A1-92BB-3306-2D93-95E7AB992706}"/>
                </a:ext>
              </a:extLst>
            </p:cNvPr>
            <p:cNvSpPr/>
            <p:nvPr/>
          </p:nvSpPr>
          <p:spPr>
            <a:xfrm>
              <a:off x="2719960" y="4390336"/>
              <a:ext cx="259729" cy="307603"/>
            </a:xfrm>
            <a:custGeom>
              <a:avLst/>
              <a:gdLst>
                <a:gd name="connsiteX0" fmla="*/ 12150 w 259729"/>
                <a:gd name="connsiteY0" fmla="*/ 307604 h 307603"/>
                <a:gd name="connsiteX1" fmla="*/ 54 w 259729"/>
                <a:gd name="connsiteY1" fmla="*/ 296166 h 307603"/>
                <a:gd name="connsiteX2" fmla="*/ 11513 w 259729"/>
                <a:gd name="connsiteY2" fmla="*/ 282822 h 307603"/>
                <a:gd name="connsiteX3" fmla="*/ 182137 w 259729"/>
                <a:gd name="connsiteY3" fmla="*/ 198945 h 307603"/>
                <a:gd name="connsiteX4" fmla="*/ 233706 w 259729"/>
                <a:gd name="connsiteY4" fmla="*/ 13398 h 307603"/>
                <a:gd name="connsiteX5" fmla="*/ 245166 w 259729"/>
                <a:gd name="connsiteY5" fmla="*/ 54 h 307603"/>
                <a:gd name="connsiteX6" fmla="*/ 258536 w 259729"/>
                <a:gd name="connsiteY6" fmla="*/ 11491 h 307603"/>
                <a:gd name="connsiteX7" fmla="*/ 201237 w 259729"/>
                <a:gd name="connsiteY7" fmla="*/ 214830 h 307603"/>
                <a:gd name="connsiteX8" fmla="*/ 14060 w 259729"/>
                <a:gd name="connsiteY8" fmla="*/ 306968 h 307603"/>
                <a:gd name="connsiteX9" fmla="*/ 12150 w 259729"/>
                <a:gd name="connsiteY9" fmla="*/ 307604 h 307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9729" h="307603">
                  <a:moveTo>
                    <a:pt x="12150" y="307604"/>
                  </a:moveTo>
                  <a:cubicBezTo>
                    <a:pt x="5784" y="307604"/>
                    <a:pt x="690" y="302520"/>
                    <a:pt x="54" y="296166"/>
                  </a:cubicBezTo>
                  <a:cubicBezTo>
                    <a:pt x="-583" y="289176"/>
                    <a:pt x="4510" y="283457"/>
                    <a:pt x="11513" y="282822"/>
                  </a:cubicBezTo>
                  <a:cubicBezTo>
                    <a:pt x="12787" y="282822"/>
                    <a:pt x="117198" y="273926"/>
                    <a:pt x="182137" y="198945"/>
                  </a:cubicBezTo>
                  <a:cubicBezTo>
                    <a:pt x="222247" y="152558"/>
                    <a:pt x="239436" y="90285"/>
                    <a:pt x="233706" y="13398"/>
                  </a:cubicBezTo>
                  <a:cubicBezTo>
                    <a:pt x="233070" y="6408"/>
                    <a:pt x="238163" y="689"/>
                    <a:pt x="245166" y="54"/>
                  </a:cubicBezTo>
                  <a:cubicBezTo>
                    <a:pt x="252170" y="-582"/>
                    <a:pt x="257899" y="4502"/>
                    <a:pt x="258536" y="11491"/>
                  </a:cubicBezTo>
                  <a:cubicBezTo>
                    <a:pt x="264903" y="94733"/>
                    <a:pt x="245803" y="163360"/>
                    <a:pt x="201237" y="214830"/>
                  </a:cubicBezTo>
                  <a:cubicBezTo>
                    <a:pt x="129295" y="298072"/>
                    <a:pt x="18517" y="306968"/>
                    <a:pt x="14060" y="306968"/>
                  </a:cubicBezTo>
                  <a:cubicBezTo>
                    <a:pt x="13213" y="307394"/>
                    <a:pt x="12577" y="307604"/>
                    <a:pt x="12150" y="30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79CE4BE0-CF38-C591-BCBC-5057709B29F9}"/>
                </a:ext>
              </a:extLst>
            </p:cNvPr>
            <p:cNvSpPr/>
            <p:nvPr/>
          </p:nvSpPr>
          <p:spPr>
            <a:xfrm>
              <a:off x="2171884" y="4356373"/>
              <a:ext cx="1434087" cy="813694"/>
            </a:xfrm>
            <a:custGeom>
              <a:avLst/>
              <a:gdLst>
                <a:gd name="connsiteX0" fmla="*/ 655725 w 1434087"/>
                <a:gd name="connsiteY0" fmla="*/ 813694 h 813694"/>
                <a:gd name="connsiteX1" fmla="*/ 1242 w 1434087"/>
                <a:gd name="connsiteY1" fmla="*/ 446413 h 813694"/>
                <a:gd name="connsiteX2" fmla="*/ 192876 w 1434087"/>
                <a:gd name="connsiteY2" fmla="*/ 94383 h 813694"/>
                <a:gd name="connsiteX3" fmla="*/ 210066 w 1434087"/>
                <a:gd name="connsiteY3" fmla="*/ 96925 h 813694"/>
                <a:gd name="connsiteX4" fmla="*/ 207519 w 1434087"/>
                <a:gd name="connsiteY4" fmla="*/ 114081 h 813694"/>
                <a:gd name="connsiteX5" fmla="*/ 26072 w 1434087"/>
                <a:gd name="connsiteY5" fmla="*/ 444507 h 813694"/>
                <a:gd name="connsiteX6" fmla="*/ 655725 w 1434087"/>
                <a:gd name="connsiteY6" fmla="*/ 789548 h 813694"/>
                <a:gd name="connsiteX7" fmla="*/ 760136 w 1434087"/>
                <a:gd name="connsiteY7" fmla="*/ 786371 h 813694"/>
                <a:gd name="connsiteX8" fmla="*/ 1332490 w 1434087"/>
                <a:gd name="connsiteY8" fmla="*/ 581761 h 813694"/>
                <a:gd name="connsiteX9" fmla="*/ 1408253 w 1434087"/>
                <a:gd name="connsiteY9" fmla="*/ 342202 h 813694"/>
                <a:gd name="connsiteX10" fmla="*/ 1121121 w 1434087"/>
                <a:gd name="connsiteY10" fmla="*/ 23214 h 813694"/>
                <a:gd name="connsiteX11" fmla="*/ 1114754 w 1434087"/>
                <a:gd name="connsiteY11" fmla="*/ 7328 h 813694"/>
                <a:gd name="connsiteX12" fmla="*/ 1130670 w 1434087"/>
                <a:gd name="connsiteY12" fmla="*/ 974 h 813694"/>
                <a:gd name="connsiteX13" fmla="*/ 1432445 w 1434087"/>
                <a:gd name="connsiteY13" fmla="*/ 340296 h 813694"/>
                <a:gd name="connsiteX14" fmla="*/ 1350317 w 1434087"/>
                <a:gd name="connsiteY14" fmla="*/ 597647 h 813694"/>
                <a:gd name="connsiteX15" fmla="*/ 761410 w 1434087"/>
                <a:gd name="connsiteY15" fmla="*/ 810517 h 813694"/>
                <a:gd name="connsiteX16" fmla="*/ 655725 w 1434087"/>
                <a:gd name="connsiteY16" fmla="*/ 813694 h 813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4087" h="813694">
                  <a:moveTo>
                    <a:pt x="655725" y="813694"/>
                  </a:moveTo>
                  <a:cubicBezTo>
                    <a:pt x="259088" y="813694"/>
                    <a:pt x="22889" y="682160"/>
                    <a:pt x="1242" y="446413"/>
                  </a:cubicBezTo>
                  <a:cubicBezTo>
                    <a:pt x="-10217" y="319962"/>
                    <a:pt x="57905" y="194781"/>
                    <a:pt x="192876" y="94383"/>
                  </a:cubicBezTo>
                  <a:cubicBezTo>
                    <a:pt x="197969" y="90570"/>
                    <a:pt x="205609" y="91206"/>
                    <a:pt x="210066" y="96925"/>
                  </a:cubicBezTo>
                  <a:cubicBezTo>
                    <a:pt x="213886" y="102008"/>
                    <a:pt x="213249" y="109633"/>
                    <a:pt x="207519" y="114081"/>
                  </a:cubicBezTo>
                  <a:cubicBezTo>
                    <a:pt x="79551" y="209396"/>
                    <a:pt x="15249" y="326952"/>
                    <a:pt x="26072" y="444507"/>
                  </a:cubicBezTo>
                  <a:cubicBezTo>
                    <a:pt x="46445" y="666274"/>
                    <a:pt x="273731" y="789548"/>
                    <a:pt x="655725" y="789548"/>
                  </a:cubicBezTo>
                  <a:cubicBezTo>
                    <a:pt x="689468" y="789548"/>
                    <a:pt x="723847" y="788277"/>
                    <a:pt x="760136" y="786371"/>
                  </a:cubicBezTo>
                  <a:cubicBezTo>
                    <a:pt x="1030715" y="771756"/>
                    <a:pt x="1228715" y="701223"/>
                    <a:pt x="1332490" y="581761"/>
                  </a:cubicBezTo>
                  <a:cubicBezTo>
                    <a:pt x="1391063" y="514405"/>
                    <a:pt x="1416529" y="433705"/>
                    <a:pt x="1408253" y="342202"/>
                  </a:cubicBezTo>
                  <a:cubicBezTo>
                    <a:pt x="1396793" y="214480"/>
                    <a:pt x="1291745" y="98195"/>
                    <a:pt x="1121121" y="23214"/>
                  </a:cubicBezTo>
                  <a:cubicBezTo>
                    <a:pt x="1114754" y="20672"/>
                    <a:pt x="1112207" y="13047"/>
                    <a:pt x="1114754" y="7328"/>
                  </a:cubicBezTo>
                  <a:cubicBezTo>
                    <a:pt x="1117301" y="974"/>
                    <a:pt x="1124941" y="-1568"/>
                    <a:pt x="1130670" y="974"/>
                  </a:cubicBezTo>
                  <a:cubicBezTo>
                    <a:pt x="1310207" y="79768"/>
                    <a:pt x="1419712" y="203677"/>
                    <a:pt x="1432445" y="340296"/>
                  </a:cubicBezTo>
                  <a:cubicBezTo>
                    <a:pt x="1441359" y="438153"/>
                    <a:pt x="1413982" y="525207"/>
                    <a:pt x="1350317" y="597647"/>
                  </a:cubicBezTo>
                  <a:cubicBezTo>
                    <a:pt x="1242085" y="722192"/>
                    <a:pt x="1038355" y="795902"/>
                    <a:pt x="761410" y="810517"/>
                  </a:cubicBezTo>
                  <a:cubicBezTo>
                    <a:pt x="725120" y="812424"/>
                    <a:pt x="690104" y="813694"/>
                    <a:pt x="655725" y="8136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D07CFB96-A6CB-57FA-861F-39FA31CD659B}"/>
                </a:ext>
              </a:extLst>
            </p:cNvPr>
            <p:cNvSpPr/>
            <p:nvPr/>
          </p:nvSpPr>
          <p:spPr>
            <a:xfrm>
              <a:off x="3281323" y="4675570"/>
              <a:ext cx="41255" cy="42067"/>
            </a:xfrm>
            <a:custGeom>
              <a:avLst/>
              <a:gdLst>
                <a:gd name="connsiteX0" fmla="*/ 21232 w 41255"/>
                <a:gd name="connsiteY0" fmla="*/ 42067 h 42067"/>
                <a:gd name="connsiteX1" fmla="*/ 16775 w 41255"/>
                <a:gd name="connsiteY1" fmla="*/ 41432 h 42067"/>
                <a:gd name="connsiteX2" fmla="*/ 3405 w 41255"/>
                <a:gd name="connsiteY2" fmla="*/ 32536 h 42067"/>
                <a:gd name="connsiteX3" fmla="*/ 222 w 41255"/>
                <a:gd name="connsiteY3" fmla="*/ 16650 h 42067"/>
                <a:gd name="connsiteX4" fmla="*/ 9135 w 41255"/>
                <a:gd name="connsiteY4" fmla="*/ 3306 h 42067"/>
                <a:gd name="connsiteX5" fmla="*/ 37785 w 41255"/>
                <a:gd name="connsiteY5" fmla="*/ 9660 h 42067"/>
                <a:gd name="connsiteX6" fmla="*/ 31418 w 41255"/>
                <a:gd name="connsiteY6" fmla="*/ 38890 h 42067"/>
                <a:gd name="connsiteX7" fmla="*/ 31418 w 41255"/>
                <a:gd name="connsiteY7" fmla="*/ 38890 h 42067"/>
                <a:gd name="connsiteX8" fmla="*/ 21232 w 41255"/>
                <a:gd name="connsiteY8" fmla="*/ 42067 h 4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255" h="42067">
                  <a:moveTo>
                    <a:pt x="21232" y="42067"/>
                  </a:moveTo>
                  <a:cubicBezTo>
                    <a:pt x="19958" y="42067"/>
                    <a:pt x="18048" y="42067"/>
                    <a:pt x="16775" y="41432"/>
                  </a:cubicBezTo>
                  <a:cubicBezTo>
                    <a:pt x="11045" y="40161"/>
                    <a:pt x="6588" y="36984"/>
                    <a:pt x="3405" y="32536"/>
                  </a:cubicBezTo>
                  <a:cubicBezTo>
                    <a:pt x="222" y="28088"/>
                    <a:pt x="-415" y="22369"/>
                    <a:pt x="222" y="16650"/>
                  </a:cubicBezTo>
                  <a:cubicBezTo>
                    <a:pt x="1495" y="10931"/>
                    <a:pt x="4678" y="6483"/>
                    <a:pt x="9135" y="3306"/>
                  </a:cubicBezTo>
                  <a:cubicBezTo>
                    <a:pt x="18685" y="-3048"/>
                    <a:pt x="32055" y="129"/>
                    <a:pt x="37785" y="9660"/>
                  </a:cubicBezTo>
                  <a:cubicBezTo>
                    <a:pt x="44151" y="19192"/>
                    <a:pt x="41604" y="32536"/>
                    <a:pt x="31418" y="38890"/>
                  </a:cubicBezTo>
                  <a:lnTo>
                    <a:pt x="31418" y="38890"/>
                  </a:lnTo>
                  <a:cubicBezTo>
                    <a:pt x="28871" y="40796"/>
                    <a:pt x="25052" y="42067"/>
                    <a:pt x="21232" y="420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ECD7486C-850B-D56B-AD2C-1C20AE120E69}"/>
                </a:ext>
              </a:extLst>
            </p:cNvPr>
            <p:cNvSpPr/>
            <p:nvPr/>
          </p:nvSpPr>
          <p:spPr>
            <a:xfrm>
              <a:off x="3257064" y="4834271"/>
              <a:ext cx="42594" cy="42225"/>
            </a:xfrm>
            <a:custGeom>
              <a:avLst/>
              <a:gdLst>
                <a:gd name="connsiteX0" fmla="*/ 21297 w 42594"/>
                <a:gd name="connsiteY0" fmla="*/ 42226 h 42225"/>
                <a:gd name="connsiteX1" fmla="*/ 3471 w 42594"/>
                <a:gd name="connsiteY1" fmla="*/ 32694 h 42225"/>
                <a:gd name="connsiteX2" fmla="*/ 9838 w 42594"/>
                <a:gd name="connsiteY2" fmla="*/ 3464 h 42225"/>
                <a:gd name="connsiteX3" fmla="*/ 39124 w 42594"/>
                <a:gd name="connsiteY3" fmla="*/ 9819 h 42225"/>
                <a:gd name="connsiteX4" fmla="*/ 32757 w 42594"/>
                <a:gd name="connsiteY4" fmla="*/ 39049 h 42225"/>
                <a:gd name="connsiteX5" fmla="*/ 32757 w 42594"/>
                <a:gd name="connsiteY5" fmla="*/ 39049 h 42225"/>
                <a:gd name="connsiteX6" fmla="*/ 21297 w 42594"/>
                <a:gd name="connsiteY6" fmla="*/ 42226 h 4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594" h="42225">
                  <a:moveTo>
                    <a:pt x="21297" y="42226"/>
                  </a:moveTo>
                  <a:cubicBezTo>
                    <a:pt x="14294" y="42226"/>
                    <a:pt x="7928" y="39049"/>
                    <a:pt x="3471" y="32694"/>
                  </a:cubicBezTo>
                  <a:cubicBezTo>
                    <a:pt x="-2896" y="23163"/>
                    <a:pt x="-349" y="9819"/>
                    <a:pt x="9838" y="3464"/>
                  </a:cubicBezTo>
                  <a:cubicBezTo>
                    <a:pt x="19387" y="-2890"/>
                    <a:pt x="32757" y="-348"/>
                    <a:pt x="39124" y="9819"/>
                  </a:cubicBezTo>
                  <a:cubicBezTo>
                    <a:pt x="45490" y="19350"/>
                    <a:pt x="42944" y="32694"/>
                    <a:pt x="32757" y="39049"/>
                  </a:cubicBezTo>
                  <a:lnTo>
                    <a:pt x="32757" y="39049"/>
                  </a:lnTo>
                  <a:cubicBezTo>
                    <a:pt x="29574" y="40955"/>
                    <a:pt x="25754" y="42226"/>
                    <a:pt x="21297" y="422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82F87B6F-FB79-8F31-7E74-3928D27839EC}"/>
                </a:ext>
              </a:extLst>
            </p:cNvPr>
            <p:cNvSpPr/>
            <p:nvPr/>
          </p:nvSpPr>
          <p:spPr>
            <a:xfrm>
              <a:off x="3402858" y="4780324"/>
              <a:ext cx="42528" cy="42160"/>
            </a:xfrm>
            <a:custGeom>
              <a:avLst/>
              <a:gdLst>
                <a:gd name="connsiteX0" fmla="*/ 21297 w 42528"/>
                <a:gd name="connsiteY0" fmla="*/ 42160 h 42160"/>
                <a:gd name="connsiteX1" fmla="*/ 3471 w 42528"/>
                <a:gd name="connsiteY1" fmla="*/ 32629 h 42160"/>
                <a:gd name="connsiteX2" fmla="*/ 9838 w 42528"/>
                <a:gd name="connsiteY2" fmla="*/ 3399 h 42160"/>
                <a:gd name="connsiteX3" fmla="*/ 25754 w 42528"/>
                <a:gd name="connsiteY3" fmla="*/ 221 h 42160"/>
                <a:gd name="connsiteX4" fmla="*/ 39124 w 42528"/>
                <a:gd name="connsiteY4" fmla="*/ 9117 h 42160"/>
                <a:gd name="connsiteX5" fmla="*/ 42307 w 42528"/>
                <a:gd name="connsiteY5" fmla="*/ 25003 h 42160"/>
                <a:gd name="connsiteX6" fmla="*/ 33394 w 42528"/>
                <a:gd name="connsiteY6" fmla="*/ 38347 h 42160"/>
                <a:gd name="connsiteX7" fmla="*/ 21297 w 42528"/>
                <a:gd name="connsiteY7" fmla="*/ 42160 h 4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528" h="42160">
                  <a:moveTo>
                    <a:pt x="21297" y="42160"/>
                  </a:moveTo>
                  <a:cubicBezTo>
                    <a:pt x="14294" y="42160"/>
                    <a:pt x="7927" y="38983"/>
                    <a:pt x="3471" y="32629"/>
                  </a:cubicBezTo>
                  <a:cubicBezTo>
                    <a:pt x="-2895" y="23097"/>
                    <a:pt x="-349" y="9753"/>
                    <a:pt x="9838" y="3399"/>
                  </a:cubicBezTo>
                  <a:cubicBezTo>
                    <a:pt x="14294" y="221"/>
                    <a:pt x="20024" y="-414"/>
                    <a:pt x="25754" y="221"/>
                  </a:cubicBezTo>
                  <a:cubicBezTo>
                    <a:pt x="31484" y="1492"/>
                    <a:pt x="35940" y="4669"/>
                    <a:pt x="39124" y="9117"/>
                  </a:cubicBezTo>
                  <a:cubicBezTo>
                    <a:pt x="42307" y="13566"/>
                    <a:pt x="42943" y="19284"/>
                    <a:pt x="42307" y="25003"/>
                  </a:cubicBezTo>
                  <a:cubicBezTo>
                    <a:pt x="41034" y="30722"/>
                    <a:pt x="37850" y="35170"/>
                    <a:pt x="33394" y="38347"/>
                  </a:cubicBezTo>
                  <a:cubicBezTo>
                    <a:pt x="28937" y="40889"/>
                    <a:pt x="25117" y="42160"/>
                    <a:pt x="21297" y="421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22B2B1A-40B5-C641-79B6-88920D1D9F41}"/>
              </a:ext>
            </a:extLst>
          </p:cNvPr>
          <p:cNvGrpSpPr/>
          <p:nvPr/>
        </p:nvGrpSpPr>
        <p:grpSpPr>
          <a:xfrm>
            <a:off x="10895881" y="551438"/>
            <a:ext cx="751607" cy="578967"/>
            <a:chOff x="8537865" y="1319106"/>
            <a:chExt cx="921208" cy="709611"/>
          </a:xfrm>
          <a:solidFill>
            <a:schemeClr val="bg1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DAF8A849-9148-08EF-A58F-1570A8B2B400}"/>
                </a:ext>
              </a:extLst>
            </p:cNvPr>
            <p:cNvSpPr/>
            <p:nvPr/>
          </p:nvSpPr>
          <p:spPr>
            <a:xfrm>
              <a:off x="9313753" y="1915716"/>
              <a:ext cx="142919" cy="106441"/>
            </a:xfrm>
            <a:custGeom>
              <a:avLst/>
              <a:gdLst>
                <a:gd name="connsiteX0" fmla="*/ 0 w 142919"/>
                <a:gd name="connsiteY0" fmla="*/ 106442 h 106441"/>
                <a:gd name="connsiteX1" fmla="*/ 142919 w 142919"/>
                <a:gd name="connsiteY1" fmla="*/ 106442 h 106441"/>
                <a:gd name="connsiteX2" fmla="*/ 142919 w 142919"/>
                <a:gd name="connsiteY2" fmla="*/ 81397 h 106441"/>
                <a:gd name="connsiteX3" fmla="*/ 84914 w 142919"/>
                <a:gd name="connsiteY3" fmla="*/ 81397 h 106441"/>
                <a:gd name="connsiteX4" fmla="*/ 84914 w 142919"/>
                <a:gd name="connsiteY4" fmla="*/ 9243 h 106441"/>
                <a:gd name="connsiteX5" fmla="*/ 61892 w 142919"/>
                <a:gd name="connsiteY5" fmla="*/ 9243 h 106441"/>
                <a:gd name="connsiteX6" fmla="*/ 61892 w 142919"/>
                <a:gd name="connsiteY6" fmla="*/ 81397 h 106441"/>
                <a:gd name="connsiteX7" fmla="*/ 22724 w 142919"/>
                <a:gd name="connsiteY7" fmla="*/ 81397 h 106441"/>
                <a:gd name="connsiteX8" fmla="*/ 22724 w 142919"/>
                <a:gd name="connsiteY8" fmla="*/ 0 h 106441"/>
                <a:gd name="connsiteX9" fmla="*/ 0 w 142919"/>
                <a:gd name="connsiteY9" fmla="*/ 0 h 106441"/>
                <a:gd name="connsiteX10" fmla="*/ 0 w 142919"/>
                <a:gd name="connsiteY10" fmla="*/ 106442 h 10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19" h="106441">
                  <a:moveTo>
                    <a:pt x="0" y="106442"/>
                  </a:moveTo>
                  <a:lnTo>
                    <a:pt x="142919" y="106442"/>
                  </a:lnTo>
                  <a:lnTo>
                    <a:pt x="142919" y="81397"/>
                  </a:lnTo>
                  <a:lnTo>
                    <a:pt x="84914" y="81397"/>
                  </a:lnTo>
                  <a:lnTo>
                    <a:pt x="84914" y="9243"/>
                  </a:lnTo>
                  <a:lnTo>
                    <a:pt x="61892" y="9243"/>
                  </a:lnTo>
                  <a:lnTo>
                    <a:pt x="61892" y="81397"/>
                  </a:lnTo>
                  <a:lnTo>
                    <a:pt x="22724" y="81397"/>
                  </a:lnTo>
                  <a:lnTo>
                    <a:pt x="22724" y="0"/>
                  </a:lnTo>
                  <a:lnTo>
                    <a:pt x="0" y="0"/>
                  </a:lnTo>
                  <a:lnTo>
                    <a:pt x="0" y="1064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840308A-3B5E-F883-FEE6-FEB08A63851C}"/>
                </a:ext>
              </a:extLst>
            </p:cNvPr>
            <p:cNvSpPr/>
            <p:nvPr/>
          </p:nvSpPr>
          <p:spPr>
            <a:xfrm>
              <a:off x="9311063" y="1755010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238 h 149674"/>
                <a:gd name="connsiteX9" fmla="*/ 74150 w 148003"/>
                <a:gd name="connsiteY9" fmla="*/ 26238 h 149674"/>
                <a:gd name="connsiteX10" fmla="*/ 23321 w 148003"/>
                <a:gd name="connsiteY10" fmla="*/ 74837 h 149674"/>
                <a:gd name="connsiteX11" fmla="*/ 73851 w 148003"/>
                <a:gd name="connsiteY11" fmla="*/ 123139 h 149674"/>
                <a:gd name="connsiteX12" fmla="*/ 74150 w 148003"/>
                <a:gd name="connsiteY12" fmla="*/ 123139 h 149674"/>
                <a:gd name="connsiteX13" fmla="*/ 124979 w 148003"/>
                <a:gd name="connsiteY13" fmla="*/ 74539 h 149674"/>
                <a:gd name="connsiteX14" fmla="*/ 74449 w 148003"/>
                <a:gd name="connsiteY14" fmla="*/ 26238 h 149674"/>
                <a:gd name="connsiteX15" fmla="*/ 74449 w 148003"/>
                <a:gd name="connsiteY15" fmla="*/ 26238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238"/>
                  </a:moveTo>
                  <a:lnTo>
                    <a:pt x="74150" y="26238"/>
                  </a:lnTo>
                  <a:cubicBezTo>
                    <a:pt x="46344" y="26238"/>
                    <a:pt x="23321" y="46512"/>
                    <a:pt x="23321" y="74837"/>
                  </a:cubicBezTo>
                  <a:cubicBezTo>
                    <a:pt x="23321" y="103162"/>
                    <a:pt x="46045" y="123139"/>
                    <a:pt x="73851" y="123139"/>
                  </a:cubicBezTo>
                  <a:lnTo>
                    <a:pt x="74150" y="123139"/>
                  </a:lnTo>
                  <a:cubicBezTo>
                    <a:pt x="101957" y="123139"/>
                    <a:pt x="124979" y="102864"/>
                    <a:pt x="124979" y="74539"/>
                  </a:cubicBezTo>
                  <a:cubicBezTo>
                    <a:pt x="124979" y="46214"/>
                    <a:pt x="102256" y="26238"/>
                    <a:pt x="74449" y="26238"/>
                  </a:cubicBezTo>
                  <a:lnTo>
                    <a:pt x="74449" y="2623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7D372A8-D65C-981D-82B1-4B1E76F208C9}"/>
                </a:ext>
              </a:extLst>
            </p:cNvPr>
            <p:cNvSpPr/>
            <p:nvPr/>
          </p:nvSpPr>
          <p:spPr>
            <a:xfrm>
              <a:off x="9311063" y="1591024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536 h 149674"/>
                <a:gd name="connsiteX9" fmla="*/ 74150 w 148003"/>
                <a:gd name="connsiteY9" fmla="*/ 26536 h 149674"/>
                <a:gd name="connsiteX10" fmla="*/ 23321 w 148003"/>
                <a:gd name="connsiteY10" fmla="*/ 75135 h 149674"/>
                <a:gd name="connsiteX11" fmla="*/ 73851 w 148003"/>
                <a:gd name="connsiteY11" fmla="*/ 123437 h 149674"/>
                <a:gd name="connsiteX12" fmla="*/ 74150 w 148003"/>
                <a:gd name="connsiteY12" fmla="*/ 123437 h 149674"/>
                <a:gd name="connsiteX13" fmla="*/ 124979 w 148003"/>
                <a:gd name="connsiteY13" fmla="*/ 74837 h 149674"/>
                <a:gd name="connsiteX14" fmla="*/ 74449 w 148003"/>
                <a:gd name="connsiteY14" fmla="*/ 26536 h 149674"/>
                <a:gd name="connsiteX15" fmla="*/ 74449 w 148003"/>
                <a:gd name="connsiteY15" fmla="*/ 26536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536"/>
                  </a:moveTo>
                  <a:lnTo>
                    <a:pt x="74150" y="26536"/>
                  </a:lnTo>
                  <a:cubicBezTo>
                    <a:pt x="46344" y="26536"/>
                    <a:pt x="23321" y="46811"/>
                    <a:pt x="23321" y="75135"/>
                  </a:cubicBezTo>
                  <a:cubicBezTo>
                    <a:pt x="23321" y="103460"/>
                    <a:pt x="46045" y="123437"/>
                    <a:pt x="73851" y="123437"/>
                  </a:cubicBezTo>
                  <a:lnTo>
                    <a:pt x="74150" y="123437"/>
                  </a:lnTo>
                  <a:cubicBezTo>
                    <a:pt x="101957" y="123437"/>
                    <a:pt x="124979" y="103162"/>
                    <a:pt x="124979" y="74837"/>
                  </a:cubicBezTo>
                  <a:cubicBezTo>
                    <a:pt x="124979" y="46512"/>
                    <a:pt x="102256" y="26536"/>
                    <a:pt x="74449" y="26536"/>
                  </a:cubicBezTo>
                  <a:lnTo>
                    <a:pt x="74449" y="265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3FCD2007-43EA-A307-7C13-D980D2049DFB}"/>
                </a:ext>
              </a:extLst>
            </p:cNvPr>
            <p:cNvSpPr/>
            <p:nvPr/>
          </p:nvSpPr>
          <p:spPr>
            <a:xfrm>
              <a:off x="9313753" y="1441350"/>
              <a:ext cx="142919" cy="129399"/>
            </a:xfrm>
            <a:custGeom>
              <a:avLst/>
              <a:gdLst>
                <a:gd name="connsiteX0" fmla="*/ 0 w 142919"/>
                <a:gd name="connsiteY0" fmla="*/ 129400 h 129399"/>
                <a:gd name="connsiteX1" fmla="*/ 0 w 142919"/>
                <a:gd name="connsiteY1" fmla="*/ 76030 h 129399"/>
                <a:gd name="connsiteX2" fmla="*/ 71160 w 142919"/>
                <a:gd name="connsiteY2" fmla="*/ 0 h 129399"/>
                <a:gd name="connsiteX3" fmla="*/ 71460 w 142919"/>
                <a:gd name="connsiteY3" fmla="*/ 0 h 129399"/>
                <a:gd name="connsiteX4" fmla="*/ 142919 w 142919"/>
                <a:gd name="connsiteY4" fmla="*/ 76030 h 129399"/>
                <a:gd name="connsiteX5" fmla="*/ 142919 w 142919"/>
                <a:gd name="connsiteY5" fmla="*/ 129400 h 129399"/>
                <a:gd name="connsiteX6" fmla="*/ 0 w 142919"/>
                <a:gd name="connsiteY6" fmla="*/ 129400 h 129399"/>
                <a:gd name="connsiteX7" fmla="*/ 120196 w 142919"/>
                <a:gd name="connsiteY7" fmla="*/ 76030 h 129399"/>
                <a:gd name="connsiteX8" fmla="*/ 72058 w 142919"/>
                <a:gd name="connsiteY8" fmla="*/ 26238 h 129399"/>
                <a:gd name="connsiteX9" fmla="*/ 71759 w 142919"/>
                <a:gd name="connsiteY9" fmla="*/ 26238 h 129399"/>
                <a:gd name="connsiteX10" fmla="*/ 23023 w 142919"/>
                <a:gd name="connsiteY10" fmla="*/ 76030 h 129399"/>
                <a:gd name="connsiteX11" fmla="*/ 23023 w 142919"/>
                <a:gd name="connsiteY11" fmla="*/ 104355 h 129399"/>
                <a:gd name="connsiteX12" fmla="*/ 120494 w 142919"/>
                <a:gd name="connsiteY12" fmla="*/ 104355 h 129399"/>
                <a:gd name="connsiteX13" fmla="*/ 120494 w 142919"/>
                <a:gd name="connsiteY13" fmla="*/ 76030 h 129399"/>
                <a:gd name="connsiteX14" fmla="*/ 120196 w 142919"/>
                <a:gd name="connsiteY14" fmla="*/ 76030 h 12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919" h="129399">
                  <a:moveTo>
                    <a:pt x="0" y="129400"/>
                  </a:moveTo>
                  <a:lnTo>
                    <a:pt x="0" y="76030"/>
                  </a:lnTo>
                  <a:cubicBezTo>
                    <a:pt x="0" y="31008"/>
                    <a:pt x="30796" y="0"/>
                    <a:pt x="71160" y="0"/>
                  </a:cubicBezTo>
                  <a:lnTo>
                    <a:pt x="71460" y="0"/>
                  </a:lnTo>
                  <a:cubicBezTo>
                    <a:pt x="111824" y="0"/>
                    <a:pt x="142919" y="31008"/>
                    <a:pt x="142919" y="76030"/>
                  </a:cubicBezTo>
                  <a:lnTo>
                    <a:pt x="142919" y="129400"/>
                  </a:lnTo>
                  <a:lnTo>
                    <a:pt x="0" y="129400"/>
                  </a:lnTo>
                  <a:close/>
                  <a:moveTo>
                    <a:pt x="120196" y="76030"/>
                  </a:moveTo>
                  <a:cubicBezTo>
                    <a:pt x="120196" y="45916"/>
                    <a:pt x="99864" y="26238"/>
                    <a:pt x="72058" y="26238"/>
                  </a:cubicBezTo>
                  <a:lnTo>
                    <a:pt x="71759" y="26238"/>
                  </a:lnTo>
                  <a:cubicBezTo>
                    <a:pt x="43653" y="26238"/>
                    <a:pt x="23023" y="45916"/>
                    <a:pt x="23023" y="76030"/>
                  </a:cubicBezTo>
                  <a:lnTo>
                    <a:pt x="23023" y="104355"/>
                  </a:lnTo>
                  <a:lnTo>
                    <a:pt x="120494" y="104355"/>
                  </a:lnTo>
                  <a:lnTo>
                    <a:pt x="120494" y="76030"/>
                  </a:lnTo>
                  <a:lnTo>
                    <a:pt x="120196" y="7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5E098A4A-4355-CE33-02E1-DF4152918E37}"/>
                </a:ext>
              </a:extLst>
            </p:cNvPr>
            <p:cNvSpPr/>
            <p:nvPr/>
          </p:nvSpPr>
          <p:spPr>
            <a:xfrm>
              <a:off x="9311063" y="1319702"/>
              <a:ext cx="148010" cy="110615"/>
            </a:xfrm>
            <a:custGeom>
              <a:avLst/>
              <a:gdLst>
                <a:gd name="connsiteX0" fmla="*/ 125278 w 148010"/>
                <a:gd name="connsiteY0" fmla="*/ 110616 h 110615"/>
                <a:gd name="connsiteX1" fmla="*/ 107040 w 148010"/>
                <a:gd name="connsiteY1" fmla="*/ 95410 h 110615"/>
                <a:gd name="connsiteX2" fmla="*/ 125876 w 148010"/>
                <a:gd name="connsiteY2" fmla="*/ 50090 h 110615"/>
                <a:gd name="connsiteX3" fmla="*/ 107638 w 148010"/>
                <a:gd name="connsiteY3" fmla="*/ 24747 h 110615"/>
                <a:gd name="connsiteX4" fmla="*/ 107339 w 148010"/>
                <a:gd name="connsiteY4" fmla="*/ 24747 h 110615"/>
                <a:gd name="connsiteX5" fmla="*/ 85213 w 148010"/>
                <a:gd name="connsiteY5" fmla="*/ 57246 h 110615"/>
                <a:gd name="connsiteX6" fmla="*/ 42158 w 148010"/>
                <a:gd name="connsiteY6" fmla="*/ 105249 h 110615"/>
                <a:gd name="connsiteX7" fmla="*/ 41859 w 148010"/>
                <a:gd name="connsiteY7" fmla="*/ 105249 h 110615"/>
                <a:gd name="connsiteX8" fmla="*/ 0 w 148010"/>
                <a:gd name="connsiteY8" fmla="*/ 56053 h 110615"/>
                <a:gd name="connsiteX9" fmla="*/ 18239 w 148010"/>
                <a:gd name="connsiteY9" fmla="*/ 3876 h 110615"/>
                <a:gd name="connsiteX10" fmla="*/ 37374 w 148010"/>
                <a:gd name="connsiteY10" fmla="*/ 17591 h 110615"/>
                <a:gd name="connsiteX11" fmla="*/ 22425 w 148010"/>
                <a:gd name="connsiteY11" fmla="*/ 56650 h 110615"/>
                <a:gd name="connsiteX12" fmla="*/ 39467 w 148010"/>
                <a:gd name="connsiteY12" fmla="*/ 80204 h 110615"/>
                <a:gd name="connsiteX13" fmla="*/ 39766 w 148010"/>
                <a:gd name="connsiteY13" fmla="*/ 80204 h 110615"/>
                <a:gd name="connsiteX14" fmla="*/ 62490 w 148010"/>
                <a:gd name="connsiteY14" fmla="*/ 46214 h 110615"/>
                <a:gd name="connsiteX15" fmla="*/ 104648 w 148010"/>
                <a:gd name="connsiteY15" fmla="*/ 0 h 110615"/>
                <a:gd name="connsiteX16" fmla="*/ 104947 w 148010"/>
                <a:gd name="connsiteY16" fmla="*/ 0 h 110615"/>
                <a:gd name="connsiteX17" fmla="*/ 148002 w 148010"/>
                <a:gd name="connsiteY17" fmla="*/ 51283 h 110615"/>
                <a:gd name="connsiteX18" fmla="*/ 125278 w 148010"/>
                <a:gd name="connsiteY18" fmla="*/ 110616 h 110615"/>
                <a:gd name="connsiteX19" fmla="*/ 125278 w 148010"/>
                <a:gd name="connsiteY19" fmla="*/ 110616 h 11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8010" h="110615">
                  <a:moveTo>
                    <a:pt x="125278" y="110616"/>
                  </a:moveTo>
                  <a:lnTo>
                    <a:pt x="107040" y="95410"/>
                  </a:lnTo>
                  <a:cubicBezTo>
                    <a:pt x="119000" y="81695"/>
                    <a:pt x="125876" y="67980"/>
                    <a:pt x="125876" y="50090"/>
                  </a:cubicBezTo>
                  <a:cubicBezTo>
                    <a:pt x="125876" y="34586"/>
                    <a:pt x="118701" y="24747"/>
                    <a:pt x="107638" y="24747"/>
                  </a:cubicBezTo>
                  <a:lnTo>
                    <a:pt x="107339" y="24747"/>
                  </a:lnTo>
                  <a:cubicBezTo>
                    <a:pt x="97173" y="24747"/>
                    <a:pt x="91492" y="30412"/>
                    <a:pt x="85213" y="57246"/>
                  </a:cubicBezTo>
                  <a:cubicBezTo>
                    <a:pt x="77738" y="87956"/>
                    <a:pt x="68769" y="105249"/>
                    <a:pt x="42158" y="105249"/>
                  </a:cubicBezTo>
                  <a:lnTo>
                    <a:pt x="41859" y="105249"/>
                  </a:lnTo>
                  <a:cubicBezTo>
                    <a:pt x="17043" y="105249"/>
                    <a:pt x="0" y="84676"/>
                    <a:pt x="0" y="56053"/>
                  </a:cubicBezTo>
                  <a:cubicBezTo>
                    <a:pt x="0" y="35182"/>
                    <a:pt x="6279" y="18486"/>
                    <a:pt x="18239" y="3876"/>
                  </a:cubicBezTo>
                  <a:lnTo>
                    <a:pt x="37374" y="17591"/>
                  </a:lnTo>
                  <a:cubicBezTo>
                    <a:pt x="27806" y="30412"/>
                    <a:pt x="22425" y="43531"/>
                    <a:pt x="22425" y="56650"/>
                  </a:cubicBezTo>
                  <a:cubicBezTo>
                    <a:pt x="22425" y="71558"/>
                    <a:pt x="29899" y="80204"/>
                    <a:pt x="39467" y="80204"/>
                  </a:cubicBezTo>
                  <a:lnTo>
                    <a:pt x="39766" y="80204"/>
                  </a:lnTo>
                  <a:cubicBezTo>
                    <a:pt x="50829" y="80204"/>
                    <a:pt x="55912" y="73645"/>
                    <a:pt x="62490" y="46214"/>
                  </a:cubicBezTo>
                  <a:cubicBezTo>
                    <a:pt x="69965" y="15802"/>
                    <a:pt x="80728" y="0"/>
                    <a:pt x="104648" y="0"/>
                  </a:cubicBezTo>
                  <a:lnTo>
                    <a:pt x="104947" y="0"/>
                  </a:lnTo>
                  <a:cubicBezTo>
                    <a:pt x="131856" y="0"/>
                    <a:pt x="148002" y="21169"/>
                    <a:pt x="148002" y="51283"/>
                  </a:cubicBezTo>
                  <a:cubicBezTo>
                    <a:pt x="148301" y="72750"/>
                    <a:pt x="140527" y="93323"/>
                    <a:pt x="125278" y="110616"/>
                  </a:cubicBezTo>
                  <a:lnTo>
                    <a:pt x="125278" y="1106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AF13702-5679-5FC6-B661-997473501CD5}"/>
                </a:ext>
              </a:extLst>
            </p:cNvPr>
            <p:cNvSpPr/>
            <p:nvPr/>
          </p:nvSpPr>
          <p:spPr>
            <a:xfrm>
              <a:off x="8537865" y="1319106"/>
              <a:ext cx="327996" cy="340494"/>
            </a:xfrm>
            <a:custGeom>
              <a:avLst/>
              <a:gdLst>
                <a:gd name="connsiteX0" fmla="*/ 0 w 327996"/>
                <a:gd name="connsiteY0" fmla="*/ 171142 h 340494"/>
                <a:gd name="connsiteX1" fmla="*/ 0 w 327996"/>
                <a:gd name="connsiteY1" fmla="*/ 170247 h 340494"/>
                <a:gd name="connsiteX2" fmla="*/ 180293 w 327996"/>
                <a:gd name="connsiteY2" fmla="*/ 0 h 340494"/>
                <a:gd name="connsiteX3" fmla="*/ 316933 w 327996"/>
                <a:gd name="connsiteY3" fmla="*/ 49494 h 340494"/>
                <a:gd name="connsiteX4" fmla="*/ 255939 w 327996"/>
                <a:gd name="connsiteY4" fmla="*/ 123139 h 340494"/>
                <a:gd name="connsiteX5" fmla="*/ 183582 w 327996"/>
                <a:gd name="connsiteY5" fmla="*/ 94814 h 340494"/>
                <a:gd name="connsiteX6" fmla="*/ 110329 w 327996"/>
                <a:gd name="connsiteY6" fmla="*/ 171738 h 340494"/>
                <a:gd name="connsiteX7" fmla="*/ 110329 w 327996"/>
                <a:gd name="connsiteY7" fmla="*/ 172633 h 340494"/>
                <a:gd name="connsiteX8" fmla="*/ 188366 w 327996"/>
                <a:gd name="connsiteY8" fmla="*/ 250451 h 340494"/>
                <a:gd name="connsiteX9" fmla="*/ 225740 w 327996"/>
                <a:gd name="connsiteY9" fmla="*/ 242997 h 340494"/>
                <a:gd name="connsiteX10" fmla="*/ 225740 w 327996"/>
                <a:gd name="connsiteY10" fmla="*/ 210200 h 340494"/>
                <a:gd name="connsiteX11" fmla="*/ 169829 w 327996"/>
                <a:gd name="connsiteY11" fmla="*/ 210200 h 340494"/>
                <a:gd name="connsiteX12" fmla="*/ 169829 w 327996"/>
                <a:gd name="connsiteY12" fmla="*/ 140133 h 340494"/>
                <a:gd name="connsiteX13" fmla="*/ 327996 w 327996"/>
                <a:gd name="connsiteY13" fmla="*/ 140133 h 340494"/>
                <a:gd name="connsiteX14" fmla="*/ 327996 w 327996"/>
                <a:gd name="connsiteY14" fmla="*/ 291597 h 340494"/>
                <a:gd name="connsiteX15" fmla="*/ 183881 w 327996"/>
                <a:gd name="connsiteY15" fmla="*/ 340495 h 340494"/>
                <a:gd name="connsiteX16" fmla="*/ 0 w 327996"/>
                <a:gd name="connsiteY16" fmla="*/ 171142 h 340494"/>
                <a:gd name="connsiteX17" fmla="*/ 0 w 327996"/>
                <a:gd name="connsiteY17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7996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2750"/>
                    <a:pt x="77140" y="0"/>
                    <a:pt x="180293" y="0"/>
                  </a:cubicBezTo>
                  <a:cubicBezTo>
                    <a:pt x="236205" y="0"/>
                    <a:pt x="281652" y="18784"/>
                    <a:pt x="316933" y="49494"/>
                  </a:cubicBezTo>
                  <a:lnTo>
                    <a:pt x="255939" y="123139"/>
                  </a:lnTo>
                  <a:cubicBezTo>
                    <a:pt x="234411" y="104951"/>
                    <a:pt x="210791" y="94814"/>
                    <a:pt x="183582" y="94814"/>
                  </a:cubicBezTo>
                  <a:cubicBezTo>
                    <a:pt x="141125" y="94814"/>
                    <a:pt x="110329" y="127611"/>
                    <a:pt x="110329" y="171738"/>
                  </a:cubicBezTo>
                  <a:lnTo>
                    <a:pt x="110329" y="172633"/>
                  </a:lnTo>
                  <a:cubicBezTo>
                    <a:pt x="110329" y="218847"/>
                    <a:pt x="142620" y="250451"/>
                    <a:pt x="188366" y="250451"/>
                  </a:cubicBezTo>
                  <a:cubicBezTo>
                    <a:pt x="206904" y="250451"/>
                    <a:pt x="217369" y="247768"/>
                    <a:pt x="225740" y="242997"/>
                  </a:cubicBezTo>
                  <a:lnTo>
                    <a:pt x="225740" y="210200"/>
                  </a:lnTo>
                  <a:lnTo>
                    <a:pt x="169829" y="210200"/>
                  </a:lnTo>
                  <a:lnTo>
                    <a:pt x="169829" y="140133"/>
                  </a:lnTo>
                  <a:lnTo>
                    <a:pt x="327996" y="140133"/>
                  </a:lnTo>
                  <a:lnTo>
                    <a:pt x="327996" y="291597"/>
                  </a:lnTo>
                  <a:cubicBezTo>
                    <a:pt x="292416" y="320518"/>
                    <a:pt x="243082" y="340495"/>
                    <a:pt x="183881" y="340495"/>
                  </a:cubicBezTo>
                  <a:cubicBezTo>
                    <a:pt x="81625" y="340495"/>
                    <a:pt x="0" y="272217"/>
                    <a:pt x="0" y="171142"/>
                  </a:cubicBezTo>
                  <a:lnTo>
                    <a:pt x="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3D44246-1E4D-10CB-6E61-89F517DCF09B}"/>
                </a:ext>
              </a:extLst>
            </p:cNvPr>
            <p:cNvSpPr/>
            <p:nvPr/>
          </p:nvSpPr>
          <p:spPr>
            <a:xfrm>
              <a:off x="8897255" y="1319106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37DBA14F-B148-BD0A-970C-9A450A5FB871}"/>
                </a:ext>
              </a:extLst>
            </p:cNvPr>
            <p:cNvSpPr/>
            <p:nvPr/>
          </p:nvSpPr>
          <p:spPr>
            <a:xfrm>
              <a:off x="8897255" y="1688223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96D29BC9-D4E1-3C6A-89E1-B0CC3E5CE34B}"/>
                </a:ext>
              </a:extLst>
            </p:cNvPr>
            <p:cNvSpPr/>
            <p:nvPr/>
          </p:nvSpPr>
          <p:spPr>
            <a:xfrm>
              <a:off x="8550721" y="1694782"/>
              <a:ext cx="327398" cy="327375"/>
            </a:xfrm>
            <a:custGeom>
              <a:avLst/>
              <a:gdLst>
                <a:gd name="connsiteX0" fmla="*/ 327398 w 327398"/>
                <a:gd name="connsiteY0" fmla="*/ 0 h 327375"/>
                <a:gd name="connsiteX1" fmla="*/ 0 w 327398"/>
                <a:gd name="connsiteY1" fmla="*/ 0 h 327375"/>
                <a:gd name="connsiteX2" fmla="*/ 0 w 327398"/>
                <a:gd name="connsiteY2" fmla="*/ 93323 h 327375"/>
                <a:gd name="connsiteX3" fmla="*/ 109731 w 327398"/>
                <a:gd name="connsiteY3" fmla="*/ 93323 h 327375"/>
                <a:gd name="connsiteX4" fmla="*/ 109731 w 327398"/>
                <a:gd name="connsiteY4" fmla="*/ 327376 h 327375"/>
                <a:gd name="connsiteX5" fmla="*/ 217369 w 327398"/>
                <a:gd name="connsiteY5" fmla="*/ 327376 h 327375"/>
                <a:gd name="connsiteX6" fmla="*/ 217369 w 327398"/>
                <a:gd name="connsiteY6" fmla="*/ 93323 h 327375"/>
                <a:gd name="connsiteX7" fmla="*/ 327398 w 327398"/>
                <a:gd name="connsiteY7" fmla="*/ 93323 h 327375"/>
                <a:gd name="connsiteX8" fmla="*/ 327398 w 327398"/>
                <a:gd name="connsiteY8" fmla="*/ 0 h 3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398" h="327375">
                  <a:moveTo>
                    <a:pt x="327398" y="0"/>
                  </a:moveTo>
                  <a:lnTo>
                    <a:pt x="0" y="0"/>
                  </a:lnTo>
                  <a:lnTo>
                    <a:pt x="0" y="93323"/>
                  </a:lnTo>
                  <a:lnTo>
                    <a:pt x="109731" y="93323"/>
                  </a:lnTo>
                  <a:lnTo>
                    <a:pt x="109731" y="327376"/>
                  </a:lnTo>
                  <a:lnTo>
                    <a:pt x="217369" y="327376"/>
                  </a:lnTo>
                  <a:lnTo>
                    <a:pt x="217369" y="93323"/>
                  </a:lnTo>
                  <a:lnTo>
                    <a:pt x="327398" y="93323"/>
                  </a:lnTo>
                  <a:lnTo>
                    <a:pt x="327398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490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Page A  |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D098-B447-79ED-27D6-0983AC947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689" y="1496321"/>
            <a:ext cx="11095036" cy="443198"/>
          </a:xfrm>
        </p:spPr>
        <p:txBody>
          <a:bodyPr wrap="square" anchor="b">
            <a:sp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E6154-9CAB-42A6-DF23-0071FD3E6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689" y="2071917"/>
            <a:ext cx="11095036" cy="249299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3" name="Graphic 11">
            <a:extLst>
              <a:ext uri="{FF2B5EF4-FFF2-40B4-BE49-F238E27FC236}">
                <a16:creationId xmlns:a16="http://schemas.microsoft.com/office/drawing/2014/main" id="{87F434DA-A3C6-3C69-F53B-85DC5D9AB9DA}"/>
              </a:ext>
            </a:extLst>
          </p:cNvPr>
          <p:cNvGrpSpPr/>
          <p:nvPr/>
        </p:nvGrpSpPr>
        <p:grpSpPr>
          <a:xfrm>
            <a:off x="54620" y="2993667"/>
            <a:ext cx="12098727" cy="3313413"/>
            <a:chOff x="54620" y="2826325"/>
            <a:chExt cx="12098727" cy="3313413"/>
          </a:xfrm>
          <a:solidFill>
            <a:schemeClr val="bg1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E09FB0B-3809-0792-1CF1-80286201DCFD}"/>
                </a:ext>
              </a:extLst>
            </p:cNvPr>
            <p:cNvSpPr/>
            <p:nvPr/>
          </p:nvSpPr>
          <p:spPr>
            <a:xfrm>
              <a:off x="2815353" y="3078059"/>
              <a:ext cx="1349074" cy="1346643"/>
            </a:xfrm>
            <a:custGeom>
              <a:avLst/>
              <a:gdLst>
                <a:gd name="connsiteX0" fmla="*/ 942410 w 1349074"/>
                <a:gd name="connsiteY0" fmla="*/ 1346644 h 1346643"/>
                <a:gd name="connsiteX1" fmla="*/ 654642 w 1349074"/>
                <a:gd name="connsiteY1" fmla="*/ 1227818 h 1346643"/>
                <a:gd name="connsiteX2" fmla="*/ 3343 w 1349074"/>
                <a:gd name="connsiteY2" fmla="*/ 577769 h 1346643"/>
                <a:gd name="connsiteX3" fmla="*/ 3343 w 1349074"/>
                <a:gd name="connsiteY3" fmla="*/ 560612 h 1346643"/>
                <a:gd name="connsiteX4" fmla="*/ 20532 w 1349074"/>
                <a:gd name="connsiteY4" fmla="*/ 560612 h 1346643"/>
                <a:gd name="connsiteX5" fmla="*/ 671831 w 1349074"/>
                <a:gd name="connsiteY5" fmla="*/ 1210661 h 1346643"/>
                <a:gd name="connsiteX6" fmla="*/ 942410 w 1349074"/>
                <a:gd name="connsiteY6" fmla="*/ 1322497 h 1346643"/>
                <a:gd name="connsiteX7" fmla="*/ 1212989 w 1349074"/>
                <a:gd name="connsiteY7" fmla="*/ 1210661 h 1346643"/>
                <a:gd name="connsiteX8" fmla="*/ 1213626 w 1349074"/>
                <a:gd name="connsiteY8" fmla="*/ 670542 h 1346643"/>
                <a:gd name="connsiteX9" fmla="*/ 561690 w 1349074"/>
                <a:gd name="connsiteY9" fmla="*/ 20493 h 1346643"/>
                <a:gd name="connsiteX10" fmla="*/ 561690 w 1349074"/>
                <a:gd name="connsiteY10" fmla="*/ 3336 h 1346643"/>
                <a:gd name="connsiteX11" fmla="*/ 578880 w 1349074"/>
                <a:gd name="connsiteY11" fmla="*/ 3336 h 1346643"/>
                <a:gd name="connsiteX12" fmla="*/ 1230179 w 1349074"/>
                <a:gd name="connsiteY12" fmla="*/ 653385 h 1346643"/>
                <a:gd name="connsiteX13" fmla="*/ 1230179 w 1349074"/>
                <a:gd name="connsiteY13" fmla="*/ 1227182 h 1346643"/>
                <a:gd name="connsiteX14" fmla="*/ 942410 w 1349074"/>
                <a:gd name="connsiteY14" fmla="*/ 1346644 h 1346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49074" h="1346643">
                  <a:moveTo>
                    <a:pt x="942410" y="1346644"/>
                  </a:moveTo>
                  <a:cubicBezTo>
                    <a:pt x="833542" y="1346644"/>
                    <a:pt x="731677" y="1304705"/>
                    <a:pt x="654642" y="1227818"/>
                  </a:cubicBezTo>
                  <a:lnTo>
                    <a:pt x="3343" y="577769"/>
                  </a:lnTo>
                  <a:cubicBezTo>
                    <a:pt x="-1114" y="573320"/>
                    <a:pt x="-1114" y="565060"/>
                    <a:pt x="3343" y="560612"/>
                  </a:cubicBezTo>
                  <a:cubicBezTo>
                    <a:pt x="7799" y="556164"/>
                    <a:pt x="16076" y="556164"/>
                    <a:pt x="20532" y="560612"/>
                  </a:cubicBezTo>
                  <a:lnTo>
                    <a:pt x="671831" y="1210661"/>
                  </a:lnTo>
                  <a:cubicBezTo>
                    <a:pt x="743774" y="1282465"/>
                    <a:pt x="839909" y="1322497"/>
                    <a:pt x="942410" y="1322497"/>
                  </a:cubicBezTo>
                  <a:cubicBezTo>
                    <a:pt x="1044912" y="1322497"/>
                    <a:pt x="1140410" y="1283100"/>
                    <a:pt x="1212989" y="1210661"/>
                  </a:cubicBezTo>
                  <a:cubicBezTo>
                    <a:pt x="1362603" y="1061334"/>
                    <a:pt x="1362603" y="819233"/>
                    <a:pt x="1213626" y="670542"/>
                  </a:cubicBezTo>
                  <a:lnTo>
                    <a:pt x="561690" y="20493"/>
                  </a:lnTo>
                  <a:cubicBezTo>
                    <a:pt x="557233" y="16045"/>
                    <a:pt x="557233" y="7784"/>
                    <a:pt x="561690" y="3336"/>
                  </a:cubicBezTo>
                  <a:cubicBezTo>
                    <a:pt x="566146" y="-1112"/>
                    <a:pt x="574423" y="-1112"/>
                    <a:pt x="578880" y="3336"/>
                  </a:cubicBezTo>
                  <a:lnTo>
                    <a:pt x="1230179" y="653385"/>
                  </a:lnTo>
                  <a:cubicBezTo>
                    <a:pt x="1388706" y="811608"/>
                    <a:pt x="1388706" y="1068959"/>
                    <a:pt x="1230179" y="1227182"/>
                  </a:cubicBezTo>
                  <a:cubicBezTo>
                    <a:pt x="1153144" y="1304070"/>
                    <a:pt x="1050642" y="1346644"/>
                    <a:pt x="942410" y="1346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9917970-6276-98FC-FC58-7552DF704EE6}"/>
                </a:ext>
              </a:extLst>
            </p:cNvPr>
            <p:cNvSpPr/>
            <p:nvPr/>
          </p:nvSpPr>
          <p:spPr>
            <a:xfrm>
              <a:off x="2815990" y="3077423"/>
              <a:ext cx="666841" cy="666093"/>
            </a:xfrm>
            <a:custGeom>
              <a:avLst/>
              <a:gdLst>
                <a:gd name="connsiteX0" fmla="*/ 227445 w 666841"/>
                <a:gd name="connsiteY0" fmla="*/ 666094 h 666093"/>
                <a:gd name="connsiteX1" fmla="*/ 3343 w 666841"/>
                <a:gd name="connsiteY1" fmla="*/ 577769 h 666093"/>
                <a:gd name="connsiteX2" fmla="*/ 3343 w 666841"/>
                <a:gd name="connsiteY2" fmla="*/ 560612 h 666093"/>
                <a:gd name="connsiteX3" fmla="*/ 20532 w 666841"/>
                <a:gd name="connsiteY3" fmla="*/ 560612 h 666093"/>
                <a:gd name="connsiteX4" fmla="*/ 515851 w 666841"/>
                <a:gd name="connsiteY4" fmla="*/ 515496 h 666093"/>
                <a:gd name="connsiteX5" fmla="*/ 639362 w 666841"/>
                <a:gd name="connsiteY5" fmla="*/ 274031 h 666093"/>
                <a:gd name="connsiteX6" fmla="*/ 561053 w 666841"/>
                <a:gd name="connsiteY6" fmla="*/ 20493 h 666093"/>
                <a:gd name="connsiteX7" fmla="*/ 561053 w 666841"/>
                <a:gd name="connsiteY7" fmla="*/ 3336 h 666093"/>
                <a:gd name="connsiteX8" fmla="*/ 578243 w 666841"/>
                <a:gd name="connsiteY8" fmla="*/ 3336 h 666093"/>
                <a:gd name="connsiteX9" fmla="*/ 663555 w 666841"/>
                <a:gd name="connsiteY9" fmla="*/ 277208 h 666093"/>
                <a:gd name="connsiteX10" fmla="*/ 533040 w 666841"/>
                <a:gd name="connsiteY10" fmla="*/ 532653 h 666093"/>
                <a:gd name="connsiteX11" fmla="*/ 227445 w 666841"/>
                <a:gd name="connsiteY11" fmla="*/ 666094 h 666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6841" h="666093">
                  <a:moveTo>
                    <a:pt x="227445" y="666094"/>
                  </a:moveTo>
                  <a:cubicBezTo>
                    <a:pt x="142770" y="666094"/>
                    <a:pt x="63188" y="636864"/>
                    <a:pt x="3343" y="577769"/>
                  </a:cubicBezTo>
                  <a:cubicBezTo>
                    <a:pt x="-1114" y="573321"/>
                    <a:pt x="-1114" y="565060"/>
                    <a:pt x="3343" y="560612"/>
                  </a:cubicBezTo>
                  <a:cubicBezTo>
                    <a:pt x="7799" y="556164"/>
                    <a:pt x="16076" y="556164"/>
                    <a:pt x="20532" y="560612"/>
                  </a:cubicBezTo>
                  <a:cubicBezTo>
                    <a:pt x="144680" y="684522"/>
                    <a:pt x="366873" y="664188"/>
                    <a:pt x="515851" y="515496"/>
                  </a:cubicBezTo>
                  <a:cubicBezTo>
                    <a:pt x="583973" y="447505"/>
                    <a:pt x="627266" y="362356"/>
                    <a:pt x="639362" y="274031"/>
                  </a:cubicBezTo>
                  <a:cubicBezTo>
                    <a:pt x="652732" y="176174"/>
                    <a:pt x="624082" y="83401"/>
                    <a:pt x="561053" y="20493"/>
                  </a:cubicBezTo>
                  <a:cubicBezTo>
                    <a:pt x="556596" y="16045"/>
                    <a:pt x="556596" y="7784"/>
                    <a:pt x="561053" y="3336"/>
                  </a:cubicBezTo>
                  <a:cubicBezTo>
                    <a:pt x="565510" y="-1112"/>
                    <a:pt x="573786" y="-1112"/>
                    <a:pt x="578243" y="3336"/>
                  </a:cubicBezTo>
                  <a:cubicBezTo>
                    <a:pt x="646365" y="71327"/>
                    <a:pt x="677561" y="171091"/>
                    <a:pt x="663555" y="277208"/>
                  </a:cubicBezTo>
                  <a:cubicBezTo>
                    <a:pt x="650822" y="370617"/>
                    <a:pt x="604983" y="460849"/>
                    <a:pt x="533040" y="532653"/>
                  </a:cubicBezTo>
                  <a:cubicBezTo>
                    <a:pt x="445182" y="620978"/>
                    <a:pt x="333130" y="666094"/>
                    <a:pt x="227445" y="6660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0685573-621B-14C1-901A-51AF9E0A6519}"/>
                </a:ext>
              </a:extLst>
            </p:cNvPr>
            <p:cNvSpPr/>
            <p:nvPr/>
          </p:nvSpPr>
          <p:spPr>
            <a:xfrm>
              <a:off x="2774766" y="3036914"/>
              <a:ext cx="621535" cy="620819"/>
            </a:xfrm>
            <a:custGeom>
              <a:avLst/>
              <a:gdLst>
                <a:gd name="connsiteX0" fmla="*/ 52206 w 621535"/>
                <a:gd name="connsiteY0" fmla="*/ 620819 h 620819"/>
                <a:gd name="connsiteX1" fmla="*/ 43293 w 621535"/>
                <a:gd name="connsiteY1" fmla="*/ 617007 h 620819"/>
                <a:gd name="connsiteX2" fmla="*/ 0 w 621535"/>
                <a:gd name="connsiteY2" fmla="*/ 513431 h 620819"/>
                <a:gd name="connsiteX3" fmla="*/ 43293 w 621535"/>
                <a:gd name="connsiteY3" fmla="*/ 409855 h 620819"/>
                <a:gd name="connsiteX4" fmla="*/ 189723 w 621535"/>
                <a:gd name="connsiteY4" fmla="*/ 373000 h 620819"/>
                <a:gd name="connsiteX5" fmla="*/ 226649 w 621535"/>
                <a:gd name="connsiteY5" fmla="*/ 226850 h 620819"/>
                <a:gd name="connsiteX6" fmla="*/ 374354 w 621535"/>
                <a:gd name="connsiteY6" fmla="*/ 190630 h 620819"/>
                <a:gd name="connsiteX7" fmla="*/ 410643 w 621535"/>
                <a:gd name="connsiteY7" fmla="*/ 43210 h 620819"/>
                <a:gd name="connsiteX8" fmla="*/ 514418 w 621535"/>
                <a:gd name="connsiteY8" fmla="*/ 0 h 620819"/>
                <a:gd name="connsiteX9" fmla="*/ 618193 w 621535"/>
                <a:gd name="connsiteY9" fmla="*/ 43210 h 620819"/>
                <a:gd name="connsiteX10" fmla="*/ 618193 w 621535"/>
                <a:gd name="connsiteY10" fmla="*/ 60366 h 620819"/>
                <a:gd name="connsiteX11" fmla="*/ 601003 w 621535"/>
                <a:gd name="connsiteY11" fmla="*/ 60366 h 620819"/>
                <a:gd name="connsiteX12" fmla="*/ 427833 w 621535"/>
                <a:gd name="connsiteY12" fmla="*/ 60366 h 620819"/>
                <a:gd name="connsiteX13" fmla="*/ 408096 w 621535"/>
                <a:gd name="connsiteY13" fmla="*/ 207787 h 620819"/>
                <a:gd name="connsiteX14" fmla="*/ 406187 w 621535"/>
                <a:gd name="connsiteY14" fmla="*/ 222402 h 620819"/>
                <a:gd name="connsiteX15" fmla="*/ 391544 w 621535"/>
                <a:gd name="connsiteY15" fmla="*/ 224308 h 620819"/>
                <a:gd name="connsiteX16" fmla="*/ 243839 w 621535"/>
                <a:gd name="connsiteY16" fmla="*/ 244007 h 620819"/>
                <a:gd name="connsiteX17" fmla="*/ 223466 w 621535"/>
                <a:gd name="connsiteY17" fmla="*/ 390157 h 620819"/>
                <a:gd name="connsiteX18" fmla="*/ 221556 w 621535"/>
                <a:gd name="connsiteY18" fmla="*/ 404772 h 620819"/>
                <a:gd name="connsiteX19" fmla="*/ 206913 w 621535"/>
                <a:gd name="connsiteY19" fmla="*/ 406678 h 620819"/>
                <a:gd name="connsiteX20" fmla="*/ 60482 w 621535"/>
                <a:gd name="connsiteY20" fmla="*/ 427012 h 620819"/>
                <a:gd name="connsiteX21" fmla="*/ 60482 w 621535"/>
                <a:gd name="connsiteY21" fmla="*/ 599850 h 620819"/>
                <a:gd name="connsiteX22" fmla="*/ 60482 w 621535"/>
                <a:gd name="connsiteY22" fmla="*/ 617007 h 620819"/>
                <a:gd name="connsiteX23" fmla="*/ 52206 w 621535"/>
                <a:gd name="connsiteY23" fmla="*/ 620819 h 620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1535" h="620819">
                  <a:moveTo>
                    <a:pt x="52206" y="620819"/>
                  </a:moveTo>
                  <a:cubicBezTo>
                    <a:pt x="49022" y="620819"/>
                    <a:pt x="45839" y="619548"/>
                    <a:pt x="43293" y="617007"/>
                  </a:cubicBezTo>
                  <a:cubicBezTo>
                    <a:pt x="15280" y="589047"/>
                    <a:pt x="0" y="552192"/>
                    <a:pt x="0" y="513431"/>
                  </a:cubicBezTo>
                  <a:cubicBezTo>
                    <a:pt x="0" y="474669"/>
                    <a:pt x="15280" y="437179"/>
                    <a:pt x="43293" y="409855"/>
                  </a:cubicBezTo>
                  <a:cubicBezTo>
                    <a:pt x="82129" y="371094"/>
                    <a:pt x="138791" y="357749"/>
                    <a:pt x="189723" y="373000"/>
                  </a:cubicBezTo>
                  <a:cubicBezTo>
                    <a:pt x="174444" y="322165"/>
                    <a:pt x="187814" y="264976"/>
                    <a:pt x="226649" y="226850"/>
                  </a:cubicBezTo>
                  <a:cubicBezTo>
                    <a:pt x="265485" y="188089"/>
                    <a:pt x="322785" y="174744"/>
                    <a:pt x="374354" y="190630"/>
                  </a:cubicBezTo>
                  <a:cubicBezTo>
                    <a:pt x="358437" y="139160"/>
                    <a:pt x="371807" y="82606"/>
                    <a:pt x="410643" y="43210"/>
                  </a:cubicBezTo>
                  <a:cubicBezTo>
                    <a:pt x="438656" y="15250"/>
                    <a:pt x="475582" y="0"/>
                    <a:pt x="514418" y="0"/>
                  </a:cubicBezTo>
                  <a:cubicBezTo>
                    <a:pt x="553254" y="0"/>
                    <a:pt x="590817" y="15250"/>
                    <a:pt x="618193" y="43210"/>
                  </a:cubicBezTo>
                  <a:cubicBezTo>
                    <a:pt x="622650" y="47658"/>
                    <a:pt x="622650" y="55918"/>
                    <a:pt x="618193" y="60366"/>
                  </a:cubicBezTo>
                  <a:cubicBezTo>
                    <a:pt x="613736" y="64814"/>
                    <a:pt x="605460" y="64814"/>
                    <a:pt x="601003" y="60366"/>
                  </a:cubicBezTo>
                  <a:cubicBezTo>
                    <a:pt x="553254" y="12709"/>
                    <a:pt x="475582" y="12709"/>
                    <a:pt x="427833" y="60366"/>
                  </a:cubicBezTo>
                  <a:cubicBezTo>
                    <a:pt x="388997" y="99128"/>
                    <a:pt x="380720" y="160129"/>
                    <a:pt x="408096" y="207787"/>
                  </a:cubicBezTo>
                  <a:cubicBezTo>
                    <a:pt x="410643" y="212870"/>
                    <a:pt x="410007" y="218589"/>
                    <a:pt x="406187" y="222402"/>
                  </a:cubicBezTo>
                  <a:cubicBezTo>
                    <a:pt x="402367" y="226215"/>
                    <a:pt x="396000" y="226850"/>
                    <a:pt x="391544" y="224308"/>
                  </a:cubicBezTo>
                  <a:cubicBezTo>
                    <a:pt x="343794" y="196985"/>
                    <a:pt x="282675" y="204610"/>
                    <a:pt x="243839" y="244007"/>
                  </a:cubicBezTo>
                  <a:cubicBezTo>
                    <a:pt x="205640" y="282133"/>
                    <a:pt x="196727" y="342499"/>
                    <a:pt x="223466" y="390157"/>
                  </a:cubicBezTo>
                  <a:cubicBezTo>
                    <a:pt x="226013" y="395240"/>
                    <a:pt x="225376" y="400959"/>
                    <a:pt x="221556" y="404772"/>
                  </a:cubicBezTo>
                  <a:cubicBezTo>
                    <a:pt x="217736" y="408584"/>
                    <a:pt x="212006" y="409220"/>
                    <a:pt x="206913" y="406678"/>
                  </a:cubicBezTo>
                  <a:cubicBezTo>
                    <a:pt x="159164" y="379990"/>
                    <a:pt x="99318" y="388886"/>
                    <a:pt x="60482" y="427012"/>
                  </a:cubicBezTo>
                  <a:cubicBezTo>
                    <a:pt x="12733" y="474669"/>
                    <a:pt x="12733" y="552192"/>
                    <a:pt x="60482" y="599850"/>
                  </a:cubicBezTo>
                  <a:cubicBezTo>
                    <a:pt x="64939" y="604298"/>
                    <a:pt x="64939" y="612559"/>
                    <a:pt x="60482" y="617007"/>
                  </a:cubicBezTo>
                  <a:cubicBezTo>
                    <a:pt x="58572" y="619548"/>
                    <a:pt x="55389" y="620819"/>
                    <a:pt x="52206" y="6208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6C6D531D-7DAD-4913-F66E-D8736661052D}"/>
                </a:ext>
              </a:extLst>
            </p:cNvPr>
            <p:cNvSpPr/>
            <p:nvPr/>
          </p:nvSpPr>
          <p:spPr>
            <a:xfrm>
              <a:off x="3166143" y="3257556"/>
              <a:ext cx="315586" cy="457366"/>
            </a:xfrm>
            <a:custGeom>
              <a:avLst/>
              <a:gdLst>
                <a:gd name="connsiteX0" fmla="*/ 22450 w 315586"/>
                <a:gd name="connsiteY0" fmla="*/ 457366 h 457366"/>
                <a:gd name="connsiteX1" fmla="*/ 10990 w 315586"/>
                <a:gd name="connsiteY1" fmla="*/ 448470 h 457366"/>
                <a:gd name="connsiteX2" fmla="*/ 45370 w 315586"/>
                <a:gd name="connsiteY2" fmla="*/ 177140 h 457366"/>
                <a:gd name="connsiteX3" fmla="*/ 300669 w 315586"/>
                <a:gd name="connsiteY3" fmla="*/ 489 h 457366"/>
                <a:gd name="connsiteX4" fmla="*/ 315312 w 315586"/>
                <a:gd name="connsiteY4" fmla="*/ 9385 h 457366"/>
                <a:gd name="connsiteX5" fmla="*/ 306399 w 315586"/>
                <a:gd name="connsiteY5" fmla="*/ 24000 h 457366"/>
                <a:gd name="connsiteX6" fmla="*/ 66379 w 315586"/>
                <a:gd name="connsiteY6" fmla="*/ 189213 h 457366"/>
                <a:gd name="connsiteX7" fmla="*/ 34547 w 315586"/>
                <a:gd name="connsiteY7" fmla="*/ 442116 h 457366"/>
                <a:gd name="connsiteX8" fmla="*/ 26270 w 315586"/>
                <a:gd name="connsiteY8" fmla="*/ 457366 h 457366"/>
                <a:gd name="connsiteX9" fmla="*/ 22450 w 315586"/>
                <a:gd name="connsiteY9" fmla="*/ 457366 h 457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86" h="457366">
                  <a:moveTo>
                    <a:pt x="22450" y="457366"/>
                  </a:moveTo>
                  <a:cubicBezTo>
                    <a:pt x="17357" y="457366"/>
                    <a:pt x="12264" y="453554"/>
                    <a:pt x="10990" y="448470"/>
                  </a:cubicBezTo>
                  <a:cubicBezTo>
                    <a:pt x="9080" y="442751"/>
                    <a:pt x="-27846" y="304862"/>
                    <a:pt x="45370" y="177140"/>
                  </a:cubicBezTo>
                  <a:cubicBezTo>
                    <a:pt x="93756" y="91992"/>
                    <a:pt x="179704" y="32896"/>
                    <a:pt x="300669" y="489"/>
                  </a:cubicBezTo>
                  <a:cubicBezTo>
                    <a:pt x="307036" y="-1417"/>
                    <a:pt x="314039" y="2395"/>
                    <a:pt x="315312" y="9385"/>
                  </a:cubicBezTo>
                  <a:cubicBezTo>
                    <a:pt x="316585" y="16375"/>
                    <a:pt x="313402" y="22729"/>
                    <a:pt x="306399" y="24000"/>
                  </a:cubicBezTo>
                  <a:cubicBezTo>
                    <a:pt x="192438" y="54501"/>
                    <a:pt x="111582" y="109784"/>
                    <a:pt x="66379" y="189213"/>
                  </a:cubicBezTo>
                  <a:cubicBezTo>
                    <a:pt x="-1743" y="308039"/>
                    <a:pt x="33910" y="440845"/>
                    <a:pt x="34547" y="442116"/>
                  </a:cubicBezTo>
                  <a:cubicBezTo>
                    <a:pt x="36457" y="448470"/>
                    <a:pt x="32637" y="455460"/>
                    <a:pt x="26270" y="457366"/>
                  </a:cubicBezTo>
                  <a:cubicBezTo>
                    <a:pt x="24360" y="457366"/>
                    <a:pt x="23723" y="457366"/>
                    <a:pt x="22450" y="4573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BF21F5F-1B95-F075-2D56-ED04F1E83E86}"/>
                </a:ext>
              </a:extLst>
            </p:cNvPr>
            <p:cNvSpPr/>
            <p:nvPr/>
          </p:nvSpPr>
          <p:spPr>
            <a:xfrm>
              <a:off x="2888485" y="3515604"/>
              <a:ext cx="309818" cy="195505"/>
            </a:xfrm>
            <a:custGeom>
              <a:avLst/>
              <a:gdLst>
                <a:gd name="connsiteX0" fmla="*/ 12339 w 309818"/>
                <a:gd name="connsiteY0" fmla="*/ 195506 h 195505"/>
                <a:gd name="connsiteX1" fmla="*/ 7882 w 309818"/>
                <a:gd name="connsiteY1" fmla="*/ 194870 h 195505"/>
                <a:gd name="connsiteX2" fmla="*/ 879 w 309818"/>
                <a:gd name="connsiteY2" fmla="*/ 178984 h 195505"/>
                <a:gd name="connsiteX3" fmla="*/ 301381 w 309818"/>
                <a:gd name="connsiteY3" fmla="*/ 9959 h 195505"/>
                <a:gd name="connsiteX4" fmla="*/ 309021 w 309818"/>
                <a:gd name="connsiteY4" fmla="*/ 25209 h 195505"/>
                <a:gd name="connsiteX5" fmla="*/ 293741 w 309818"/>
                <a:gd name="connsiteY5" fmla="*/ 32835 h 195505"/>
                <a:gd name="connsiteX6" fmla="*/ 23799 w 309818"/>
                <a:gd name="connsiteY6" fmla="*/ 187245 h 195505"/>
                <a:gd name="connsiteX7" fmla="*/ 12339 w 309818"/>
                <a:gd name="connsiteY7" fmla="*/ 195506 h 19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9818" h="195505">
                  <a:moveTo>
                    <a:pt x="12339" y="195506"/>
                  </a:moveTo>
                  <a:cubicBezTo>
                    <a:pt x="11066" y="195506"/>
                    <a:pt x="9792" y="195506"/>
                    <a:pt x="7882" y="194870"/>
                  </a:cubicBezTo>
                  <a:cubicBezTo>
                    <a:pt x="1516" y="192329"/>
                    <a:pt x="-1668" y="185339"/>
                    <a:pt x="879" y="178984"/>
                  </a:cubicBezTo>
                  <a:cubicBezTo>
                    <a:pt x="70911" y="-9104"/>
                    <a:pt x="228165" y="-13552"/>
                    <a:pt x="301381" y="9959"/>
                  </a:cubicBezTo>
                  <a:cubicBezTo>
                    <a:pt x="307747" y="11865"/>
                    <a:pt x="311567" y="18855"/>
                    <a:pt x="309021" y="25209"/>
                  </a:cubicBezTo>
                  <a:cubicBezTo>
                    <a:pt x="307111" y="31564"/>
                    <a:pt x="300108" y="35376"/>
                    <a:pt x="293741" y="32835"/>
                  </a:cubicBezTo>
                  <a:cubicBezTo>
                    <a:pt x="286101" y="30293"/>
                    <a:pt x="102744" y="-25625"/>
                    <a:pt x="23799" y="187245"/>
                  </a:cubicBezTo>
                  <a:cubicBezTo>
                    <a:pt x="21889" y="192329"/>
                    <a:pt x="17432" y="195506"/>
                    <a:pt x="12339" y="19550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0CFB817-16F7-044B-D553-C43968BBCA69}"/>
                </a:ext>
              </a:extLst>
            </p:cNvPr>
            <p:cNvSpPr/>
            <p:nvPr/>
          </p:nvSpPr>
          <p:spPr>
            <a:xfrm>
              <a:off x="3243328" y="3378536"/>
              <a:ext cx="147963" cy="211841"/>
            </a:xfrm>
            <a:custGeom>
              <a:avLst/>
              <a:gdLst>
                <a:gd name="connsiteX0" fmla="*/ 12114 w 147963"/>
                <a:gd name="connsiteY0" fmla="*/ 211842 h 211841"/>
                <a:gd name="connsiteX1" fmla="*/ 17 w 147963"/>
                <a:gd name="connsiteY1" fmla="*/ 200404 h 211841"/>
                <a:gd name="connsiteX2" fmla="*/ 131168 w 147963"/>
                <a:gd name="connsiteY2" fmla="*/ 877 h 211841"/>
                <a:gd name="connsiteX3" fmla="*/ 147085 w 147963"/>
                <a:gd name="connsiteY3" fmla="*/ 7867 h 211841"/>
                <a:gd name="connsiteX4" fmla="*/ 140081 w 147963"/>
                <a:gd name="connsiteY4" fmla="*/ 23753 h 211841"/>
                <a:gd name="connsiteX5" fmla="*/ 24210 w 147963"/>
                <a:gd name="connsiteY5" fmla="*/ 199133 h 211841"/>
                <a:gd name="connsiteX6" fmla="*/ 12114 w 147963"/>
                <a:gd name="connsiteY6" fmla="*/ 211842 h 211841"/>
                <a:gd name="connsiteX7" fmla="*/ 12114 w 147963"/>
                <a:gd name="connsiteY7" fmla="*/ 211842 h 211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7963" h="211841">
                  <a:moveTo>
                    <a:pt x="12114" y="211842"/>
                  </a:moveTo>
                  <a:cubicBezTo>
                    <a:pt x="5747" y="211842"/>
                    <a:pt x="17" y="206758"/>
                    <a:pt x="17" y="200404"/>
                  </a:cubicBezTo>
                  <a:cubicBezTo>
                    <a:pt x="17" y="199133"/>
                    <a:pt x="-4440" y="55525"/>
                    <a:pt x="131168" y="877"/>
                  </a:cubicBezTo>
                  <a:cubicBezTo>
                    <a:pt x="137535" y="-1664"/>
                    <a:pt x="144538" y="1513"/>
                    <a:pt x="147085" y="7867"/>
                  </a:cubicBezTo>
                  <a:cubicBezTo>
                    <a:pt x="149631" y="14222"/>
                    <a:pt x="146448" y="21211"/>
                    <a:pt x="140081" y="23753"/>
                  </a:cubicBezTo>
                  <a:cubicBezTo>
                    <a:pt x="19753" y="72046"/>
                    <a:pt x="24210" y="197862"/>
                    <a:pt x="24210" y="199133"/>
                  </a:cubicBezTo>
                  <a:cubicBezTo>
                    <a:pt x="24210" y="206123"/>
                    <a:pt x="19117" y="211206"/>
                    <a:pt x="12114" y="211842"/>
                  </a:cubicBezTo>
                  <a:lnTo>
                    <a:pt x="12114" y="2118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049BC44-613E-161C-8E52-BBDB172AE751}"/>
                </a:ext>
              </a:extLst>
            </p:cNvPr>
            <p:cNvSpPr/>
            <p:nvPr/>
          </p:nvSpPr>
          <p:spPr>
            <a:xfrm>
              <a:off x="4724682" y="3964648"/>
              <a:ext cx="637454" cy="688810"/>
            </a:xfrm>
            <a:custGeom>
              <a:avLst/>
              <a:gdLst>
                <a:gd name="connsiteX0" fmla="*/ 26265 w 637454"/>
                <a:gd name="connsiteY0" fmla="*/ 24147 h 688810"/>
                <a:gd name="connsiteX1" fmla="*/ 91204 w 637454"/>
                <a:gd name="connsiteY1" fmla="*/ 554734 h 688810"/>
                <a:gd name="connsiteX2" fmla="*/ 221718 w 637454"/>
                <a:gd name="connsiteY2" fmla="*/ 664029 h 688810"/>
                <a:gd name="connsiteX3" fmla="*/ 416535 w 637454"/>
                <a:gd name="connsiteY3" fmla="*/ 664029 h 688810"/>
                <a:gd name="connsiteX4" fmla="*/ 547050 w 637454"/>
                <a:gd name="connsiteY4" fmla="*/ 554734 h 688810"/>
                <a:gd name="connsiteX5" fmla="*/ 611989 w 637454"/>
                <a:gd name="connsiteY5" fmla="*/ 24147 h 688810"/>
                <a:gd name="connsiteX6" fmla="*/ 26265 w 637454"/>
                <a:gd name="connsiteY6" fmla="*/ 24147 h 688810"/>
                <a:gd name="connsiteX7" fmla="*/ 221718 w 637454"/>
                <a:gd name="connsiteY7" fmla="*/ 688811 h 688810"/>
                <a:gd name="connsiteX8" fmla="*/ 67011 w 637454"/>
                <a:gd name="connsiteY8" fmla="*/ 557911 h 688810"/>
                <a:gd name="connsiteX9" fmla="*/ 162 w 637454"/>
                <a:gd name="connsiteY9" fmla="*/ 13344 h 688810"/>
                <a:gd name="connsiteX10" fmla="*/ 3345 w 637454"/>
                <a:gd name="connsiteY10" fmla="*/ 3813 h 688810"/>
                <a:gd name="connsiteX11" fmla="*/ 12259 w 637454"/>
                <a:gd name="connsiteY11" fmla="*/ 0 h 688810"/>
                <a:gd name="connsiteX12" fmla="*/ 625359 w 637454"/>
                <a:gd name="connsiteY12" fmla="*/ 0 h 688810"/>
                <a:gd name="connsiteX13" fmla="*/ 634272 w 637454"/>
                <a:gd name="connsiteY13" fmla="*/ 3813 h 688810"/>
                <a:gd name="connsiteX14" fmla="*/ 637455 w 637454"/>
                <a:gd name="connsiteY14" fmla="*/ 13344 h 688810"/>
                <a:gd name="connsiteX15" fmla="*/ 570606 w 637454"/>
                <a:gd name="connsiteY15" fmla="*/ 557911 h 688810"/>
                <a:gd name="connsiteX16" fmla="*/ 415899 w 637454"/>
                <a:gd name="connsiteY16" fmla="*/ 688811 h 688810"/>
                <a:gd name="connsiteX17" fmla="*/ 221718 w 637454"/>
                <a:gd name="connsiteY17" fmla="*/ 688811 h 688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7454" h="688810">
                  <a:moveTo>
                    <a:pt x="26265" y="24147"/>
                  </a:moveTo>
                  <a:lnTo>
                    <a:pt x="91204" y="554734"/>
                  </a:lnTo>
                  <a:cubicBezTo>
                    <a:pt x="98844" y="617007"/>
                    <a:pt x="154870" y="664029"/>
                    <a:pt x="221718" y="664029"/>
                  </a:cubicBezTo>
                  <a:lnTo>
                    <a:pt x="416535" y="664029"/>
                  </a:lnTo>
                  <a:cubicBezTo>
                    <a:pt x="483384" y="664029"/>
                    <a:pt x="539410" y="617007"/>
                    <a:pt x="547050" y="554734"/>
                  </a:cubicBezTo>
                  <a:lnTo>
                    <a:pt x="611989" y="24147"/>
                  </a:lnTo>
                  <a:lnTo>
                    <a:pt x="26265" y="24147"/>
                  </a:lnTo>
                  <a:close/>
                  <a:moveTo>
                    <a:pt x="221718" y="688811"/>
                  </a:moveTo>
                  <a:cubicBezTo>
                    <a:pt x="142773" y="688811"/>
                    <a:pt x="75924" y="632892"/>
                    <a:pt x="67011" y="557911"/>
                  </a:cubicBezTo>
                  <a:lnTo>
                    <a:pt x="162" y="13344"/>
                  </a:lnTo>
                  <a:cubicBezTo>
                    <a:pt x="-474" y="10167"/>
                    <a:pt x="799" y="6354"/>
                    <a:pt x="3345" y="3813"/>
                  </a:cubicBezTo>
                  <a:cubicBezTo>
                    <a:pt x="5892" y="1271"/>
                    <a:pt x="9076" y="0"/>
                    <a:pt x="12259" y="0"/>
                  </a:cubicBezTo>
                  <a:lnTo>
                    <a:pt x="625359" y="0"/>
                  </a:lnTo>
                  <a:cubicBezTo>
                    <a:pt x="628542" y="0"/>
                    <a:pt x="632362" y="1271"/>
                    <a:pt x="634272" y="3813"/>
                  </a:cubicBezTo>
                  <a:cubicBezTo>
                    <a:pt x="636818" y="6354"/>
                    <a:pt x="637455" y="10167"/>
                    <a:pt x="637455" y="13344"/>
                  </a:cubicBezTo>
                  <a:lnTo>
                    <a:pt x="570606" y="557911"/>
                  </a:lnTo>
                  <a:cubicBezTo>
                    <a:pt x="561693" y="632257"/>
                    <a:pt x="494844" y="688811"/>
                    <a:pt x="415899" y="688811"/>
                  </a:cubicBezTo>
                  <a:lnTo>
                    <a:pt x="221718" y="68881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65DA89D-EAC2-3B8A-BDE9-95D0B6B1A778}"/>
                </a:ext>
              </a:extLst>
            </p:cNvPr>
            <p:cNvSpPr/>
            <p:nvPr/>
          </p:nvSpPr>
          <p:spPr>
            <a:xfrm>
              <a:off x="4613996" y="3704120"/>
              <a:ext cx="860819" cy="284674"/>
            </a:xfrm>
            <a:custGeom>
              <a:avLst/>
              <a:gdLst>
                <a:gd name="connsiteX0" fmla="*/ 429813 w 860819"/>
                <a:gd name="connsiteY0" fmla="*/ 260528 h 284674"/>
                <a:gd name="connsiteX1" fmla="*/ 788250 w 860819"/>
                <a:gd name="connsiteY1" fmla="*/ 260528 h 284674"/>
                <a:gd name="connsiteX2" fmla="*/ 788887 w 860819"/>
                <a:gd name="connsiteY2" fmla="*/ 258622 h 284674"/>
                <a:gd name="connsiteX3" fmla="*/ 835363 w 860819"/>
                <a:gd name="connsiteY3" fmla="*/ 32407 h 284674"/>
                <a:gd name="connsiteX4" fmla="*/ 834726 w 860819"/>
                <a:gd name="connsiteY4" fmla="*/ 24147 h 284674"/>
                <a:gd name="connsiteX5" fmla="*/ 25536 w 860819"/>
                <a:gd name="connsiteY5" fmla="*/ 24147 h 284674"/>
                <a:gd name="connsiteX6" fmla="*/ 24899 w 860819"/>
                <a:gd name="connsiteY6" fmla="*/ 32407 h 284674"/>
                <a:gd name="connsiteX7" fmla="*/ 71375 w 860819"/>
                <a:gd name="connsiteY7" fmla="*/ 258622 h 284674"/>
                <a:gd name="connsiteX8" fmla="*/ 72012 w 860819"/>
                <a:gd name="connsiteY8" fmla="*/ 260528 h 284674"/>
                <a:gd name="connsiteX9" fmla="*/ 429813 w 860819"/>
                <a:gd name="connsiteY9" fmla="*/ 260528 h 284674"/>
                <a:gd name="connsiteX10" fmla="*/ 790797 w 860819"/>
                <a:gd name="connsiteY10" fmla="*/ 284675 h 284674"/>
                <a:gd name="connsiteX11" fmla="*/ 68829 w 860819"/>
                <a:gd name="connsiteY11" fmla="*/ 284675 h 284674"/>
                <a:gd name="connsiteX12" fmla="*/ 47182 w 860819"/>
                <a:gd name="connsiteY12" fmla="*/ 263070 h 284674"/>
                <a:gd name="connsiteX13" fmla="*/ 707 w 860819"/>
                <a:gd name="connsiteY13" fmla="*/ 36855 h 284674"/>
                <a:gd name="connsiteX14" fmla="*/ 7073 w 860819"/>
                <a:gd name="connsiteY14" fmla="*/ 7625 h 284674"/>
                <a:gd name="connsiteX15" fmla="*/ 22990 w 860819"/>
                <a:gd name="connsiteY15" fmla="*/ 0 h 284674"/>
                <a:gd name="connsiteX16" fmla="*/ 837909 w 860819"/>
                <a:gd name="connsiteY16" fmla="*/ 0 h 284674"/>
                <a:gd name="connsiteX17" fmla="*/ 853826 w 860819"/>
                <a:gd name="connsiteY17" fmla="*/ 7625 h 284674"/>
                <a:gd name="connsiteX18" fmla="*/ 860192 w 860819"/>
                <a:gd name="connsiteY18" fmla="*/ 36855 h 284674"/>
                <a:gd name="connsiteX19" fmla="*/ 813717 w 860819"/>
                <a:gd name="connsiteY19" fmla="*/ 263070 h 284674"/>
                <a:gd name="connsiteX20" fmla="*/ 790797 w 860819"/>
                <a:gd name="connsiteY20" fmla="*/ 284675 h 284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60819" h="284674">
                  <a:moveTo>
                    <a:pt x="429813" y="260528"/>
                  </a:moveTo>
                  <a:lnTo>
                    <a:pt x="788250" y="260528"/>
                  </a:lnTo>
                  <a:cubicBezTo>
                    <a:pt x="788250" y="259893"/>
                    <a:pt x="788887" y="259257"/>
                    <a:pt x="788887" y="258622"/>
                  </a:cubicBezTo>
                  <a:lnTo>
                    <a:pt x="835363" y="32407"/>
                  </a:lnTo>
                  <a:cubicBezTo>
                    <a:pt x="835999" y="29230"/>
                    <a:pt x="835363" y="26053"/>
                    <a:pt x="834726" y="24147"/>
                  </a:cubicBezTo>
                  <a:lnTo>
                    <a:pt x="25536" y="24147"/>
                  </a:lnTo>
                  <a:cubicBezTo>
                    <a:pt x="24899" y="26053"/>
                    <a:pt x="24263" y="28595"/>
                    <a:pt x="24899" y="32407"/>
                  </a:cubicBezTo>
                  <a:lnTo>
                    <a:pt x="71375" y="258622"/>
                  </a:lnTo>
                  <a:cubicBezTo>
                    <a:pt x="71375" y="259257"/>
                    <a:pt x="72012" y="259893"/>
                    <a:pt x="72012" y="260528"/>
                  </a:cubicBezTo>
                  <a:lnTo>
                    <a:pt x="429813" y="260528"/>
                  </a:lnTo>
                  <a:close/>
                  <a:moveTo>
                    <a:pt x="790797" y="284675"/>
                  </a:moveTo>
                  <a:lnTo>
                    <a:pt x="68829" y="284675"/>
                  </a:lnTo>
                  <a:cubicBezTo>
                    <a:pt x="58642" y="284675"/>
                    <a:pt x="49729" y="275778"/>
                    <a:pt x="47182" y="263070"/>
                  </a:cubicBezTo>
                  <a:lnTo>
                    <a:pt x="707" y="36855"/>
                  </a:lnTo>
                  <a:cubicBezTo>
                    <a:pt x="-1203" y="26053"/>
                    <a:pt x="707" y="14615"/>
                    <a:pt x="7073" y="7625"/>
                  </a:cubicBezTo>
                  <a:cubicBezTo>
                    <a:pt x="11530" y="2542"/>
                    <a:pt x="16623" y="0"/>
                    <a:pt x="22990" y="0"/>
                  </a:cubicBezTo>
                  <a:lnTo>
                    <a:pt x="837909" y="0"/>
                  </a:lnTo>
                  <a:cubicBezTo>
                    <a:pt x="843639" y="0"/>
                    <a:pt x="849369" y="2542"/>
                    <a:pt x="853826" y="7625"/>
                  </a:cubicBezTo>
                  <a:cubicBezTo>
                    <a:pt x="859555" y="15250"/>
                    <a:pt x="862102" y="26053"/>
                    <a:pt x="860192" y="36855"/>
                  </a:cubicBezTo>
                  <a:lnTo>
                    <a:pt x="813717" y="263070"/>
                  </a:lnTo>
                  <a:cubicBezTo>
                    <a:pt x="809896" y="275778"/>
                    <a:pt x="800983" y="284675"/>
                    <a:pt x="790797" y="28467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A8A3A45-866D-267D-0C80-F62777DD6E84}"/>
                </a:ext>
              </a:extLst>
            </p:cNvPr>
            <p:cNvSpPr/>
            <p:nvPr/>
          </p:nvSpPr>
          <p:spPr>
            <a:xfrm>
              <a:off x="4644495" y="2826325"/>
              <a:ext cx="795443" cy="902118"/>
            </a:xfrm>
            <a:custGeom>
              <a:avLst/>
              <a:gdLst>
                <a:gd name="connsiteX0" fmla="*/ 729738 w 795443"/>
                <a:gd name="connsiteY0" fmla="*/ 901941 h 902118"/>
                <a:gd name="connsiteX1" fmla="*/ 720188 w 795443"/>
                <a:gd name="connsiteY1" fmla="*/ 897493 h 902118"/>
                <a:gd name="connsiteX2" fmla="*/ 722098 w 795443"/>
                <a:gd name="connsiteY2" fmla="*/ 880337 h 902118"/>
                <a:gd name="connsiteX3" fmla="*/ 771757 w 795443"/>
                <a:gd name="connsiteY3" fmla="*/ 784386 h 902118"/>
                <a:gd name="connsiteX4" fmla="*/ 683899 w 795443"/>
                <a:gd name="connsiteY4" fmla="*/ 657299 h 902118"/>
                <a:gd name="connsiteX5" fmla="*/ 676259 w 795443"/>
                <a:gd name="connsiteY5" fmla="*/ 648403 h 902118"/>
                <a:gd name="connsiteX6" fmla="*/ 679442 w 795443"/>
                <a:gd name="connsiteY6" fmla="*/ 636965 h 902118"/>
                <a:gd name="connsiteX7" fmla="*/ 705545 w 795443"/>
                <a:gd name="connsiteY7" fmla="*/ 566432 h 902118"/>
                <a:gd name="connsiteX8" fmla="*/ 611320 w 795443"/>
                <a:gd name="connsiteY8" fmla="*/ 482555 h 902118"/>
                <a:gd name="connsiteX9" fmla="*/ 601770 w 795443"/>
                <a:gd name="connsiteY9" fmla="*/ 482555 h 902118"/>
                <a:gd name="connsiteX10" fmla="*/ 590310 w 795443"/>
                <a:gd name="connsiteY10" fmla="*/ 474930 h 902118"/>
                <a:gd name="connsiteX11" fmla="*/ 593493 w 795443"/>
                <a:gd name="connsiteY11" fmla="*/ 461585 h 902118"/>
                <a:gd name="connsiteX12" fmla="*/ 622780 w 795443"/>
                <a:gd name="connsiteY12" fmla="*/ 390417 h 902118"/>
                <a:gd name="connsiteX13" fmla="*/ 550201 w 795443"/>
                <a:gd name="connsiteY13" fmla="*/ 305904 h 902118"/>
                <a:gd name="connsiteX14" fmla="*/ 485899 w 795443"/>
                <a:gd name="connsiteY14" fmla="*/ 275403 h 902118"/>
                <a:gd name="connsiteX15" fmla="*/ 373211 w 795443"/>
                <a:gd name="connsiteY15" fmla="*/ 44105 h 902118"/>
                <a:gd name="connsiteX16" fmla="*/ 301905 w 795443"/>
                <a:gd name="connsiteY16" fmla="*/ 261424 h 902118"/>
                <a:gd name="connsiteX17" fmla="*/ 294902 w 795443"/>
                <a:gd name="connsiteY17" fmla="*/ 290654 h 902118"/>
                <a:gd name="connsiteX18" fmla="*/ 268162 w 795443"/>
                <a:gd name="connsiteY18" fmla="*/ 303362 h 902118"/>
                <a:gd name="connsiteX19" fmla="*/ 173937 w 795443"/>
                <a:gd name="connsiteY19" fmla="*/ 390417 h 902118"/>
                <a:gd name="connsiteX20" fmla="*/ 203223 w 795443"/>
                <a:gd name="connsiteY20" fmla="*/ 461585 h 902118"/>
                <a:gd name="connsiteX21" fmla="*/ 206407 w 795443"/>
                <a:gd name="connsiteY21" fmla="*/ 474930 h 902118"/>
                <a:gd name="connsiteX22" fmla="*/ 194947 w 795443"/>
                <a:gd name="connsiteY22" fmla="*/ 482555 h 902118"/>
                <a:gd name="connsiteX23" fmla="*/ 185397 w 795443"/>
                <a:gd name="connsiteY23" fmla="*/ 482555 h 902118"/>
                <a:gd name="connsiteX24" fmla="*/ 91172 w 795443"/>
                <a:gd name="connsiteY24" fmla="*/ 566432 h 902118"/>
                <a:gd name="connsiteX25" fmla="*/ 117275 w 795443"/>
                <a:gd name="connsiteY25" fmla="*/ 636965 h 902118"/>
                <a:gd name="connsiteX26" fmla="*/ 120458 w 795443"/>
                <a:gd name="connsiteY26" fmla="*/ 648403 h 902118"/>
                <a:gd name="connsiteX27" fmla="*/ 112818 w 795443"/>
                <a:gd name="connsiteY27" fmla="*/ 657299 h 902118"/>
                <a:gd name="connsiteX28" fmla="*/ 24960 w 795443"/>
                <a:gd name="connsiteY28" fmla="*/ 784386 h 902118"/>
                <a:gd name="connsiteX29" fmla="*/ 74619 w 795443"/>
                <a:gd name="connsiteY29" fmla="*/ 880337 h 902118"/>
                <a:gd name="connsiteX30" fmla="*/ 76529 w 795443"/>
                <a:gd name="connsiteY30" fmla="*/ 897493 h 902118"/>
                <a:gd name="connsiteX31" fmla="*/ 59339 w 795443"/>
                <a:gd name="connsiteY31" fmla="*/ 899400 h 902118"/>
                <a:gd name="connsiteX32" fmla="*/ 130 w 795443"/>
                <a:gd name="connsiteY32" fmla="*/ 785657 h 902118"/>
                <a:gd name="connsiteX33" fmla="*/ 87989 w 795443"/>
                <a:gd name="connsiteY33" fmla="*/ 640778 h 902118"/>
                <a:gd name="connsiteX34" fmla="*/ 66342 w 795443"/>
                <a:gd name="connsiteY34" fmla="*/ 565161 h 902118"/>
                <a:gd name="connsiteX35" fmla="*/ 168844 w 795443"/>
                <a:gd name="connsiteY35" fmla="*/ 459679 h 902118"/>
                <a:gd name="connsiteX36" fmla="*/ 149107 w 795443"/>
                <a:gd name="connsiteY36" fmla="*/ 389781 h 902118"/>
                <a:gd name="connsiteX37" fmla="*/ 268162 w 795443"/>
                <a:gd name="connsiteY37" fmla="*/ 279851 h 902118"/>
                <a:gd name="connsiteX38" fmla="*/ 275802 w 795443"/>
                <a:gd name="connsiteY38" fmla="*/ 276039 h 902118"/>
                <a:gd name="connsiteX39" fmla="*/ 277712 w 795443"/>
                <a:gd name="connsiteY39" fmla="*/ 267143 h 902118"/>
                <a:gd name="connsiteX40" fmla="*/ 376394 w 795443"/>
                <a:gd name="connsiteY40" fmla="*/ 3437 h 902118"/>
                <a:gd name="connsiteX41" fmla="*/ 389763 w 795443"/>
                <a:gd name="connsiteY41" fmla="*/ 896 h 902118"/>
                <a:gd name="connsiteX42" fmla="*/ 396767 w 795443"/>
                <a:gd name="connsiteY42" fmla="*/ 12333 h 902118"/>
                <a:gd name="connsiteX43" fmla="*/ 501178 w 795443"/>
                <a:gd name="connsiteY43" fmla="*/ 256976 h 902118"/>
                <a:gd name="connsiteX44" fmla="*/ 554658 w 795443"/>
                <a:gd name="connsiteY44" fmla="*/ 282393 h 902118"/>
                <a:gd name="connsiteX45" fmla="*/ 646336 w 795443"/>
                <a:gd name="connsiteY45" fmla="*/ 389146 h 902118"/>
                <a:gd name="connsiteX46" fmla="*/ 626600 w 795443"/>
                <a:gd name="connsiteY46" fmla="*/ 459044 h 902118"/>
                <a:gd name="connsiteX47" fmla="*/ 729101 w 795443"/>
                <a:gd name="connsiteY47" fmla="*/ 564526 h 902118"/>
                <a:gd name="connsiteX48" fmla="*/ 707455 w 795443"/>
                <a:gd name="connsiteY48" fmla="*/ 640142 h 902118"/>
                <a:gd name="connsiteX49" fmla="*/ 795313 w 795443"/>
                <a:gd name="connsiteY49" fmla="*/ 785021 h 902118"/>
                <a:gd name="connsiteX50" fmla="*/ 736105 w 795443"/>
                <a:gd name="connsiteY50" fmla="*/ 898764 h 902118"/>
                <a:gd name="connsiteX51" fmla="*/ 729738 w 795443"/>
                <a:gd name="connsiteY51" fmla="*/ 901941 h 90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95443" h="902118">
                  <a:moveTo>
                    <a:pt x="729738" y="901941"/>
                  </a:moveTo>
                  <a:cubicBezTo>
                    <a:pt x="725918" y="901941"/>
                    <a:pt x="722735" y="900035"/>
                    <a:pt x="720188" y="897493"/>
                  </a:cubicBezTo>
                  <a:cubicBezTo>
                    <a:pt x="715731" y="892410"/>
                    <a:pt x="717005" y="884785"/>
                    <a:pt x="722098" y="880337"/>
                  </a:cubicBezTo>
                  <a:cubicBezTo>
                    <a:pt x="752657" y="856825"/>
                    <a:pt x="770484" y="821877"/>
                    <a:pt x="771757" y="784386"/>
                  </a:cubicBezTo>
                  <a:cubicBezTo>
                    <a:pt x="773667" y="727197"/>
                    <a:pt x="738651" y="675727"/>
                    <a:pt x="683899" y="657299"/>
                  </a:cubicBezTo>
                  <a:cubicBezTo>
                    <a:pt x="680079" y="656028"/>
                    <a:pt x="676896" y="652851"/>
                    <a:pt x="676259" y="648403"/>
                  </a:cubicBezTo>
                  <a:cubicBezTo>
                    <a:pt x="674986" y="644591"/>
                    <a:pt x="676259" y="640142"/>
                    <a:pt x="679442" y="636965"/>
                  </a:cubicBezTo>
                  <a:cubicBezTo>
                    <a:pt x="697905" y="618538"/>
                    <a:pt x="707455" y="592485"/>
                    <a:pt x="705545" y="566432"/>
                  </a:cubicBezTo>
                  <a:cubicBezTo>
                    <a:pt x="702362" y="519410"/>
                    <a:pt x="660979" y="482555"/>
                    <a:pt x="611320" y="482555"/>
                  </a:cubicBezTo>
                  <a:lnTo>
                    <a:pt x="601770" y="482555"/>
                  </a:lnTo>
                  <a:cubicBezTo>
                    <a:pt x="596677" y="482555"/>
                    <a:pt x="592220" y="479378"/>
                    <a:pt x="590310" y="474930"/>
                  </a:cubicBezTo>
                  <a:cubicBezTo>
                    <a:pt x="588400" y="470482"/>
                    <a:pt x="589674" y="464763"/>
                    <a:pt x="593493" y="461585"/>
                  </a:cubicBezTo>
                  <a:cubicBezTo>
                    <a:pt x="613230" y="443158"/>
                    <a:pt x="624053" y="417740"/>
                    <a:pt x="622780" y="390417"/>
                  </a:cubicBezTo>
                  <a:cubicBezTo>
                    <a:pt x="620870" y="350384"/>
                    <a:pt x="590947" y="315436"/>
                    <a:pt x="550201" y="305904"/>
                  </a:cubicBezTo>
                  <a:cubicBezTo>
                    <a:pt x="524098" y="300185"/>
                    <a:pt x="502452" y="289383"/>
                    <a:pt x="485899" y="275403"/>
                  </a:cubicBezTo>
                  <a:cubicBezTo>
                    <a:pt x="445153" y="239819"/>
                    <a:pt x="378941" y="164838"/>
                    <a:pt x="373211" y="44105"/>
                  </a:cubicBezTo>
                  <a:cubicBezTo>
                    <a:pt x="340741" y="84138"/>
                    <a:pt x="282169" y="171192"/>
                    <a:pt x="301905" y="261424"/>
                  </a:cubicBezTo>
                  <a:cubicBezTo>
                    <a:pt x="304452" y="271591"/>
                    <a:pt x="301905" y="282393"/>
                    <a:pt x="294902" y="290654"/>
                  </a:cubicBezTo>
                  <a:cubicBezTo>
                    <a:pt x="288535" y="298914"/>
                    <a:pt x="278349" y="303362"/>
                    <a:pt x="268162" y="303362"/>
                  </a:cubicBezTo>
                  <a:cubicBezTo>
                    <a:pt x="217866" y="303362"/>
                    <a:pt x="175847" y="342124"/>
                    <a:pt x="173937" y="390417"/>
                  </a:cubicBezTo>
                  <a:cubicBezTo>
                    <a:pt x="172664" y="417105"/>
                    <a:pt x="183487" y="443158"/>
                    <a:pt x="203223" y="461585"/>
                  </a:cubicBezTo>
                  <a:cubicBezTo>
                    <a:pt x="207043" y="464763"/>
                    <a:pt x="208316" y="470482"/>
                    <a:pt x="206407" y="474930"/>
                  </a:cubicBezTo>
                  <a:cubicBezTo>
                    <a:pt x="204497" y="479378"/>
                    <a:pt x="200040" y="482555"/>
                    <a:pt x="194947" y="482555"/>
                  </a:cubicBezTo>
                  <a:lnTo>
                    <a:pt x="185397" y="482555"/>
                  </a:lnTo>
                  <a:cubicBezTo>
                    <a:pt x="136374" y="482555"/>
                    <a:pt x="94992" y="519410"/>
                    <a:pt x="91172" y="566432"/>
                  </a:cubicBezTo>
                  <a:cubicBezTo>
                    <a:pt x="89262" y="592485"/>
                    <a:pt x="98812" y="618538"/>
                    <a:pt x="117275" y="636965"/>
                  </a:cubicBezTo>
                  <a:cubicBezTo>
                    <a:pt x="120458" y="640142"/>
                    <a:pt x="121731" y="643955"/>
                    <a:pt x="120458" y="648403"/>
                  </a:cubicBezTo>
                  <a:cubicBezTo>
                    <a:pt x="119185" y="652216"/>
                    <a:pt x="116638" y="656028"/>
                    <a:pt x="112818" y="657299"/>
                  </a:cubicBezTo>
                  <a:cubicBezTo>
                    <a:pt x="58066" y="675727"/>
                    <a:pt x="23050" y="727197"/>
                    <a:pt x="24960" y="784386"/>
                  </a:cubicBezTo>
                  <a:cubicBezTo>
                    <a:pt x="26233" y="821877"/>
                    <a:pt x="44696" y="856190"/>
                    <a:pt x="74619" y="880337"/>
                  </a:cubicBezTo>
                  <a:cubicBezTo>
                    <a:pt x="79712" y="884149"/>
                    <a:pt x="80985" y="892410"/>
                    <a:pt x="76529" y="897493"/>
                  </a:cubicBezTo>
                  <a:cubicBezTo>
                    <a:pt x="72709" y="902577"/>
                    <a:pt x="64432" y="903848"/>
                    <a:pt x="59339" y="899400"/>
                  </a:cubicBezTo>
                  <a:cubicBezTo>
                    <a:pt x="23050" y="871441"/>
                    <a:pt x="1403" y="830137"/>
                    <a:pt x="130" y="785657"/>
                  </a:cubicBezTo>
                  <a:cubicBezTo>
                    <a:pt x="-2417" y="723384"/>
                    <a:pt x="32599" y="666831"/>
                    <a:pt x="87989" y="640778"/>
                  </a:cubicBezTo>
                  <a:cubicBezTo>
                    <a:pt x="72072" y="619173"/>
                    <a:pt x="64432" y="591849"/>
                    <a:pt x="66342" y="565161"/>
                  </a:cubicBezTo>
                  <a:cubicBezTo>
                    <a:pt x="70162" y="510514"/>
                    <a:pt x="114091" y="466669"/>
                    <a:pt x="168844" y="459679"/>
                  </a:cubicBezTo>
                  <a:cubicBezTo>
                    <a:pt x="154838" y="439345"/>
                    <a:pt x="147834" y="415199"/>
                    <a:pt x="149107" y="389781"/>
                  </a:cubicBezTo>
                  <a:cubicBezTo>
                    <a:pt x="151654" y="328780"/>
                    <a:pt x="205133" y="279851"/>
                    <a:pt x="268162" y="279851"/>
                  </a:cubicBezTo>
                  <a:cubicBezTo>
                    <a:pt x="272619" y="279851"/>
                    <a:pt x="275165" y="277310"/>
                    <a:pt x="275802" y="276039"/>
                  </a:cubicBezTo>
                  <a:cubicBezTo>
                    <a:pt x="277712" y="273497"/>
                    <a:pt x="278349" y="270320"/>
                    <a:pt x="277712" y="267143"/>
                  </a:cubicBezTo>
                  <a:cubicBezTo>
                    <a:pt x="247789" y="131160"/>
                    <a:pt x="370664" y="9156"/>
                    <a:pt x="376394" y="3437"/>
                  </a:cubicBezTo>
                  <a:cubicBezTo>
                    <a:pt x="380214" y="260"/>
                    <a:pt x="385307" y="-1011"/>
                    <a:pt x="389763" y="896"/>
                  </a:cubicBezTo>
                  <a:cubicBezTo>
                    <a:pt x="394220" y="2802"/>
                    <a:pt x="397403" y="7250"/>
                    <a:pt x="396767" y="12333"/>
                  </a:cubicBezTo>
                  <a:cubicBezTo>
                    <a:pt x="391674" y="142597"/>
                    <a:pt x="459796" y="221391"/>
                    <a:pt x="501178" y="256976"/>
                  </a:cubicBezTo>
                  <a:cubicBezTo>
                    <a:pt x="515185" y="269049"/>
                    <a:pt x="533011" y="277310"/>
                    <a:pt x="554658" y="282393"/>
                  </a:cubicBezTo>
                  <a:cubicBezTo>
                    <a:pt x="606227" y="294466"/>
                    <a:pt x="643789" y="338311"/>
                    <a:pt x="646336" y="389146"/>
                  </a:cubicBezTo>
                  <a:cubicBezTo>
                    <a:pt x="647609" y="413928"/>
                    <a:pt x="640606" y="438710"/>
                    <a:pt x="626600" y="459044"/>
                  </a:cubicBezTo>
                  <a:cubicBezTo>
                    <a:pt x="681352" y="466033"/>
                    <a:pt x="724645" y="509878"/>
                    <a:pt x="729101" y="564526"/>
                  </a:cubicBezTo>
                  <a:cubicBezTo>
                    <a:pt x="731011" y="591849"/>
                    <a:pt x="723371" y="618538"/>
                    <a:pt x="707455" y="640142"/>
                  </a:cubicBezTo>
                  <a:cubicBezTo>
                    <a:pt x="762844" y="666195"/>
                    <a:pt x="797860" y="722113"/>
                    <a:pt x="795313" y="785021"/>
                  </a:cubicBezTo>
                  <a:cubicBezTo>
                    <a:pt x="793404" y="829502"/>
                    <a:pt x="771757" y="870805"/>
                    <a:pt x="736105" y="898764"/>
                  </a:cubicBezTo>
                  <a:cubicBezTo>
                    <a:pt x="734831" y="901306"/>
                    <a:pt x="732285" y="901941"/>
                    <a:pt x="729738" y="9019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DAA941B-6C3A-2E88-CF38-EDCA76F7BB01}"/>
                </a:ext>
              </a:extLst>
            </p:cNvPr>
            <p:cNvSpPr/>
            <p:nvPr/>
          </p:nvSpPr>
          <p:spPr>
            <a:xfrm>
              <a:off x="4239075" y="4457269"/>
              <a:ext cx="460004" cy="389362"/>
            </a:xfrm>
            <a:custGeom>
              <a:avLst/>
              <a:gdLst>
                <a:gd name="connsiteX0" fmla="*/ 226013 w 460004"/>
                <a:gd name="connsiteY0" fmla="*/ 389362 h 389362"/>
                <a:gd name="connsiteX1" fmla="*/ 56662 w 460004"/>
                <a:gd name="connsiteY1" fmla="*/ 319465 h 389362"/>
                <a:gd name="connsiteX2" fmla="*/ 0 w 460004"/>
                <a:gd name="connsiteY2" fmla="*/ 182846 h 389362"/>
                <a:gd name="connsiteX3" fmla="*/ 56662 w 460004"/>
                <a:gd name="connsiteY3" fmla="*/ 46228 h 389362"/>
                <a:gd name="connsiteX4" fmla="*/ 279492 w 460004"/>
                <a:gd name="connsiteY4" fmla="*/ 46228 h 389362"/>
                <a:gd name="connsiteX5" fmla="*/ 279492 w 460004"/>
                <a:gd name="connsiteY5" fmla="*/ 63385 h 389362"/>
                <a:gd name="connsiteX6" fmla="*/ 262302 w 460004"/>
                <a:gd name="connsiteY6" fmla="*/ 63385 h 389362"/>
                <a:gd name="connsiteX7" fmla="*/ 73852 w 460004"/>
                <a:gd name="connsiteY7" fmla="*/ 63385 h 389362"/>
                <a:gd name="connsiteX8" fmla="*/ 24193 w 460004"/>
                <a:gd name="connsiteY8" fmla="*/ 182846 h 389362"/>
                <a:gd name="connsiteX9" fmla="*/ 73852 w 460004"/>
                <a:gd name="connsiteY9" fmla="*/ 302308 h 389362"/>
                <a:gd name="connsiteX10" fmla="*/ 226013 w 460004"/>
                <a:gd name="connsiteY10" fmla="*/ 365216 h 389362"/>
                <a:gd name="connsiteX11" fmla="*/ 378174 w 460004"/>
                <a:gd name="connsiteY11" fmla="*/ 302308 h 389362"/>
                <a:gd name="connsiteX12" fmla="*/ 436746 w 460004"/>
                <a:gd name="connsiteY12" fmla="*/ 215889 h 389362"/>
                <a:gd name="connsiteX13" fmla="*/ 452662 w 460004"/>
                <a:gd name="connsiteY13" fmla="*/ 209534 h 389362"/>
                <a:gd name="connsiteX14" fmla="*/ 459029 w 460004"/>
                <a:gd name="connsiteY14" fmla="*/ 225420 h 389362"/>
                <a:gd name="connsiteX15" fmla="*/ 395363 w 460004"/>
                <a:gd name="connsiteY15" fmla="*/ 319465 h 389362"/>
                <a:gd name="connsiteX16" fmla="*/ 226013 w 460004"/>
                <a:gd name="connsiteY16" fmla="*/ 389362 h 38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60004" h="389362">
                  <a:moveTo>
                    <a:pt x="226013" y="389362"/>
                  </a:moveTo>
                  <a:cubicBezTo>
                    <a:pt x="162347" y="389362"/>
                    <a:pt x="101865" y="364580"/>
                    <a:pt x="56662" y="319465"/>
                  </a:cubicBezTo>
                  <a:cubicBezTo>
                    <a:pt x="19736" y="282609"/>
                    <a:pt x="0" y="234316"/>
                    <a:pt x="0" y="182846"/>
                  </a:cubicBezTo>
                  <a:cubicBezTo>
                    <a:pt x="0" y="131376"/>
                    <a:pt x="20373" y="82448"/>
                    <a:pt x="56662" y="46228"/>
                  </a:cubicBezTo>
                  <a:cubicBezTo>
                    <a:pt x="118418" y="-15409"/>
                    <a:pt x="218373" y="-15409"/>
                    <a:pt x="279492" y="46228"/>
                  </a:cubicBezTo>
                  <a:cubicBezTo>
                    <a:pt x="283948" y="50676"/>
                    <a:pt x="283948" y="58937"/>
                    <a:pt x="279492" y="63385"/>
                  </a:cubicBezTo>
                  <a:cubicBezTo>
                    <a:pt x="275036" y="67833"/>
                    <a:pt x="266759" y="67833"/>
                    <a:pt x="262302" y="63385"/>
                  </a:cubicBezTo>
                  <a:cubicBezTo>
                    <a:pt x="210097" y="11279"/>
                    <a:pt x="126058" y="11279"/>
                    <a:pt x="73852" y="63385"/>
                  </a:cubicBezTo>
                  <a:cubicBezTo>
                    <a:pt x="42019" y="95156"/>
                    <a:pt x="24193" y="137730"/>
                    <a:pt x="24193" y="182846"/>
                  </a:cubicBezTo>
                  <a:cubicBezTo>
                    <a:pt x="24193" y="227962"/>
                    <a:pt x="42019" y="270536"/>
                    <a:pt x="73852" y="302308"/>
                  </a:cubicBezTo>
                  <a:cubicBezTo>
                    <a:pt x="114598" y="342976"/>
                    <a:pt x="168714" y="365216"/>
                    <a:pt x="226013" y="365216"/>
                  </a:cubicBezTo>
                  <a:cubicBezTo>
                    <a:pt x="283312" y="365216"/>
                    <a:pt x="337428" y="342976"/>
                    <a:pt x="378174" y="302308"/>
                  </a:cubicBezTo>
                  <a:cubicBezTo>
                    <a:pt x="403003" y="277526"/>
                    <a:pt x="422739" y="248296"/>
                    <a:pt x="436746" y="215889"/>
                  </a:cubicBezTo>
                  <a:cubicBezTo>
                    <a:pt x="439293" y="209534"/>
                    <a:pt x="446296" y="206993"/>
                    <a:pt x="452662" y="209534"/>
                  </a:cubicBezTo>
                  <a:cubicBezTo>
                    <a:pt x="459029" y="212076"/>
                    <a:pt x="461576" y="219066"/>
                    <a:pt x="459029" y="225420"/>
                  </a:cubicBezTo>
                  <a:cubicBezTo>
                    <a:pt x="444386" y="261004"/>
                    <a:pt x="422739" y="292776"/>
                    <a:pt x="395363" y="319465"/>
                  </a:cubicBezTo>
                  <a:cubicBezTo>
                    <a:pt x="350161" y="364580"/>
                    <a:pt x="290315" y="389362"/>
                    <a:pt x="226013" y="38936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A84A268E-EBD7-D98C-BD75-8E7B12DDE248}"/>
                </a:ext>
              </a:extLst>
            </p:cNvPr>
            <p:cNvSpPr/>
            <p:nvPr/>
          </p:nvSpPr>
          <p:spPr>
            <a:xfrm>
              <a:off x="3722747" y="3995784"/>
              <a:ext cx="1334431" cy="1411934"/>
            </a:xfrm>
            <a:custGeom>
              <a:avLst/>
              <a:gdLst>
                <a:gd name="connsiteX0" fmla="*/ 749344 w 1334431"/>
                <a:gd name="connsiteY0" fmla="*/ 1411935 h 1411934"/>
                <a:gd name="connsiteX1" fmla="*/ 167441 w 1334431"/>
                <a:gd name="connsiteY1" fmla="*/ 1128531 h 1411934"/>
                <a:gd name="connsiteX2" fmla="*/ 0 w 1334431"/>
                <a:gd name="connsiteY2" fmla="*/ 665935 h 1411934"/>
                <a:gd name="connsiteX3" fmla="*/ 667216 w 1334431"/>
                <a:gd name="connsiteY3" fmla="*/ 0 h 1411934"/>
                <a:gd name="connsiteX4" fmla="*/ 1334431 w 1334431"/>
                <a:gd name="connsiteY4" fmla="*/ 665935 h 1411934"/>
                <a:gd name="connsiteX5" fmla="*/ 1251666 w 1334431"/>
                <a:gd name="connsiteY5" fmla="*/ 953151 h 1411934"/>
                <a:gd name="connsiteX6" fmla="*/ 1234476 w 1334431"/>
                <a:gd name="connsiteY6" fmla="*/ 953151 h 1411934"/>
                <a:gd name="connsiteX7" fmla="*/ 1234476 w 1334431"/>
                <a:gd name="connsiteY7" fmla="*/ 935995 h 1411934"/>
                <a:gd name="connsiteX8" fmla="*/ 1310239 w 1334431"/>
                <a:gd name="connsiteY8" fmla="*/ 665935 h 1411934"/>
                <a:gd name="connsiteX9" fmla="*/ 667216 w 1334431"/>
                <a:gd name="connsiteY9" fmla="*/ 24147 h 1411934"/>
                <a:gd name="connsiteX10" fmla="*/ 24193 w 1334431"/>
                <a:gd name="connsiteY10" fmla="*/ 665935 h 1411934"/>
                <a:gd name="connsiteX11" fmla="*/ 185904 w 1334431"/>
                <a:gd name="connsiteY11" fmla="*/ 1112645 h 1411934"/>
                <a:gd name="connsiteX12" fmla="*/ 919968 w 1334431"/>
                <a:gd name="connsiteY12" fmla="*/ 1369361 h 1411934"/>
                <a:gd name="connsiteX13" fmla="*/ 1230657 w 1334431"/>
                <a:gd name="connsiteY13" fmla="*/ 1160303 h 1411934"/>
                <a:gd name="connsiteX14" fmla="*/ 1206463 w 1334431"/>
                <a:gd name="connsiteY14" fmla="*/ 1072613 h 1411934"/>
                <a:gd name="connsiteX15" fmla="*/ 1118605 w 1334431"/>
                <a:gd name="connsiteY15" fmla="*/ 1068800 h 1411934"/>
                <a:gd name="connsiteX16" fmla="*/ 1117332 w 1334431"/>
                <a:gd name="connsiteY16" fmla="*/ 1069436 h 1411934"/>
                <a:gd name="connsiteX17" fmla="*/ 391544 w 1334431"/>
                <a:gd name="connsiteY17" fmla="*/ 1005892 h 1411934"/>
                <a:gd name="connsiteX18" fmla="*/ 257846 w 1334431"/>
                <a:gd name="connsiteY18" fmla="*/ 683727 h 1411934"/>
                <a:gd name="connsiteX19" fmla="*/ 391544 w 1334431"/>
                <a:gd name="connsiteY19" fmla="*/ 361562 h 1411934"/>
                <a:gd name="connsiteX20" fmla="*/ 651300 w 1334431"/>
                <a:gd name="connsiteY20" fmla="*/ 254174 h 1411934"/>
                <a:gd name="connsiteX21" fmla="*/ 911055 w 1334431"/>
                <a:gd name="connsiteY21" fmla="*/ 361562 h 1411934"/>
                <a:gd name="connsiteX22" fmla="*/ 974721 w 1334431"/>
                <a:gd name="connsiteY22" fmla="*/ 685634 h 1411934"/>
                <a:gd name="connsiteX23" fmla="*/ 958804 w 1334431"/>
                <a:gd name="connsiteY23" fmla="*/ 691988 h 1411934"/>
                <a:gd name="connsiteX24" fmla="*/ 952438 w 1334431"/>
                <a:gd name="connsiteY24" fmla="*/ 676102 h 1411934"/>
                <a:gd name="connsiteX25" fmla="*/ 893865 w 1334431"/>
                <a:gd name="connsiteY25" fmla="*/ 378719 h 1411934"/>
                <a:gd name="connsiteX26" fmla="*/ 651300 w 1334431"/>
                <a:gd name="connsiteY26" fmla="*/ 278320 h 1411934"/>
                <a:gd name="connsiteX27" fmla="*/ 408733 w 1334431"/>
                <a:gd name="connsiteY27" fmla="*/ 378719 h 1411934"/>
                <a:gd name="connsiteX28" fmla="*/ 282039 w 1334431"/>
                <a:gd name="connsiteY28" fmla="*/ 683092 h 1411934"/>
                <a:gd name="connsiteX29" fmla="*/ 408733 w 1334431"/>
                <a:gd name="connsiteY29" fmla="*/ 987465 h 1411934"/>
                <a:gd name="connsiteX30" fmla="*/ 1103325 w 1334431"/>
                <a:gd name="connsiteY30" fmla="*/ 1048467 h 1411934"/>
                <a:gd name="connsiteX31" fmla="*/ 1104598 w 1334431"/>
                <a:gd name="connsiteY31" fmla="*/ 1047831 h 1411934"/>
                <a:gd name="connsiteX32" fmla="*/ 1221107 w 1334431"/>
                <a:gd name="connsiteY32" fmla="*/ 1052279 h 1411934"/>
                <a:gd name="connsiteX33" fmla="*/ 1252940 w 1334431"/>
                <a:gd name="connsiteY33" fmla="*/ 1167928 h 1411934"/>
                <a:gd name="connsiteX34" fmla="*/ 924425 w 1334431"/>
                <a:gd name="connsiteY34" fmla="*/ 1392236 h 1411934"/>
                <a:gd name="connsiteX35" fmla="*/ 749344 w 1334431"/>
                <a:gd name="connsiteY35" fmla="*/ 1411935 h 1411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34431" h="1411934">
                  <a:moveTo>
                    <a:pt x="749344" y="1411935"/>
                  </a:moveTo>
                  <a:cubicBezTo>
                    <a:pt x="563441" y="1411935"/>
                    <a:pt x="348251" y="1349662"/>
                    <a:pt x="167441" y="1128531"/>
                  </a:cubicBezTo>
                  <a:cubicBezTo>
                    <a:pt x="64303" y="1000809"/>
                    <a:pt x="0" y="824158"/>
                    <a:pt x="0" y="665935"/>
                  </a:cubicBezTo>
                  <a:cubicBezTo>
                    <a:pt x="0" y="298654"/>
                    <a:pt x="299228" y="0"/>
                    <a:pt x="667216" y="0"/>
                  </a:cubicBezTo>
                  <a:cubicBezTo>
                    <a:pt x="1035203" y="0"/>
                    <a:pt x="1334431" y="298654"/>
                    <a:pt x="1334431" y="665935"/>
                  </a:cubicBezTo>
                  <a:cubicBezTo>
                    <a:pt x="1334431" y="867368"/>
                    <a:pt x="1254849" y="949974"/>
                    <a:pt x="1251666" y="953151"/>
                  </a:cubicBezTo>
                  <a:cubicBezTo>
                    <a:pt x="1247210" y="957599"/>
                    <a:pt x="1238933" y="958235"/>
                    <a:pt x="1234476" y="953151"/>
                  </a:cubicBezTo>
                  <a:cubicBezTo>
                    <a:pt x="1230020" y="948703"/>
                    <a:pt x="1229383" y="940443"/>
                    <a:pt x="1234476" y="935995"/>
                  </a:cubicBezTo>
                  <a:cubicBezTo>
                    <a:pt x="1235750" y="934724"/>
                    <a:pt x="1310239" y="855930"/>
                    <a:pt x="1310239" y="665935"/>
                  </a:cubicBezTo>
                  <a:cubicBezTo>
                    <a:pt x="1310239" y="311998"/>
                    <a:pt x="1021833" y="24147"/>
                    <a:pt x="667216" y="24147"/>
                  </a:cubicBezTo>
                  <a:cubicBezTo>
                    <a:pt x="312598" y="24147"/>
                    <a:pt x="24193" y="311998"/>
                    <a:pt x="24193" y="665935"/>
                  </a:cubicBezTo>
                  <a:cubicBezTo>
                    <a:pt x="24193" y="818439"/>
                    <a:pt x="85949" y="989371"/>
                    <a:pt x="185904" y="1112645"/>
                  </a:cubicBezTo>
                  <a:cubicBezTo>
                    <a:pt x="420193" y="1398591"/>
                    <a:pt x="714965" y="1410029"/>
                    <a:pt x="919968" y="1369361"/>
                  </a:cubicBezTo>
                  <a:cubicBezTo>
                    <a:pt x="1127518" y="1323609"/>
                    <a:pt x="1203280" y="1230201"/>
                    <a:pt x="1230657" y="1160303"/>
                  </a:cubicBezTo>
                  <a:cubicBezTo>
                    <a:pt x="1245936" y="1121541"/>
                    <a:pt x="1226836" y="1089134"/>
                    <a:pt x="1206463" y="1072613"/>
                  </a:cubicBezTo>
                  <a:cubicBezTo>
                    <a:pt x="1185454" y="1056092"/>
                    <a:pt x="1151711" y="1046560"/>
                    <a:pt x="1118605" y="1068800"/>
                  </a:cubicBezTo>
                  <a:lnTo>
                    <a:pt x="1117332" y="1069436"/>
                  </a:lnTo>
                  <a:cubicBezTo>
                    <a:pt x="891955" y="1227024"/>
                    <a:pt x="586361" y="1200335"/>
                    <a:pt x="391544" y="1005892"/>
                  </a:cubicBezTo>
                  <a:cubicBezTo>
                    <a:pt x="305595" y="920109"/>
                    <a:pt x="257846" y="805731"/>
                    <a:pt x="257846" y="683727"/>
                  </a:cubicBezTo>
                  <a:cubicBezTo>
                    <a:pt x="257846" y="561724"/>
                    <a:pt x="305595" y="447981"/>
                    <a:pt x="391544" y="361562"/>
                  </a:cubicBezTo>
                  <a:cubicBezTo>
                    <a:pt x="460939" y="292300"/>
                    <a:pt x="553254" y="254174"/>
                    <a:pt x="651300" y="254174"/>
                  </a:cubicBezTo>
                  <a:cubicBezTo>
                    <a:pt x="749344" y="254174"/>
                    <a:pt x="841659" y="292300"/>
                    <a:pt x="911055" y="361562"/>
                  </a:cubicBezTo>
                  <a:cubicBezTo>
                    <a:pt x="996367" y="446710"/>
                    <a:pt x="1021833" y="574433"/>
                    <a:pt x="974721" y="685634"/>
                  </a:cubicBezTo>
                  <a:cubicBezTo>
                    <a:pt x="972174" y="691988"/>
                    <a:pt x="965171" y="694530"/>
                    <a:pt x="958804" y="691988"/>
                  </a:cubicBezTo>
                  <a:cubicBezTo>
                    <a:pt x="952438" y="689446"/>
                    <a:pt x="949891" y="682456"/>
                    <a:pt x="952438" y="676102"/>
                  </a:cubicBezTo>
                  <a:cubicBezTo>
                    <a:pt x="995730" y="573797"/>
                    <a:pt x="972811" y="457513"/>
                    <a:pt x="893865" y="378719"/>
                  </a:cubicBezTo>
                  <a:cubicBezTo>
                    <a:pt x="828926" y="313905"/>
                    <a:pt x="742978" y="278320"/>
                    <a:pt x="651300" y="278320"/>
                  </a:cubicBezTo>
                  <a:cubicBezTo>
                    <a:pt x="559621" y="278320"/>
                    <a:pt x="473672" y="313905"/>
                    <a:pt x="408733" y="378719"/>
                  </a:cubicBezTo>
                  <a:cubicBezTo>
                    <a:pt x="327241" y="460054"/>
                    <a:pt x="282039" y="568078"/>
                    <a:pt x="282039" y="683092"/>
                  </a:cubicBezTo>
                  <a:cubicBezTo>
                    <a:pt x="282039" y="798105"/>
                    <a:pt x="327241" y="906129"/>
                    <a:pt x="408733" y="987465"/>
                  </a:cubicBezTo>
                  <a:cubicBezTo>
                    <a:pt x="595273" y="1173647"/>
                    <a:pt x="887499" y="1199700"/>
                    <a:pt x="1103325" y="1048467"/>
                  </a:cubicBezTo>
                  <a:lnTo>
                    <a:pt x="1104598" y="1047831"/>
                  </a:lnTo>
                  <a:cubicBezTo>
                    <a:pt x="1140888" y="1023049"/>
                    <a:pt x="1186727" y="1024955"/>
                    <a:pt x="1221107" y="1052279"/>
                  </a:cubicBezTo>
                  <a:cubicBezTo>
                    <a:pt x="1256759" y="1080874"/>
                    <a:pt x="1269492" y="1125989"/>
                    <a:pt x="1252940" y="1167928"/>
                  </a:cubicBezTo>
                  <a:cubicBezTo>
                    <a:pt x="1223653" y="1243545"/>
                    <a:pt x="1142798" y="1343308"/>
                    <a:pt x="924425" y="1392236"/>
                  </a:cubicBezTo>
                  <a:cubicBezTo>
                    <a:pt x="872219" y="1404945"/>
                    <a:pt x="812373" y="1411935"/>
                    <a:pt x="749344" y="14119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28DA3ED-72E4-6878-FEFD-34DB257A1F76}"/>
                </a:ext>
              </a:extLst>
            </p:cNvPr>
            <p:cNvSpPr/>
            <p:nvPr/>
          </p:nvSpPr>
          <p:spPr>
            <a:xfrm>
              <a:off x="6114664" y="3710475"/>
              <a:ext cx="1403190" cy="292935"/>
            </a:xfrm>
            <a:custGeom>
              <a:avLst/>
              <a:gdLst>
                <a:gd name="connsiteX0" fmla="*/ 1319788 w 1403190"/>
                <a:gd name="connsiteY0" fmla="*/ 292935 h 292935"/>
                <a:gd name="connsiteX1" fmla="*/ 1308328 w 1403190"/>
                <a:gd name="connsiteY1" fmla="*/ 284675 h 292935"/>
                <a:gd name="connsiteX2" fmla="*/ 1315969 w 1403190"/>
                <a:gd name="connsiteY2" fmla="*/ 269424 h 292935"/>
                <a:gd name="connsiteX3" fmla="*/ 1378997 w 1403190"/>
                <a:gd name="connsiteY3" fmla="*/ 189359 h 292935"/>
                <a:gd name="connsiteX4" fmla="*/ 1378997 w 1403190"/>
                <a:gd name="connsiteY4" fmla="*/ 86419 h 292935"/>
                <a:gd name="connsiteX5" fmla="*/ 1317242 w 1403190"/>
                <a:gd name="connsiteY5" fmla="*/ 24782 h 292935"/>
                <a:gd name="connsiteX6" fmla="*/ 85949 w 1403190"/>
                <a:gd name="connsiteY6" fmla="*/ 24782 h 292935"/>
                <a:gd name="connsiteX7" fmla="*/ 24193 w 1403190"/>
                <a:gd name="connsiteY7" fmla="*/ 86419 h 292935"/>
                <a:gd name="connsiteX8" fmla="*/ 24193 w 1403190"/>
                <a:gd name="connsiteY8" fmla="*/ 189359 h 292935"/>
                <a:gd name="connsiteX9" fmla="*/ 87222 w 1403190"/>
                <a:gd name="connsiteY9" fmla="*/ 269424 h 292935"/>
                <a:gd name="connsiteX10" fmla="*/ 94862 w 1403190"/>
                <a:gd name="connsiteY10" fmla="*/ 284675 h 292935"/>
                <a:gd name="connsiteX11" fmla="*/ 79582 w 1403190"/>
                <a:gd name="connsiteY11" fmla="*/ 292300 h 292935"/>
                <a:gd name="connsiteX12" fmla="*/ 0 w 1403190"/>
                <a:gd name="connsiteY12" fmla="*/ 189359 h 292935"/>
                <a:gd name="connsiteX13" fmla="*/ 0 w 1403190"/>
                <a:gd name="connsiteY13" fmla="*/ 86419 h 292935"/>
                <a:gd name="connsiteX14" fmla="*/ 86585 w 1403190"/>
                <a:gd name="connsiteY14" fmla="*/ 0 h 292935"/>
                <a:gd name="connsiteX15" fmla="*/ 1316605 w 1403190"/>
                <a:gd name="connsiteY15" fmla="*/ 0 h 292935"/>
                <a:gd name="connsiteX16" fmla="*/ 1403190 w 1403190"/>
                <a:gd name="connsiteY16" fmla="*/ 86419 h 292935"/>
                <a:gd name="connsiteX17" fmla="*/ 1403190 w 1403190"/>
                <a:gd name="connsiteY17" fmla="*/ 189359 h 292935"/>
                <a:gd name="connsiteX18" fmla="*/ 1323608 w 1403190"/>
                <a:gd name="connsiteY18" fmla="*/ 292300 h 292935"/>
                <a:gd name="connsiteX19" fmla="*/ 1319788 w 1403190"/>
                <a:gd name="connsiteY19" fmla="*/ 292935 h 292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03190" h="292935">
                  <a:moveTo>
                    <a:pt x="1319788" y="292935"/>
                  </a:moveTo>
                  <a:cubicBezTo>
                    <a:pt x="1314695" y="292935"/>
                    <a:pt x="1310239" y="289758"/>
                    <a:pt x="1308328" y="284675"/>
                  </a:cubicBezTo>
                  <a:cubicBezTo>
                    <a:pt x="1306419" y="278320"/>
                    <a:pt x="1309602" y="271330"/>
                    <a:pt x="1315969" y="269424"/>
                  </a:cubicBezTo>
                  <a:cubicBezTo>
                    <a:pt x="1377724" y="248455"/>
                    <a:pt x="1378997" y="189995"/>
                    <a:pt x="1378997" y="189359"/>
                  </a:cubicBezTo>
                  <a:lnTo>
                    <a:pt x="1378997" y="86419"/>
                  </a:lnTo>
                  <a:cubicBezTo>
                    <a:pt x="1378997" y="52106"/>
                    <a:pt x="1350985" y="24782"/>
                    <a:pt x="1317242" y="24782"/>
                  </a:cubicBezTo>
                  <a:lnTo>
                    <a:pt x="85949" y="24782"/>
                  </a:lnTo>
                  <a:cubicBezTo>
                    <a:pt x="51569" y="24782"/>
                    <a:pt x="24193" y="52741"/>
                    <a:pt x="24193" y="86419"/>
                  </a:cubicBezTo>
                  <a:lnTo>
                    <a:pt x="24193" y="189359"/>
                  </a:lnTo>
                  <a:cubicBezTo>
                    <a:pt x="24193" y="191901"/>
                    <a:pt x="25466" y="248455"/>
                    <a:pt x="87222" y="269424"/>
                  </a:cubicBezTo>
                  <a:cubicBezTo>
                    <a:pt x="93589" y="271330"/>
                    <a:pt x="96772" y="278320"/>
                    <a:pt x="94862" y="284675"/>
                  </a:cubicBezTo>
                  <a:cubicBezTo>
                    <a:pt x="92952" y="291029"/>
                    <a:pt x="85949" y="294206"/>
                    <a:pt x="79582" y="292300"/>
                  </a:cubicBezTo>
                  <a:cubicBezTo>
                    <a:pt x="17190" y="270695"/>
                    <a:pt x="0" y="215412"/>
                    <a:pt x="0" y="189359"/>
                  </a:cubicBezTo>
                  <a:lnTo>
                    <a:pt x="0" y="86419"/>
                  </a:lnTo>
                  <a:cubicBezTo>
                    <a:pt x="0" y="38762"/>
                    <a:pt x="38836" y="0"/>
                    <a:pt x="86585" y="0"/>
                  </a:cubicBezTo>
                  <a:lnTo>
                    <a:pt x="1316605" y="0"/>
                  </a:lnTo>
                  <a:cubicBezTo>
                    <a:pt x="1364354" y="0"/>
                    <a:pt x="1403190" y="38762"/>
                    <a:pt x="1403190" y="86419"/>
                  </a:cubicBezTo>
                  <a:lnTo>
                    <a:pt x="1403190" y="189359"/>
                  </a:lnTo>
                  <a:cubicBezTo>
                    <a:pt x="1403190" y="215412"/>
                    <a:pt x="1386637" y="270695"/>
                    <a:pt x="1323608" y="292300"/>
                  </a:cubicBezTo>
                  <a:cubicBezTo>
                    <a:pt x="1322335" y="292935"/>
                    <a:pt x="1321061" y="292935"/>
                    <a:pt x="1319788" y="2929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EB3930E2-3E08-5218-C89B-845D544BE408}"/>
                </a:ext>
              </a:extLst>
            </p:cNvPr>
            <p:cNvSpPr/>
            <p:nvPr/>
          </p:nvSpPr>
          <p:spPr>
            <a:xfrm>
              <a:off x="6114028" y="4603734"/>
              <a:ext cx="1401946" cy="289918"/>
            </a:xfrm>
            <a:custGeom>
              <a:avLst/>
              <a:gdLst>
                <a:gd name="connsiteX0" fmla="*/ 1317242 w 1401946"/>
                <a:gd name="connsiteY0" fmla="*/ 289919 h 289918"/>
                <a:gd name="connsiteX1" fmla="*/ 86585 w 1401946"/>
                <a:gd name="connsiteY1" fmla="*/ 289919 h 289918"/>
                <a:gd name="connsiteX2" fmla="*/ 0 w 1401946"/>
                <a:gd name="connsiteY2" fmla="*/ 203500 h 289918"/>
                <a:gd name="connsiteX3" fmla="*/ 0 w 1401946"/>
                <a:gd name="connsiteY3" fmla="*/ 82767 h 289918"/>
                <a:gd name="connsiteX4" fmla="*/ 59845 w 1401946"/>
                <a:gd name="connsiteY4" fmla="*/ 796 h 289918"/>
                <a:gd name="connsiteX5" fmla="*/ 75125 w 1401946"/>
                <a:gd name="connsiteY5" fmla="*/ 8421 h 289918"/>
                <a:gd name="connsiteX6" fmla="*/ 67485 w 1401946"/>
                <a:gd name="connsiteY6" fmla="*/ 23672 h 289918"/>
                <a:gd name="connsiteX7" fmla="*/ 24193 w 1401946"/>
                <a:gd name="connsiteY7" fmla="*/ 82767 h 289918"/>
                <a:gd name="connsiteX8" fmla="*/ 24193 w 1401946"/>
                <a:gd name="connsiteY8" fmla="*/ 203500 h 289918"/>
                <a:gd name="connsiteX9" fmla="*/ 85949 w 1401946"/>
                <a:gd name="connsiteY9" fmla="*/ 265137 h 289918"/>
                <a:gd name="connsiteX10" fmla="*/ 1315968 w 1401946"/>
                <a:gd name="connsiteY10" fmla="*/ 265137 h 289918"/>
                <a:gd name="connsiteX11" fmla="*/ 1377724 w 1401946"/>
                <a:gd name="connsiteY11" fmla="*/ 203500 h 289918"/>
                <a:gd name="connsiteX12" fmla="*/ 1377724 w 1401946"/>
                <a:gd name="connsiteY12" fmla="*/ 82767 h 289918"/>
                <a:gd name="connsiteX13" fmla="*/ 1334431 w 1401946"/>
                <a:gd name="connsiteY13" fmla="*/ 23672 h 289918"/>
                <a:gd name="connsiteX14" fmla="*/ 1326792 w 1401946"/>
                <a:gd name="connsiteY14" fmla="*/ 8421 h 289918"/>
                <a:gd name="connsiteX15" fmla="*/ 1342071 w 1401946"/>
                <a:gd name="connsiteY15" fmla="*/ 796 h 289918"/>
                <a:gd name="connsiteX16" fmla="*/ 1401916 w 1401946"/>
                <a:gd name="connsiteY16" fmla="*/ 82767 h 289918"/>
                <a:gd name="connsiteX17" fmla="*/ 1401916 w 1401946"/>
                <a:gd name="connsiteY17" fmla="*/ 203500 h 289918"/>
                <a:gd name="connsiteX18" fmla="*/ 1317242 w 1401946"/>
                <a:gd name="connsiteY18" fmla="*/ 289919 h 289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01946" h="289918">
                  <a:moveTo>
                    <a:pt x="1317242" y="289919"/>
                  </a:moveTo>
                  <a:lnTo>
                    <a:pt x="86585" y="289919"/>
                  </a:lnTo>
                  <a:cubicBezTo>
                    <a:pt x="38836" y="289919"/>
                    <a:pt x="0" y="251157"/>
                    <a:pt x="0" y="203500"/>
                  </a:cubicBezTo>
                  <a:lnTo>
                    <a:pt x="0" y="82767"/>
                  </a:lnTo>
                  <a:cubicBezTo>
                    <a:pt x="0" y="45277"/>
                    <a:pt x="24193" y="12234"/>
                    <a:pt x="59845" y="796"/>
                  </a:cubicBezTo>
                  <a:cubicBezTo>
                    <a:pt x="66212" y="-1110"/>
                    <a:pt x="73215" y="2067"/>
                    <a:pt x="75125" y="8421"/>
                  </a:cubicBezTo>
                  <a:cubicBezTo>
                    <a:pt x="77035" y="14776"/>
                    <a:pt x="73852" y="21766"/>
                    <a:pt x="67485" y="23672"/>
                  </a:cubicBezTo>
                  <a:cubicBezTo>
                    <a:pt x="42019" y="31932"/>
                    <a:pt x="24193" y="55444"/>
                    <a:pt x="24193" y="82767"/>
                  </a:cubicBezTo>
                  <a:lnTo>
                    <a:pt x="24193" y="203500"/>
                  </a:lnTo>
                  <a:cubicBezTo>
                    <a:pt x="24193" y="237813"/>
                    <a:pt x="52206" y="265137"/>
                    <a:pt x="85949" y="265137"/>
                  </a:cubicBezTo>
                  <a:lnTo>
                    <a:pt x="1315968" y="265137"/>
                  </a:lnTo>
                  <a:cubicBezTo>
                    <a:pt x="1350348" y="265137"/>
                    <a:pt x="1377724" y="237178"/>
                    <a:pt x="1377724" y="203500"/>
                  </a:cubicBezTo>
                  <a:lnTo>
                    <a:pt x="1377724" y="82767"/>
                  </a:lnTo>
                  <a:cubicBezTo>
                    <a:pt x="1377724" y="55444"/>
                    <a:pt x="1360534" y="31932"/>
                    <a:pt x="1334431" y="23672"/>
                  </a:cubicBezTo>
                  <a:cubicBezTo>
                    <a:pt x="1328065" y="21766"/>
                    <a:pt x="1324245" y="14776"/>
                    <a:pt x="1326792" y="8421"/>
                  </a:cubicBezTo>
                  <a:cubicBezTo>
                    <a:pt x="1328701" y="2067"/>
                    <a:pt x="1335705" y="-1746"/>
                    <a:pt x="1342071" y="796"/>
                  </a:cubicBezTo>
                  <a:cubicBezTo>
                    <a:pt x="1377724" y="12234"/>
                    <a:pt x="1401916" y="45277"/>
                    <a:pt x="1401916" y="82767"/>
                  </a:cubicBezTo>
                  <a:lnTo>
                    <a:pt x="1401916" y="203500"/>
                  </a:lnTo>
                  <a:cubicBezTo>
                    <a:pt x="1403190" y="251157"/>
                    <a:pt x="1364354" y="289919"/>
                    <a:pt x="1317242" y="2899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589DC180-41B8-2CFF-203B-39FB826F2A4E}"/>
                </a:ext>
              </a:extLst>
            </p:cNvPr>
            <p:cNvSpPr/>
            <p:nvPr/>
          </p:nvSpPr>
          <p:spPr>
            <a:xfrm>
              <a:off x="6113391" y="4431057"/>
              <a:ext cx="1405736" cy="245436"/>
            </a:xfrm>
            <a:custGeom>
              <a:avLst/>
              <a:gdLst>
                <a:gd name="connsiteX0" fmla="*/ 978541 w 1405736"/>
                <a:gd name="connsiteY0" fmla="*/ 245278 h 245436"/>
                <a:gd name="connsiteX1" fmla="*/ 900869 w 1405736"/>
                <a:gd name="connsiteY1" fmla="*/ 213506 h 245436"/>
                <a:gd name="connsiteX2" fmla="*/ 780541 w 1405736"/>
                <a:gd name="connsiteY2" fmla="*/ 213506 h 245436"/>
                <a:gd name="connsiteX3" fmla="*/ 702869 w 1405736"/>
                <a:gd name="connsiteY3" fmla="*/ 245278 h 245436"/>
                <a:gd name="connsiteX4" fmla="*/ 625196 w 1405736"/>
                <a:gd name="connsiteY4" fmla="*/ 213506 h 245436"/>
                <a:gd name="connsiteX5" fmla="*/ 564714 w 1405736"/>
                <a:gd name="connsiteY5" fmla="*/ 188724 h 245436"/>
                <a:gd name="connsiteX6" fmla="*/ 504232 w 1405736"/>
                <a:gd name="connsiteY6" fmla="*/ 213506 h 245436"/>
                <a:gd name="connsiteX7" fmla="*/ 426560 w 1405736"/>
                <a:gd name="connsiteY7" fmla="*/ 245278 h 245436"/>
                <a:gd name="connsiteX8" fmla="*/ 348888 w 1405736"/>
                <a:gd name="connsiteY8" fmla="*/ 213506 h 245436"/>
                <a:gd name="connsiteX9" fmla="*/ 288406 w 1405736"/>
                <a:gd name="connsiteY9" fmla="*/ 188724 h 245436"/>
                <a:gd name="connsiteX10" fmla="*/ 227923 w 1405736"/>
                <a:gd name="connsiteY10" fmla="*/ 213506 h 245436"/>
                <a:gd name="connsiteX11" fmla="*/ 150251 w 1405736"/>
                <a:gd name="connsiteY11" fmla="*/ 245278 h 245436"/>
                <a:gd name="connsiteX12" fmla="*/ 72579 w 1405736"/>
                <a:gd name="connsiteY12" fmla="*/ 213506 h 245436"/>
                <a:gd name="connsiteX13" fmla="*/ 0 w 1405736"/>
                <a:gd name="connsiteY13" fmla="*/ 38762 h 245436"/>
                <a:gd name="connsiteX14" fmla="*/ 0 w 1405736"/>
                <a:gd name="connsiteY14" fmla="*/ 12073 h 245436"/>
                <a:gd name="connsiteX15" fmla="*/ 12097 w 1405736"/>
                <a:gd name="connsiteY15" fmla="*/ 0 h 245436"/>
                <a:gd name="connsiteX16" fmla="*/ 1000187 w 1405736"/>
                <a:gd name="connsiteY16" fmla="*/ 0 h 245436"/>
                <a:gd name="connsiteX17" fmla="*/ 1012284 w 1405736"/>
                <a:gd name="connsiteY17" fmla="*/ 12073 h 245436"/>
                <a:gd name="connsiteX18" fmla="*/ 1000187 w 1405736"/>
                <a:gd name="connsiteY18" fmla="*/ 24147 h 245436"/>
                <a:gd name="connsiteX19" fmla="*/ 25466 w 1405736"/>
                <a:gd name="connsiteY19" fmla="*/ 24147 h 245436"/>
                <a:gd name="connsiteX20" fmla="*/ 25466 w 1405736"/>
                <a:gd name="connsiteY20" fmla="*/ 38762 h 245436"/>
                <a:gd name="connsiteX21" fmla="*/ 91042 w 1405736"/>
                <a:gd name="connsiteY21" fmla="*/ 196349 h 245436"/>
                <a:gd name="connsiteX22" fmla="*/ 211370 w 1405736"/>
                <a:gd name="connsiteY22" fmla="*/ 196349 h 245436"/>
                <a:gd name="connsiteX23" fmla="*/ 289042 w 1405736"/>
                <a:gd name="connsiteY23" fmla="*/ 164578 h 245436"/>
                <a:gd name="connsiteX24" fmla="*/ 366714 w 1405736"/>
                <a:gd name="connsiteY24" fmla="*/ 196349 h 245436"/>
                <a:gd name="connsiteX25" fmla="*/ 427196 w 1405736"/>
                <a:gd name="connsiteY25" fmla="*/ 221131 h 245436"/>
                <a:gd name="connsiteX26" fmla="*/ 487679 w 1405736"/>
                <a:gd name="connsiteY26" fmla="*/ 196349 h 245436"/>
                <a:gd name="connsiteX27" fmla="*/ 565351 w 1405736"/>
                <a:gd name="connsiteY27" fmla="*/ 164578 h 245436"/>
                <a:gd name="connsiteX28" fmla="*/ 643023 w 1405736"/>
                <a:gd name="connsiteY28" fmla="*/ 196349 h 245436"/>
                <a:gd name="connsiteX29" fmla="*/ 703505 w 1405736"/>
                <a:gd name="connsiteY29" fmla="*/ 221131 h 245436"/>
                <a:gd name="connsiteX30" fmla="*/ 763988 w 1405736"/>
                <a:gd name="connsiteY30" fmla="*/ 196349 h 245436"/>
                <a:gd name="connsiteX31" fmla="*/ 919332 w 1405736"/>
                <a:gd name="connsiteY31" fmla="*/ 196349 h 245436"/>
                <a:gd name="connsiteX32" fmla="*/ 979814 w 1405736"/>
                <a:gd name="connsiteY32" fmla="*/ 221131 h 245436"/>
                <a:gd name="connsiteX33" fmla="*/ 1040297 w 1405736"/>
                <a:gd name="connsiteY33" fmla="*/ 196349 h 245436"/>
                <a:gd name="connsiteX34" fmla="*/ 1117968 w 1405736"/>
                <a:gd name="connsiteY34" fmla="*/ 164578 h 245436"/>
                <a:gd name="connsiteX35" fmla="*/ 1195640 w 1405736"/>
                <a:gd name="connsiteY35" fmla="*/ 196349 h 245436"/>
                <a:gd name="connsiteX36" fmla="*/ 1315968 w 1405736"/>
                <a:gd name="connsiteY36" fmla="*/ 196349 h 245436"/>
                <a:gd name="connsiteX37" fmla="*/ 1381544 w 1405736"/>
                <a:gd name="connsiteY37" fmla="*/ 38762 h 245436"/>
                <a:gd name="connsiteX38" fmla="*/ 1381544 w 1405736"/>
                <a:gd name="connsiteY38" fmla="*/ 24147 h 245436"/>
                <a:gd name="connsiteX39" fmla="*/ 1289866 w 1405736"/>
                <a:gd name="connsiteY39" fmla="*/ 24147 h 245436"/>
                <a:gd name="connsiteX40" fmla="*/ 1277769 w 1405736"/>
                <a:gd name="connsiteY40" fmla="*/ 12073 h 245436"/>
                <a:gd name="connsiteX41" fmla="*/ 1289866 w 1405736"/>
                <a:gd name="connsiteY41" fmla="*/ 0 h 245436"/>
                <a:gd name="connsiteX42" fmla="*/ 1393641 w 1405736"/>
                <a:gd name="connsiteY42" fmla="*/ 0 h 245436"/>
                <a:gd name="connsiteX43" fmla="*/ 1405737 w 1405736"/>
                <a:gd name="connsiteY43" fmla="*/ 12073 h 245436"/>
                <a:gd name="connsiteX44" fmla="*/ 1405737 w 1405736"/>
                <a:gd name="connsiteY44" fmla="*/ 38762 h 245436"/>
                <a:gd name="connsiteX45" fmla="*/ 1333158 w 1405736"/>
                <a:gd name="connsiteY45" fmla="*/ 213506 h 245436"/>
                <a:gd name="connsiteX46" fmla="*/ 1177814 w 1405736"/>
                <a:gd name="connsiteY46" fmla="*/ 213506 h 245436"/>
                <a:gd name="connsiteX47" fmla="*/ 1117332 w 1405736"/>
                <a:gd name="connsiteY47" fmla="*/ 188724 h 245436"/>
                <a:gd name="connsiteX48" fmla="*/ 1056850 w 1405736"/>
                <a:gd name="connsiteY48" fmla="*/ 213506 h 245436"/>
                <a:gd name="connsiteX49" fmla="*/ 978541 w 1405736"/>
                <a:gd name="connsiteY49" fmla="*/ 245278 h 24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405736" h="245436">
                  <a:moveTo>
                    <a:pt x="978541" y="245278"/>
                  </a:moveTo>
                  <a:cubicBezTo>
                    <a:pt x="949255" y="245278"/>
                    <a:pt x="921878" y="233840"/>
                    <a:pt x="900869" y="213506"/>
                  </a:cubicBezTo>
                  <a:cubicBezTo>
                    <a:pt x="867762" y="180463"/>
                    <a:pt x="813646" y="180463"/>
                    <a:pt x="780541" y="213506"/>
                  </a:cubicBezTo>
                  <a:cubicBezTo>
                    <a:pt x="759531" y="234475"/>
                    <a:pt x="732155" y="245278"/>
                    <a:pt x="702869" y="245278"/>
                  </a:cubicBezTo>
                  <a:cubicBezTo>
                    <a:pt x="673582" y="245278"/>
                    <a:pt x="646206" y="233840"/>
                    <a:pt x="625196" y="213506"/>
                  </a:cubicBezTo>
                  <a:cubicBezTo>
                    <a:pt x="609280" y="197620"/>
                    <a:pt x="587634" y="188724"/>
                    <a:pt x="564714" y="188724"/>
                  </a:cubicBezTo>
                  <a:cubicBezTo>
                    <a:pt x="541795" y="188724"/>
                    <a:pt x="520785" y="197620"/>
                    <a:pt x="504232" y="213506"/>
                  </a:cubicBezTo>
                  <a:cubicBezTo>
                    <a:pt x="483223" y="234475"/>
                    <a:pt x="455846" y="245278"/>
                    <a:pt x="426560" y="245278"/>
                  </a:cubicBezTo>
                  <a:cubicBezTo>
                    <a:pt x="397274" y="245278"/>
                    <a:pt x="369897" y="233840"/>
                    <a:pt x="348888" y="213506"/>
                  </a:cubicBezTo>
                  <a:cubicBezTo>
                    <a:pt x="332971" y="197620"/>
                    <a:pt x="311325" y="188724"/>
                    <a:pt x="288406" y="188724"/>
                  </a:cubicBezTo>
                  <a:cubicBezTo>
                    <a:pt x="265486" y="188724"/>
                    <a:pt x="244476" y="197620"/>
                    <a:pt x="227923" y="213506"/>
                  </a:cubicBezTo>
                  <a:cubicBezTo>
                    <a:pt x="206913" y="234475"/>
                    <a:pt x="179537" y="245278"/>
                    <a:pt x="150251" y="245278"/>
                  </a:cubicBezTo>
                  <a:cubicBezTo>
                    <a:pt x="120965" y="245278"/>
                    <a:pt x="93589" y="233840"/>
                    <a:pt x="72579" y="213506"/>
                  </a:cubicBezTo>
                  <a:cubicBezTo>
                    <a:pt x="26103" y="167119"/>
                    <a:pt x="0" y="104847"/>
                    <a:pt x="0" y="38762"/>
                  </a:cubicBezTo>
                  <a:lnTo>
                    <a:pt x="0" y="12073"/>
                  </a:lnTo>
                  <a:cubicBezTo>
                    <a:pt x="0" y="5083"/>
                    <a:pt x="5730" y="0"/>
                    <a:pt x="12097" y="0"/>
                  </a:cubicBezTo>
                  <a:lnTo>
                    <a:pt x="1000187" y="0"/>
                  </a:lnTo>
                  <a:cubicBezTo>
                    <a:pt x="1007190" y="0"/>
                    <a:pt x="1012284" y="5719"/>
                    <a:pt x="1012284" y="12073"/>
                  </a:cubicBezTo>
                  <a:cubicBezTo>
                    <a:pt x="1012284" y="19063"/>
                    <a:pt x="1006554" y="24147"/>
                    <a:pt x="1000187" y="24147"/>
                  </a:cubicBezTo>
                  <a:lnTo>
                    <a:pt x="25466" y="24147"/>
                  </a:lnTo>
                  <a:lnTo>
                    <a:pt x="25466" y="38762"/>
                  </a:lnTo>
                  <a:cubicBezTo>
                    <a:pt x="25466" y="98492"/>
                    <a:pt x="48386" y="154411"/>
                    <a:pt x="91042" y="196349"/>
                  </a:cubicBezTo>
                  <a:cubicBezTo>
                    <a:pt x="124148" y="229392"/>
                    <a:pt x="178264" y="229392"/>
                    <a:pt x="211370" y="196349"/>
                  </a:cubicBezTo>
                  <a:cubicBezTo>
                    <a:pt x="232379" y="175380"/>
                    <a:pt x="259756" y="164578"/>
                    <a:pt x="289042" y="164578"/>
                  </a:cubicBezTo>
                  <a:cubicBezTo>
                    <a:pt x="318328" y="164578"/>
                    <a:pt x="345705" y="176015"/>
                    <a:pt x="366714" y="196349"/>
                  </a:cubicBezTo>
                  <a:cubicBezTo>
                    <a:pt x="382631" y="212235"/>
                    <a:pt x="404277" y="221131"/>
                    <a:pt x="427196" y="221131"/>
                  </a:cubicBezTo>
                  <a:cubicBezTo>
                    <a:pt x="450116" y="221131"/>
                    <a:pt x="471126" y="212235"/>
                    <a:pt x="487679" y="196349"/>
                  </a:cubicBezTo>
                  <a:cubicBezTo>
                    <a:pt x="508689" y="175380"/>
                    <a:pt x="536065" y="164578"/>
                    <a:pt x="565351" y="164578"/>
                  </a:cubicBezTo>
                  <a:cubicBezTo>
                    <a:pt x="594637" y="164578"/>
                    <a:pt x="622013" y="176015"/>
                    <a:pt x="643023" y="196349"/>
                  </a:cubicBezTo>
                  <a:cubicBezTo>
                    <a:pt x="658939" y="212235"/>
                    <a:pt x="680586" y="221131"/>
                    <a:pt x="703505" y="221131"/>
                  </a:cubicBezTo>
                  <a:cubicBezTo>
                    <a:pt x="726425" y="221131"/>
                    <a:pt x="747435" y="212235"/>
                    <a:pt x="763988" y="196349"/>
                  </a:cubicBezTo>
                  <a:cubicBezTo>
                    <a:pt x="806643" y="153775"/>
                    <a:pt x="876676" y="153775"/>
                    <a:pt x="919332" y="196349"/>
                  </a:cubicBezTo>
                  <a:cubicBezTo>
                    <a:pt x="935248" y="212235"/>
                    <a:pt x="956894" y="221131"/>
                    <a:pt x="979814" y="221131"/>
                  </a:cubicBezTo>
                  <a:cubicBezTo>
                    <a:pt x="1002734" y="221131"/>
                    <a:pt x="1023743" y="212235"/>
                    <a:pt x="1040297" y="196349"/>
                  </a:cubicBezTo>
                  <a:cubicBezTo>
                    <a:pt x="1061306" y="175380"/>
                    <a:pt x="1088682" y="164578"/>
                    <a:pt x="1117968" y="164578"/>
                  </a:cubicBezTo>
                  <a:cubicBezTo>
                    <a:pt x="1147254" y="164578"/>
                    <a:pt x="1174631" y="176015"/>
                    <a:pt x="1195640" y="196349"/>
                  </a:cubicBezTo>
                  <a:cubicBezTo>
                    <a:pt x="1228747" y="229392"/>
                    <a:pt x="1282863" y="229392"/>
                    <a:pt x="1315968" y="196349"/>
                  </a:cubicBezTo>
                  <a:cubicBezTo>
                    <a:pt x="1357987" y="154411"/>
                    <a:pt x="1381544" y="98492"/>
                    <a:pt x="1381544" y="38762"/>
                  </a:cubicBezTo>
                  <a:lnTo>
                    <a:pt x="1381544" y="24147"/>
                  </a:lnTo>
                  <a:lnTo>
                    <a:pt x="1289866" y="24147"/>
                  </a:lnTo>
                  <a:cubicBezTo>
                    <a:pt x="1282863" y="24147"/>
                    <a:pt x="1277769" y="18428"/>
                    <a:pt x="1277769" y="12073"/>
                  </a:cubicBezTo>
                  <a:cubicBezTo>
                    <a:pt x="1277769" y="5083"/>
                    <a:pt x="1283499" y="0"/>
                    <a:pt x="1289866" y="0"/>
                  </a:cubicBezTo>
                  <a:lnTo>
                    <a:pt x="1393641" y="0"/>
                  </a:lnTo>
                  <a:cubicBezTo>
                    <a:pt x="1400644" y="0"/>
                    <a:pt x="1405737" y="5719"/>
                    <a:pt x="1405737" y="12073"/>
                  </a:cubicBezTo>
                  <a:lnTo>
                    <a:pt x="1405737" y="38762"/>
                  </a:lnTo>
                  <a:cubicBezTo>
                    <a:pt x="1405737" y="104847"/>
                    <a:pt x="1380270" y="166484"/>
                    <a:pt x="1333158" y="213506"/>
                  </a:cubicBezTo>
                  <a:cubicBezTo>
                    <a:pt x="1290502" y="256080"/>
                    <a:pt x="1221106" y="256080"/>
                    <a:pt x="1177814" y="213506"/>
                  </a:cubicBezTo>
                  <a:cubicBezTo>
                    <a:pt x="1161898" y="197620"/>
                    <a:pt x="1140251" y="188724"/>
                    <a:pt x="1117332" y="188724"/>
                  </a:cubicBezTo>
                  <a:cubicBezTo>
                    <a:pt x="1094412" y="188724"/>
                    <a:pt x="1073402" y="197620"/>
                    <a:pt x="1056850" y="213506"/>
                  </a:cubicBezTo>
                  <a:cubicBezTo>
                    <a:pt x="1035203" y="233840"/>
                    <a:pt x="1007827" y="245278"/>
                    <a:pt x="978541" y="2452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2BDC45C-A7CF-369F-C7C3-3154B39C43F9}"/>
                </a:ext>
              </a:extLst>
            </p:cNvPr>
            <p:cNvSpPr/>
            <p:nvPr/>
          </p:nvSpPr>
          <p:spPr>
            <a:xfrm>
              <a:off x="6114028" y="3978628"/>
              <a:ext cx="1403190" cy="514701"/>
            </a:xfrm>
            <a:custGeom>
              <a:avLst/>
              <a:gdLst>
                <a:gd name="connsiteX0" fmla="*/ 83402 w 1403190"/>
                <a:gd name="connsiteY0" fmla="*/ 24782 h 514701"/>
                <a:gd name="connsiteX1" fmla="*/ 24829 w 1403190"/>
                <a:gd name="connsiteY1" fmla="*/ 83242 h 514701"/>
                <a:gd name="connsiteX2" fmla="*/ 83402 w 1403190"/>
                <a:gd name="connsiteY2" fmla="*/ 141702 h 514701"/>
                <a:gd name="connsiteX3" fmla="*/ 730244 w 1403190"/>
                <a:gd name="connsiteY3" fmla="*/ 141702 h 514701"/>
                <a:gd name="connsiteX4" fmla="*/ 1031383 w 1403190"/>
                <a:gd name="connsiteY4" fmla="*/ 303738 h 514701"/>
                <a:gd name="connsiteX5" fmla="*/ 1147891 w 1403190"/>
                <a:gd name="connsiteY5" fmla="*/ 480388 h 514701"/>
                <a:gd name="connsiteX6" fmla="*/ 1342708 w 1403190"/>
                <a:gd name="connsiteY6" fmla="*/ 201433 h 514701"/>
                <a:gd name="connsiteX7" fmla="*/ 1378361 w 1403190"/>
                <a:gd name="connsiteY7" fmla="*/ 88325 h 514701"/>
                <a:gd name="connsiteX8" fmla="*/ 1378361 w 1403190"/>
                <a:gd name="connsiteY8" fmla="*/ 83242 h 514701"/>
                <a:gd name="connsiteX9" fmla="*/ 1319788 w 1403190"/>
                <a:gd name="connsiteY9" fmla="*/ 24782 h 514701"/>
                <a:gd name="connsiteX10" fmla="*/ 83402 w 1403190"/>
                <a:gd name="connsiteY10" fmla="*/ 24782 h 514701"/>
                <a:gd name="connsiteX11" fmla="*/ 1147891 w 1403190"/>
                <a:gd name="connsiteY11" fmla="*/ 514702 h 514701"/>
                <a:gd name="connsiteX12" fmla="*/ 1147891 w 1403190"/>
                <a:gd name="connsiteY12" fmla="*/ 514702 h 514701"/>
                <a:gd name="connsiteX13" fmla="*/ 1137704 w 1403190"/>
                <a:gd name="connsiteY13" fmla="*/ 508983 h 514701"/>
                <a:gd name="connsiteX14" fmla="*/ 1011647 w 1403190"/>
                <a:gd name="connsiteY14" fmla="*/ 317717 h 514701"/>
                <a:gd name="connsiteX15" fmla="*/ 730882 w 1403190"/>
                <a:gd name="connsiteY15" fmla="*/ 166484 h 514701"/>
                <a:gd name="connsiteX16" fmla="*/ 83402 w 1403190"/>
                <a:gd name="connsiteY16" fmla="*/ 166484 h 514701"/>
                <a:gd name="connsiteX17" fmla="*/ 0 w 1403190"/>
                <a:gd name="connsiteY17" fmla="*/ 83242 h 514701"/>
                <a:gd name="connsiteX18" fmla="*/ 83402 w 1403190"/>
                <a:gd name="connsiteY18" fmla="*/ 0 h 514701"/>
                <a:gd name="connsiteX19" fmla="*/ 1319788 w 1403190"/>
                <a:gd name="connsiteY19" fmla="*/ 0 h 514701"/>
                <a:gd name="connsiteX20" fmla="*/ 1403190 w 1403190"/>
                <a:gd name="connsiteY20" fmla="*/ 83242 h 514701"/>
                <a:gd name="connsiteX21" fmla="*/ 1403190 w 1403190"/>
                <a:gd name="connsiteY21" fmla="*/ 88325 h 514701"/>
                <a:gd name="connsiteX22" fmla="*/ 1363081 w 1403190"/>
                <a:gd name="connsiteY22" fmla="*/ 215412 h 514701"/>
                <a:gd name="connsiteX23" fmla="*/ 1158078 w 1403190"/>
                <a:gd name="connsiteY23" fmla="*/ 509618 h 514701"/>
                <a:gd name="connsiteX24" fmla="*/ 1147891 w 1403190"/>
                <a:gd name="connsiteY24" fmla="*/ 514702 h 514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3190" h="514701">
                  <a:moveTo>
                    <a:pt x="83402" y="24782"/>
                  </a:moveTo>
                  <a:cubicBezTo>
                    <a:pt x="50932" y="24782"/>
                    <a:pt x="24829" y="50835"/>
                    <a:pt x="24829" y="83242"/>
                  </a:cubicBezTo>
                  <a:cubicBezTo>
                    <a:pt x="24829" y="115649"/>
                    <a:pt x="50932" y="141702"/>
                    <a:pt x="83402" y="141702"/>
                  </a:cubicBezTo>
                  <a:lnTo>
                    <a:pt x="730244" y="141702"/>
                  </a:lnTo>
                  <a:cubicBezTo>
                    <a:pt x="851846" y="141702"/>
                    <a:pt x="964534" y="202068"/>
                    <a:pt x="1031383" y="303738"/>
                  </a:cubicBezTo>
                  <a:lnTo>
                    <a:pt x="1147891" y="480388"/>
                  </a:lnTo>
                  <a:lnTo>
                    <a:pt x="1342708" y="201433"/>
                  </a:lnTo>
                  <a:cubicBezTo>
                    <a:pt x="1366264" y="168390"/>
                    <a:pt x="1378361" y="128993"/>
                    <a:pt x="1378361" y="88325"/>
                  </a:cubicBezTo>
                  <a:lnTo>
                    <a:pt x="1378361" y="83242"/>
                  </a:lnTo>
                  <a:cubicBezTo>
                    <a:pt x="1378361" y="50835"/>
                    <a:pt x="1352258" y="24782"/>
                    <a:pt x="1319788" y="24782"/>
                  </a:cubicBezTo>
                  <a:lnTo>
                    <a:pt x="83402" y="24782"/>
                  </a:lnTo>
                  <a:close/>
                  <a:moveTo>
                    <a:pt x="1147891" y="514702"/>
                  </a:moveTo>
                  <a:lnTo>
                    <a:pt x="1147891" y="514702"/>
                  </a:lnTo>
                  <a:cubicBezTo>
                    <a:pt x="1143434" y="514702"/>
                    <a:pt x="1140251" y="512795"/>
                    <a:pt x="1137704" y="508983"/>
                  </a:cubicBezTo>
                  <a:lnTo>
                    <a:pt x="1011647" y="317717"/>
                  </a:lnTo>
                  <a:cubicBezTo>
                    <a:pt x="949254" y="223037"/>
                    <a:pt x="844206" y="166484"/>
                    <a:pt x="730882" y="166484"/>
                  </a:cubicBezTo>
                  <a:lnTo>
                    <a:pt x="83402" y="166484"/>
                  </a:lnTo>
                  <a:cubicBezTo>
                    <a:pt x="37562" y="166484"/>
                    <a:pt x="0" y="128993"/>
                    <a:pt x="0" y="83242"/>
                  </a:cubicBezTo>
                  <a:cubicBezTo>
                    <a:pt x="0" y="37491"/>
                    <a:pt x="37562" y="0"/>
                    <a:pt x="83402" y="0"/>
                  </a:cubicBezTo>
                  <a:lnTo>
                    <a:pt x="1319788" y="0"/>
                  </a:lnTo>
                  <a:cubicBezTo>
                    <a:pt x="1365627" y="0"/>
                    <a:pt x="1403190" y="37491"/>
                    <a:pt x="1403190" y="83242"/>
                  </a:cubicBezTo>
                  <a:lnTo>
                    <a:pt x="1403190" y="88325"/>
                  </a:lnTo>
                  <a:cubicBezTo>
                    <a:pt x="1403190" y="134077"/>
                    <a:pt x="1389183" y="177922"/>
                    <a:pt x="1363081" y="215412"/>
                  </a:cubicBezTo>
                  <a:lnTo>
                    <a:pt x="1158078" y="509618"/>
                  </a:lnTo>
                  <a:cubicBezTo>
                    <a:pt x="1156167" y="512795"/>
                    <a:pt x="1152348" y="514702"/>
                    <a:pt x="1147891" y="51470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EA275D58-1FFC-6B1C-C511-1FADF960327C}"/>
                </a:ext>
              </a:extLst>
            </p:cNvPr>
            <p:cNvSpPr/>
            <p:nvPr/>
          </p:nvSpPr>
          <p:spPr>
            <a:xfrm>
              <a:off x="6114028" y="4248052"/>
              <a:ext cx="492771" cy="85783"/>
            </a:xfrm>
            <a:custGeom>
              <a:avLst/>
              <a:gdLst>
                <a:gd name="connsiteX0" fmla="*/ 480675 w 492771"/>
                <a:gd name="connsiteY0" fmla="*/ 85784 h 85783"/>
                <a:gd name="connsiteX1" fmla="*/ 468579 w 492771"/>
                <a:gd name="connsiteY1" fmla="*/ 73710 h 85783"/>
                <a:gd name="connsiteX2" fmla="*/ 418920 w 492771"/>
                <a:gd name="connsiteY2" fmla="*/ 24146 h 85783"/>
                <a:gd name="connsiteX3" fmla="*/ 73852 w 492771"/>
                <a:gd name="connsiteY3" fmla="*/ 24146 h 85783"/>
                <a:gd name="connsiteX4" fmla="*/ 24193 w 492771"/>
                <a:gd name="connsiteY4" fmla="*/ 73710 h 85783"/>
                <a:gd name="connsiteX5" fmla="*/ 12096 w 492771"/>
                <a:gd name="connsiteY5" fmla="*/ 85784 h 85783"/>
                <a:gd name="connsiteX6" fmla="*/ 0 w 492771"/>
                <a:gd name="connsiteY6" fmla="*/ 73710 h 85783"/>
                <a:gd name="connsiteX7" fmla="*/ 73852 w 492771"/>
                <a:gd name="connsiteY7" fmla="*/ 0 h 85783"/>
                <a:gd name="connsiteX8" fmla="*/ 418920 w 492771"/>
                <a:gd name="connsiteY8" fmla="*/ 0 h 85783"/>
                <a:gd name="connsiteX9" fmla="*/ 492772 w 492771"/>
                <a:gd name="connsiteY9" fmla="*/ 73710 h 85783"/>
                <a:gd name="connsiteX10" fmla="*/ 480675 w 492771"/>
                <a:gd name="connsiteY10" fmla="*/ 85784 h 85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92771" h="85783">
                  <a:moveTo>
                    <a:pt x="480675" y="85784"/>
                  </a:moveTo>
                  <a:cubicBezTo>
                    <a:pt x="473672" y="85784"/>
                    <a:pt x="468579" y="80065"/>
                    <a:pt x="468579" y="73710"/>
                  </a:cubicBezTo>
                  <a:cubicBezTo>
                    <a:pt x="468579" y="46387"/>
                    <a:pt x="446296" y="24146"/>
                    <a:pt x="418920" y="24146"/>
                  </a:cubicBezTo>
                  <a:lnTo>
                    <a:pt x="73852" y="24146"/>
                  </a:lnTo>
                  <a:cubicBezTo>
                    <a:pt x="46476" y="24146"/>
                    <a:pt x="24193" y="46387"/>
                    <a:pt x="24193" y="73710"/>
                  </a:cubicBezTo>
                  <a:cubicBezTo>
                    <a:pt x="24193" y="80700"/>
                    <a:pt x="18463" y="85784"/>
                    <a:pt x="12096" y="85784"/>
                  </a:cubicBezTo>
                  <a:cubicBezTo>
                    <a:pt x="5093" y="85784"/>
                    <a:pt x="0" y="80065"/>
                    <a:pt x="0" y="73710"/>
                  </a:cubicBezTo>
                  <a:cubicBezTo>
                    <a:pt x="0" y="33043"/>
                    <a:pt x="33106" y="0"/>
                    <a:pt x="73852" y="0"/>
                  </a:cubicBezTo>
                  <a:lnTo>
                    <a:pt x="418920" y="0"/>
                  </a:lnTo>
                  <a:cubicBezTo>
                    <a:pt x="459666" y="0"/>
                    <a:pt x="492772" y="33043"/>
                    <a:pt x="492772" y="73710"/>
                  </a:cubicBezTo>
                  <a:cubicBezTo>
                    <a:pt x="492772" y="80065"/>
                    <a:pt x="487678" y="85784"/>
                    <a:pt x="480675" y="8578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38A97E30-FB57-AC1E-3259-C11C7B820E4D}"/>
                </a:ext>
              </a:extLst>
            </p:cNvPr>
            <p:cNvSpPr/>
            <p:nvPr/>
          </p:nvSpPr>
          <p:spPr>
            <a:xfrm>
              <a:off x="6662825" y="4248052"/>
              <a:ext cx="358437" cy="85783"/>
            </a:xfrm>
            <a:custGeom>
              <a:avLst/>
              <a:gdLst>
                <a:gd name="connsiteX0" fmla="*/ 12097 w 358437"/>
                <a:gd name="connsiteY0" fmla="*/ 85784 h 85783"/>
                <a:gd name="connsiteX1" fmla="*/ 0 w 358437"/>
                <a:gd name="connsiteY1" fmla="*/ 73710 h 85783"/>
                <a:gd name="connsiteX2" fmla="*/ 73853 w 358437"/>
                <a:gd name="connsiteY2" fmla="*/ 0 h 85783"/>
                <a:gd name="connsiteX3" fmla="*/ 346341 w 358437"/>
                <a:gd name="connsiteY3" fmla="*/ 0 h 85783"/>
                <a:gd name="connsiteX4" fmla="*/ 358438 w 358437"/>
                <a:gd name="connsiteY4" fmla="*/ 12073 h 85783"/>
                <a:gd name="connsiteX5" fmla="*/ 346341 w 358437"/>
                <a:gd name="connsiteY5" fmla="*/ 24146 h 85783"/>
                <a:gd name="connsiteX6" fmla="*/ 73853 w 358437"/>
                <a:gd name="connsiteY6" fmla="*/ 24146 h 85783"/>
                <a:gd name="connsiteX7" fmla="*/ 24193 w 358437"/>
                <a:gd name="connsiteY7" fmla="*/ 73710 h 85783"/>
                <a:gd name="connsiteX8" fmla="*/ 12097 w 358437"/>
                <a:gd name="connsiteY8" fmla="*/ 85784 h 85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8437" h="85783">
                  <a:moveTo>
                    <a:pt x="12097" y="85784"/>
                  </a:moveTo>
                  <a:cubicBezTo>
                    <a:pt x="5094" y="85784"/>
                    <a:pt x="0" y="80065"/>
                    <a:pt x="0" y="73710"/>
                  </a:cubicBezTo>
                  <a:cubicBezTo>
                    <a:pt x="0" y="33043"/>
                    <a:pt x="33107" y="0"/>
                    <a:pt x="73853" y="0"/>
                  </a:cubicBezTo>
                  <a:lnTo>
                    <a:pt x="346341" y="0"/>
                  </a:lnTo>
                  <a:cubicBezTo>
                    <a:pt x="353344" y="0"/>
                    <a:pt x="358438" y="5719"/>
                    <a:pt x="358438" y="12073"/>
                  </a:cubicBezTo>
                  <a:cubicBezTo>
                    <a:pt x="358438" y="18428"/>
                    <a:pt x="352708" y="24146"/>
                    <a:pt x="346341" y="24146"/>
                  </a:cubicBezTo>
                  <a:lnTo>
                    <a:pt x="73853" y="24146"/>
                  </a:lnTo>
                  <a:cubicBezTo>
                    <a:pt x="46476" y="24146"/>
                    <a:pt x="24193" y="46387"/>
                    <a:pt x="24193" y="73710"/>
                  </a:cubicBezTo>
                  <a:cubicBezTo>
                    <a:pt x="24193" y="80065"/>
                    <a:pt x="19100" y="85784"/>
                    <a:pt x="12097" y="8578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8883A76-22ED-C2BD-384B-0895F4F9283E}"/>
                </a:ext>
              </a:extLst>
            </p:cNvPr>
            <p:cNvSpPr/>
            <p:nvPr/>
          </p:nvSpPr>
          <p:spPr>
            <a:xfrm>
              <a:off x="7385112" y="4442495"/>
              <a:ext cx="1452848" cy="1460863"/>
            </a:xfrm>
            <a:custGeom>
              <a:avLst/>
              <a:gdLst>
                <a:gd name="connsiteX0" fmla="*/ 183675 w 1452848"/>
                <a:gd name="connsiteY0" fmla="*/ 1196523 h 1460863"/>
                <a:gd name="connsiteX1" fmla="*/ 195135 w 1452848"/>
                <a:gd name="connsiteY1" fmla="*/ 1204148 h 1460863"/>
                <a:gd name="connsiteX2" fmla="*/ 191315 w 1452848"/>
                <a:gd name="connsiteY2" fmla="*/ 1218127 h 1460863"/>
                <a:gd name="connsiteX3" fmla="*/ 182402 w 1452848"/>
                <a:gd name="connsiteY3" fmla="*/ 1226388 h 1460863"/>
                <a:gd name="connsiteX4" fmla="*/ 182402 w 1452848"/>
                <a:gd name="connsiteY4" fmla="*/ 1400497 h 1460863"/>
                <a:gd name="connsiteX5" fmla="*/ 268987 w 1452848"/>
                <a:gd name="connsiteY5" fmla="*/ 1436717 h 1460863"/>
                <a:gd name="connsiteX6" fmla="*/ 355572 w 1452848"/>
                <a:gd name="connsiteY6" fmla="*/ 1400497 h 1460863"/>
                <a:gd name="connsiteX7" fmla="*/ 388042 w 1452848"/>
                <a:gd name="connsiteY7" fmla="*/ 1285483 h 1460863"/>
                <a:gd name="connsiteX8" fmla="*/ 393772 w 1452848"/>
                <a:gd name="connsiteY8" fmla="*/ 1272139 h 1460863"/>
                <a:gd name="connsiteX9" fmla="*/ 428788 w 1452848"/>
                <a:gd name="connsiteY9" fmla="*/ 1251805 h 1460863"/>
                <a:gd name="connsiteX10" fmla="*/ 898640 w 1452848"/>
                <a:gd name="connsiteY10" fmla="*/ 903587 h 1460863"/>
                <a:gd name="connsiteX11" fmla="*/ 1244981 w 1452848"/>
                <a:gd name="connsiteY11" fmla="*/ 430824 h 1460863"/>
                <a:gd name="connsiteX12" fmla="*/ 1265354 w 1452848"/>
                <a:gd name="connsiteY12" fmla="*/ 395876 h 1460863"/>
                <a:gd name="connsiteX13" fmla="*/ 1278724 w 1452848"/>
                <a:gd name="connsiteY13" fmla="*/ 390157 h 1460863"/>
                <a:gd name="connsiteX14" fmla="*/ 1392685 w 1452848"/>
                <a:gd name="connsiteY14" fmla="*/ 357750 h 1460863"/>
                <a:gd name="connsiteX15" fmla="*/ 1392685 w 1452848"/>
                <a:gd name="connsiteY15" fmla="*/ 183640 h 1460863"/>
                <a:gd name="connsiteX16" fmla="*/ 1306100 w 1452848"/>
                <a:gd name="connsiteY16" fmla="*/ 147421 h 1460863"/>
                <a:gd name="connsiteX17" fmla="*/ 1219514 w 1452848"/>
                <a:gd name="connsiteY17" fmla="*/ 183640 h 1460863"/>
                <a:gd name="connsiteX18" fmla="*/ 1219514 w 1452848"/>
                <a:gd name="connsiteY18" fmla="*/ 183640 h 1460863"/>
                <a:gd name="connsiteX19" fmla="*/ 1211238 w 1452848"/>
                <a:gd name="connsiteY19" fmla="*/ 193172 h 1460863"/>
                <a:gd name="connsiteX20" fmla="*/ 1197231 w 1452848"/>
                <a:gd name="connsiteY20" fmla="*/ 196985 h 1460863"/>
                <a:gd name="connsiteX21" fmla="*/ 1189592 w 1452848"/>
                <a:gd name="connsiteY21" fmla="*/ 184911 h 1460863"/>
                <a:gd name="connsiteX22" fmla="*/ 1153939 w 1452848"/>
                <a:gd name="connsiteY22" fmla="*/ 91502 h 1460863"/>
                <a:gd name="connsiteX23" fmla="*/ 1067354 w 1452848"/>
                <a:gd name="connsiteY23" fmla="*/ 55283 h 1460863"/>
                <a:gd name="connsiteX24" fmla="*/ 980768 w 1452848"/>
                <a:gd name="connsiteY24" fmla="*/ 91502 h 1460863"/>
                <a:gd name="connsiteX25" fmla="*/ 959759 w 1452848"/>
                <a:gd name="connsiteY25" fmla="*/ 120097 h 1460863"/>
                <a:gd name="connsiteX26" fmla="*/ 947662 w 1452848"/>
                <a:gd name="connsiteY26" fmla="*/ 126451 h 1460863"/>
                <a:gd name="connsiteX27" fmla="*/ 937476 w 1452848"/>
                <a:gd name="connsiteY27" fmla="*/ 117555 h 1460863"/>
                <a:gd name="connsiteX28" fmla="*/ 905643 w 1452848"/>
                <a:gd name="connsiteY28" fmla="*/ 61637 h 1460863"/>
                <a:gd name="connsiteX29" fmla="*/ 819058 w 1452848"/>
                <a:gd name="connsiteY29" fmla="*/ 25417 h 1460863"/>
                <a:gd name="connsiteX30" fmla="*/ 732472 w 1452848"/>
                <a:gd name="connsiteY30" fmla="*/ 61637 h 1460863"/>
                <a:gd name="connsiteX31" fmla="*/ 696820 w 1452848"/>
                <a:gd name="connsiteY31" fmla="*/ 146785 h 1460863"/>
                <a:gd name="connsiteX32" fmla="*/ 687906 w 1452848"/>
                <a:gd name="connsiteY32" fmla="*/ 158223 h 1460863"/>
                <a:gd name="connsiteX33" fmla="*/ 674537 w 1452848"/>
                <a:gd name="connsiteY33" fmla="*/ 153775 h 1460863"/>
                <a:gd name="connsiteX34" fmla="*/ 661167 w 1452848"/>
                <a:gd name="connsiteY34" fmla="*/ 137889 h 1460863"/>
                <a:gd name="connsiteX35" fmla="*/ 574582 w 1452848"/>
                <a:gd name="connsiteY35" fmla="*/ 101669 h 1460863"/>
                <a:gd name="connsiteX36" fmla="*/ 487997 w 1452848"/>
                <a:gd name="connsiteY36" fmla="*/ 137889 h 1460863"/>
                <a:gd name="connsiteX37" fmla="*/ 457437 w 1452848"/>
                <a:gd name="connsiteY37" fmla="*/ 260528 h 1460863"/>
                <a:gd name="connsiteX38" fmla="*/ 452981 w 1452848"/>
                <a:gd name="connsiteY38" fmla="*/ 273872 h 1460863"/>
                <a:gd name="connsiteX39" fmla="*/ 438974 w 1452848"/>
                <a:gd name="connsiteY39" fmla="*/ 273872 h 1460863"/>
                <a:gd name="connsiteX40" fmla="*/ 284904 w 1452848"/>
                <a:gd name="connsiteY40" fmla="*/ 289123 h 1460863"/>
                <a:gd name="connsiteX41" fmla="*/ 269624 w 1452848"/>
                <a:gd name="connsiteY41" fmla="*/ 444168 h 1460863"/>
                <a:gd name="connsiteX42" fmla="*/ 268987 w 1452848"/>
                <a:gd name="connsiteY42" fmla="*/ 458148 h 1460863"/>
                <a:gd name="connsiteX43" fmla="*/ 255618 w 1452848"/>
                <a:gd name="connsiteY43" fmla="*/ 462596 h 1460863"/>
                <a:gd name="connsiteX44" fmla="*/ 134016 w 1452848"/>
                <a:gd name="connsiteY44" fmla="*/ 493097 h 1460863"/>
                <a:gd name="connsiteX45" fmla="*/ 134016 w 1452848"/>
                <a:gd name="connsiteY45" fmla="*/ 667206 h 1460863"/>
                <a:gd name="connsiteX46" fmla="*/ 149932 w 1452848"/>
                <a:gd name="connsiteY46" fmla="*/ 680550 h 1460863"/>
                <a:gd name="connsiteX47" fmla="*/ 154389 w 1452848"/>
                <a:gd name="connsiteY47" fmla="*/ 693894 h 1460863"/>
                <a:gd name="connsiteX48" fmla="*/ 142929 w 1452848"/>
                <a:gd name="connsiteY48" fmla="*/ 702155 h 1460863"/>
                <a:gd name="connsiteX49" fmla="*/ 58254 w 1452848"/>
                <a:gd name="connsiteY49" fmla="*/ 737739 h 1460863"/>
                <a:gd name="connsiteX50" fmla="*/ 58254 w 1452848"/>
                <a:gd name="connsiteY50" fmla="*/ 911848 h 1460863"/>
                <a:gd name="connsiteX51" fmla="*/ 113643 w 1452848"/>
                <a:gd name="connsiteY51" fmla="*/ 943620 h 1460863"/>
                <a:gd name="connsiteX52" fmla="*/ 122556 w 1452848"/>
                <a:gd name="connsiteY52" fmla="*/ 953787 h 1460863"/>
                <a:gd name="connsiteX53" fmla="*/ 116190 w 1452848"/>
                <a:gd name="connsiteY53" fmla="*/ 965860 h 1460863"/>
                <a:gd name="connsiteX54" fmla="*/ 88177 w 1452848"/>
                <a:gd name="connsiteY54" fmla="*/ 986829 h 1460863"/>
                <a:gd name="connsiteX55" fmla="*/ 88177 w 1452848"/>
                <a:gd name="connsiteY55" fmla="*/ 1160938 h 1460863"/>
                <a:gd name="connsiteX56" fmla="*/ 181128 w 1452848"/>
                <a:gd name="connsiteY56" fmla="*/ 1196523 h 1460863"/>
                <a:gd name="connsiteX57" fmla="*/ 183675 w 1452848"/>
                <a:gd name="connsiteY57" fmla="*/ 1196523 h 1460863"/>
                <a:gd name="connsiteX58" fmla="*/ 268987 w 1452848"/>
                <a:gd name="connsiteY58" fmla="*/ 1460863 h 1460863"/>
                <a:gd name="connsiteX59" fmla="*/ 165212 w 1452848"/>
                <a:gd name="connsiteY59" fmla="*/ 1417654 h 1460863"/>
                <a:gd name="connsiteX60" fmla="*/ 155662 w 1452848"/>
                <a:gd name="connsiteY60" fmla="*/ 1220034 h 1460863"/>
                <a:gd name="connsiteX61" fmla="*/ 72897 w 1452848"/>
                <a:gd name="connsiteY61" fmla="*/ 1178730 h 1460863"/>
                <a:gd name="connsiteX62" fmla="*/ 72897 w 1452848"/>
                <a:gd name="connsiteY62" fmla="*/ 970308 h 1460863"/>
                <a:gd name="connsiteX63" fmla="*/ 85630 w 1452848"/>
                <a:gd name="connsiteY63" fmla="*/ 958870 h 1460863"/>
                <a:gd name="connsiteX64" fmla="*/ 42974 w 1452848"/>
                <a:gd name="connsiteY64" fmla="*/ 929005 h 1460863"/>
                <a:gd name="connsiteX65" fmla="*/ 42974 w 1452848"/>
                <a:gd name="connsiteY65" fmla="*/ 720582 h 1460863"/>
                <a:gd name="connsiteX66" fmla="*/ 116190 w 1452848"/>
                <a:gd name="connsiteY66" fmla="*/ 680550 h 1460863"/>
                <a:gd name="connsiteX67" fmla="*/ 118737 w 1452848"/>
                <a:gd name="connsiteY67" fmla="*/ 475305 h 1460863"/>
                <a:gd name="connsiteX68" fmla="*/ 238427 w 1452848"/>
                <a:gd name="connsiteY68" fmla="*/ 432731 h 1460863"/>
                <a:gd name="connsiteX69" fmla="*/ 269624 w 1452848"/>
                <a:gd name="connsiteY69" fmla="*/ 270695 h 1460863"/>
                <a:gd name="connsiteX70" fmla="*/ 430698 w 1452848"/>
                <a:gd name="connsiteY70" fmla="*/ 239559 h 1460863"/>
                <a:gd name="connsiteX71" fmla="*/ 472717 w 1452848"/>
                <a:gd name="connsiteY71" fmla="*/ 119462 h 1460863"/>
                <a:gd name="connsiteX72" fmla="*/ 576492 w 1452848"/>
                <a:gd name="connsiteY72" fmla="*/ 76252 h 1460863"/>
                <a:gd name="connsiteX73" fmla="*/ 576492 w 1452848"/>
                <a:gd name="connsiteY73" fmla="*/ 76252 h 1460863"/>
                <a:gd name="connsiteX74" fmla="*/ 677084 w 1452848"/>
                <a:gd name="connsiteY74" fmla="*/ 116285 h 1460863"/>
                <a:gd name="connsiteX75" fmla="*/ 716556 w 1452848"/>
                <a:gd name="connsiteY75" fmla="*/ 43210 h 1460863"/>
                <a:gd name="connsiteX76" fmla="*/ 820331 w 1452848"/>
                <a:gd name="connsiteY76" fmla="*/ 0 h 1460863"/>
                <a:gd name="connsiteX77" fmla="*/ 924107 w 1452848"/>
                <a:gd name="connsiteY77" fmla="*/ 43210 h 1460863"/>
                <a:gd name="connsiteX78" fmla="*/ 953393 w 1452848"/>
                <a:gd name="connsiteY78" fmla="*/ 85784 h 1460863"/>
                <a:gd name="connsiteX79" fmla="*/ 964215 w 1452848"/>
                <a:gd name="connsiteY79" fmla="*/ 73075 h 1460863"/>
                <a:gd name="connsiteX80" fmla="*/ 1067991 w 1452848"/>
                <a:gd name="connsiteY80" fmla="*/ 29865 h 1460863"/>
                <a:gd name="connsiteX81" fmla="*/ 1171765 w 1452848"/>
                <a:gd name="connsiteY81" fmla="*/ 73075 h 1460863"/>
                <a:gd name="connsiteX82" fmla="*/ 1213148 w 1452848"/>
                <a:gd name="connsiteY82" fmla="*/ 156317 h 1460863"/>
                <a:gd name="connsiteX83" fmla="*/ 1306100 w 1452848"/>
                <a:gd name="connsiteY83" fmla="*/ 122639 h 1460863"/>
                <a:gd name="connsiteX84" fmla="*/ 1409875 w 1452848"/>
                <a:gd name="connsiteY84" fmla="*/ 165848 h 1460863"/>
                <a:gd name="connsiteX85" fmla="*/ 1409875 w 1452848"/>
                <a:gd name="connsiteY85" fmla="*/ 374271 h 1460863"/>
                <a:gd name="connsiteX86" fmla="*/ 1281907 w 1452848"/>
                <a:gd name="connsiteY86" fmla="*/ 415574 h 1460863"/>
                <a:gd name="connsiteX87" fmla="*/ 1265991 w 1452848"/>
                <a:gd name="connsiteY87" fmla="*/ 442898 h 1460863"/>
                <a:gd name="connsiteX88" fmla="*/ 915830 w 1452848"/>
                <a:gd name="connsiteY88" fmla="*/ 920744 h 1460863"/>
                <a:gd name="connsiteX89" fmla="*/ 440884 w 1452848"/>
                <a:gd name="connsiteY89" fmla="*/ 1272775 h 1460863"/>
                <a:gd name="connsiteX90" fmla="*/ 413508 w 1452848"/>
                <a:gd name="connsiteY90" fmla="*/ 1288661 h 1460863"/>
                <a:gd name="connsiteX91" fmla="*/ 372762 w 1452848"/>
                <a:gd name="connsiteY91" fmla="*/ 1417018 h 1460863"/>
                <a:gd name="connsiteX92" fmla="*/ 268987 w 1452848"/>
                <a:gd name="connsiteY92" fmla="*/ 1460863 h 1460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452848" h="1460863">
                  <a:moveTo>
                    <a:pt x="183675" y="1196523"/>
                  </a:moveTo>
                  <a:cubicBezTo>
                    <a:pt x="188769" y="1196523"/>
                    <a:pt x="193225" y="1199700"/>
                    <a:pt x="195135" y="1204148"/>
                  </a:cubicBezTo>
                  <a:cubicBezTo>
                    <a:pt x="197045" y="1209231"/>
                    <a:pt x="195772" y="1214950"/>
                    <a:pt x="191315" y="1218127"/>
                  </a:cubicBezTo>
                  <a:cubicBezTo>
                    <a:pt x="188131" y="1220669"/>
                    <a:pt x="184948" y="1223211"/>
                    <a:pt x="182402" y="1226388"/>
                  </a:cubicBezTo>
                  <a:cubicBezTo>
                    <a:pt x="134653" y="1274046"/>
                    <a:pt x="134653" y="1352204"/>
                    <a:pt x="182402" y="1400497"/>
                  </a:cubicBezTo>
                  <a:cubicBezTo>
                    <a:pt x="205322" y="1424008"/>
                    <a:pt x="235881" y="1436717"/>
                    <a:pt x="268987" y="1436717"/>
                  </a:cubicBezTo>
                  <a:cubicBezTo>
                    <a:pt x="302093" y="1436717"/>
                    <a:pt x="332016" y="1424008"/>
                    <a:pt x="355572" y="1400497"/>
                  </a:cubicBezTo>
                  <a:cubicBezTo>
                    <a:pt x="385495" y="1370632"/>
                    <a:pt x="397591" y="1327422"/>
                    <a:pt x="388042" y="1285483"/>
                  </a:cubicBezTo>
                  <a:cubicBezTo>
                    <a:pt x="386769" y="1280400"/>
                    <a:pt x="389315" y="1274681"/>
                    <a:pt x="393772" y="1272139"/>
                  </a:cubicBezTo>
                  <a:cubicBezTo>
                    <a:pt x="404595" y="1265785"/>
                    <a:pt x="416055" y="1258795"/>
                    <a:pt x="428788" y="1251805"/>
                  </a:cubicBezTo>
                  <a:cubicBezTo>
                    <a:pt x="536383" y="1190168"/>
                    <a:pt x="717193" y="1085957"/>
                    <a:pt x="898640" y="903587"/>
                  </a:cubicBezTo>
                  <a:cubicBezTo>
                    <a:pt x="1080087" y="720582"/>
                    <a:pt x="1183225" y="538848"/>
                    <a:pt x="1244981" y="430824"/>
                  </a:cubicBezTo>
                  <a:cubicBezTo>
                    <a:pt x="1251984" y="418116"/>
                    <a:pt x="1258988" y="406678"/>
                    <a:pt x="1265354" y="395876"/>
                  </a:cubicBezTo>
                  <a:cubicBezTo>
                    <a:pt x="1267901" y="391428"/>
                    <a:pt x="1273630" y="388886"/>
                    <a:pt x="1278724" y="390157"/>
                  </a:cubicBezTo>
                  <a:cubicBezTo>
                    <a:pt x="1320106" y="399688"/>
                    <a:pt x="1362762" y="387615"/>
                    <a:pt x="1392685" y="357750"/>
                  </a:cubicBezTo>
                  <a:cubicBezTo>
                    <a:pt x="1440435" y="310092"/>
                    <a:pt x="1440435" y="231933"/>
                    <a:pt x="1392685" y="183640"/>
                  </a:cubicBezTo>
                  <a:cubicBezTo>
                    <a:pt x="1369766" y="160129"/>
                    <a:pt x="1339206" y="147421"/>
                    <a:pt x="1306100" y="147421"/>
                  </a:cubicBezTo>
                  <a:cubicBezTo>
                    <a:pt x="1272994" y="147421"/>
                    <a:pt x="1243071" y="160129"/>
                    <a:pt x="1219514" y="183640"/>
                  </a:cubicBezTo>
                  <a:lnTo>
                    <a:pt x="1219514" y="183640"/>
                  </a:lnTo>
                  <a:cubicBezTo>
                    <a:pt x="1216331" y="186818"/>
                    <a:pt x="1213785" y="189995"/>
                    <a:pt x="1211238" y="193172"/>
                  </a:cubicBezTo>
                  <a:cubicBezTo>
                    <a:pt x="1208055" y="196985"/>
                    <a:pt x="1202325" y="198891"/>
                    <a:pt x="1197231" y="196985"/>
                  </a:cubicBezTo>
                  <a:cubicBezTo>
                    <a:pt x="1192139" y="195078"/>
                    <a:pt x="1188955" y="189995"/>
                    <a:pt x="1189592" y="184911"/>
                  </a:cubicBezTo>
                  <a:cubicBezTo>
                    <a:pt x="1191502" y="149963"/>
                    <a:pt x="1178769" y="115649"/>
                    <a:pt x="1153939" y="91502"/>
                  </a:cubicBezTo>
                  <a:cubicBezTo>
                    <a:pt x="1131020" y="68627"/>
                    <a:pt x="1100460" y="55283"/>
                    <a:pt x="1067354" y="55283"/>
                  </a:cubicBezTo>
                  <a:cubicBezTo>
                    <a:pt x="1034248" y="55283"/>
                    <a:pt x="1004325" y="67992"/>
                    <a:pt x="980768" y="91502"/>
                  </a:cubicBezTo>
                  <a:cubicBezTo>
                    <a:pt x="972492" y="99763"/>
                    <a:pt x="965489" y="109295"/>
                    <a:pt x="959759" y="120097"/>
                  </a:cubicBezTo>
                  <a:cubicBezTo>
                    <a:pt x="957212" y="124545"/>
                    <a:pt x="952756" y="127087"/>
                    <a:pt x="947662" y="126451"/>
                  </a:cubicBezTo>
                  <a:cubicBezTo>
                    <a:pt x="942569" y="125816"/>
                    <a:pt x="938749" y="122003"/>
                    <a:pt x="937476" y="117555"/>
                  </a:cubicBezTo>
                  <a:cubicBezTo>
                    <a:pt x="931746" y="96586"/>
                    <a:pt x="920923" y="76888"/>
                    <a:pt x="905643" y="61637"/>
                  </a:cubicBezTo>
                  <a:cubicBezTo>
                    <a:pt x="882724" y="38126"/>
                    <a:pt x="852164" y="25417"/>
                    <a:pt x="819058" y="25417"/>
                  </a:cubicBezTo>
                  <a:cubicBezTo>
                    <a:pt x="785952" y="25417"/>
                    <a:pt x="756029" y="38126"/>
                    <a:pt x="732472" y="61637"/>
                  </a:cubicBezTo>
                  <a:cubicBezTo>
                    <a:pt x="709553" y="84513"/>
                    <a:pt x="697456" y="114378"/>
                    <a:pt x="696820" y="146785"/>
                  </a:cubicBezTo>
                  <a:cubicBezTo>
                    <a:pt x="696820" y="151869"/>
                    <a:pt x="693000" y="156952"/>
                    <a:pt x="687906" y="158223"/>
                  </a:cubicBezTo>
                  <a:cubicBezTo>
                    <a:pt x="682814" y="159494"/>
                    <a:pt x="677084" y="158223"/>
                    <a:pt x="674537" y="153775"/>
                  </a:cubicBezTo>
                  <a:cubicBezTo>
                    <a:pt x="670081" y="147421"/>
                    <a:pt x="665624" y="142337"/>
                    <a:pt x="661167" y="137889"/>
                  </a:cubicBezTo>
                  <a:cubicBezTo>
                    <a:pt x="638248" y="114378"/>
                    <a:pt x="607688" y="101669"/>
                    <a:pt x="574582" y="101669"/>
                  </a:cubicBezTo>
                  <a:cubicBezTo>
                    <a:pt x="541476" y="101669"/>
                    <a:pt x="511553" y="114378"/>
                    <a:pt x="487997" y="137889"/>
                  </a:cubicBezTo>
                  <a:cubicBezTo>
                    <a:pt x="456164" y="170296"/>
                    <a:pt x="444704" y="217319"/>
                    <a:pt x="457437" y="260528"/>
                  </a:cubicBezTo>
                  <a:cubicBezTo>
                    <a:pt x="458710" y="265612"/>
                    <a:pt x="457437" y="270695"/>
                    <a:pt x="452981" y="273872"/>
                  </a:cubicBezTo>
                  <a:cubicBezTo>
                    <a:pt x="448524" y="277049"/>
                    <a:pt x="443431" y="277049"/>
                    <a:pt x="438974" y="273872"/>
                  </a:cubicBezTo>
                  <a:cubicBezTo>
                    <a:pt x="390588" y="241465"/>
                    <a:pt x="326286" y="247819"/>
                    <a:pt x="284904" y="289123"/>
                  </a:cubicBezTo>
                  <a:cubicBezTo>
                    <a:pt x="243521" y="330426"/>
                    <a:pt x="237154" y="395876"/>
                    <a:pt x="269624" y="444168"/>
                  </a:cubicBezTo>
                  <a:cubicBezTo>
                    <a:pt x="272171" y="448617"/>
                    <a:pt x="272171" y="454335"/>
                    <a:pt x="268987" y="458148"/>
                  </a:cubicBezTo>
                  <a:cubicBezTo>
                    <a:pt x="265804" y="462596"/>
                    <a:pt x="260710" y="463867"/>
                    <a:pt x="255618" y="462596"/>
                  </a:cubicBezTo>
                  <a:cubicBezTo>
                    <a:pt x="212325" y="449252"/>
                    <a:pt x="165848" y="461325"/>
                    <a:pt x="134016" y="493097"/>
                  </a:cubicBezTo>
                  <a:cubicBezTo>
                    <a:pt x="86266" y="540755"/>
                    <a:pt x="86266" y="618913"/>
                    <a:pt x="134016" y="667206"/>
                  </a:cubicBezTo>
                  <a:cubicBezTo>
                    <a:pt x="138473" y="671654"/>
                    <a:pt x="143565" y="676102"/>
                    <a:pt x="149932" y="680550"/>
                  </a:cubicBezTo>
                  <a:cubicBezTo>
                    <a:pt x="154389" y="683727"/>
                    <a:pt x="156299" y="688811"/>
                    <a:pt x="154389" y="693894"/>
                  </a:cubicBezTo>
                  <a:cubicBezTo>
                    <a:pt x="153115" y="698978"/>
                    <a:pt x="148023" y="702155"/>
                    <a:pt x="142929" y="702155"/>
                  </a:cubicBezTo>
                  <a:cubicBezTo>
                    <a:pt x="111096" y="702790"/>
                    <a:pt x="80537" y="715499"/>
                    <a:pt x="58254" y="737739"/>
                  </a:cubicBezTo>
                  <a:cubicBezTo>
                    <a:pt x="10505" y="785397"/>
                    <a:pt x="10505" y="863555"/>
                    <a:pt x="58254" y="911848"/>
                  </a:cubicBezTo>
                  <a:cubicBezTo>
                    <a:pt x="73533" y="927098"/>
                    <a:pt x="92633" y="937901"/>
                    <a:pt x="113643" y="943620"/>
                  </a:cubicBezTo>
                  <a:cubicBezTo>
                    <a:pt x="118737" y="944891"/>
                    <a:pt x="121920" y="948703"/>
                    <a:pt x="122556" y="953787"/>
                  </a:cubicBezTo>
                  <a:cubicBezTo>
                    <a:pt x="123193" y="958870"/>
                    <a:pt x="120646" y="963318"/>
                    <a:pt x="116190" y="965860"/>
                  </a:cubicBezTo>
                  <a:cubicBezTo>
                    <a:pt x="106003" y="971579"/>
                    <a:pt x="96454" y="978569"/>
                    <a:pt x="88177" y="986829"/>
                  </a:cubicBezTo>
                  <a:cubicBezTo>
                    <a:pt x="40428" y="1034487"/>
                    <a:pt x="40428" y="1112645"/>
                    <a:pt x="88177" y="1160938"/>
                  </a:cubicBezTo>
                  <a:cubicBezTo>
                    <a:pt x="112370" y="1185720"/>
                    <a:pt x="146749" y="1198429"/>
                    <a:pt x="181128" y="1196523"/>
                  </a:cubicBezTo>
                  <a:lnTo>
                    <a:pt x="183675" y="1196523"/>
                  </a:lnTo>
                  <a:moveTo>
                    <a:pt x="268987" y="1460863"/>
                  </a:moveTo>
                  <a:cubicBezTo>
                    <a:pt x="230151" y="1460863"/>
                    <a:pt x="193225" y="1445613"/>
                    <a:pt x="165212" y="1417654"/>
                  </a:cubicBezTo>
                  <a:cubicBezTo>
                    <a:pt x="111733" y="1363642"/>
                    <a:pt x="108549" y="1277858"/>
                    <a:pt x="155662" y="1220034"/>
                  </a:cubicBezTo>
                  <a:cubicBezTo>
                    <a:pt x="124466" y="1215586"/>
                    <a:pt x="95180" y="1200971"/>
                    <a:pt x="72897" y="1178730"/>
                  </a:cubicBezTo>
                  <a:cubicBezTo>
                    <a:pt x="15598" y="1121541"/>
                    <a:pt x="15598" y="1028133"/>
                    <a:pt x="72897" y="970308"/>
                  </a:cubicBezTo>
                  <a:cubicBezTo>
                    <a:pt x="76717" y="966495"/>
                    <a:pt x="81174" y="962683"/>
                    <a:pt x="85630" y="958870"/>
                  </a:cubicBezTo>
                  <a:cubicBezTo>
                    <a:pt x="69714" y="951881"/>
                    <a:pt x="55071" y="941714"/>
                    <a:pt x="42974" y="929005"/>
                  </a:cubicBezTo>
                  <a:cubicBezTo>
                    <a:pt x="-14325" y="871816"/>
                    <a:pt x="-14325" y="778407"/>
                    <a:pt x="42974" y="720582"/>
                  </a:cubicBezTo>
                  <a:cubicBezTo>
                    <a:pt x="63347" y="700249"/>
                    <a:pt x="88177" y="686269"/>
                    <a:pt x="116190" y="680550"/>
                  </a:cubicBezTo>
                  <a:cubicBezTo>
                    <a:pt x="62074" y="622726"/>
                    <a:pt x="62710" y="531859"/>
                    <a:pt x="118737" y="475305"/>
                  </a:cubicBezTo>
                  <a:cubicBezTo>
                    <a:pt x="150569" y="443533"/>
                    <a:pt x="194498" y="428283"/>
                    <a:pt x="238427" y="432731"/>
                  </a:cubicBezTo>
                  <a:cubicBezTo>
                    <a:pt x="215508" y="378083"/>
                    <a:pt x="226968" y="313904"/>
                    <a:pt x="269624" y="270695"/>
                  </a:cubicBezTo>
                  <a:cubicBezTo>
                    <a:pt x="312279" y="227486"/>
                    <a:pt x="376582" y="216048"/>
                    <a:pt x="430698" y="239559"/>
                  </a:cubicBezTo>
                  <a:cubicBezTo>
                    <a:pt x="425604" y="195714"/>
                    <a:pt x="440884" y="151233"/>
                    <a:pt x="472717" y="119462"/>
                  </a:cubicBezTo>
                  <a:cubicBezTo>
                    <a:pt x="500093" y="91502"/>
                    <a:pt x="537019" y="76252"/>
                    <a:pt x="576492" y="76252"/>
                  </a:cubicBezTo>
                  <a:lnTo>
                    <a:pt x="576492" y="76252"/>
                  </a:lnTo>
                  <a:cubicBezTo>
                    <a:pt x="614055" y="76252"/>
                    <a:pt x="649707" y="90232"/>
                    <a:pt x="677084" y="116285"/>
                  </a:cubicBezTo>
                  <a:cubicBezTo>
                    <a:pt x="682814" y="88961"/>
                    <a:pt x="696183" y="63543"/>
                    <a:pt x="716556" y="43210"/>
                  </a:cubicBezTo>
                  <a:cubicBezTo>
                    <a:pt x="743933" y="15250"/>
                    <a:pt x="780859" y="0"/>
                    <a:pt x="820331" y="0"/>
                  </a:cubicBezTo>
                  <a:cubicBezTo>
                    <a:pt x="859804" y="0"/>
                    <a:pt x="896093" y="15250"/>
                    <a:pt x="924107" y="43210"/>
                  </a:cubicBezTo>
                  <a:cubicBezTo>
                    <a:pt x="936202" y="55283"/>
                    <a:pt x="946389" y="69898"/>
                    <a:pt x="953393" y="85784"/>
                  </a:cubicBezTo>
                  <a:cubicBezTo>
                    <a:pt x="956576" y="81336"/>
                    <a:pt x="960396" y="76888"/>
                    <a:pt x="964215" y="73075"/>
                  </a:cubicBezTo>
                  <a:cubicBezTo>
                    <a:pt x="991592" y="45116"/>
                    <a:pt x="1028518" y="29865"/>
                    <a:pt x="1067991" y="29865"/>
                  </a:cubicBezTo>
                  <a:cubicBezTo>
                    <a:pt x="1107463" y="29865"/>
                    <a:pt x="1143753" y="45116"/>
                    <a:pt x="1171765" y="73075"/>
                  </a:cubicBezTo>
                  <a:cubicBezTo>
                    <a:pt x="1194048" y="95951"/>
                    <a:pt x="1208692" y="125181"/>
                    <a:pt x="1213148" y="156317"/>
                  </a:cubicBezTo>
                  <a:cubicBezTo>
                    <a:pt x="1239251" y="134712"/>
                    <a:pt x="1271721" y="122639"/>
                    <a:pt x="1306100" y="122639"/>
                  </a:cubicBezTo>
                  <a:cubicBezTo>
                    <a:pt x="1344936" y="122639"/>
                    <a:pt x="1381862" y="137889"/>
                    <a:pt x="1409875" y="165848"/>
                  </a:cubicBezTo>
                  <a:cubicBezTo>
                    <a:pt x="1467174" y="223037"/>
                    <a:pt x="1467174" y="316446"/>
                    <a:pt x="1409875" y="374271"/>
                  </a:cubicBezTo>
                  <a:cubicBezTo>
                    <a:pt x="1376132" y="407949"/>
                    <a:pt x="1329020" y="423199"/>
                    <a:pt x="1281907" y="415574"/>
                  </a:cubicBezTo>
                  <a:cubicBezTo>
                    <a:pt x="1276813" y="424470"/>
                    <a:pt x="1271721" y="433366"/>
                    <a:pt x="1265991" y="442898"/>
                  </a:cubicBezTo>
                  <a:cubicBezTo>
                    <a:pt x="1203598" y="552192"/>
                    <a:pt x="1099823" y="735833"/>
                    <a:pt x="915830" y="920744"/>
                  </a:cubicBezTo>
                  <a:cubicBezTo>
                    <a:pt x="731836" y="1105656"/>
                    <a:pt x="549752" y="1210502"/>
                    <a:pt x="440884" y="1272775"/>
                  </a:cubicBezTo>
                  <a:cubicBezTo>
                    <a:pt x="431335" y="1278494"/>
                    <a:pt x="421785" y="1283577"/>
                    <a:pt x="413508" y="1288661"/>
                  </a:cubicBezTo>
                  <a:cubicBezTo>
                    <a:pt x="421148" y="1335683"/>
                    <a:pt x="406505" y="1383340"/>
                    <a:pt x="372762" y="1417018"/>
                  </a:cubicBezTo>
                  <a:cubicBezTo>
                    <a:pt x="344749" y="1445613"/>
                    <a:pt x="307823" y="1460863"/>
                    <a:pt x="268987" y="14608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4A3E76E-899C-55CA-7F0B-920D86ED8357}"/>
                </a:ext>
              </a:extLst>
            </p:cNvPr>
            <p:cNvSpPr/>
            <p:nvPr/>
          </p:nvSpPr>
          <p:spPr>
            <a:xfrm>
              <a:off x="7556473" y="5511734"/>
              <a:ext cx="138568" cy="152700"/>
            </a:xfrm>
            <a:custGeom>
              <a:avLst/>
              <a:gdLst>
                <a:gd name="connsiteX0" fmla="*/ 12314 w 138568"/>
                <a:gd name="connsiteY0" fmla="*/ 152065 h 152700"/>
                <a:gd name="connsiteX1" fmla="*/ 218 w 138568"/>
                <a:gd name="connsiteY1" fmla="*/ 141898 h 152700"/>
                <a:gd name="connsiteX2" fmla="*/ 9768 w 138568"/>
                <a:gd name="connsiteY2" fmla="*/ 127918 h 152700"/>
                <a:gd name="connsiteX3" fmla="*/ 114179 w 138568"/>
                <a:gd name="connsiteY3" fmla="*/ 10363 h 152700"/>
                <a:gd name="connsiteX4" fmla="*/ 128185 w 138568"/>
                <a:gd name="connsiteY4" fmla="*/ 196 h 152700"/>
                <a:gd name="connsiteX5" fmla="*/ 138373 w 138568"/>
                <a:gd name="connsiteY5" fmla="*/ 14176 h 152700"/>
                <a:gd name="connsiteX6" fmla="*/ 14225 w 138568"/>
                <a:gd name="connsiteY6" fmla="*/ 152700 h 152700"/>
                <a:gd name="connsiteX7" fmla="*/ 12314 w 138568"/>
                <a:gd name="connsiteY7" fmla="*/ 152065 h 15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568" h="152700">
                  <a:moveTo>
                    <a:pt x="12314" y="152065"/>
                  </a:moveTo>
                  <a:cubicBezTo>
                    <a:pt x="6584" y="152065"/>
                    <a:pt x="1491" y="148252"/>
                    <a:pt x="218" y="141898"/>
                  </a:cubicBezTo>
                  <a:cubicBezTo>
                    <a:pt x="-1055" y="135543"/>
                    <a:pt x="3401" y="129189"/>
                    <a:pt x="9768" y="127918"/>
                  </a:cubicBezTo>
                  <a:cubicBezTo>
                    <a:pt x="13587" y="127283"/>
                    <a:pt x="100173" y="109491"/>
                    <a:pt x="114179" y="10363"/>
                  </a:cubicBezTo>
                  <a:cubicBezTo>
                    <a:pt x="114816" y="4009"/>
                    <a:pt x="121182" y="-1075"/>
                    <a:pt x="128185" y="196"/>
                  </a:cubicBezTo>
                  <a:cubicBezTo>
                    <a:pt x="134552" y="831"/>
                    <a:pt x="139646" y="7186"/>
                    <a:pt x="138373" y="14176"/>
                  </a:cubicBezTo>
                  <a:cubicBezTo>
                    <a:pt x="121819" y="131095"/>
                    <a:pt x="15498" y="152065"/>
                    <a:pt x="14225" y="152700"/>
                  </a:cubicBezTo>
                  <a:cubicBezTo>
                    <a:pt x="13587" y="152065"/>
                    <a:pt x="12951" y="152065"/>
                    <a:pt x="12314" y="1520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9ACAD3AB-A62A-F854-8D40-54AD7302E378}"/>
                </a:ext>
              </a:extLst>
            </p:cNvPr>
            <p:cNvSpPr/>
            <p:nvPr/>
          </p:nvSpPr>
          <p:spPr>
            <a:xfrm>
              <a:off x="7485325" y="5294698"/>
              <a:ext cx="165504" cy="116833"/>
            </a:xfrm>
            <a:custGeom>
              <a:avLst/>
              <a:gdLst>
                <a:gd name="connsiteX0" fmla="*/ 19796 w 165504"/>
                <a:gd name="connsiteY0" fmla="*/ 116834 h 116833"/>
                <a:gd name="connsiteX1" fmla="*/ 10883 w 165504"/>
                <a:gd name="connsiteY1" fmla="*/ 116198 h 116833"/>
                <a:gd name="connsiteX2" fmla="*/ 60 w 165504"/>
                <a:gd name="connsiteY2" fmla="*/ 102854 h 116833"/>
                <a:gd name="connsiteX3" fmla="*/ 13430 w 165504"/>
                <a:gd name="connsiteY3" fmla="*/ 92052 h 116833"/>
                <a:gd name="connsiteX4" fmla="*/ 142034 w 165504"/>
                <a:gd name="connsiteY4" fmla="*/ 8175 h 116833"/>
                <a:gd name="connsiteX5" fmla="*/ 157314 w 165504"/>
                <a:gd name="connsiteY5" fmla="*/ 549 h 116833"/>
                <a:gd name="connsiteX6" fmla="*/ 164954 w 165504"/>
                <a:gd name="connsiteY6" fmla="*/ 15800 h 116833"/>
                <a:gd name="connsiteX7" fmla="*/ 19796 w 165504"/>
                <a:gd name="connsiteY7" fmla="*/ 116834 h 11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5504" h="116833">
                  <a:moveTo>
                    <a:pt x="19796" y="116834"/>
                  </a:moveTo>
                  <a:cubicBezTo>
                    <a:pt x="14066" y="116834"/>
                    <a:pt x="10883" y="116834"/>
                    <a:pt x="10883" y="116198"/>
                  </a:cubicBezTo>
                  <a:cubicBezTo>
                    <a:pt x="3880" y="115563"/>
                    <a:pt x="-576" y="109209"/>
                    <a:pt x="60" y="102854"/>
                  </a:cubicBezTo>
                  <a:cubicBezTo>
                    <a:pt x="697" y="95865"/>
                    <a:pt x="6427" y="91416"/>
                    <a:pt x="13430" y="92052"/>
                  </a:cubicBezTo>
                  <a:cubicBezTo>
                    <a:pt x="17250" y="92687"/>
                    <a:pt x="110201" y="100948"/>
                    <a:pt x="142034" y="8175"/>
                  </a:cubicBezTo>
                  <a:cubicBezTo>
                    <a:pt x="143944" y="1820"/>
                    <a:pt x="150947" y="-1357"/>
                    <a:pt x="157314" y="549"/>
                  </a:cubicBezTo>
                  <a:cubicBezTo>
                    <a:pt x="163681" y="2456"/>
                    <a:pt x="166864" y="9446"/>
                    <a:pt x="164954" y="15800"/>
                  </a:cubicBezTo>
                  <a:cubicBezTo>
                    <a:pt x="133122" y="108573"/>
                    <a:pt x="47810" y="116834"/>
                    <a:pt x="19796" y="1168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432B9A4B-E194-4C5A-283D-AD36D0F2C192}"/>
                </a:ext>
              </a:extLst>
            </p:cNvPr>
            <p:cNvSpPr/>
            <p:nvPr/>
          </p:nvSpPr>
          <p:spPr>
            <a:xfrm>
              <a:off x="7690714" y="5000146"/>
              <a:ext cx="1072700" cy="1004881"/>
            </a:xfrm>
            <a:custGeom>
              <a:avLst/>
              <a:gdLst>
                <a:gd name="connsiteX0" fmla="*/ 91989 w 1072700"/>
                <a:gd name="connsiteY0" fmla="*/ 1004881 h 1004881"/>
                <a:gd name="connsiteX1" fmla="*/ 4768 w 1072700"/>
                <a:gd name="connsiteY1" fmla="*/ 975651 h 1004881"/>
                <a:gd name="connsiteX2" fmla="*/ 2221 w 1072700"/>
                <a:gd name="connsiteY2" fmla="*/ 958494 h 1004881"/>
                <a:gd name="connsiteX3" fmla="*/ 19410 w 1072700"/>
                <a:gd name="connsiteY3" fmla="*/ 955953 h 1004881"/>
                <a:gd name="connsiteX4" fmla="*/ 178574 w 1072700"/>
                <a:gd name="connsiteY4" fmla="*/ 944515 h 1004881"/>
                <a:gd name="connsiteX5" fmla="*/ 211045 w 1072700"/>
                <a:gd name="connsiteY5" fmla="*/ 829501 h 1004881"/>
                <a:gd name="connsiteX6" fmla="*/ 216774 w 1072700"/>
                <a:gd name="connsiteY6" fmla="*/ 816157 h 1004881"/>
                <a:gd name="connsiteX7" fmla="*/ 251790 w 1072700"/>
                <a:gd name="connsiteY7" fmla="*/ 795823 h 1004881"/>
                <a:gd name="connsiteX8" fmla="*/ 722279 w 1072700"/>
                <a:gd name="connsiteY8" fmla="*/ 446970 h 1004881"/>
                <a:gd name="connsiteX9" fmla="*/ 1050157 w 1072700"/>
                <a:gd name="connsiteY9" fmla="*/ 5979 h 1004881"/>
                <a:gd name="connsiteX10" fmla="*/ 1066710 w 1072700"/>
                <a:gd name="connsiteY10" fmla="*/ 1531 h 1004881"/>
                <a:gd name="connsiteX11" fmla="*/ 1071167 w 1072700"/>
                <a:gd name="connsiteY11" fmla="*/ 18052 h 1004881"/>
                <a:gd name="connsiteX12" fmla="*/ 739469 w 1072700"/>
                <a:gd name="connsiteY12" fmla="*/ 464127 h 1004881"/>
                <a:gd name="connsiteX13" fmla="*/ 263887 w 1072700"/>
                <a:gd name="connsiteY13" fmla="*/ 816793 h 1004881"/>
                <a:gd name="connsiteX14" fmla="*/ 236511 w 1072700"/>
                <a:gd name="connsiteY14" fmla="*/ 832679 h 1004881"/>
                <a:gd name="connsiteX15" fmla="*/ 195765 w 1072700"/>
                <a:gd name="connsiteY15" fmla="*/ 961036 h 1004881"/>
                <a:gd name="connsiteX16" fmla="*/ 91989 w 1072700"/>
                <a:gd name="connsiteY16" fmla="*/ 1004881 h 1004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72700" h="1004881">
                  <a:moveTo>
                    <a:pt x="91989" y="1004881"/>
                  </a:moveTo>
                  <a:cubicBezTo>
                    <a:pt x="61430" y="1004881"/>
                    <a:pt x="30234" y="995350"/>
                    <a:pt x="4768" y="975651"/>
                  </a:cubicBezTo>
                  <a:cubicBezTo>
                    <a:pt x="-326" y="971839"/>
                    <a:pt x="-1599" y="964213"/>
                    <a:pt x="2221" y="958494"/>
                  </a:cubicBezTo>
                  <a:cubicBezTo>
                    <a:pt x="6041" y="953411"/>
                    <a:pt x="13681" y="952140"/>
                    <a:pt x="19410" y="955953"/>
                  </a:cubicBezTo>
                  <a:cubicBezTo>
                    <a:pt x="67797" y="992172"/>
                    <a:pt x="135919" y="987089"/>
                    <a:pt x="178574" y="944515"/>
                  </a:cubicBezTo>
                  <a:cubicBezTo>
                    <a:pt x="208498" y="914650"/>
                    <a:pt x="220594" y="871440"/>
                    <a:pt x="211045" y="829501"/>
                  </a:cubicBezTo>
                  <a:cubicBezTo>
                    <a:pt x="209771" y="824418"/>
                    <a:pt x="212318" y="818699"/>
                    <a:pt x="216774" y="816157"/>
                  </a:cubicBezTo>
                  <a:cubicBezTo>
                    <a:pt x="227597" y="809803"/>
                    <a:pt x="239057" y="803449"/>
                    <a:pt x="251790" y="795823"/>
                  </a:cubicBezTo>
                  <a:cubicBezTo>
                    <a:pt x="360021" y="733551"/>
                    <a:pt x="540195" y="629975"/>
                    <a:pt x="722279" y="446970"/>
                  </a:cubicBezTo>
                  <a:cubicBezTo>
                    <a:pt x="879534" y="288747"/>
                    <a:pt x="976305" y="135607"/>
                    <a:pt x="1050157" y="5979"/>
                  </a:cubicBezTo>
                  <a:cubicBezTo>
                    <a:pt x="1053340" y="260"/>
                    <a:pt x="1060981" y="-1647"/>
                    <a:pt x="1066710" y="1531"/>
                  </a:cubicBezTo>
                  <a:cubicBezTo>
                    <a:pt x="1072440" y="4708"/>
                    <a:pt x="1074350" y="12333"/>
                    <a:pt x="1071167" y="18052"/>
                  </a:cubicBezTo>
                  <a:cubicBezTo>
                    <a:pt x="996678" y="148316"/>
                    <a:pt x="898633" y="303362"/>
                    <a:pt x="739469" y="464127"/>
                  </a:cubicBezTo>
                  <a:cubicBezTo>
                    <a:pt x="555475" y="649673"/>
                    <a:pt x="372755" y="753885"/>
                    <a:pt x="263887" y="816793"/>
                  </a:cubicBezTo>
                  <a:cubicBezTo>
                    <a:pt x="254337" y="822512"/>
                    <a:pt x="245423" y="827595"/>
                    <a:pt x="236511" y="832679"/>
                  </a:cubicBezTo>
                  <a:cubicBezTo>
                    <a:pt x="244150" y="879701"/>
                    <a:pt x="229507" y="927358"/>
                    <a:pt x="195765" y="961036"/>
                  </a:cubicBezTo>
                  <a:cubicBezTo>
                    <a:pt x="167752" y="990266"/>
                    <a:pt x="130189" y="1004881"/>
                    <a:pt x="91989" y="100488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C71E89E0-DF45-019C-08D6-C14CA51D9F30}"/>
                </a:ext>
              </a:extLst>
            </p:cNvPr>
            <p:cNvSpPr/>
            <p:nvPr/>
          </p:nvSpPr>
          <p:spPr>
            <a:xfrm>
              <a:off x="8172448" y="4785386"/>
              <a:ext cx="101998" cy="143851"/>
            </a:xfrm>
            <a:custGeom>
              <a:avLst/>
              <a:gdLst>
                <a:gd name="connsiteX0" fmla="*/ 15169 w 101998"/>
                <a:gd name="connsiteY0" fmla="*/ 143852 h 143851"/>
                <a:gd name="connsiteX1" fmla="*/ 3073 w 101998"/>
                <a:gd name="connsiteY1" fmla="*/ 134320 h 143851"/>
                <a:gd name="connsiteX2" fmla="*/ 17079 w 101998"/>
                <a:gd name="connsiteY2" fmla="*/ 49807 h 143851"/>
                <a:gd name="connsiteX3" fmla="*/ 87111 w 101998"/>
                <a:gd name="connsiteY3" fmla="*/ 243 h 143851"/>
                <a:gd name="connsiteX4" fmla="*/ 101755 w 101998"/>
                <a:gd name="connsiteY4" fmla="*/ 9140 h 143851"/>
                <a:gd name="connsiteX5" fmla="*/ 92841 w 101998"/>
                <a:gd name="connsiteY5" fmla="*/ 23755 h 143851"/>
                <a:gd name="connsiteX6" fmla="*/ 38089 w 101998"/>
                <a:gd name="connsiteY6" fmla="*/ 62516 h 143851"/>
                <a:gd name="connsiteX7" fmla="*/ 27265 w 101998"/>
                <a:gd name="connsiteY7" fmla="*/ 128601 h 143851"/>
                <a:gd name="connsiteX8" fmla="*/ 18352 w 101998"/>
                <a:gd name="connsiteY8" fmla="*/ 143216 h 143851"/>
                <a:gd name="connsiteX9" fmla="*/ 15169 w 101998"/>
                <a:gd name="connsiteY9" fmla="*/ 143852 h 143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998" h="143851">
                  <a:moveTo>
                    <a:pt x="15169" y="143852"/>
                  </a:moveTo>
                  <a:cubicBezTo>
                    <a:pt x="9439" y="143852"/>
                    <a:pt x="4346" y="140039"/>
                    <a:pt x="3073" y="134320"/>
                  </a:cubicBezTo>
                  <a:cubicBezTo>
                    <a:pt x="-3931" y="105090"/>
                    <a:pt x="1163" y="75225"/>
                    <a:pt x="17079" y="49807"/>
                  </a:cubicBezTo>
                  <a:cubicBezTo>
                    <a:pt x="32995" y="24390"/>
                    <a:pt x="57825" y="6598"/>
                    <a:pt x="87111" y="243"/>
                  </a:cubicBezTo>
                  <a:cubicBezTo>
                    <a:pt x="93478" y="-1027"/>
                    <a:pt x="100481" y="2785"/>
                    <a:pt x="101755" y="9140"/>
                  </a:cubicBezTo>
                  <a:cubicBezTo>
                    <a:pt x="103028" y="15494"/>
                    <a:pt x="99208" y="22484"/>
                    <a:pt x="92841" y="23755"/>
                  </a:cubicBezTo>
                  <a:cubicBezTo>
                    <a:pt x="69922" y="28838"/>
                    <a:pt x="50822" y="42818"/>
                    <a:pt x="38089" y="62516"/>
                  </a:cubicBezTo>
                  <a:cubicBezTo>
                    <a:pt x="25356" y="82214"/>
                    <a:pt x="21535" y="105726"/>
                    <a:pt x="27265" y="128601"/>
                  </a:cubicBezTo>
                  <a:cubicBezTo>
                    <a:pt x="28539" y="134956"/>
                    <a:pt x="24719" y="141945"/>
                    <a:pt x="18352" y="143216"/>
                  </a:cubicBezTo>
                  <a:cubicBezTo>
                    <a:pt x="16442" y="143852"/>
                    <a:pt x="15806" y="143852"/>
                    <a:pt x="15169" y="1438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58BDE07F-746C-F3E6-42C3-D43FC12FA3A0}"/>
                </a:ext>
              </a:extLst>
            </p:cNvPr>
            <p:cNvSpPr/>
            <p:nvPr/>
          </p:nvSpPr>
          <p:spPr>
            <a:xfrm>
              <a:off x="7890409" y="4874982"/>
              <a:ext cx="101998" cy="143851"/>
            </a:xfrm>
            <a:custGeom>
              <a:avLst/>
              <a:gdLst>
                <a:gd name="connsiteX0" fmla="*/ 15169 w 101998"/>
                <a:gd name="connsiteY0" fmla="*/ 143852 h 143851"/>
                <a:gd name="connsiteX1" fmla="*/ 3072 w 101998"/>
                <a:gd name="connsiteY1" fmla="*/ 134320 h 143851"/>
                <a:gd name="connsiteX2" fmla="*/ 17079 w 101998"/>
                <a:gd name="connsiteY2" fmla="*/ 49807 h 143851"/>
                <a:gd name="connsiteX3" fmla="*/ 87111 w 101998"/>
                <a:gd name="connsiteY3" fmla="*/ 244 h 143851"/>
                <a:gd name="connsiteX4" fmla="*/ 101754 w 101998"/>
                <a:gd name="connsiteY4" fmla="*/ 9140 h 143851"/>
                <a:gd name="connsiteX5" fmla="*/ 92841 w 101998"/>
                <a:gd name="connsiteY5" fmla="*/ 23755 h 143851"/>
                <a:gd name="connsiteX6" fmla="*/ 38089 w 101998"/>
                <a:gd name="connsiteY6" fmla="*/ 62516 h 143851"/>
                <a:gd name="connsiteX7" fmla="*/ 27266 w 101998"/>
                <a:gd name="connsiteY7" fmla="*/ 128601 h 143851"/>
                <a:gd name="connsiteX8" fmla="*/ 18352 w 101998"/>
                <a:gd name="connsiteY8" fmla="*/ 143216 h 143851"/>
                <a:gd name="connsiteX9" fmla="*/ 15169 w 101998"/>
                <a:gd name="connsiteY9" fmla="*/ 143852 h 143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998" h="143851">
                  <a:moveTo>
                    <a:pt x="15169" y="143852"/>
                  </a:moveTo>
                  <a:cubicBezTo>
                    <a:pt x="9439" y="143852"/>
                    <a:pt x="4345" y="140039"/>
                    <a:pt x="3072" y="134320"/>
                  </a:cubicBezTo>
                  <a:cubicBezTo>
                    <a:pt x="-3931" y="105090"/>
                    <a:pt x="1162" y="75225"/>
                    <a:pt x="17079" y="49807"/>
                  </a:cubicBezTo>
                  <a:cubicBezTo>
                    <a:pt x="32995" y="24390"/>
                    <a:pt x="57825" y="6598"/>
                    <a:pt x="87111" y="244"/>
                  </a:cubicBezTo>
                  <a:cubicBezTo>
                    <a:pt x="93477" y="-1027"/>
                    <a:pt x="100481" y="2785"/>
                    <a:pt x="101754" y="9140"/>
                  </a:cubicBezTo>
                  <a:cubicBezTo>
                    <a:pt x="103027" y="15494"/>
                    <a:pt x="99207" y="22484"/>
                    <a:pt x="92841" y="23755"/>
                  </a:cubicBezTo>
                  <a:cubicBezTo>
                    <a:pt x="69921" y="28838"/>
                    <a:pt x="50822" y="42818"/>
                    <a:pt x="38089" y="62516"/>
                  </a:cubicBezTo>
                  <a:cubicBezTo>
                    <a:pt x="25355" y="82214"/>
                    <a:pt x="21536" y="105726"/>
                    <a:pt x="27266" y="128601"/>
                  </a:cubicBezTo>
                  <a:cubicBezTo>
                    <a:pt x="28539" y="134956"/>
                    <a:pt x="24719" y="141945"/>
                    <a:pt x="18352" y="143216"/>
                  </a:cubicBezTo>
                  <a:cubicBezTo>
                    <a:pt x="17079" y="143852"/>
                    <a:pt x="15806" y="143852"/>
                    <a:pt x="15169" y="1438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8ADFE3CC-4F2E-D17C-F559-6765F7A117D5}"/>
                </a:ext>
              </a:extLst>
            </p:cNvPr>
            <p:cNvSpPr/>
            <p:nvPr/>
          </p:nvSpPr>
          <p:spPr>
            <a:xfrm>
              <a:off x="8032383" y="5122801"/>
              <a:ext cx="101998" cy="143851"/>
            </a:xfrm>
            <a:custGeom>
              <a:avLst/>
              <a:gdLst>
                <a:gd name="connsiteX0" fmla="*/ 15169 w 101998"/>
                <a:gd name="connsiteY0" fmla="*/ 143852 h 143851"/>
                <a:gd name="connsiteX1" fmla="*/ 3073 w 101998"/>
                <a:gd name="connsiteY1" fmla="*/ 134320 h 143851"/>
                <a:gd name="connsiteX2" fmla="*/ 17079 w 101998"/>
                <a:gd name="connsiteY2" fmla="*/ 49807 h 143851"/>
                <a:gd name="connsiteX3" fmla="*/ 87111 w 101998"/>
                <a:gd name="connsiteY3" fmla="*/ 244 h 143851"/>
                <a:gd name="connsiteX4" fmla="*/ 101755 w 101998"/>
                <a:gd name="connsiteY4" fmla="*/ 9140 h 143851"/>
                <a:gd name="connsiteX5" fmla="*/ 92841 w 101998"/>
                <a:gd name="connsiteY5" fmla="*/ 23755 h 143851"/>
                <a:gd name="connsiteX6" fmla="*/ 38089 w 101998"/>
                <a:gd name="connsiteY6" fmla="*/ 62516 h 143851"/>
                <a:gd name="connsiteX7" fmla="*/ 27265 w 101998"/>
                <a:gd name="connsiteY7" fmla="*/ 128601 h 143851"/>
                <a:gd name="connsiteX8" fmla="*/ 18352 w 101998"/>
                <a:gd name="connsiteY8" fmla="*/ 143216 h 143851"/>
                <a:gd name="connsiteX9" fmla="*/ 15169 w 101998"/>
                <a:gd name="connsiteY9" fmla="*/ 143852 h 143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998" h="143851">
                  <a:moveTo>
                    <a:pt x="15169" y="143852"/>
                  </a:moveTo>
                  <a:cubicBezTo>
                    <a:pt x="9439" y="143852"/>
                    <a:pt x="4346" y="140039"/>
                    <a:pt x="3073" y="134320"/>
                  </a:cubicBezTo>
                  <a:cubicBezTo>
                    <a:pt x="-3931" y="105090"/>
                    <a:pt x="1163" y="75225"/>
                    <a:pt x="17079" y="49807"/>
                  </a:cubicBezTo>
                  <a:cubicBezTo>
                    <a:pt x="32995" y="24390"/>
                    <a:pt x="57825" y="6598"/>
                    <a:pt x="87111" y="244"/>
                  </a:cubicBezTo>
                  <a:cubicBezTo>
                    <a:pt x="93478" y="-1027"/>
                    <a:pt x="100481" y="2785"/>
                    <a:pt x="101755" y="9140"/>
                  </a:cubicBezTo>
                  <a:cubicBezTo>
                    <a:pt x="103028" y="15494"/>
                    <a:pt x="99208" y="22484"/>
                    <a:pt x="92841" y="23755"/>
                  </a:cubicBezTo>
                  <a:cubicBezTo>
                    <a:pt x="69922" y="28838"/>
                    <a:pt x="50822" y="42818"/>
                    <a:pt x="38089" y="62516"/>
                  </a:cubicBezTo>
                  <a:cubicBezTo>
                    <a:pt x="25356" y="82214"/>
                    <a:pt x="21535" y="105726"/>
                    <a:pt x="27265" y="128601"/>
                  </a:cubicBezTo>
                  <a:cubicBezTo>
                    <a:pt x="28539" y="134956"/>
                    <a:pt x="24719" y="141945"/>
                    <a:pt x="18352" y="143216"/>
                  </a:cubicBezTo>
                  <a:cubicBezTo>
                    <a:pt x="16442" y="143852"/>
                    <a:pt x="15806" y="143852"/>
                    <a:pt x="15169" y="1438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C088EBE6-50D6-62DC-688D-57967BC281C0}"/>
                </a:ext>
              </a:extLst>
            </p:cNvPr>
            <p:cNvSpPr/>
            <p:nvPr/>
          </p:nvSpPr>
          <p:spPr>
            <a:xfrm>
              <a:off x="4864272" y="5415344"/>
              <a:ext cx="1364990" cy="724394"/>
            </a:xfrm>
            <a:custGeom>
              <a:avLst/>
              <a:gdLst>
                <a:gd name="connsiteX0" fmla="*/ 682495 w 1364990"/>
                <a:gd name="connsiteY0" fmla="*/ 724395 h 724394"/>
                <a:gd name="connsiteX1" fmla="*/ 130515 w 1364990"/>
                <a:gd name="connsiteY1" fmla="*/ 653862 h 724394"/>
                <a:gd name="connsiteX2" fmla="*/ 0 w 1364990"/>
                <a:gd name="connsiteY2" fmla="*/ 485472 h 724394"/>
                <a:gd name="connsiteX3" fmla="*/ 0 w 1364990"/>
                <a:gd name="connsiteY3" fmla="*/ 12073 h 724394"/>
                <a:gd name="connsiteX4" fmla="*/ 12096 w 1364990"/>
                <a:gd name="connsiteY4" fmla="*/ 0 h 724394"/>
                <a:gd name="connsiteX5" fmla="*/ 24193 w 1364990"/>
                <a:gd name="connsiteY5" fmla="*/ 12073 h 724394"/>
                <a:gd name="connsiteX6" fmla="*/ 24193 w 1364990"/>
                <a:gd name="connsiteY6" fmla="*/ 485472 h 724394"/>
                <a:gd name="connsiteX7" fmla="*/ 136881 w 1364990"/>
                <a:gd name="connsiteY7" fmla="*/ 630351 h 724394"/>
                <a:gd name="connsiteX8" fmla="*/ 1228109 w 1364990"/>
                <a:gd name="connsiteY8" fmla="*/ 630351 h 724394"/>
                <a:gd name="connsiteX9" fmla="*/ 1340798 w 1364990"/>
                <a:gd name="connsiteY9" fmla="*/ 485472 h 724394"/>
                <a:gd name="connsiteX10" fmla="*/ 1340798 w 1364990"/>
                <a:gd name="connsiteY10" fmla="*/ 12073 h 724394"/>
                <a:gd name="connsiteX11" fmla="*/ 1352894 w 1364990"/>
                <a:gd name="connsiteY11" fmla="*/ 0 h 724394"/>
                <a:gd name="connsiteX12" fmla="*/ 1364991 w 1364990"/>
                <a:gd name="connsiteY12" fmla="*/ 12073 h 724394"/>
                <a:gd name="connsiteX13" fmla="*/ 1364991 w 1364990"/>
                <a:gd name="connsiteY13" fmla="*/ 485472 h 724394"/>
                <a:gd name="connsiteX14" fmla="*/ 1234476 w 1364990"/>
                <a:gd name="connsiteY14" fmla="*/ 653862 h 724394"/>
                <a:gd name="connsiteX15" fmla="*/ 682495 w 1364990"/>
                <a:gd name="connsiteY15" fmla="*/ 724395 h 72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64990" h="724394">
                  <a:moveTo>
                    <a:pt x="682495" y="724395"/>
                  </a:moveTo>
                  <a:cubicBezTo>
                    <a:pt x="496592" y="724395"/>
                    <a:pt x="311325" y="700884"/>
                    <a:pt x="130515" y="653862"/>
                  </a:cubicBezTo>
                  <a:cubicBezTo>
                    <a:pt x="53479" y="633528"/>
                    <a:pt x="0" y="564265"/>
                    <a:pt x="0" y="485472"/>
                  </a:cubicBezTo>
                  <a:lnTo>
                    <a:pt x="0" y="12073"/>
                  </a:lnTo>
                  <a:cubicBezTo>
                    <a:pt x="0" y="5083"/>
                    <a:pt x="5730" y="0"/>
                    <a:pt x="12096" y="0"/>
                  </a:cubicBezTo>
                  <a:cubicBezTo>
                    <a:pt x="19100" y="0"/>
                    <a:pt x="24193" y="5719"/>
                    <a:pt x="24193" y="12073"/>
                  </a:cubicBezTo>
                  <a:lnTo>
                    <a:pt x="24193" y="485472"/>
                  </a:lnTo>
                  <a:cubicBezTo>
                    <a:pt x="24193" y="553463"/>
                    <a:pt x="70669" y="613194"/>
                    <a:pt x="136881" y="630351"/>
                  </a:cubicBezTo>
                  <a:cubicBezTo>
                    <a:pt x="494045" y="723760"/>
                    <a:pt x="870946" y="723760"/>
                    <a:pt x="1228109" y="630351"/>
                  </a:cubicBezTo>
                  <a:cubicBezTo>
                    <a:pt x="1294322" y="613194"/>
                    <a:pt x="1340798" y="553463"/>
                    <a:pt x="1340798" y="485472"/>
                  </a:cubicBezTo>
                  <a:lnTo>
                    <a:pt x="1340798" y="12073"/>
                  </a:lnTo>
                  <a:cubicBezTo>
                    <a:pt x="1340798" y="5083"/>
                    <a:pt x="1346528" y="0"/>
                    <a:pt x="1352894" y="0"/>
                  </a:cubicBezTo>
                  <a:cubicBezTo>
                    <a:pt x="1359897" y="0"/>
                    <a:pt x="1364991" y="5719"/>
                    <a:pt x="1364991" y="12073"/>
                  </a:cubicBezTo>
                  <a:lnTo>
                    <a:pt x="1364991" y="485472"/>
                  </a:lnTo>
                  <a:cubicBezTo>
                    <a:pt x="1364991" y="564901"/>
                    <a:pt x="1311512" y="634163"/>
                    <a:pt x="1234476" y="653862"/>
                  </a:cubicBezTo>
                  <a:cubicBezTo>
                    <a:pt x="1053666" y="700884"/>
                    <a:pt x="868399" y="724395"/>
                    <a:pt x="682495" y="72439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CF58BF3F-9833-EDA7-91B0-CE910F341346}"/>
                </a:ext>
              </a:extLst>
            </p:cNvPr>
            <p:cNvSpPr/>
            <p:nvPr/>
          </p:nvSpPr>
          <p:spPr>
            <a:xfrm>
              <a:off x="4863635" y="5295194"/>
              <a:ext cx="1364353" cy="562412"/>
            </a:xfrm>
            <a:custGeom>
              <a:avLst/>
              <a:gdLst>
                <a:gd name="connsiteX0" fmla="*/ 1161261 w 1364353"/>
                <a:gd name="connsiteY0" fmla="*/ 561777 h 562412"/>
                <a:gd name="connsiteX1" fmla="*/ 1104598 w 1364353"/>
                <a:gd name="connsiteY1" fmla="*/ 538902 h 562412"/>
                <a:gd name="connsiteX2" fmla="*/ 1079769 w 1364353"/>
                <a:gd name="connsiteY2" fmla="*/ 480442 h 562412"/>
                <a:gd name="connsiteX3" fmla="*/ 1079769 w 1364353"/>
                <a:gd name="connsiteY3" fmla="*/ 281551 h 562412"/>
                <a:gd name="connsiteX4" fmla="*/ 1069582 w 1364353"/>
                <a:gd name="connsiteY4" fmla="*/ 259946 h 562412"/>
                <a:gd name="connsiteX5" fmla="*/ 1046663 w 1364353"/>
                <a:gd name="connsiteY5" fmla="*/ 252956 h 562412"/>
                <a:gd name="connsiteX6" fmla="*/ 1019923 w 1364353"/>
                <a:gd name="connsiteY6" fmla="*/ 282186 h 562412"/>
                <a:gd name="connsiteX7" fmla="*/ 1019923 w 1364353"/>
                <a:gd name="connsiteY7" fmla="*/ 394023 h 562412"/>
                <a:gd name="connsiteX8" fmla="*/ 996367 w 1364353"/>
                <a:gd name="connsiteY8" fmla="*/ 449941 h 562412"/>
                <a:gd name="connsiteX9" fmla="*/ 939705 w 1364353"/>
                <a:gd name="connsiteY9" fmla="*/ 472181 h 562412"/>
                <a:gd name="connsiteX10" fmla="*/ 863942 w 1364353"/>
                <a:gd name="connsiteY10" fmla="*/ 391481 h 562412"/>
                <a:gd name="connsiteX11" fmla="*/ 863942 w 1364353"/>
                <a:gd name="connsiteY11" fmla="*/ 299978 h 562412"/>
                <a:gd name="connsiteX12" fmla="*/ 855029 w 1364353"/>
                <a:gd name="connsiteY12" fmla="*/ 279009 h 562412"/>
                <a:gd name="connsiteX13" fmla="*/ 833383 w 1364353"/>
                <a:gd name="connsiteY13" fmla="*/ 270749 h 562412"/>
                <a:gd name="connsiteX14" fmla="*/ 682495 w 1364353"/>
                <a:gd name="connsiteY14" fmla="*/ 273926 h 562412"/>
                <a:gd name="connsiteX15" fmla="*/ 0 w 1364353"/>
                <a:gd name="connsiteY15" fmla="*/ 132859 h 562412"/>
                <a:gd name="connsiteX16" fmla="*/ 439293 w 1364353"/>
                <a:gd name="connsiteY16" fmla="*/ 54 h 562412"/>
                <a:gd name="connsiteX17" fmla="*/ 452663 w 1364353"/>
                <a:gd name="connsiteY17" fmla="*/ 11491 h 562412"/>
                <a:gd name="connsiteX18" fmla="*/ 441203 w 1364353"/>
                <a:gd name="connsiteY18" fmla="*/ 24836 h 562412"/>
                <a:gd name="connsiteX19" fmla="*/ 24193 w 1364353"/>
                <a:gd name="connsiteY19" fmla="*/ 132859 h 562412"/>
                <a:gd name="connsiteX20" fmla="*/ 681859 w 1364353"/>
                <a:gd name="connsiteY20" fmla="*/ 249779 h 562412"/>
                <a:gd name="connsiteX21" fmla="*/ 831473 w 1364353"/>
                <a:gd name="connsiteY21" fmla="*/ 246602 h 562412"/>
                <a:gd name="connsiteX22" fmla="*/ 870946 w 1364353"/>
                <a:gd name="connsiteY22" fmla="*/ 261217 h 562412"/>
                <a:gd name="connsiteX23" fmla="*/ 887499 w 1364353"/>
                <a:gd name="connsiteY23" fmla="*/ 299978 h 562412"/>
                <a:gd name="connsiteX24" fmla="*/ 887499 w 1364353"/>
                <a:gd name="connsiteY24" fmla="*/ 391481 h 562412"/>
                <a:gd name="connsiteX25" fmla="*/ 939705 w 1364353"/>
                <a:gd name="connsiteY25" fmla="*/ 448035 h 562412"/>
                <a:gd name="connsiteX26" fmla="*/ 978541 w 1364353"/>
                <a:gd name="connsiteY26" fmla="*/ 432784 h 562412"/>
                <a:gd name="connsiteX27" fmla="*/ 995093 w 1364353"/>
                <a:gd name="connsiteY27" fmla="*/ 394658 h 562412"/>
                <a:gd name="connsiteX28" fmla="*/ 995093 w 1364353"/>
                <a:gd name="connsiteY28" fmla="*/ 282822 h 562412"/>
                <a:gd name="connsiteX29" fmla="*/ 1042206 w 1364353"/>
                <a:gd name="connsiteY29" fmla="*/ 229445 h 562412"/>
                <a:gd name="connsiteX30" fmla="*/ 1084862 w 1364353"/>
                <a:gd name="connsiteY30" fmla="*/ 242154 h 562412"/>
                <a:gd name="connsiteX31" fmla="*/ 1102689 w 1364353"/>
                <a:gd name="connsiteY31" fmla="*/ 282186 h 562412"/>
                <a:gd name="connsiteX32" fmla="*/ 1102689 w 1364353"/>
                <a:gd name="connsiteY32" fmla="*/ 481077 h 562412"/>
                <a:gd name="connsiteX33" fmla="*/ 1119878 w 1364353"/>
                <a:gd name="connsiteY33" fmla="*/ 521745 h 562412"/>
                <a:gd name="connsiteX34" fmla="*/ 1161261 w 1364353"/>
                <a:gd name="connsiteY34" fmla="*/ 537631 h 562412"/>
                <a:gd name="connsiteX35" fmla="*/ 1216650 w 1364353"/>
                <a:gd name="connsiteY35" fmla="*/ 477900 h 562412"/>
                <a:gd name="connsiteX36" fmla="*/ 1216650 w 1364353"/>
                <a:gd name="connsiteY36" fmla="*/ 237706 h 562412"/>
                <a:gd name="connsiteX37" fmla="*/ 1253576 w 1364353"/>
                <a:gd name="connsiteY37" fmla="*/ 186871 h 562412"/>
                <a:gd name="connsiteX38" fmla="*/ 1339525 w 1364353"/>
                <a:gd name="connsiteY38" fmla="*/ 132224 h 562412"/>
                <a:gd name="connsiteX39" fmla="*/ 961988 w 1364353"/>
                <a:gd name="connsiteY39" fmla="*/ 27377 h 562412"/>
                <a:gd name="connsiteX40" fmla="*/ 951164 w 1364353"/>
                <a:gd name="connsiteY40" fmla="*/ 14033 h 562412"/>
                <a:gd name="connsiteX41" fmla="*/ 964534 w 1364353"/>
                <a:gd name="connsiteY41" fmla="*/ 3231 h 562412"/>
                <a:gd name="connsiteX42" fmla="*/ 1364354 w 1364353"/>
                <a:gd name="connsiteY42" fmla="*/ 132224 h 562412"/>
                <a:gd name="connsiteX43" fmla="*/ 1261216 w 1364353"/>
                <a:gd name="connsiteY43" fmla="*/ 209747 h 562412"/>
                <a:gd name="connsiteX44" fmla="*/ 1240843 w 1364353"/>
                <a:gd name="connsiteY44" fmla="*/ 237706 h 562412"/>
                <a:gd name="connsiteX45" fmla="*/ 1240843 w 1364353"/>
                <a:gd name="connsiteY45" fmla="*/ 477900 h 562412"/>
                <a:gd name="connsiteX46" fmla="*/ 1161897 w 1364353"/>
                <a:gd name="connsiteY46" fmla="*/ 562413 h 562412"/>
                <a:gd name="connsiteX47" fmla="*/ 1161261 w 1364353"/>
                <a:gd name="connsiteY47" fmla="*/ 561777 h 562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364353" h="562412">
                  <a:moveTo>
                    <a:pt x="1161261" y="561777"/>
                  </a:moveTo>
                  <a:cubicBezTo>
                    <a:pt x="1139614" y="561777"/>
                    <a:pt x="1119878" y="553517"/>
                    <a:pt x="1104598" y="538902"/>
                  </a:cubicBezTo>
                  <a:cubicBezTo>
                    <a:pt x="1088682" y="523651"/>
                    <a:pt x="1079769" y="502682"/>
                    <a:pt x="1079769" y="480442"/>
                  </a:cubicBezTo>
                  <a:lnTo>
                    <a:pt x="1079769" y="281551"/>
                  </a:lnTo>
                  <a:cubicBezTo>
                    <a:pt x="1079769" y="273290"/>
                    <a:pt x="1075949" y="265030"/>
                    <a:pt x="1069582" y="259946"/>
                  </a:cubicBezTo>
                  <a:cubicBezTo>
                    <a:pt x="1063216" y="254227"/>
                    <a:pt x="1054939" y="251686"/>
                    <a:pt x="1046663" y="252956"/>
                  </a:cubicBezTo>
                  <a:cubicBezTo>
                    <a:pt x="1031383" y="254863"/>
                    <a:pt x="1019923" y="267571"/>
                    <a:pt x="1019923" y="282186"/>
                  </a:cubicBezTo>
                  <a:lnTo>
                    <a:pt x="1019923" y="394023"/>
                  </a:lnTo>
                  <a:cubicBezTo>
                    <a:pt x="1019923" y="414992"/>
                    <a:pt x="1011647" y="435326"/>
                    <a:pt x="996367" y="449941"/>
                  </a:cubicBezTo>
                  <a:cubicBezTo>
                    <a:pt x="981087" y="464556"/>
                    <a:pt x="960714" y="472181"/>
                    <a:pt x="939705" y="472181"/>
                  </a:cubicBezTo>
                  <a:cubicBezTo>
                    <a:pt x="897685" y="470910"/>
                    <a:pt x="863942" y="434691"/>
                    <a:pt x="863942" y="391481"/>
                  </a:cubicBezTo>
                  <a:lnTo>
                    <a:pt x="863942" y="299978"/>
                  </a:lnTo>
                  <a:cubicBezTo>
                    <a:pt x="863942" y="291718"/>
                    <a:pt x="860759" y="284728"/>
                    <a:pt x="855029" y="279009"/>
                  </a:cubicBezTo>
                  <a:cubicBezTo>
                    <a:pt x="849299" y="273290"/>
                    <a:pt x="841659" y="270749"/>
                    <a:pt x="833383" y="270749"/>
                  </a:cubicBezTo>
                  <a:cubicBezTo>
                    <a:pt x="784360" y="272655"/>
                    <a:pt x="733428" y="273926"/>
                    <a:pt x="682495" y="273926"/>
                  </a:cubicBezTo>
                  <a:cubicBezTo>
                    <a:pt x="351434" y="273926"/>
                    <a:pt x="0" y="224362"/>
                    <a:pt x="0" y="132859"/>
                  </a:cubicBezTo>
                  <a:cubicBezTo>
                    <a:pt x="0" y="41357"/>
                    <a:pt x="336154" y="8314"/>
                    <a:pt x="439293" y="54"/>
                  </a:cubicBezTo>
                  <a:cubicBezTo>
                    <a:pt x="446296" y="-582"/>
                    <a:pt x="452026" y="4502"/>
                    <a:pt x="452663" y="11491"/>
                  </a:cubicBezTo>
                  <a:cubicBezTo>
                    <a:pt x="453299" y="18481"/>
                    <a:pt x="448206" y="24200"/>
                    <a:pt x="441203" y="24836"/>
                  </a:cubicBezTo>
                  <a:cubicBezTo>
                    <a:pt x="170624" y="45169"/>
                    <a:pt x="24193" y="95369"/>
                    <a:pt x="24193" y="132859"/>
                  </a:cubicBezTo>
                  <a:cubicBezTo>
                    <a:pt x="24193" y="180517"/>
                    <a:pt x="258483" y="249779"/>
                    <a:pt x="681859" y="249779"/>
                  </a:cubicBezTo>
                  <a:cubicBezTo>
                    <a:pt x="732155" y="249779"/>
                    <a:pt x="782451" y="248508"/>
                    <a:pt x="831473" y="246602"/>
                  </a:cubicBezTo>
                  <a:cubicBezTo>
                    <a:pt x="846116" y="245967"/>
                    <a:pt x="860123" y="251050"/>
                    <a:pt x="870946" y="261217"/>
                  </a:cubicBezTo>
                  <a:cubicBezTo>
                    <a:pt x="881769" y="271384"/>
                    <a:pt x="887499" y="285364"/>
                    <a:pt x="887499" y="299978"/>
                  </a:cubicBezTo>
                  <a:lnTo>
                    <a:pt x="887499" y="391481"/>
                  </a:lnTo>
                  <a:cubicBezTo>
                    <a:pt x="887499" y="421346"/>
                    <a:pt x="911055" y="446764"/>
                    <a:pt x="939705" y="448035"/>
                  </a:cubicBezTo>
                  <a:cubicBezTo>
                    <a:pt x="954348" y="448670"/>
                    <a:pt x="968354" y="442951"/>
                    <a:pt x="978541" y="432784"/>
                  </a:cubicBezTo>
                  <a:cubicBezTo>
                    <a:pt x="989364" y="422617"/>
                    <a:pt x="995093" y="409273"/>
                    <a:pt x="995093" y="394658"/>
                  </a:cubicBezTo>
                  <a:lnTo>
                    <a:pt x="995093" y="282822"/>
                  </a:lnTo>
                  <a:cubicBezTo>
                    <a:pt x="995093" y="256134"/>
                    <a:pt x="1015467" y="233258"/>
                    <a:pt x="1042206" y="229445"/>
                  </a:cubicBezTo>
                  <a:cubicBezTo>
                    <a:pt x="1058123" y="227539"/>
                    <a:pt x="1073402" y="231987"/>
                    <a:pt x="1084862" y="242154"/>
                  </a:cubicBezTo>
                  <a:cubicBezTo>
                    <a:pt x="1096322" y="252321"/>
                    <a:pt x="1102689" y="266936"/>
                    <a:pt x="1102689" y="282186"/>
                  </a:cubicBezTo>
                  <a:lnTo>
                    <a:pt x="1102689" y="481077"/>
                  </a:lnTo>
                  <a:cubicBezTo>
                    <a:pt x="1102689" y="496328"/>
                    <a:pt x="1109055" y="510943"/>
                    <a:pt x="1119878" y="521745"/>
                  </a:cubicBezTo>
                  <a:cubicBezTo>
                    <a:pt x="1131338" y="532547"/>
                    <a:pt x="1145981" y="538266"/>
                    <a:pt x="1161261" y="537631"/>
                  </a:cubicBezTo>
                  <a:cubicBezTo>
                    <a:pt x="1191820" y="536996"/>
                    <a:pt x="1216650" y="509672"/>
                    <a:pt x="1216650" y="477900"/>
                  </a:cubicBezTo>
                  <a:lnTo>
                    <a:pt x="1216650" y="237706"/>
                  </a:lnTo>
                  <a:cubicBezTo>
                    <a:pt x="1216650" y="214195"/>
                    <a:pt x="1231293" y="193861"/>
                    <a:pt x="1253576" y="186871"/>
                  </a:cubicBezTo>
                  <a:cubicBezTo>
                    <a:pt x="1333158" y="161454"/>
                    <a:pt x="1339525" y="138578"/>
                    <a:pt x="1339525" y="132224"/>
                  </a:cubicBezTo>
                  <a:cubicBezTo>
                    <a:pt x="1339525" y="96640"/>
                    <a:pt x="1209647" y="49617"/>
                    <a:pt x="961988" y="27377"/>
                  </a:cubicBezTo>
                  <a:cubicBezTo>
                    <a:pt x="954984" y="26742"/>
                    <a:pt x="950528" y="21023"/>
                    <a:pt x="951164" y="14033"/>
                  </a:cubicBezTo>
                  <a:cubicBezTo>
                    <a:pt x="951801" y="7043"/>
                    <a:pt x="957531" y="2595"/>
                    <a:pt x="964534" y="3231"/>
                  </a:cubicBezTo>
                  <a:cubicBezTo>
                    <a:pt x="1084862" y="14033"/>
                    <a:pt x="1364354" y="47711"/>
                    <a:pt x="1364354" y="132224"/>
                  </a:cubicBezTo>
                  <a:cubicBezTo>
                    <a:pt x="1364354" y="162089"/>
                    <a:pt x="1330611" y="187507"/>
                    <a:pt x="1261216" y="209747"/>
                  </a:cubicBezTo>
                  <a:cubicBezTo>
                    <a:pt x="1249119" y="213560"/>
                    <a:pt x="1240843" y="224997"/>
                    <a:pt x="1240843" y="237706"/>
                  </a:cubicBezTo>
                  <a:lnTo>
                    <a:pt x="1240843" y="477900"/>
                  </a:lnTo>
                  <a:cubicBezTo>
                    <a:pt x="1240843" y="523016"/>
                    <a:pt x="1205190" y="561142"/>
                    <a:pt x="1161897" y="562413"/>
                  </a:cubicBezTo>
                  <a:cubicBezTo>
                    <a:pt x="1162534" y="561777"/>
                    <a:pt x="1161897" y="561777"/>
                    <a:pt x="1161261" y="5617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89CBC20F-655D-75EE-4A7B-E6D0E243FDDC}"/>
                </a:ext>
              </a:extLst>
            </p:cNvPr>
            <p:cNvSpPr/>
            <p:nvPr/>
          </p:nvSpPr>
          <p:spPr>
            <a:xfrm>
              <a:off x="5274158" y="4321127"/>
              <a:ext cx="799384" cy="1040205"/>
            </a:xfrm>
            <a:custGeom>
              <a:avLst/>
              <a:gdLst>
                <a:gd name="connsiteX0" fmla="*/ 108989 w 799384"/>
                <a:gd name="connsiteY0" fmla="*/ 832419 h 1040205"/>
                <a:gd name="connsiteX1" fmla="*/ 129362 w 799384"/>
                <a:gd name="connsiteY1" fmla="*/ 834961 h 1040205"/>
                <a:gd name="connsiteX2" fmla="*/ 173291 w 799384"/>
                <a:gd name="connsiteY2" fmla="*/ 869909 h 1040205"/>
                <a:gd name="connsiteX3" fmla="*/ 191117 w 799384"/>
                <a:gd name="connsiteY3" fmla="*/ 902316 h 1040205"/>
                <a:gd name="connsiteX4" fmla="*/ 200667 w 799384"/>
                <a:gd name="connsiteY4" fmla="*/ 958870 h 1040205"/>
                <a:gd name="connsiteX5" fmla="*/ 212127 w 799384"/>
                <a:gd name="connsiteY5" fmla="*/ 997632 h 1040205"/>
                <a:gd name="connsiteX6" fmla="*/ 266880 w 799384"/>
                <a:gd name="connsiteY6" fmla="*/ 1013517 h 1040205"/>
                <a:gd name="connsiteX7" fmla="*/ 299349 w 799384"/>
                <a:gd name="connsiteY7" fmla="*/ 983652 h 1040205"/>
                <a:gd name="connsiteX8" fmla="*/ 296803 w 799384"/>
                <a:gd name="connsiteY8" fmla="*/ 940442 h 1040205"/>
                <a:gd name="connsiteX9" fmla="*/ 271973 w 799384"/>
                <a:gd name="connsiteY9" fmla="*/ 918202 h 1040205"/>
                <a:gd name="connsiteX10" fmla="*/ 230590 w 799384"/>
                <a:gd name="connsiteY10" fmla="*/ 880712 h 1040205"/>
                <a:gd name="connsiteX11" fmla="*/ 212764 w 799384"/>
                <a:gd name="connsiteY11" fmla="*/ 848305 h 1040205"/>
                <a:gd name="connsiteX12" fmla="*/ 241413 w 799384"/>
                <a:gd name="connsiteY12" fmla="*/ 749177 h 1040205"/>
                <a:gd name="connsiteX13" fmla="*/ 268153 w 799384"/>
                <a:gd name="connsiteY13" fmla="*/ 734562 h 1040205"/>
                <a:gd name="connsiteX14" fmla="*/ 303806 w 799384"/>
                <a:gd name="connsiteY14" fmla="*/ 730749 h 1040205"/>
                <a:gd name="connsiteX15" fmla="*/ 331819 w 799384"/>
                <a:gd name="connsiteY15" fmla="*/ 752989 h 1040205"/>
                <a:gd name="connsiteX16" fmla="*/ 341369 w 799384"/>
                <a:gd name="connsiteY16" fmla="*/ 809543 h 1040205"/>
                <a:gd name="connsiteX17" fmla="*/ 352828 w 799384"/>
                <a:gd name="connsiteY17" fmla="*/ 848305 h 1040205"/>
                <a:gd name="connsiteX18" fmla="*/ 407581 w 799384"/>
                <a:gd name="connsiteY18" fmla="*/ 864190 h 1040205"/>
                <a:gd name="connsiteX19" fmla="*/ 440050 w 799384"/>
                <a:gd name="connsiteY19" fmla="*/ 834325 h 1040205"/>
                <a:gd name="connsiteX20" fmla="*/ 437503 w 799384"/>
                <a:gd name="connsiteY20" fmla="*/ 791115 h 1040205"/>
                <a:gd name="connsiteX21" fmla="*/ 415857 w 799384"/>
                <a:gd name="connsiteY21" fmla="*/ 770146 h 1040205"/>
                <a:gd name="connsiteX22" fmla="*/ 370018 w 799384"/>
                <a:gd name="connsiteY22" fmla="*/ 728208 h 1040205"/>
                <a:gd name="connsiteX23" fmla="*/ 366198 w 799384"/>
                <a:gd name="connsiteY23" fmla="*/ 695800 h 1040205"/>
                <a:gd name="connsiteX24" fmla="*/ 386571 w 799384"/>
                <a:gd name="connsiteY24" fmla="*/ 670383 h 1040205"/>
                <a:gd name="connsiteX25" fmla="*/ 436867 w 799384"/>
                <a:gd name="connsiteY25" fmla="*/ 642424 h 1040205"/>
                <a:gd name="connsiteX26" fmla="*/ 527909 w 799384"/>
                <a:gd name="connsiteY26" fmla="*/ 668477 h 1040205"/>
                <a:gd name="connsiteX27" fmla="*/ 566108 w 799384"/>
                <a:gd name="connsiteY27" fmla="*/ 789209 h 1040205"/>
                <a:gd name="connsiteX28" fmla="*/ 576931 w 799384"/>
                <a:gd name="connsiteY28" fmla="*/ 813991 h 1040205"/>
                <a:gd name="connsiteX29" fmla="*/ 631684 w 799384"/>
                <a:gd name="connsiteY29" fmla="*/ 829877 h 1040205"/>
                <a:gd name="connsiteX30" fmla="*/ 664153 w 799384"/>
                <a:gd name="connsiteY30" fmla="*/ 800012 h 1040205"/>
                <a:gd name="connsiteX31" fmla="*/ 661606 w 799384"/>
                <a:gd name="connsiteY31" fmla="*/ 756802 h 1040205"/>
                <a:gd name="connsiteX32" fmla="*/ 649510 w 799384"/>
                <a:gd name="connsiteY32" fmla="*/ 742187 h 1040205"/>
                <a:gd name="connsiteX33" fmla="*/ 560378 w 799384"/>
                <a:gd name="connsiteY33" fmla="*/ 633528 h 1040205"/>
                <a:gd name="connsiteX34" fmla="*/ 555921 w 799384"/>
                <a:gd name="connsiteY34" fmla="*/ 594131 h 1040205"/>
                <a:gd name="connsiteX35" fmla="*/ 580751 w 799384"/>
                <a:gd name="connsiteY35" fmla="*/ 562995 h 1040205"/>
                <a:gd name="connsiteX36" fmla="*/ 774931 w 799384"/>
                <a:gd name="connsiteY36" fmla="*/ 455606 h 1040205"/>
                <a:gd name="connsiteX37" fmla="*/ 139548 w 799384"/>
                <a:gd name="connsiteY37" fmla="*/ 25417 h 1040205"/>
                <a:gd name="connsiteX38" fmla="*/ 31317 w 799384"/>
                <a:gd name="connsiteY38" fmla="*/ 867368 h 1040205"/>
                <a:gd name="connsiteX39" fmla="*/ 77793 w 799384"/>
                <a:gd name="connsiteY39" fmla="*/ 841950 h 1040205"/>
                <a:gd name="connsiteX40" fmla="*/ 108989 w 799384"/>
                <a:gd name="connsiteY40" fmla="*/ 832419 h 1040205"/>
                <a:gd name="connsiteX41" fmla="*/ 250963 w 799384"/>
                <a:gd name="connsiteY41" fmla="*/ 1040206 h 1040205"/>
                <a:gd name="connsiteX42" fmla="*/ 193027 w 799384"/>
                <a:gd name="connsiteY42" fmla="*/ 1012882 h 1040205"/>
                <a:gd name="connsiteX43" fmla="*/ 176474 w 799384"/>
                <a:gd name="connsiteY43" fmla="*/ 955693 h 1040205"/>
                <a:gd name="connsiteX44" fmla="*/ 169471 w 799384"/>
                <a:gd name="connsiteY44" fmla="*/ 914390 h 1040205"/>
                <a:gd name="connsiteX45" fmla="*/ 151645 w 799384"/>
                <a:gd name="connsiteY45" fmla="*/ 881983 h 1040205"/>
                <a:gd name="connsiteX46" fmla="*/ 122359 w 799384"/>
                <a:gd name="connsiteY46" fmla="*/ 859107 h 1040205"/>
                <a:gd name="connsiteX47" fmla="*/ 85433 w 799384"/>
                <a:gd name="connsiteY47" fmla="*/ 863555 h 1040205"/>
                <a:gd name="connsiteX48" fmla="*/ 17947 w 799384"/>
                <a:gd name="connsiteY48" fmla="*/ 901046 h 1040205"/>
                <a:gd name="connsiteX49" fmla="*/ 5214 w 799384"/>
                <a:gd name="connsiteY49" fmla="*/ 900410 h 1040205"/>
                <a:gd name="connsiteX50" fmla="*/ 121 w 799384"/>
                <a:gd name="connsiteY50" fmla="*/ 888972 h 1040205"/>
                <a:gd name="connsiteX51" fmla="*/ 112809 w 799384"/>
                <a:gd name="connsiteY51" fmla="*/ 10802 h 1040205"/>
                <a:gd name="connsiteX52" fmla="*/ 117265 w 799384"/>
                <a:gd name="connsiteY52" fmla="*/ 2542 h 1040205"/>
                <a:gd name="connsiteX53" fmla="*/ 126178 w 799384"/>
                <a:gd name="connsiteY53" fmla="*/ 0 h 1040205"/>
                <a:gd name="connsiteX54" fmla="*/ 797851 w 799384"/>
                <a:gd name="connsiteY54" fmla="*/ 454971 h 1040205"/>
                <a:gd name="connsiteX55" fmla="*/ 793394 w 799384"/>
                <a:gd name="connsiteY55" fmla="*/ 471492 h 1040205"/>
                <a:gd name="connsiteX56" fmla="*/ 588391 w 799384"/>
                <a:gd name="connsiteY56" fmla="*/ 585235 h 1040205"/>
                <a:gd name="connsiteX57" fmla="*/ 575021 w 799384"/>
                <a:gd name="connsiteY57" fmla="*/ 601756 h 1040205"/>
                <a:gd name="connsiteX58" fmla="*/ 577568 w 799384"/>
                <a:gd name="connsiteY58" fmla="*/ 622725 h 1040205"/>
                <a:gd name="connsiteX59" fmla="*/ 660970 w 799384"/>
                <a:gd name="connsiteY59" fmla="*/ 724395 h 1040205"/>
                <a:gd name="connsiteX60" fmla="*/ 679433 w 799384"/>
                <a:gd name="connsiteY60" fmla="*/ 746000 h 1040205"/>
                <a:gd name="connsiteX61" fmla="*/ 683889 w 799384"/>
                <a:gd name="connsiteY61" fmla="*/ 810178 h 1040205"/>
                <a:gd name="connsiteX62" fmla="*/ 636777 w 799384"/>
                <a:gd name="connsiteY62" fmla="*/ 854659 h 1040205"/>
                <a:gd name="connsiteX63" fmla="*/ 555921 w 799384"/>
                <a:gd name="connsiteY63" fmla="*/ 830512 h 1040205"/>
                <a:gd name="connsiteX64" fmla="*/ 539368 w 799384"/>
                <a:gd name="connsiteY64" fmla="*/ 793657 h 1040205"/>
                <a:gd name="connsiteX65" fmla="*/ 504352 w 799384"/>
                <a:gd name="connsiteY65" fmla="*/ 681185 h 1040205"/>
                <a:gd name="connsiteX66" fmla="*/ 446417 w 799384"/>
                <a:gd name="connsiteY66" fmla="*/ 664664 h 1040205"/>
                <a:gd name="connsiteX67" fmla="*/ 396121 w 799384"/>
                <a:gd name="connsiteY67" fmla="*/ 692623 h 1040205"/>
                <a:gd name="connsiteX68" fmla="*/ 387207 w 799384"/>
                <a:gd name="connsiteY68" fmla="*/ 704061 h 1040205"/>
                <a:gd name="connsiteX69" fmla="*/ 389118 w 799384"/>
                <a:gd name="connsiteY69" fmla="*/ 718041 h 1040205"/>
                <a:gd name="connsiteX70" fmla="*/ 424134 w 799384"/>
                <a:gd name="connsiteY70" fmla="*/ 749812 h 1040205"/>
                <a:gd name="connsiteX71" fmla="*/ 456603 w 799384"/>
                <a:gd name="connsiteY71" fmla="*/ 780949 h 1040205"/>
                <a:gd name="connsiteX72" fmla="*/ 461060 w 799384"/>
                <a:gd name="connsiteY72" fmla="*/ 845127 h 1040205"/>
                <a:gd name="connsiteX73" fmla="*/ 413311 w 799384"/>
                <a:gd name="connsiteY73" fmla="*/ 889608 h 1040205"/>
                <a:gd name="connsiteX74" fmla="*/ 332455 w 799384"/>
                <a:gd name="connsiteY74" fmla="*/ 865461 h 1040205"/>
                <a:gd name="connsiteX75" fmla="*/ 315902 w 799384"/>
                <a:gd name="connsiteY75" fmla="*/ 808272 h 1040205"/>
                <a:gd name="connsiteX76" fmla="*/ 308899 w 799384"/>
                <a:gd name="connsiteY76" fmla="*/ 766969 h 1040205"/>
                <a:gd name="connsiteX77" fmla="*/ 295529 w 799384"/>
                <a:gd name="connsiteY77" fmla="*/ 756167 h 1040205"/>
                <a:gd name="connsiteX78" fmla="*/ 278339 w 799384"/>
                <a:gd name="connsiteY78" fmla="*/ 758073 h 1040205"/>
                <a:gd name="connsiteX79" fmla="*/ 251600 w 799384"/>
                <a:gd name="connsiteY79" fmla="*/ 772688 h 1040205"/>
                <a:gd name="connsiteX80" fmla="*/ 232500 w 799384"/>
                <a:gd name="connsiteY80" fmla="*/ 838773 h 1040205"/>
                <a:gd name="connsiteX81" fmla="*/ 250326 w 799384"/>
                <a:gd name="connsiteY81" fmla="*/ 871180 h 1040205"/>
                <a:gd name="connsiteX82" fmla="*/ 279613 w 799384"/>
                <a:gd name="connsiteY82" fmla="*/ 897869 h 1040205"/>
                <a:gd name="connsiteX83" fmla="*/ 315902 w 799384"/>
                <a:gd name="connsiteY83" fmla="*/ 930276 h 1040205"/>
                <a:gd name="connsiteX84" fmla="*/ 320359 w 799384"/>
                <a:gd name="connsiteY84" fmla="*/ 994454 h 1040205"/>
                <a:gd name="connsiteX85" fmla="*/ 273246 w 799384"/>
                <a:gd name="connsiteY85" fmla="*/ 1038935 h 1040205"/>
                <a:gd name="connsiteX86" fmla="*/ 250963 w 799384"/>
                <a:gd name="connsiteY86" fmla="*/ 1040206 h 1040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799384" h="1040205">
                  <a:moveTo>
                    <a:pt x="108989" y="832419"/>
                  </a:moveTo>
                  <a:cubicBezTo>
                    <a:pt x="115992" y="832419"/>
                    <a:pt x="122359" y="833054"/>
                    <a:pt x="129362" y="834961"/>
                  </a:cubicBezTo>
                  <a:cubicBezTo>
                    <a:pt x="147825" y="840044"/>
                    <a:pt x="163741" y="852753"/>
                    <a:pt x="173291" y="869909"/>
                  </a:cubicBezTo>
                  <a:lnTo>
                    <a:pt x="191117" y="902316"/>
                  </a:lnTo>
                  <a:cubicBezTo>
                    <a:pt x="200031" y="918202"/>
                    <a:pt x="203214" y="937901"/>
                    <a:pt x="200667" y="958870"/>
                  </a:cubicBezTo>
                  <a:cubicBezTo>
                    <a:pt x="198757" y="972850"/>
                    <a:pt x="202577" y="986829"/>
                    <a:pt x="212127" y="997632"/>
                  </a:cubicBezTo>
                  <a:cubicBezTo>
                    <a:pt x="224860" y="1013517"/>
                    <a:pt x="247143" y="1019872"/>
                    <a:pt x="266880" y="1013517"/>
                  </a:cubicBezTo>
                  <a:cubicBezTo>
                    <a:pt x="282159" y="1008434"/>
                    <a:pt x="293619" y="998267"/>
                    <a:pt x="299349" y="983652"/>
                  </a:cubicBezTo>
                  <a:cubicBezTo>
                    <a:pt x="305079" y="969673"/>
                    <a:pt x="303806" y="953787"/>
                    <a:pt x="296803" y="940442"/>
                  </a:cubicBezTo>
                  <a:cubicBezTo>
                    <a:pt x="291073" y="930276"/>
                    <a:pt x="282796" y="922650"/>
                    <a:pt x="271973" y="918202"/>
                  </a:cubicBezTo>
                  <a:cubicBezTo>
                    <a:pt x="254783" y="910577"/>
                    <a:pt x="240140" y="897869"/>
                    <a:pt x="230590" y="880712"/>
                  </a:cubicBezTo>
                  <a:lnTo>
                    <a:pt x="212764" y="848305"/>
                  </a:lnTo>
                  <a:cubicBezTo>
                    <a:pt x="193027" y="813356"/>
                    <a:pt x="205760" y="768875"/>
                    <a:pt x="241413" y="749177"/>
                  </a:cubicBezTo>
                  <a:lnTo>
                    <a:pt x="268153" y="734562"/>
                  </a:lnTo>
                  <a:cubicBezTo>
                    <a:pt x="278976" y="728843"/>
                    <a:pt x="291709" y="726937"/>
                    <a:pt x="303806" y="730749"/>
                  </a:cubicBezTo>
                  <a:cubicBezTo>
                    <a:pt x="315902" y="733926"/>
                    <a:pt x="325452" y="742187"/>
                    <a:pt x="331819" y="752989"/>
                  </a:cubicBezTo>
                  <a:cubicBezTo>
                    <a:pt x="340732" y="768875"/>
                    <a:pt x="343915" y="788574"/>
                    <a:pt x="341369" y="809543"/>
                  </a:cubicBezTo>
                  <a:cubicBezTo>
                    <a:pt x="339458" y="823523"/>
                    <a:pt x="343278" y="837502"/>
                    <a:pt x="352828" y="848305"/>
                  </a:cubicBezTo>
                  <a:cubicBezTo>
                    <a:pt x="365561" y="864190"/>
                    <a:pt x="387844" y="870545"/>
                    <a:pt x="407581" y="864190"/>
                  </a:cubicBezTo>
                  <a:cubicBezTo>
                    <a:pt x="422860" y="859107"/>
                    <a:pt x="434320" y="848940"/>
                    <a:pt x="440050" y="834325"/>
                  </a:cubicBezTo>
                  <a:cubicBezTo>
                    <a:pt x="445780" y="820345"/>
                    <a:pt x="444506" y="804460"/>
                    <a:pt x="437503" y="791115"/>
                  </a:cubicBezTo>
                  <a:cubicBezTo>
                    <a:pt x="432410" y="782219"/>
                    <a:pt x="424770" y="774594"/>
                    <a:pt x="415857" y="770146"/>
                  </a:cubicBezTo>
                  <a:cubicBezTo>
                    <a:pt x="395484" y="759979"/>
                    <a:pt x="379568" y="745364"/>
                    <a:pt x="370018" y="728208"/>
                  </a:cubicBezTo>
                  <a:cubicBezTo>
                    <a:pt x="364288" y="718041"/>
                    <a:pt x="363015" y="706603"/>
                    <a:pt x="366198" y="695800"/>
                  </a:cubicBezTo>
                  <a:cubicBezTo>
                    <a:pt x="369381" y="684998"/>
                    <a:pt x="376385" y="675467"/>
                    <a:pt x="386571" y="670383"/>
                  </a:cubicBezTo>
                  <a:lnTo>
                    <a:pt x="436867" y="642424"/>
                  </a:lnTo>
                  <a:cubicBezTo>
                    <a:pt x="469336" y="624632"/>
                    <a:pt x="510082" y="636070"/>
                    <a:pt x="527909" y="668477"/>
                  </a:cubicBezTo>
                  <a:cubicBezTo>
                    <a:pt x="546371" y="701519"/>
                    <a:pt x="559105" y="741552"/>
                    <a:pt x="566108" y="789209"/>
                  </a:cubicBezTo>
                  <a:cubicBezTo>
                    <a:pt x="567381" y="798105"/>
                    <a:pt x="571201" y="807001"/>
                    <a:pt x="576931" y="813991"/>
                  </a:cubicBezTo>
                  <a:cubicBezTo>
                    <a:pt x="589664" y="829877"/>
                    <a:pt x="611947" y="836231"/>
                    <a:pt x="631684" y="829877"/>
                  </a:cubicBezTo>
                  <a:cubicBezTo>
                    <a:pt x="646963" y="824794"/>
                    <a:pt x="658423" y="814627"/>
                    <a:pt x="664153" y="800012"/>
                  </a:cubicBezTo>
                  <a:cubicBezTo>
                    <a:pt x="669883" y="786032"/>
                    <a:pt x="668610" y="770146"/>
                    <a:pt x="661606" y="756802"/>
                  </a:cubicBezTo>
                  <a:cubicBezTo>
                    <a:pt x="658423" y="751083"/>
                    <a:pt x="654603" y="746000"/>
                    <a:pt x="649510" y="742187"/>
                  </a:cubicBezTo>
                  <a:cubicBezTo>
                    <a:pt x="614494" y="713593"/>
                    <a:pt x="584571" y="677373"/>
                    <a:pt x="560378" y="633528"/>
                  </a:cubicBezTo>
                  <a:cubicBezTo>
                    <a:pt x="553375" y="621455"/>
                    <a:pt x="552102" y="607475"/>
                    <a:pt x="555921" y="594131"/>
                  </a:cubicBezTo>
                  <a:cubicBezTo>
                    <a:pt x="559742" y="580787"/>
                    <a:pt x="568654" y="569984"/>
                    <a:pt x="580751" y="562995"/>
                  </a:cubicBezTo>
                  <a:lnTo>
                    <a:pt x="774931" y="455606"/>
                  </a:lnTo>
                  <a:cubicBezTo>
                    <a:pt x="641233" y="223037"/>
                    <a:pt x="405671" y="63543"/>
                    <a:pt x="139548" y="25417"/>
                  </a:cubicBezTo>
                  <a:lnTo>
                    <a:pt x="31317" y="867368"/>
                  </a:lnTo>
                  <a:lnTo>
                    <a:pt x="77793" y="841950"/>
                  </a:lnTo>
                  <a:cubicBezTo>
                    <a:pt x="84796" y="834961"/>
                    <a:pt x="96892" y="832419"/>
                    <a:pt x="108989" y="832419"/>
                  </a:cubicBezTo>
                  <a:moveTo>
                    <a:pt x="250963" y="1040206"/>
                  </a:moveTo>
                  <a:cubicBezTo>
                    <a:pt x="228680" y="1040206"/>
                    <a:pt x="207034" y="1030039"/>
                    <a:pt x="193027" y="1012882"/>
                  </a:cubicBezTo>
                  <a:cubicBezTo>
                    <a:pt x="179658" y="996361"/>
                    <a:pt x="173928" y="976027"/>
                    <a:pt x="176474" y="955693"/>
                  </a:cubicBezTo>
                  <a:cubicBezTo>
                    <a:pt x="178384" y="940442"/>
                    <a:pt x="175838" y="925828"/>
                    <a:pt x="169471" y="914390"/>
                  </a:cubicBezTo>
                  <a:lnTo>
                    <a:pt x="151645" y="881983"/>
                  </a:lnTo>
                  <a:cubicBezTo>
                    <a:pt x="145278" y="870545"/>
                    <a:pt x="135092" y="862284"/>
                    <a:pt x="122359" y="859107"/>
                  </a:cubicBezTo>
                  <a:cubicBezTo>
                    <a:pt x="109626" y="855294"/>
                    <a:pt x="96892" y="857201"/>
                    <a:pt x="85433" y="863555"/>
                  </a:cubicBezTo>
                  <a:lnTo>
                    <a:pt x="17947" y="901046"/>
                  </a:lnTo>
                  <a:cubicBezTo>
                    <a:pt x="14127" y="903587"/>
                    <a:pt x="9034" y="902952"/>
                    <a:pt x="5214" y="900410"/>
                  </a:cubicBezTo>
                  <a:cubicBezTo>
                    <a:pt x="1394" y="897869"/>
                    <a:pt x="-516" y="893420"/>
                    <a:pt x="121" y="888972"/>
                  </a:cubicBezTo>
                  <a:lnTo>
                    <a:pt x="112809" y="10802"/>
                  </a:lnTo>
                  <a:cubicBezTo>
                    <a:pt x="113445" y="7625"/>
                    <a:pt x="114719" y="4448"/>
                    <a:pt x="117265" y="2542"/>
                  </a:cubicBezTo>
                  <a:cubicBezTo>
                    <a:pt x="119812" y="635"/>
                    <a:pt x="122995" y="0"/>
                    <a:pt x="126178" y="0"/>
                  </a:cubicBezTo>
                  <a:cubicBezTo>
                    <a:pt x="408854" y="36220"/>
                    <a:pt x="660333" y="206516"/>
                    <a:pt x="797851" y="454971"/>
                  </a:cubicBezTo>
                  <a:cubicBezTo>
                    <a:pt x="801034" y="460690"/>
                    <a:pt x="799124" y="468315"/>
                    <a:pt x="793394" y="471492"/>
                  </a:cubicBezTo>
                  <a:lnTo>
                    <a:pt x="588391" y="585235"/>
                  </a:lnTo>
                  <a:cubicBezTo>
                    <a:pt x="582024" y="589047"/>
                    <a:pt x="577568" y="594766"/>
                    <a:pt x="575021" y="601756"/>
                  </a:cubicBezTo>
                  <a:cubicBezTo>
                    <a:pt x="573111" y="608746"/>
                    <a:pt x="573748" y="616371"/>
                    <a:pt x="577568" y="622725"/>
                  </a:cubicBezTo>
                  <a:cubicBezTo>
                    <a:pt x="600487" y="664029"/>
                    <a:pt x="628500" y="697707"/>
                    <a:pt x="660970" y="724395"/>
                  </a:cubicBezTo>
                  <a:cubicBezTo>
                    <a:pt x="668610" y="730114"/>
                    <a:pt x="674340" y="737739"/>
                    <a:pt x="679433" y="746000"/>
                  </a:cubicBezTo>
                  <a:cubicBezTo>
                    <a:pt x="690256" y="765698"/>
                    <a:pt x="692166" y="789209"/>
                    <a:pt x="683889" y="810178"/>
                  </a:cubicBezTo>
                  <a:cubicBezTo>
                    <a:pt x="675613" y="831148"/>
                    <a:pt x="658423" y="847034"/>
                    <a:pt x="636777" y="854659"/>
                  </a:cubicBezTo>
                  <a:cubicBezTo>
                    <a:pt x="607491" y="864190"/>
                    <a:pt x="575021" y="854659"/>
                    <a:pt x="555921" y="830512"/>
                  </a:cubicBezTo>
                  <a:cubicBezTo>
                    <a:pt x="547008" y="819710"/>
                    <a:pt x="541278" y="807001"/>
                    <a:pt x="539368" y="793657"/>
                  </a:cubicBezTo>
                  <a:cubicBezTo>
                    <a:pt x="533002" y="748541"/>
                    <a:pt x="520905" y="711686"/>
                    <a:pt x="504352" y="681185"/>
                  </a:cubicBezTo>
                  <a:cubicBezTo>
                    <a:pt x="492893" y="660851"/>
                    <a:pt x="466789" y="653226"/>
                    <a:pt x="446417" y="664664"/>
                  </a:cubicBezTo>
                  <a:lnTo>
                    <a:pt x="396121" y="692623"/>
                  </a:lnTo>
                  <a:cubicBezTo>
                    <a:pt x="391664" y="695165"/>
                    <a:pt x="388481" y="698978"/>
                    <a:pt x="387207" y="704061"/>
                  </a:cubicBezTo>
                  <a:cubicBezTo>
                    <a:pt x="385934" y="709145"/>
                    <a:pt x="386571" y="713593"/>
                    <a:pt x="389118" y="718041"/>
                  </a:cubicBezTo>
                  <a:cubicBezTo>
                    <a:pt x="396121" y="731385"/>
                    <a:pt x="408217" y="741552"/>
                    <a:pt x="424134" y="749812"/>
                  </a:cubicBezTo>
                  <a:cubicBezTo>
                    <a:pt x="438140" y="756802"/>
                    <a:pt x="448963" y="766969"/>
                    <a:pt x="456603" y="780949"/>
                  </a:cubicBezTo>
                  <a:cubicBezTo>
                    <a:pt x="467426" y="800647"/>
                    <a:pt x="469336" y="824158"/>
                    <a:pt x="461060" y="845127"/>
                  </a:cubicBezTo>
                  <a:cubicBezTo>
                    <a:pt x="452783" y="866097"/>
                    <a:pt x="435594" y="881983"/>
                    <a:pt x="413311" y="889608"/>
                  </a:cubicBezTo>
                  <a:cubicBezTo>
                    <a:pt x="384024" y="899139"/>
                    <a:pt x="351555" y="889608"/>
                    <a:pt x="332455" y="865461"/>
                  </a:cubicBezTo>
                  <a:cubicBezTo>
                    <a:pt x="319086" y="848940"/>
                    <a:pt x="313355" y="828606"/>
                    <a:pt x="315902" y="808272"/>
                  </a:cubicBezTo>
                  <a:cubicBezTo>
                    <a:pt x="317812" y="793022"/>
                    <a:pt x="315265" y="778407"/>
                    <a:pt x="308899" y="766969"/>
                  </a:cubicBezTo>
                  <a:cubicBezTo>
                    <a:pt x="305716" y="761886"/>
                    <a:pt x="301259" y="758073"/>
                    <a:pt x="295529" y="756167"/>
                  </a:cubicBezTo>
                  <a:cubicBezTo>
                    <a:pt x="289799" y="754260"/>
                    <a:pt x="284069" y="754896"/>
                    <a:pt x="278339" y="758073"/>
                  </a:cubicBezTo>
                  <a:lnTo>
                    <a:pt x="251600" y="772688"/>
                  </a:lnTo>
                  <a:cubicBezTo>
                    <a:pt x="228043" y="785397"/>
                    <a:pt x="219767" y="815262"/>
                    <a:pt x="232500" y="838773"/>
                  </a:cubicBezTo>
                  <a:lnTo>
                    <a:pt x="250326" y="871180"/>
                  </a:lnTo>
                  <a:cubicBezTo>
                    <a:pt x="256693" y="883253"/>
                    <a:pt x="267516" y="892785"/>
                    <a:pt x="279613" y="897869"/>
                  </a:cubicBezTo>
                  <a:cubicBezTo>
                    <a:pt x="294892" y="904223"/>
                    <a:pt x="307625" y="915661"/>
                    <a:pt x="315902" y="930276"/>
                  </a:cubicBezTo>
                  <a:cubicBezTo>
                    <a:pt x="326725" y="949974"/>
                    <a:pt x="328635" y="973485"/>
                    <a:pt x="320359" y="994454"/>
                  </a:cubicBezTo>
                  <a:cubicBezTo>
                    <a:pt x="312082" y="1015424"/>
                    <a:pt x="294892" y="1031310"/>
                    <a:pt x="273246" y="1038935"/>
                  </a:cubicBezTo>
                  <a:cubicBezTo>
                    <a:pt x="266243" y="1038935"/>
                    <a:pt x="258603" y="1040206"/>
                    <a:pt x="250963" y="104020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724A1EB-D050-124D-7B1B-E89C4D275B4B}"/>
                </a:ext>
              </a:extLst>
            </p:cNvPr>
            <p:cNvSpPr/>
            <p:nvPr/>
          </p:nvSpPr>
          <p:spPr>
            <a:xfrm>
              <a:off x="5576468" y="4589628"/>
              <a:ext cx="41892" cy="42225"/>
            </a:xfrm>
            <a:custGeom>
              <a:avLst/>
              <a:gdLst>
                <a:gd name="connsiteX0" fmla="*/ 21231 w 41892"/>
                <a:gd name="connsiteY0" fmla="*/ 42226 h 42225"/>
                <a:gd name="connsiteX1" fmla="*/ 16775 w 41892"/>
                <a:gd name="connsiteY1" fmla="*/ 41590 h 42225"/>
                <a:gd name="connsiteX2" fmla="*/ 3405 w 41892"/>
                <a:gd name="connsiteY2" fmla="*/ 32694 h 42225"/>
                <a:gd name="connsiteX3" fmla="*/ 222 w 41892"/>
                <a:gd name="connsiteY3" fmla="*/ 16809 h 42225"/>
                <a:gd name="connsiteX4" fmla="*/ 9135 w 41892"/>
                <a:gd name="connsiteY4" fmla="*/ 3464 h 42225"/>
                <a:gd name="connsiteX5" fmla="*/ 38421 w 41892"/>
                <a:gd name="connsiteY5" fmla="*/ 9819 h 42225"/>
                <a:gd name="connsiteX6" fmla="*/ 32055 w 41892"/>
                <a:gd name="connsiteY6" fmla="*/ 39049 h 42225"/>
                <a:gd name="connsiteX7" fmla="*/ 32055 w 41892"/>
                <a:gd name="connsiteY7" fmla="*/ 39049 h 42225"/>
                <a:gd name="connsiteX8" fmla="*/ 21231 w 41892"/>
                <a:gd name="connsiteY8" fmla="*/ 42226 h 4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892" h="42225">
                  <a:moveTo>
                    <a:pt x="21231" y="42226"/>
                  </a:moveTo>
                  <a:cubicBezTo>
                    <a:pt x="19958" y="42226"/>
                    <a:pt x="18048" y="42226"/>
                    <a:pt x="16775" y="41590"/>
                  </a:cubicBezTo>
                  <a:cubicBezTo>
                    <a:pt x="11045" y="40319"/>
                    <a:pt x="6588" y="37142"/>
                    <a:pt x="3405" y="32694"/>
                  </a:cubicBezTo>
                  <a:cubicBezTo>
                    <a:pt x="222" y="28246"/>
                    <a:pt x="-415" y="22527"/>
                    <a:pt x="222" y="16809"/>
                  </a:cubicBezTo>
                  <a:cubicBezTo>
                    <a:pt x="1495" y="11089"/>
                    <a:pt x="4678" y="6642"/>
                    <a:pt x="9135" y="3464"/>
                  </a:cubicBezTo>
                  <a:cubicBezTo>
                    <a:pt x="18685" y="-2890"/>
                    <a:pt x="32055" y="-348"/>
                    <a:pt x="38421" y="9819"/>
                  </a:cubicBezTo>
                  <a:cubicBezTo>
                    <a:pt x="44788" y="19350"/>
                    <a:pt x="42241" y="32694"/>
                    <a:pt x="32055" y="39049"/>
                  </a:cubicBezTo>
                  <a:lnTo>
                    <a:pt x="32055" y="39049"/>
                  </a:lnTo>
                  <a:cubicBezTo>
                    <a:pt x="28871" y="40955"/>
                    <a:pt x="25052" y="42226"/>
                    <a:pt x="21231" y="422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52EA7F2B-F50C-5C42-60C4-3F9E45D3CC28}"/>
                </a:ext>
              </a:extLst>
            </p:cNvPr>
            <p:cNvSpPr/>
            <p:nvPr/>
          </p:nvSpPr>
          <p:spPr>
            <a:xfrm>
              <a:off x="5552846" y="4748487"/>
              <a:ext cx="42594" cy="42225"/>
            </a:xfrm>
            <a:custGeom>
              <a:avLst/>
              <a:gdLst>
                <a:gd name="connsiteX0" fmla="*/ 21298 w 42594"/>
                <a:gd name="connsiteY0" fmla="*/ 42226 h 42225"/>
                <a:gd name="connsiteX1" fmla="*/ 3471 w 42594"/>
                <a:gd name="connsiteY1" fmla="*/ 32694 h 42225"/>
                <a:gd name="connsiteX2" fmla="*/ 9838 w 42594"/>
                <a:gd name="connsiteY2" fmla="*/ 3464 h 42225"/>
                <a:gd name="connsiteX3" fmla="*/ 39124 w 42594"/>
                <a:gd name="connsiteY3" fmla="*/ 9819 h 42225"/>
                <a:gd name="connsiteX4" fmla="*/ 32757 w 42594"/>
                <a:gd name="connsiteY4" fmla="*/ 39049 h 42225"/>
                <a:gd name="connsiteX5" fmla="*/ 32757 w 42594"/>
                <a:gd name="connsiteY5" fmla="*/ 39049 h 42225"/>
                <a:gd name="connsiteX6" fmla="*/ 21298 w 42594"/>
                <a:gd name="connsiteY6" fmla="*/ 42226 h 4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594" h="42225">
                  <a:moveTo>
                    <a:pt x="21298" y="42226"/>
                  </a:moveTo>
                  <a:cubicBezTo>
                    <a:pt x="14294" y="42226"/>
                    <a:pt x="7928" y="39049"/>
                    <a:pt x="3471" y="32694"/>
                  </a:cubicBezTo>
                  <a:cubicBezTo>
                    <a:pt x="-2896" y="23163"/>
                    <a:pt x="-349" y="9819"/>
                    <a:pt x="9838" y="3464"/>
                  </a:cubicBezTo>
                  <a:cubicBezTo>
                    <a:pt x="19387" y="-2890"/>
                    <a:pt x="32757" y="-348"/>
                    <a:pt x="39124" y="9819"/>
                  </a:cubicBezTo>
                  <a:cubicBezTo>
                    <a:pt x="45491" y="19350"/>
                    <a:pt x="42944" y="32694"/>
                    <a:pt x="32757" y="39049"/>
                  </a:cubicBezTo>
                  <a:lnTo>
                    <a:pt x="32757" y="39049"/>
                  </a:lnTo>
                  <a:cubicBezTo>
                    <a:pt x="28937" y="40955"/>
                    <a:pt x="25117" y="42226"/>
                    <a:pt x="21298" y="422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71C9B944-05D7-AA95-0ABB-9BEC0ABA8045}"/>
                </a:ext>
              </a:extLst>
            </p:cNvPr>
            <p:cNvSpPr/>
            <p:nvPr/>
          </p:nvSpPr>
          <p:spPr>
            <a:xfrm>
              <a:off x="5698004" y="4694541"/>
              <a:ext cx="42528" cy="42160"/>
            </a:xfrm>
            <a:custGeom>
              <a:avLst/>
              <a:gdLst>
                <a:gd name="connsiteX0" fmla="*/ 21297 w 42528"/>
                <a:gd name="connsiteY0" fmla="*/ 42160 h 42160"/>
                <a:gd name="connsiteX1" fmla="*/ 3471 w 42528"/>
                <a:gd name="connsiteY1" fmla="*/ 32629 h 42160"/>
                <a:gd name="connsiteX2" fmla="*/ 9838 w 42528"/>
                <a:gd name="connsiteY2" fmla="*/ 3399 h 42160"/>
                <a:gd name="connsiteX3" fmla="*/ 25754 w 42528"/>
                <a:gd name="connsiteY3" fmla="*/ 221 h 42160"/>
                <a:gd name="connsiteX4" fmla="*/ 39124 w 42528"/>
                <a:gd name="connsiteY4" fmla="*/ 9117 h 42160"/>
                <a:gd name="connsiteX5" fmla="*/ 42307 w 42528"/>
                <a:gd name="connsiteY5" fmla="*/ 25003 h 42160"/>
                <a:gd name="connsiteX6" fmla="*/ 33394 w 42528"/>
                <a:gd name="connsiteY6" fmla="*/ 38347 h 42160"/>
                <a:gd name="connsiteX7" fmla="*/ 33394 w 42528"/>
                <a:gd name="connsiteY7" fmla="*/ 38347 h 42160"/>
                <a:gd name="connsiteX8" fmla="*/ 21297 w 42528"/>
                <a:gd name="connsiteY8" fmla="*/ 42160 h 4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28" h="42160">
                  <a:moveTo>
                    <a:pt x="21297" y="42160"/>
                  </a:moveTo>
                  <a:cubicBezTo>
                    <a:pt x="14294" y="42160"/>
                    <a:pt x="7927" y="38983"/>
                    <a:pt x="3471" y="32629"/>
                  </a:cubicBezTo>
                  <a:cubicBezTo>
                    <a:pt x="-2895" y="23097"/>
                    <a:pt x="-349" y="9753"/>
                    <a:pt x="9838" y="3399"/>
                  </a:cubicBezTo>
                  <a:cubicBezTo>
                    <a:pt x="14294" y="221"/>
                    <a:pt x="20024" y="-414"/>
                    <a:pt x="25754" y="221"/>
                  </a:cubicBezTo>
                  <a:cubicBezTo>
                    <a:pt x="31484" y="1492"/>
                    <a:pt x="35940" y="4669"/>
                    <a:pt x="39124" y="9117"/>
                  </a:cubicBezTo>
                  <a:cubicBezTo>
                    <a:pt x="42307" y="13566"/>
                    <a:pt x="42943" y="19284"/>
                    <a:pt x="42307" y="25003"/>
                  </a:cubicBezTo>
                  <a:cubicBezTo>
                    <a:pt x="41034" y="30722"/>
                    <a:pt x="37850" y="35170"/>
                    <a:pt x="33394" y="38347"/>
                  </a:cubicBezTo>
                  <a:lnTo>
                    <a:pt x="33394" y="38347"/>
                  </a:lnTo>
                  <a:cubicBezTo>
                    <a:pt x="28937" y="40889"/>
                    <a:pt x="25117" y="42160"/>
                    <a:pt x="21297" y="421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B4E86E35-224A-C3D6-397D-984818737729}"/>
                </a:ext>
              </a:extLst>
            </p:cNvPr>
            <p:cNvSpPr/>
            <p:nvPr/>
          </p:nvSpPr>
          <p:spPr>
            <a:xfrm>
              <a:off x="8871882" y="4514299"/>
              <a:ext cx="1127160" cy="751083"/>
            </a:xfrm>
            <a:custGeom>
              <a:avLst/>
              <a:gdLst>
                <a:gd name="connsiteX0" fmla="*/ 68899 w 1127160"/>
                <a:gd name="connsiteY0" fmla="*/ 24782 h 751083"/>
                <a:gd name="connsiteX1" fmla="*/ 33246 w 1127160"/>
                <a:gd name="connsiteY1" fmla="*/ 41939 h 751083"/>
                <a:gd name="connsiteX2" fmla="*/ 24969 w 1127160"/>
                <a:gd name="connsiteY2" fmla="*/ 80065 h 751083"/>
                <a:gd name="connsiteX3" fmla="*/ 175857 w 1127160"/>
                <a:gd name="connsiteY3" fmla="*/ 690081 h 751083"/>
                <a:gd name="connsiteX4" fmla="*/ 223606 w 1127160"/>
                <a:gd name="connsiteY4" fmla="*/ 726937 h 751083"/>
                <a:gd name="connsiteX5" fmla="*/ 901645 w 1127160"/>
                <a:gd name="connsiteY5" fmla="*/ 726937 h 751083"/>
                <a:gd name="connsiteX6" fmla="*/ 949394 w 1127160"/>
                <a:gd name="connsiteY6" fmla="*/ 690081 h 751083"/>
                <a:gd name="connsiteX7" fmla="*/ 1100281 w 1127160"/>
                <a:gd name="connsiteY7" fmla="*/ 80065 h 751083"/>
                <a:gd name="connsiteX8" fmla="*/ 1092005 w 1127160"/>
                <a:gd name="connsiteY8" fmla="*/ 41939 h 751083"/>
                <a:gd name="connsiteX9" fmla="*/ 1056352 w 1127160"/>
                <a:gd name="connsiteY9" fmla="*/ 24782 h 751083"/>
                <a:gd name="connsiteX10" fmla="*/ 932204 w 1127160"/>
                <a:gd name="connsiteY10" fmla="*/ 24782 h 751083"/>
                <a:gd name="connsiteX11" fmla="*/ 885091 w 1127160"/>
                <a:gd name="connsiteY11" fmla="*/ 61002 h 751083"/>
                <a:gd name="connsiteX12" fmla="*/ 562307 w 1127160"/>
                <a:gd name="connsiteY12" fmla="*/ 284039 h 751083"/>
                <a:gd name="connsiteX13" fmla="*/ 239523 w 1127160"/>
                <a:gd name="connsiteY13" fmla="*/ 61002 h 751083"/>
                <a:gd name="connsiteX14" fmla="*/ 192410 w 1127160"/>
                <a:gd name="connsiteY14" fmla="*/ 24782 h 751083"/>
                <a:gd name="connsiteX15" fmla="*/ 68899 w 1127160"/>
                <a:gd name="connsiteY15" fmla="*/ 24782 h 751083"/>
                <a:gd name="connsiteX16" fmla="*/ 902282 w 1127160"/>
                <a:gd name="connsiteY16" fmla="*/ 751083 h 751083"/>
                <a:gd name="connsiteX17" fmla="*/ 224243 w 1127160"/>
                <a:gd name="connsiteY17" fmla="*/ 751083 h 751083"/>
                <a:gd name="connsiteX18" fmla="*/ 152937 w 1127160"/>
                <a:gd name="connsiteY18" fmla="*/ 695800 h 751083"/>
                <a:gd name="connsiteX19" fmla="*/ 2050 w 1127160"/>
                <a:gd name="connsiteY19" fmla="*/ 85784 h 751083"/>
                <a:gd name="connsiteX20" fmla="*/ 14783 w 1127160"/>
                <a:gd name="connsiteY20" fmla="*/ 26688 h 751083"/>
                <a:gd name="connsiteX21" fmla="*/ 69535 w 1127160"/>
                <a:gd name="connsiteY21" fmla="*/ 0 h 751083"/>
                <a:gd name="connsiteX22" fmla="*/ 193683 w 1127160"/>
                <a:gd name="connsiteY22" fmla="*/ 0 h 751083"/>
                <a:gd name="connsiteX23" fmla="*/ 264352 w 1127160"/>
                <a:gd name="connsiteY23" fmla="*/ 53376 h 751083"/>
                <a:gd name="connsiteX24" fmla="*/ 563580 w 1127160"/>
                <a:gd name="connsiteY24" fmla="*/ 259257 h 751083"/>
                <a:gd name="connsiteX25" fmla="*/ 862808 w 1127160"/>
                <a:gd name="connsiteY25" fmla="*/ 53376 h 751083"/>
                <a:gd name="connsiteX26" fmla="*/ 933478 w 1127160"/>
                <a:gd name="connsiteY26" fmla="*/ 0 h 751083"/>
                <a:gd name="connsiteX27" fmla="*/ 1057626 w 1127160"/>
                <a:gd name="connsiteY27" fmla="*/ 0 h 751083"/>
                <a:gd name="connsiteX28" fmla="*/ 1112378 w 1127160"/>
                <a:gd name="connsiteY28" fmla="*/ 26688 h 751083"/>
                <a:gd name="connsiteX29" fmla="*/ 1125111 w 1127160"/>
                <a:gd name="connsiteY29" fmla="*/ 85784 h 751083"/>
                <a:gd name="connsiteX30" fmla="*/ 974223 w 1127160"/>
                <a:gd name="connsiteY30" fmla="*/ 695800 h 751083"/>
                <a:gd name="connsiteX31" fmla="*/ 902282 w 1127160"/>
                <a:gd name="connsiteY31" fmla="*/ 751083 h 75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27160" h="751083">
                  <a:moveTo>
                    <a:pt x="68899" y="24782"/>
                  </a:moveTo>
                  <a:cubicBezTo>
                    <a:pt x="54892" y="24782"/>
                    <a:pt x="41522" y="31136"/>
                    <a:pt x="33246" y="41939"/>
                  </a:cubicBezTo>
                  <a:cubicBezTo>
                    <a:pt x="24969" y="52741"/>
                    <a:pt x="21786" y="66721"/>
                    <a:pt x="24969" y="80065"/>
                  </a:cubicBezTo>
                  <a:lnTo>
                    <a:pt x="175857" y="690081"/>
                  </a:lnTo>
                  <a:cubicBezTo>
                    <a:pt x="180950" y="711686"/>
                    <a:pt x="200686" y="726937"/>
                    <a:pt x="223606" y="726937"/>
                  </a:cubicBezTo>
                  <a:lnTo>
                    <a:pt x="901645" y="726937"/>
                  </a:lnTo>
                  <a:cubicBezTo>
                    <a:pt x="924565" y="726937"/>
                    <a:pt x="943664" y="711686"/>
                    <a:pt x="949394" y="690081"/>
                  </a:cubicBezTo>
                  <a:lnTo>
                    <a:pt x="1100281" y="80065"/>
                  </a:lnTo>
                  <a:cubicBezTo>
                    <a:pt x="1103465" y="66721"/>
                    <a:pt x="1100918" y="52741"/>
                    <a:pt x="1092005" y="41939"/>
                  </a:cubicBezTo>
                  <a:cubicBezTo>
                    <a:pt x="1083092" y="31136"/>
                    <a:pt x="1070359" y="24782"/>
                    <a:pt x="1056352" y="24782"/>
                  </a:cubicBezTo>
                  <a:lnTo>
                    <a:pt x="932204" y="24782"/>
                  </a:lnTo>
                  <a:cubicBezTo>
                    <a:pt x="910558" y="24782"/>
                    <a:pt x="891458" y="39397"/>
                    <a:pt x="885091" y="61002"/>
                  </a:cubicBezTo>
                  <a:cubicBezTo>
                    <a:pt x="846256" y="192536"/>
                    <a:pt x="713832" y="284039"/>
                    <a:pt x="562307" y="284039"/>
                  </a:cubicBezTo>
                  <a:cubicBezTo>
                    <a:pt x="410783" y="284039"/>
                    <a:pt x="278359" y="192536"/>
                    <a:pt x="239523" y="61002"/>
                  </a:cubicBezTo>
                  <a:cubicBezTo>
                    <a:pt x="233156" y="39397"/>
                    <a:pt x="214056" y="24782"/>
                    <a:pt x="192410" y="24782"/>
                  </a:cubicBezTo>
                  <a:lnTo>
                    <a:pt x="68899" y="24782"/>
                  </a:lnTo>
                  <a:close/>
                  <a:moveTo>
                    <a:pt x="902282" y="751083"/>
                  </a:moveTo>
                  <a:lnTo>
                    <a:pt x="224243" y="751083"/>
                  </a:lnTo>
                  <a:cubicBezTo>
                    <a:pt x="190500" y="751083"/>
                    <a:pt x="161214" y="728207"/>
                    <a:pt x="152937" y="695800"/>
                  </a:cubicBezTo>
                  <a:lnTo>
                    <a:pt x="2050" y="85784"/>
                  </a:lnTo>
                  <a:cubicBezTo>
                    <a:pt x="-3044" y="65450"/>
                    <a:pt x="1413" y="43845"/>
                    <a:pt x="14783" y="26688"/>
                  </a:cubicBezTo>
                  <a:cubicBezTo>
                    <a:pt x="28152" y="9532"/>
                    <a:pt x="47889" y="0"/>
                    <a:pt x="69535" y="0"/>
                  </a:cubicBezTo>
                  <a:lnTo>
                    <a:pt x="193683" y="0"/>
                  </a:lnTo>
                  <a:cubicBezTo>
                    <a:pt x="226152" y="0"/>
                    <a:pt x="254802" y="21605"/>
                    <a:pt x="264352" y="53376"/>
                  </a:cubicBezTo>
                  <a:cubicBezTo>
                    <a:pt x="300005" y="174744"/>
                    <a:pt x="423516" y="259257"/>
                    <a:pt x="563580" y="259257"/>
                  </a:cubicBezTo>
                  <a:cubicBezTo>
                    <a:pt x="703644" y="259257"/>
                    <a:pt x="827156" y="174744"/>
                    <a:pt x="862808" y="53376"/>
                  </a:cubicBezTo>
                  <a:cubicBezTo>
                    <a:pt x="872358" y="21605"/>
                    <a:pt x="900371" y="0"/>
                    <a:pt x="933478" y="0"/>
                  </a:cubicBezTo>
                  <a:lnTo>
                    <a:pt x="1057626" y="0"/>
                  </a:lnTo>
                  <a:cubicBezTo>
                    <a:pt x="1079272" y="0"/>
                    <a:pt x="1099008" y="9532"/>
                    <a:pt x="1112378" y="26688"/>
                  </a:cubicBezTo>
                  <a:cubicBezTo>
                    <a:pt x="1125748" y="43209"/>
                    <a:pt x="1130204" y="64814"/>
                    <a:pt x="1125111" y="85784"/>
                  </a:cubicBezTo>
                  <a:lnTo>
                    <a:pt x="974223" y="695800"/>
                  </a:lnTo>
                  <a:cubicBezTo>
                    <a:pt x="965311" y="728207"/>
                    <a:pt x="936024" y="751083"/>
                    <a:pt x="902282" y="751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540A39F4-DDDC-441E-F3F6-E7762E3AF7E0}"/>
                </a:ext>
              </a:extLst>
            </p:cNvPr>
            <p:cNvSpPr/>
            <p:nvPr/>
          </p:nvSpPr>
          <p:spPr>
            <a:xfrm>
              <a:off x="9045746" y="5097627"/>
              <a:ext cx="779433" cy="154493"/>
            </a:xfrm>
            <a:custGeom>
              <a:avLst/>
              <a:gdLst>
                <a:gd name="connsiteX0" fmla="*/ 766617 w 779433"/>
                <a:gd name="connsiteY0" fmla="*/ 154410 h 154493"/>
                <a:gd name="connsiteX1" fmla="*/ 757704 w 779433"/>
                <a:gd name="connsiteY1" fmla="*/ 150598 h 154493"/>
                <a:gd name="connsiteX2" fmla="*/ 662206 w 779433"/>
                <a:gd name="connsiteY2" fmla="*/ 45751 h 154493"/>
                <a:gd name="connsiteX3" fmla="*/ 613184 w 779433"/>
                <a:gd name="connsiteY3" fmla="*/ 24146 h 154493"/>
                <a:gd name="connsiteX4" fmla="*/ 165614 w 779433"/>
                <a:gd name="connsiteY4" fmla="*/ 24146 h 154493"/>
                <a:gd name="connsiteX5" fmla="*/ 116592 w 779433"/>
                <a:gd name="connsiteY5" fmla="*/ 45751 h 154493"/>
                <a:gd name="connsiteX6" fmla="*/ 21093 w 779433"/>
                <a:gd name="connsiteY6" fmla="*/ 150598 h 154493"/>
                <a:gd name="connsiteX7" fmla="*/ 3903 w 779433"/>
                <a:gd name="connsiteY7" fmla="*/ 151233 h 154493"/>
                <a:gd name="connsiteX8" fmla="*/ 3267 w 779433"/>
                <a:gd name="connsiteY8" fmla="*/ 134077 h 154493"/>
                <a:gd name="connsiteX9" fmla="*/ 98765 w 779433"/>
                <a:gd name="connsiteY9" fmla="*/ 29230 h 154493"/>
                <a:gd name="connsiteX10" fmla="*/ 166250 w 779433"/>
                <a:gd name="connsiteY10" fmla="*/ 0 h 154493"/>
                <a:gd name="connsiteX11" fmla="*/ 613820 w 779433"/>
                <a:gd name="connsiteY11" fmla="*/ 0 h 154493"/>
                <a:gd name="connsiteX12" fmla="*/ 680669 w 779433"/>
                <a:gd name="connsiteY12" fmla="*/ 29230 h 154493"/>
                <a:gd name="connsiteX13" fmla="*/ 776167 w 779433"/>
                <a:gd name="connsiteY13" fmla="*/ 134077 h 154493"/>
                <a:gd name="connsiteX14" fmla="*/ 775531 w 779433"/>
                <a:gd name="connsiteY14" fmla="*/ 151233 h 154493"/>
                <a:gd name="connsiteX15" fmla="*/ 766617 w 779433"/>
                <a:gd name="connsiteY15" fmla="*/ 154410 h 154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9433" h="154493">
                  <a:moveTo>
                    <a:pt x="766617" y="154410"/>
                  </a:moveTo>
                  <a:cubicBezTo>
                    <a:pt x="763434" y="154410"/>
                    <a:pt x="760251" y="153140"/>
                    <a:pt x="757704" y="150598"/>
                  </a:cubicBezTo>
                  <a:lnTo>
                    <a:pt x="662206" y="45751"/>
                  </a:lnTo>
                  <a:cubicBezTo>
                    <a:pt x="649473" y="31772"/>
                    <a:pt x="631646" y="24146"/>
                    <a:pt x="613184" y="24146"/>
                  </a:cubicBezTo>
                  <a:lnTo>
                    <a:pt x="165614" y="24146"/>
                  </a:lnTo>
                  <a:cubicBezTo>
                    <a:pt x="147151" y="24146"/>
                    <a:pt x="128688" y="31772"/>
                    <a:pt x="116592" y="45751"/>
                  </a:cubicBezTo>
                  <a:lnTo>
                    <a:pt x="21093" y="150598"/>
                  </a:lnTo>
                  <a:cubicBezTo>
                    <a:pt x="16636" y="155681"/>
                    <a:pt x="8997" y="155681"/>
                    <a:pt x="3903" y="151233"/>
                  </a:cubicBezTo>
                  <a:cubicBezTo>
                    <a:pt x="-1190" y="146785"/>
                    <a:pt x="-1190" y="139160"/>
                    <a:pt x="3267" y="134077"/>
                  </a:cubicBezTo>
                  <a:lnTo>
                    <a:pt x="98765" y="29230"/>
                  </a:lnTo>
                  <a:cubicBezTo>
                    <a:pt x="115954" y="10167"/>
                    <a:pt x="140148" y="0"/>
                    <a:pt x="166250" y="0"/>
                  </a:cubicBezTo>
                  <a:lnTo>
                    <a:pt x="613820" y="0"/>
                  </a:lnTo>
                  <a:cubicBezTo>
                    <a:pt x="639286" y="0"/>
                    <a:pt x="664116" y="10802"/>
                    <a:pt x="680669" y="29230"/>
                  </a:cubicBezTo>
                  <a:lnTo>
                    <a:pt x="776167" y="134077"/>
                  </a:lnTo>
                  <a:cubicBezTo>
                    <a:pt x="780624" y="139160"/>
                    <a:pt x="780624" y="146785"/>
                    <a:pt x="775531" y="151233"/>
                  </a:cubicBezTo>
                  <a:cubicBezTo>
                    <a:pt x="772348" y="153140"/>
                    <a:pt x="769801" y="154410"/>
                    <a:pt x="766617" y="1544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12E35E7-A55C-3D67-C08C-CF3CF1757C9E}"/>
                </a:ext>
              </a:extLst>
            </p:cNvPr>
            <p:cNvSpPr/>
            <p:nvPr/>
          </p:nvSpPr>
          <p:spPr>
            <a:xfrm>
              <a:off x="8891287" y="3703557"/>
              <a:ext cx="570135" cy="447909"/>
            </a:xfrm>
            <a:custGeom>
              <a:avLst/>
              <a:gdLst>
                <a:gd name="connsiteX0" fmla="*/ 303520 w 570135"/>
                <a:gd name="connsiteY0" fmla="*/ 24075 h 447909"/>
                <a:gd name="connsiteX1" fmla="*/ 269140 w 570135"/>
                <a:gd name="connsiteY1" fmla="*/ 25981 h 447909"/>
                <a:gd name="connsiteX2" fmla="*/ 89603 w 570135"/>
                <a:gd name="connsiteY2" fmla="*/ 73639 h 447909"/>
                <a:gd name="connsiteX3" fmla="*/ 24664 w 570135"/>
                <a:gd name="connsiteY3" fmla="*/ 156881 h 447909"/>
                <a:gd name="connsiteX4" fmla="*/ 41217 w 570135"/>
                <a:gd name="connsiteY4" fmla="*/ 336073 h 447909"/>
                <a:gd name="connsiteX5" fmla="*/ 121436 w 570135"/>
                <a:gd name="connsiteY5" fmla="*/ 406606 h 447909"/>
                <a:gd name="connsiteX6" fmla="*/ 303520 w 570135"/>
                <a:gd name="connsiteY6" fmla="*/ 423127 h 447909"/>
                <a:gd name="connsiteX7" fmla="*/ 479873 w 570135"/>
                <a:gd name="connsiteY7" fmla="*/ 373564 h 447909"/>
                <a:gd name="connsiteX8" fmla="*/ 545449 w 570135"/>
                <a:gd name="connsiteY8" fmla="*/ 290322 h 447909"/>
                <a:gd name="connsiteX9" fmla="*/ 528896 w 570135"/>
                <a:gd name="connsiteY9" fmla="*/ 111129 h 447909"/>
                <a:gd name="connsiteX10" fmla="*/ 449314 w 570135"/>
                <a:gd name="connsiteY10" fmla="*/ 41231 h 447909"/>
                <a:gd name="connsiteX11" fmla="*/ 303520 w 570135"/>
                <a:gd name="connsiteY11" fmla="*/ 24075 h 447909"/>
                <a:gd name="connsiteX12" fmla="*/ 271687 w 570135"/>
                <a:gd name="connsiteY12" fmla="*/ 447909 h 447909"/>
                <a:gd name="connsiteX13" fmla="*/ 115070 w 570135"/>
                <a:gd name="connsiteY13" fmla="*/ 429482 h 447909"/>
                <a:gd name="connsiteX14" fmla="*/ 17024 w 570135"/>
                <a:gd name="connsiteY14" fmla="*/ 337979 h 447909"/>
                <a:gd name="connsiteX15" fmla="*/ 471 w 570135"/>
                <a:gd name="connsiteY15" fmla="*/ 158787 h 447909"/>
                <a:gd name="connsiteX16" fmla="*/ 80690 w 570135"/>
                <a:gd name="connsiteY16" fmla="*/ 50763 h 447909"/>
                <a:gd name="connsiteX17" fmla="*/ 267230 w 570135"/>
                <a:gd name="connsiteY17" fmla="*/ 1835 h 447909"/>
                <a:gd name="connsiteX18" fmla="*/ 454407 w 570135"/>
                <a:gd name="connsiteY18" fmla="*/ 17085 h 447909"/>
                <a:gd name="connsiteX19" fmla="*/ 553089 w 570135"/>
                <a:gd name="connsiteY19" fmla="*/ 108588 h 447909"/>
                <a:gd name="connsiteX20" fmla="*/ 569641 w 570135"/>
                <a:gd name="connsiteY20" fmla="*/ 287780 h 447909"/>
                <a:gd name="connsiteX21" fmla="*/ 490059 w 570135"/>
                <a:gd name="connsiteY21" fmla="*/ 395168 h 447909"/>
                <a:gd name="connsiteX22" fmla="*/ 305429 w 570135"/>
                <a:gd name="connsiteY22" fmla="*/ 446639 h 447909"/>
                <a:gd name="connsiteX23" fmla="*/ 271687 w 570135"/>
                <a:gd name="connsiteY23" fmla="*/ 447909 h 447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70135" h="447909">
                  <a:moveTo>
                    <a:pt x="303520" y="24075"/>
                  </a:moveTo>
                  <a:cubicBezTo>
                    <a:pt x="291423" y="24075"/>
                    <a:pt x="279963" y="24710"/>
                    <a:pt x="269140" y="25981"/>
                  </a:cubicBezTo>
                  <a:cubicBezTo>
                    <a:pt x="183828" y="34877"/>
                    <a:pt x="90240" y="73003"/>
                    <a:pt x="89603" y="73639"/>
                  </a:cubicBezTo>
                  <a:cubicBezTo>
                    <a:pt x="42491" y="92702"/>
                    <a:pt x="20844" y="119390"/>
                    <a:pt x="24664" y="156881"/>
                  </a:cubicBezTo>
                  <a:lnTo>
                    <a:pt x="41217" y="336073"/>
                  </a:lnTo>
                  <a:cubicBezTo>
                    <a:pt x="45037" y="375470"/>
                    <a:pt x="76233" y="392627"/>
                    <a:pt x="121436" y="406606"/>
                  </a:cubicBezTo>
                  <a:cubicBezTo>
                    <a:pt x="122073" y="406606"/>
                    <a:pt x="216935" y="429482"/>
                    <a:pt x="303520" y="423127"/>
                  </a:cubicBezTo>
                  <a:cubicBezTo>
                    <a:pt x="376735" y="418044"/>
                    <a:pt x="478600" y="374199"/>
                    <a:pt x="479873" y="373564"/>
                  </a:cubicBezTo>
                  <a:cubicBezTo>
                    <a:pt x="529533" y="350053"/>
                    <a:pt x="548632" y="325906"/>
                    <a:pt x="545449" y="290322"/>
                  </a:cubicBezTo>
                  <a:lnTo>
                    <a:pt x="528896" y="111129"/>
                  </a:lnTo>
                  <a:cubicBezTo>
                    <a:pt x="525713" y="74910"/>
                    <a:pt x="501520" y="53940"/>
                    <a:pt x="449314" y="41231"/>
                  </a:cubicBezTo>
                  <a:cubicBezTo>
                    <a:pt x="447404" y="39961"/>
                    <a:pt x="371642" y="24075"/>
                    <a:pt x="303520" y="24075"/>
                  </a:cubicBezTo>
                  <a:moveTo>
                    <a:pt x="271687" y="447909"/>
                  </a:moveTo>
                  <a:cubicBezTo>
                    <a:pt x="192741" y="447909"/>
                    <a:pt x="118253" y="430117"/>
                    <a:pt x="115070" y="429482"/>
                  </a:cubicBezTo>
                  <a:cubicBezTo>
                    <a:pt x="69230" y="415502"/>
                    <a:pt x="22117" y="393897"/>
                    <a:pt x="17024" y="337979"/>
                  </a:cubicBezTo>
                  <a:lnTo>
                    <a:pt x="471" y="158787"/>
                  </a:lnTo>
                  <a:cubicBezTo>
                    <a:pt x="-2712" y="125109"/>
                    <a:pt x="8748" y="79358"/>
                    <a:pt x="80690" y="50763"/>
                  </a:cubicBezTo>
                  <a:cubicBezTo>
                    <a:pt x="84510" y="49492"/>
                    <a:pt x="178098" y="10731"/>
                    <a:pt x="267230" y="1835"/>
                  </a:cubicBezTo>
                  <a:cubicBezTo>
                    <a:pt x="345539" y="-6426"/>
                    <a:pt x="449951" y="15814"/>
                    <a:pt x="454407" y="17085"/>
                  </a:cubicBezTo>
                  <a:cubicBezTo>
                    <a:pt x="493880" y="27252"/>
                    <a:pt x="547358" y="47586"/>
                    <a:pt x="553089" y="108588"/>
                  </a:cubicBezTo>
                  <a:lnTo>
                    <a:pt x="569641" y="287780"/>
                  </a:lnTo>
                  <a:cubicBezTo>
                    <a:pt x="575372" y="347511"/>
                    <a:pt x="530169" y="376741"/>
                    <a:pt x="490059" y="395168"/>
                  </a:cubicBezTo>
                  <a:cubicBezTo>
                    <a:pt x="485603" y="397075"/>
                    <a:pt x="383102" y="441555"/>
                    <a:pt x="305429" y="446639"/>
                  </a:cubicBezTo>
                  <a:cubicBezTo>
                    <a:pt x="293970" y="447274"/>
                    <a:pt x="282510" y="447909"/>
                    <a:pt x="271687" y="44790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D87D88D9-26A8-6CC4-9E0D-BD5E0CBC939A}"/>
                </a:ext>
              </a:extLst>
            </p:cNvPr>
            <p:cNvSpPr/>
            <p:nvPr/>
          </p:nvSpPr>
          <p:spPr>
            <a:xfrm>
              <a:off x="9178885" y="3998957"/>
              <a:ext cx="17836" cy="17802"/>
            </a:xfrm>
            <a:custGeom>
              <a:avLst/>
              <a:gdLst>
                <a:gd name="connsiteX0" fmla="*/ 5735 w 17836"/>
                <a:gd name="connsiteY0" fmla="*/ 640 h 17802"/>
                <a:gd name="connsiteX1" fmla="*/ 17195 w 17836"/>
                <a:gd name="connsiteY1" fmla="*/ 5724 h 17802"/>
                <a:gd name="connsiteX2" fmla="*/ 12102 w 17836"/>
                <a:gd name="connsiteY2" fmla="*/ 17162 h 17802"/>
                <a:gd name="connsiteX3" fmla="*/ 642 w 17836"/>
                <a:gd name="connsiteY3" fmla="*/ 12078 h 17802"/>
                <a:gd name="connsiteX4" fmla="*/ 5735 w 17836"/>
                <a:gd name="connsiteY4" fmla="*/ 640 h 1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36" h="17802">
                  <a:moveTo>
                    <a:pt x="5735" y="640"/>
                  </a:moveTo>
                  <a:cubicBezTo>
                    <a:pt x="10192" y="-1266"/>
                    <a:pt x="15285" y="1276"/>
                    <a:pt x="17195" y="5724"/>
                  </a:cubicBezTo>
                  <a:cubicBezTo>
                    <a:pt x="19105" y="10172"/>
                    <a:pt x="16558" y="15255"/>
                    <a:pt x="12102" y="17162"/>
                  </a:cubicBezTo>
                  <a:cubicBezTo>
                    <a:pt x="7645" y="19068"/>
                    <a:pt x="2552" y="16526"/>
                    <a:pt x="642" y="12078"/>
                  </a:cubicBezTo>
                  <a:cubicBezTo>
                    <a:pt x="-1269" y="6995"/>
                    <a:pt x="1278" y="1911"/>
                    <a:pt x="5735" y="64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F734F4CE-E0D6-3CDD-3FBD-DE4BEA26902E}"/>
                </a:ext>
              </a:extLst>
            </p:cNvPr>
            <p:cNvSpPr/>
            <p:nvPr/>
          </p:nvSpPr>
          <p:spPr>
            <a:xfrm>
              <a:off x="9166706" y="3986901"/>
              <a:ext cx="41458" cy="41291"/>
            </a:xfrm>
            <a:custGeom>
              <a:avLst/>
              <a:gdLst>
                <a:gd name="connsiteX0" fmla="*/ 21098 w 41458"/>
                <a:gd name="connsiteY0" fmla="*/ 41291 h 41291"/>
                <a:gd name="connsiteX1" fmla="*/ 12185 w 41458"/>
                <a:gd name="connsiteY1" fmla="*/ 39385 h 41291"/>
                <a:gd name="connsiteX2" fmla="*/ 1361 w 41458"/>
                <a:gd name="connsiteY2" fmla="*/ 27947 h 41291"/>
                <a:gd name="connsiteX3" fmla="*/ 1998 w 41458"/>
                <a:gd name="connsiteY3" fmla="*/ 12061 h 41291"/>
                <a:gd name="connsiteX4" fmla="*/ 13458 w 41458"/>
                <a:gd name="connsiteY4" fmla="*/ 1259 h 41291"/>
                <a:gd name="connsiteX5" fmla="*/ 40198 w 41458"/>
                <a:gd name="connsiteY5" fmla="*/ 13332 h 41291"/>
                <a:gd name="connsiteX6" fmla="*/ 28101 w 41458"/>
                <a:gd name="connsiteY6" fmla="*/ 40020 h 41291"/>
                <a:gd name="connsiteX7" fmla="*/ 21098 w 41458"/>
                <a:gd name="connsiteY7" fmla="*/ 41291 h 4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458" h="41291">
                  <a:moveTo>
                    <a:pt x="21098" y="41291"/>
                  </a:moveTo>
                  <a:cubicBezTo>
                    <a:pt x="17915" y="41291"/>
                    <a:pt x="15368" y="40656"/>
                    <a:pt x="12185" y="39385"/>
                  </a:cubicBezTo>
                  <a:cubicBezTo>
                    <a:pt x="7091" y="36843"/>
                    <a:pt x="3271" y="33030"/>
                    <a:pt x="1361" y="27947"/>
                  </a:cubicBezTo>
                  <a:cubicBezTo>
                    <a:pt x="-548" y="22863"/>
                    <a:pt x="-548" y="17145"/>
                    <a:pt x="1998" y="12061"/>
                  </a:cubicBezTo>
                  <a:cubicBezTo>
                    <a:pt x="4544" y="6978"/>
                    <a:pt x="8365" y="3165"/>
                    <a:pt x="13458" y="1259"/>
                  </a:cubicBezTo>
                  <a:cubicBezTo>
                    <a:pt x="24281" y="-2554"/>
                    <a:pt x="36377" y="2530"/>
                    <a:pt x="40198" y="13332"/>
                  </a:cubicBezTo>
                  <a:cubicBezTo>
                    <a:pt x="44017" y="24134"/>
                    <a:pt x="38924" y="36208"/>
                    <a:pt x="28101" y="40020"/>
                  </a:cubicBezTo>
                  <a:cubicBezTo>
                    <a:pt x="25554" y="41291"/>
                    <a:pt x="23008" y="41291"/>
                    <a:pt x="21098" y="412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8B4A381A-8EF6-401F-CF51-AB69EA0E83C8}"/>
                </a:ext>
              </a:extLst>
            </p:cNvPr>
            <p:cNvSpPr/>
            <p:nvPr/>
          </p:nvSpPr>
          <p:spPr>
            <a:xfrm>
              <a:off x="9224105" y="3836838"/>
              <a:ext cx="41458" cy="41391"/>
            </a:xfrm>
            <a:custGeom>
              <a:avLst/>
              <a:gdLst>
                <a:gd name="connsiteX0" fmla="*/ 20998 w 41458"/>
                <a:gd name="connsiteY0" fmla="*/ 41391 h 41391"/>
                <a:gd name="connsiteX1" fmla="*/ 12085 w 41458"/>
                <a:gd name="connsiteY1" fmla="*/ 39485 h 41391"/>
                <a:gd name="connsiteX2" fmla="*/ 1261 w 41458"/>
                <a:gd name="connsiteY2" fmla="*/ 28047 h 41391"/>
                <a:gd name="connsiteX3" fmla="*/ 13358 w 41458"/>
                <a:gd name="connsiteY3" fmla="*/ 1359 h 41391"/>
                <a:gd name="connsiteX4" fmla="*/ 13358 w 41458"/>
                <a:gd name="connsiteY4" fmla="*/ 1359 h 41391"/>
                <a:gd name="connsiteX5" fmla="*/ 29274 w 41458"/>
                <a:gd name="connsiteY5" fmla="*/ 1994 h 41391"/>
                <a:gd name="connsiteX6" fmla="*/ 40098 w 41458"/>
                <a:gd name="connsiteY6" fmla="*/ 13432 h 41391"/>
                <a:gd name="connsiteX7" fmla="*/ 39460 w 41458"/>
                <a:gd name="connsiteY7" fmla="*/ 29318 h 41391"/>
                <a:gd name="connsiteX8" fmla="*/ 28001 w 41458"/>
                <a:gd name="connsiteY8" fmla="*/ 40120 h 41391"/>
                <a:gd name="connsiteX9" fmla="*/ 20998 w 41458"/>
                <a:gd name="connsiteY9" fmla="*/ 41391 h 4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458" h="41391">
                  <a:moveTo>
                    <a:pt x="20998" y="41391"/>
                  </a:moveTo>
                  <a:cubicBezTo>
                    <a:pt x="17815" y="41391"/>
                    <a:pt x="15268" y="40756"/>
                    <a:pt x="12085" y="39485"/>
                  </a:cubicBezTo>
                  <a:cubicBezTo>
                    <a:pt x="6991" y="36943"/>
                    <a:pt x="3171" y="33131"/>
                    <a:pt x="1261" y="28047"/>
                  </a:cubicBezTo>
                  <a:cubicBezTo>
                    <a:pt x="-2559" y="17245"/>
                    <a:pt x="2535" y="5171"/>
                    <a:pt x="13358" y="1359"/>
                  </a:cubicBezTo>
                  <a:lnTo>
                    <a:pt x="13358" y="1359"/>
                  </a:lnTo>
                  <a:cubicBezTo>
                    <a:pt x="18451" y="-547"/>
                    <a:pt x="24181" y="-547"/>
                    <a:pt x="29274" y="1994"/>
                  </a:cubicBezTo>
                  <a:cubicBezTo>
                    <a:pt x="34368" y="4536"/>
                    <a:pt x="38187" y="8349"/>
                    <a:pt x="40098" y="13432"/>
                  </a:cubicBezTo>
                  <a:cubicBezTo>
                    <a:pt x="42007" y="18516"/>
                    <a:pt x="42007" y="24234"/>
                    <a:pt x="39460" y="29318"/>
                  </a:cubicBezTo>
                  <a:cubicBezTo>
                    <a:pt x="36914" y="34401"/>
                    <a:pt x="33094" y="38214"/>
                    <a:pt x="28001" y="40120"/>
                  </a:cubicBezTo>
                  <a:cubicBezTo>
                    <a:pt x="26091" y="40756"/>
                    <a:pt x="23544" y="41391"/>
                    <a:pt x="20998" y="41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B3A21BA5-7975-40C7-2000-DD2ECEAF339F}"/>
                </a:ext>
              </a:extLst>
            </p:cNvPr>
            <p:cNvSpPr/>
            <p:nvPr/>
          </p:nvSpPr>
          <p:spPr>
            <a:xfrm>
              <a:off x="9241442" y="3854083"/>
              <a:ext cx="4934" cy="6830"/>
            </a:xfrm>
            <a:custGeom>
              <a:avLst/>
              <a:gdLst>
                <a:gd name="connsiteX0" fmla="*/ 2387 w 4934"/>
                <a:gd name="connsiteY0" fmla="*/ 0 h 6830"/>
                <a:gd name="connsiteX1" fmla="*/ 2387 w 4934"/>
                <a:gd name="connsiteY1" fmla="*/ 0 h 6830"/>
                <a:gd name="connsiteX2" fmla="*/ 478 w 4934"/>
                <a:gd name="connsiteY2" fmla="*/ 1906 h 6830"/>
                <a:gd name="connsiteX3" fmla="*/ 478 w 4934"/>
                <a:gd name="connsiteY3" fmla="*/ 4448 h 6830"/>
                <a:gd name="connsiteX4" fmla="*/ 2387 w 4934"/>
                <a:gd name="connsiteY4" fmla="*/ 6354 h 6830"/>
                <a:gd name="connsiteX5" fmla="*/ 4934 w 4934"/>
                <a:gd name="connsiteY5" fmla="*/ 6354 h 6830"/>
                <a:gd name="connsiteX6" fmla="*/ 2387 w 4934"/>
                <a:gd name="connsiteY6" fmla="*/ 0 h 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34" h="6830">
                  <a:moveTo>
                    <a:pt x="2387" y="0"/>
                  </a:moveTo>
                  <a:lnTo>
                    <a:pt x="2387" y="0"/>
                  </a:lnTo>
                  <a:cubicBezTo>
                    <a:pt x="1751" y="635"/>
                    <a:pt x="1114" y="1271"/>
                    <a:pt x="478" y="1906"/>
                  </a:cubicBezTo>
                  <a:cubicBezTo>
                    <a:pt x="-159" y="2542"/>
                    <a:pt x="-159" y="3813"/>
                    <a:pt x="478" y="4448"/>
                  </a:cubicBezTo>
                  <a:cubicBezTo>
                    <a:pt x="478" y="5083"/>
                    <a:pt x="1751" y="5719"/>
                    <a:pt x="2387" y="6354"/>
                  </a:cubicBezTo>
                  <a:cubicBezTo>
                    <a:pt x="3024" y="6990"/>
                    <a:pt x="4298" y="6990"/>
                    <a:pt x="4934" y="6354"/>
                  </a:cubicBezTo>
                  <a:lnTo>
                    <a:pt x="2387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1ED706C0-9DA9-48D5-A836-E3C88D35DDE4}"/>
                </a:ext>
              </a:extLst>
            </p:cNvPr>
            <p:cNvSpPr/>
            <p:nvPr/>
          </p:nvSpPr>
          <p:spPr>
            <a:xfrm>
              <a:off x="9082750" y="3869964"/>
              <a:ext cx="17836" cy="17802"/>
            </a:xfrm>
            <a:custGeom>
              <a:avLst/>
              <a:gdLst>
                <a:gd name="connsiteX0" fmla="*/ 5735 w 17836"/>
                <a:gd name="connsiteY0" fmla="*/ 640 h 17802"/>
                <a:gd name="connsiteX1" fmla="*/ 17195 w 17836"/>
                <a:gd name="connsiteY1" fmla="*/ 5724 h 17802"/>
                <a:gd name="connsiteX2" fmla="*/ 12101 w 17836"/>
                <a:gd name="connsiteY2" fmla="*/ 17162 h 17802"/>
                <a:gd name="connsiteX3" fmla="*/ 642 w 17836"/>
                <a:gd name="connsiteY3" fmla="*/ 12078 h 17802"/>
                <a:gd name="connsiteX4" fmla="*/ 5735 w 17836"/>
                <a:gd name="connsiteY4" fmla="*/ 640 h 1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36" h="17802">
                  <a:moveTo>
                    <a:pt x="5735" y="640"/>
                  </a:moveTo>
                  <a:cubicBezTo>
                    <a:pt x="10192" y="-1266"/>
                    <a:pt x="15284" y="1276"/>
                    <a:pt x="17195" y="5724"/>
                  </a:cubicBezTo>
                  <a:cubicBezTo>
                    <a:pt x="19105" y="10172"/>
                    <a:pt x="16558" y="15255"/>
                    <a:pt x="12101" y="17162"/>
                  </a:cubicBezTo>
                  <a:cubicBezTo>
                    <a:pt x="7645" y="19068"/>
                    <a:pt x="2551" y="16526"/>
                    <a:pt x="642" y="12078"/>
                  </a:cubicBezTo>
                  <a:cubicBezTo>
                    <a:pt x="-1269" y="6995"/>
                    <a:pt x="1278" y="1911"/>
                    <a:pt x="5735" y="64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7AF3F007-B636-EC3F-CE0C-0C835EA50A30}"/>
                </a:ext>
              </a:extLst>
            </p:cNvPr>
            <p:cNvSpPr/>
            <p:nvPr/>
          </p:nvSpPr>
          <p:spPr>
            <a:xfrm>
              <a:off x="9070671" y="3857172"/>
              <a:ext cx="41458" cy="42026"/>
            </a:xfrm>
            <a:custGeom>
              <a:avLst/>
              <a:gdLst>
                <a:gd name="connsiteX0" fmla="*/ 20997 w 41458"/>
                <a:gd name="connsiteY0" fmla="*/ 42027 h 42026"/>
                <a:gd name="connsiteX1" fmla="*/ 12085 w 41458"/>
                <a:gd name="connsiteY1" fmla="*/ 40120 h 42026"/>
                <a:gd name="connsiteX2" fmla="*/ 1261 w 41458"/>
                <a:gd name="connsiteY2" fmla="*/ 28047 h 42026"/>
                <a:gd name="connsiteX3" fmla="*/ 13358 w 41458"/>
                <a:gd name="connsiteY3" fmla="*/ 1359 h 42026"/>
                <a:gd name="connsiteX4" fmla="*/ 13358 w 41458"/>
                <a:gd name="connsiteY4" fmla="*/ 1359 h 42026"/>
                <a:gd name="connsiteX5" fmla="*/ 29274 w 41458"/>
                <a:gd name="connsiteY5" fmla="*/ 1994 h 42026"/>
                <a:gd name="connsiteX6" fmla="*/ 40097 w 41458"/>
                <a:gd name="connsiteY6" fmla="*/ 13432 h 42026"/>
                <a:gd name="connsiteX7" fmla="*/ 39460 w 41458"/>
                <a:gd name="connsiteY7" fmla="*/ 29318 h 42026"/>
                <a:gd name="connsiteX8" fmla="*/ 28001 w 41458"/>
                <a:gd name="connsiteY8" fmla="*/ 40120 h 42026"/>
                <a:gd name="connsiteX9" fmla="*/ 20997 w 41458"/>
                <a:gd name="connsiteY9" fmla="*/ 42027 h 42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458" h="42026">
                  <a:moveTo>
                    <a:pt x="20997" y="42027"/>
                  </a:moveTo>
                  <a:cubicBezTo>
                    <a:pt x="17814" y="42027"/>
                    <a:pt x="15268" y="41391"/>
                    <a:pt x="12085" y="40120"/>
                  </a:cubicBezTo>
                  <a:cubicBezTo>
                    <a:pt x="6991" y="37579"/>
                    <a:pt x="3171" y="33766"/>
                    <a:pt x="1261" y="28047"/>
                  </a:cubicBezTo>
                  <a:cubicBezTo>
                    <a:pt x="-2559" y="17245"/>
                    <a:pt x="2535" y="5171"/>
                    <a:pt x="13358" y="1359"/>
                  </a:cubicBezTo>
                  <a:lnTo>
                    <a:pt x="13358" y="1359"/>
                  </a:lnTo>
                  <a:cubicBezTo>
                    <a:pt x="18451" y="-547"/>
                    <a:pt x="24180" y="-547"/>
                    <a:pt x="29274" y="1994"/>
                  </a:cubicBezTo>
                  <a:cubicBezTo>
                    <a:pt x="34368" y="4536"/>
                    <a:pt x="38187" y="8349"/>
                    <a:pt x="40097" y="13432"/>
                  </a:cubicBezTo>
                  <a:cubicBezTo>
                    <a:pt x="42007" y="18516"/>
                    <a:pt x="42007" y="24234"/>
                    <a:pt x="39460" y="29318"/>
                  </a:cubicBezTo>
                  <a:cubicBezTo>
                    <a:pt x="36914" y="34401"/>
                    <a:pt x="33094" y="38214"/>
                    <a:pt x="28001" y="40120"/>
                  </a:cubicBezTo>
                  <a:cubicBezTo>
                    <a:pt x="25454" y="42027"/>
                    <a:pt x="23544" y="42027"/>
                    <a:pt x="20997" y="420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5EAFBBEA-A904-48A7-7E8D-B93517BCCB92}"/>
                </a:ext>
              </a:extLst>
            </p:cNvPr>
            <p:cNvSpPr/>
            <p:nvPr/>
          </p:nvSpPr>
          <p:spPr>
            <a:xfrm>
              <a:off x="9493301" y="3736639"/>
              <a:ext cx="562008" cy="580039"/>
            </a:xfrm>
            <a:custGeom>
              <a:avLst/>
              <a:gdLst>
                <a:gd name="connsiteX0" fmla="*/ 331159 w 562008"/>
                <a:gd name="connsiteY0" fmla="*/ 24035 h 580039"/>
                <a:gd name="connsiteX1" fmla="*/ 266856 w 562008"/>
                <a:gd name="connsiteY1" fmla="*/ 46275 h 580039"/>
                <a:gd name="connsiteX2" fmla="*/ 129338 w 562008"/>
                <a:gd name="connsiteY2" fmla="*/ 161289 h 580039"/>
                <a:gd name="connsiteX3" fmla="*/ 36386 w 562008"/>
                <a:gd name="connsiteY3" fmla="*/ 320783 h 580039"/>
                <a:gd name="connsiteX4" fmla="*/ 49756 w 562008"/>
                <a:gd name="connsiteY4" fmla="*/ 424994 h 580039"/>
                <a:gd name="connsiteX5" fmla="*/ 189184 w 562008"/>
                <a:gd name="connsiteY5" fmla="*/ 540008 h 580039"/>
                <a:gd name="connsiteX6" fmla="*/ 296142 w 562008"/>
                <a:gd name="connsiteY6" fmla="*/ 533653 h 580039"/>
                <a:gd name="connsiteX7" fmla="*/ 436843 w 562008"/>
                <a:gd name="connsiteY7" fmla="*/ 418004 h 580039"/>
                <a:gd name="connsiteX8" fmla="*/ 525975 w 562008"/>
                <a:gd name="connsiteY8" fmla="*/ 259781 h 580039"/>
                <a:gd name="connsiteX9" fmla="*/ 512605 w 562008"/>
                <a:gd name="connsiteY9" fmla="*/ 154935 h 580039"/>
                <a:gd name="connsiteX10" fmla="*/ 373178 w 562008"/>
                <a:gd name="connsiteY10" fmla="*/ 39921 h 580039"/>
                <a:gd name="connsiteX11" fmla="*/ 331159 w 562008"/>
                <a:gd name="connsiteY11" fmla="*/ 24035 h 580039"/>
                <a:gd name="connsiteX12" fmla="*/ 229930 w 562008"/>
                <a:gd name="connsiteY12" fmla="*/ 580040 h 580039"/>
                <a:gd name="connsiteX13" fmla="*/ 173904 w 562008"/>
                <a:gd name="connsiteY13" fmla="*/ 559706 h 580039"/>
                <a:gd name="connsiteX14" fmla="*/ 34476 w 562008"/>
                <a:gd name="connsiteY14" fmla="*/ 444693 h 580039"/>
                <a:gd name="connsiteX15" fmla="*/ 14103 w 562008"/>
                <a:gd name="connsiteY15" fmla="*/ 311887 h 580039"/>
                <a:gd name="connsiteX16" fmla="*/ 110875 w 562008"/>
                <a:gd name="connsiteY16" fmla="*/ 146674 h 580039"/>
                <a:gd name="connsiteX17" fmla="*/ 254122 w 562008"/>
                <a:gd name="connsiteY17" fmla="*/ 25941 h 580039"/>
                <a:gd name="connsiteX18" fmla="*/ 389094 w 562008"/>
                <a:gd name="connsiteY18" fmla="*/ 21493 h 580039"/>
                <a:gd name="connsiteX19" fmla="*/ 528522 w 562008"/>
                <a:gd name="connsiteY19" fmla="*/ 136507 h 580039"/>
                <a:gd name="connsiteX20" fmla="*/ 548895 w 562008"/>
                <a:gd name="connsiteY20" fmla="*/ 268677 h 580039"/>
                <a:gd name="connsiteX21" fmla="*/ 455306 w 562008"/>
                <a:gd name="connsiteY21" fmla="*/ 434526 h 580039"/>
                <a:gd name="connsiteX22" fmla="*/ 308238 w 562008"/>
                <a:gd name="connsiteY22" fmla="*/ 555258 h 580039"/>
                <a:gd name="connsiteX23" fmla="*/ 229930 w 562008"/>
                <a:gd name="connsiteY23" fmla="*/ 580040 h 58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62008" h="580039">
                  <a:moveTo>
                    <a:pt x="331159" y="24035"/>
                  </a:moveTo>
                  <a:cubicBezTo>
                    <a:pt x="312695" y="24035"/>
                    <a:pt x="291685" y="31660"/>
                    <a:pt x="266856" y="46275"/>
                  </a:cubicBezTo>
                  <a:cubicBezTo>
                    <a:pt x="266219" y="46911"/>
                    <a:pt x="176451" y="104100"/>
                    <a:pt x="129338" y="161289"/>
                  </a:cubicBezTo>
                  <a:cubicBezTo>
                    <a:pt x="75222" y="227374"/>
                    <a:pt x="36386" y="320147"/>
                    <a:pt x="36386" y="320783"/>
                  </a:cubicBezTo>
                  <a:cubicBezTo>
                    <a:pt x="16650" y="367170"/>
                    <a:pt x="21107" y="401483"/>
                    <a:pt x="49756" y="424994"/>
                  </a:cubicBezTo>
                  <a:lnTo>
                    <a:pt x="189184" y="540008"/>
                  </a:lnTo>
                  <a:cubicBezTo>
                    <a:pt x="219744" y="565425"/>
                    <a:pt x="254122" y="555894"/>
                    <a:pt x="296142" y="533653"/>
                  </a:cubicBezTo>
                  <a:cubicBezTo>
                    <a:pt x="296142" y="533653"/>
                    <a:pt x="380181" y="482819"/>
                    <a:pt x="436843" y="418004"/>
                  </a:cubicBezTo>
                  <a:cubicBezTo>
                    <a:pt x="485229" y="362722"/>
                    <a:pt x="525339" y="260417"/>
                    <a:pt x="525975" y="259781"/>
                  </a:cubicBezTo>
                  <a:cubicBezTo>
                    <a:pt x="544438" y="208311"/>
                    <a:pt x="540618" y="178446"/>
                    <a:pt x="512605" y="154935"/>
                  </a:cubicBezTo>
                  <a:lnTo>
                    <a:pt x="373178" y="39921"/>
                  </a:lnTo>
                  <a:cubicBezTo>
                    <a:pt x="360445" y="29754"/>
                    <a:pt x="346438" y="24035"/>
                    <a:pt x="331159" y="24035"/>
                  </a:cubicBezTo>
                  <a:moveTo>
                    <a:pt x="229930" y="580040"/>
                  </a:moveTo>
                  <a:cubicBezTo>
                    <a:pt x="210830" y="580040"/>
                    <a:pt x="192367" y="574321"/>
                    <a:pt x="173904" y="559706"/>
                  </a:cubicBezTo>
                  <a:lnTo>
                    <a:pt x="34476" y="444693"/>
                  </a:lnTo>
                  <a:cubicBezTo>
                    <a:pt x="8373" y="423088"/>
                    <a:pt x="-16456" y="383055"/>
                    <a:pt x="14103" y="311887"/>
                  </a:cubicBezTo>
                  <a:cubicBezTo>
                    <a:pt x="15376" y="308074"/>
                    <a:pt x="54213" y="215301"/>
                    <a:pt x="110875" y="146674"/>
                  </a:cubicBezTo>
                  <a:cubicBezTo>
                    <a:pt x="160534" y="85672"/>
                    <a:pt x="250303" y="28483"/>
                    <a:pt x="254122" y="25941"/>
                  </a:cubicBezTo>
                  <a:cubicBezTo>
                    <a:pt x="289139" y="4972"/>
                    <a:pt x="341345" y="-17903"/>
                    <a:pt x="389094" y="21493"/>
                  </a:cubicBezTo>
                  <a:lnTo>
                    <a:pt x="528522" y="136507"/>
                  </a:lnTo>
                  <a:cubicBezTo>
                    <a:pt x="574997" y="174633"/>
                    <a:pt x="564175" y="227374"/>
                    <a:pt x="548895" y="268677"/>
                  </a:cubicBezTo>
                  <a:cubicBezTo>
                    <a:pt x="546984" y="273125"/>
                    <a:pt x="506239" y="376066"/>
                    <a:pt x="455306" y="434526"/>
                  </a:cubicBezTo>
                  <a:cubicBezTo>
                    <a:pt x="396097" y="502517"/>
                    <a:pt x="311422" y="553352"/>
                    <a:pt x="308238" y="555258"/>
                  </a:cubicBezTo>
                  <a:cubicBezTo>
                    <a:pt x="283409" y="568602"/>
                    <a:pt x="256669" y="580040"/>
                    <a:pt x="229930" y="58004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A98132C7-38E3-8746-D745-12FE41D57A7D}"/>
                </a:ext>
              </a:extLst>
            </p:cNvPr>
            <p:cNvSpPr/>
            <p:nvPr/>
          </p:nvSpPr>
          <p:spPr>
            <a:xfrm>
              <a:off x="9773527" y="4046587"/>
              <a:ext cx="42019" cy="41970"/>
            </a:xfrm>
            <a:custGeom>
              <a:avLst/>
              <a:gdLst>
                <a:gd name="connsiteX0" fmla="*/ 21009 w 42019"/>
                <a:gd name="connsiteY0" fmla="*/ 41971 h 41970"/>
                <a:gd name="connsiteX1" fmla="*/ 20373 w 42019"/>
                <a:gd name="connsiteY1" fmla="*/ 41971 h 41970"/>
                <a:gd name="connsiteX2" fmla="*/ 5729 w 42019"/>
                <a:gd name="connsiteY2" fmla="*/ 34981 h 41970"/>
                <a:gd name="connsiteX3" fmla="*/ 0 w 42019"/>
                <a:gd name="connsiteY3" fmla="*/ 19731 h 41970"/>
                <a:gd name="connsiteX4" fmla="*/ 21646 w 42019"/>
                <a:gd name="connsiteY4" fmla="*/ 32 h 41970"/>
                <a:gd name="connsiteX5" fmla="*/ 36289 w 42019"/>
                <a:gd name="connsiteY5" fmla="*/ 7022 h 41970"/>
                <a:gd name="connsiteX6" fmla="*/ 42019 w 42019"/>
                <a:gd name="connsiteY6" fmla="*/ 22272 h 41970"/>
                <a:gd name="connsiteX7" fmla="*/ 21009 w 42019"/>
                <a:gd name="connsiteY7" fmla="*/ 41971 h 41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19" h="41970">
                  <a:moveTo>
                    <a:pt x="21009" y="41971"/>
                  </a:moveTo>
                  <a:lnTo>
                    <a:pt x="20373" y="41971"/>
                  </a:lnTo>
                  <a:cubicBezTo>
                    <a:pt x="14643" y="41971"/>
                    <a:pt x="9550" y="39429"/>
                    <a:pt x="5729" y="34981"/>
                  </a:cubicBezTo>
                  <a:cubicBezTo>
                    <a:pt x="1910" y="31168"/>
                    <a:pt x="0" y="25449"/>
                    <a:pt x="0" y="19731"/>
                  </a:cubicBezTo>
                  <a:cubicBezTo>
                    <a:pt x="637" y="8293"/>
                    <a:pt x="10186" y="-603"/>
                    <a:pt x="21646" y="32"/>
                  </a:cubicBezTo>
                  <a:cubicBezTo>
                    <a:pt x="27376" y="32"/>
                    <a:pt x="32469" y="2574"/>
                    <a:pt x="36289" y="7022"/>
                  </a:cubicBezTo>
                  <a:cubicBezTo>
                    <a:pt x="40109" y="10834"/>
                    <a:pt x="42019" y="16553"/>
                    <a:pt x="42019" y="22272"/>
                  </a:cubicBezTo>
                  <a:cubicBezTo>
                    <a:pt x="42019" y="33075"/>
                    <a:pt x="32469" y="41971"/>
                    <a:pt x="21009" y="41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F3EEFF36-BE88-3CB1-F237-A7588A209DE7}"/>
                </a:ext>
              </a:extLst>
            </p:cNvPr>
            <p:cNvSpPr/>
            <p:nvPr/>
          </p:nvSpPr>
          <p:spPr>
            <a:xfrm>
              <a:off x="9886183" y="3931574"/>
              <a:ext cx="42051" cy="41335"/>
            </a:xfrm>
            <a:custGeom>
              <a:avLst/>
              <a:gdLst>
                <a:gd name="connsiteX0" fmla="*/ 20405 w 42051"/>
                <a:gd name="connsiteY0" fmla="*/ 41335 h 41335"/>
                <a:gd name="connsiteX1" fmla="*/ 19768 w 42051"/>
                <a:gd name="connsiteY1" fmla="*/ 41335 h 41335"/>
                <a:gd name="connsiteX2" fmla="*/ 32 w 42051"/>
                <a:gd name="connsiteY2" fmla="*/ 19730 h 41335"/>
                <a:gd name="connsiteX3" fmla="*/ 21679 w 42051"/>
                <a:gd name="connsiteY3" fmla="*/ 32 h 41335"/>
                <a:gd name="connsiteX4" fmla="*/ 36321 w 42051"/>
                <a:gd name="connsiteY4" fmla="*/ 7022 h 41335"/>
                <a:gd name="connsiteX5" fmla="*/ 42051 w 42051"/>
                <a:gd name="connsiteY5" fmla="*/ 22272 h 41335"/>
                <a:gd name="connsiteX6" fmla="*/ 35048 w 42051"/>
                <a:gd name="connsiteY6" fmla="*/ 36887 h 41335"/>
                <a:gd name="connsiteX7" fmla="*/ 20405 w 42051"/>
                <a:gd name="connsiteY7" fmla="*/ 41335 h 4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51" h="41335">
                  <a:moveTo>
                    <a:pt x="20405" y="41335"/>
                  </a:moveTo>
                  <a:lnTo>
                    <a:pt x="19768" y="41335"/>
                  </a:lnTo>
                  <a:cubicBezTo>
                    <a:pt x="8309" y="40700"/>
                    <a:pt x="-604" y="31168"/>
                    <a:pt x="32" y="19730"/>
                  </a:cubicBezTo>
                  <a:cubicBezTo>
                    <a:pt x="669" y="8293"/>
                    <a:pt x="10218" y="-603"/>
                    <a:pt x="21679" y="32"/>
                  </a:cubicBezTo>
                  <a:cubicBezTo>
                    <a:pt x="27409" y="32"/>
                    <a:pt x="32501" y="2574"/>
                    <a:pt x="36321" y="7022"/>
                  </a:cubicBezTo>
                  <a:cubicBezTo>
                    <a:pt x="40142" y="10834"/>
                    <a:pt x="42051" y="16553"/>
                    <a:pt x="42051" y="22272"/>
                  </a:cubicBezTo>
                  <a:cubicBezTo>
                    <a:pt x="42051" y="27991"/>
                    <a:pt x="39504" y="33075"/>
                    <a:pt x="35048" y="36887"/>
                  </a:cubicBezTo>
                  <a:cubicBezTo>
                    <a:pt x="30592" y="39429"/>
                    <a:pt x="25498" y="41335"/>
                    <a:pt x="20405" y="41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186F6BAC-4A59-30E7-D346-880D2E1C9FA4}"/>
                </a:ext>
              </a:extLst>
            </p:cNvPr>
            <p:cNvSpPr/>
            <p:nvPr/>
          </p:nvSpPr>
          <p:spPr>
            <a:xfrm>
              <a:off x="9736569" y="3890906"/>
              <a:ext cx="41446" cy="41335"/>
            </a:xfrm>
            <a:custGeom>
              <a:avLst/>
              <a:gdLst>
                <a:gd name="connsiteX0" fmla="*/ 20405 w 41446"/>
                <a:gd name="connsiteY0" fmla="*/ 41335 h 41335"/>
                <a:gd name="connsiteX1" fmla="*/ 19768 w 41446"/>
                <a:gd name="connsiteY1" fmla="*/ 41335 h 41335"/>
                <a:gd name="connsiteX2" fmla="*/ 32 w 41446"/>
                <a:gd name="connsiteY2" fmla="*/ 19731 h 41335"/>
                <a:gd name="connsiteX3" fmla="*/ 21679 w 41446"/>
                <a:gd name="connsiteY3" fmla="*/ 32 h 41335"/>
                <a:gd name="connsiteX4" fmla="*/ 41415 w 41446"/>
                <a:gd name="connsiteY4" fmla="*/ 21637 h 41335"/>
                <a:gd name="connsiteX5" fmla="*/ 34412 w 41446"/>
                <a:gd name="connsiteY5" fmla="*/ 36252 h 41335"/>
                <a:gd name="connsiteX6" fmla="*/ 20405 w 41446"/>
                <a:gd name="connsiteY6" fmla="*/ 41335 h 4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446" h="41335">
                  <a:moveTo>
                    <a:pt x="20405" y="41335"/>
                  </a:moveTo>
                  <a:lnTo>
                    <a:pt x="19768" y="41335"/>
                  </a:lnTo>
                  <a:cubicBezTo>
                    <a:pt x="8309" y="40700"/>
                    <a:pt x="-604" y="31168"/>
                    <a:pt x="32" y="19731"/>
                  </a:cubicBezTo>
                  <a:cubicBezTo>
                    <a:pt x="669" y="8293"/>
                    <a:pt x="9582" y="-603"/>
                    <a:pt x="21679" y="32"/>
                  </a:cubicBezTo>
                  <a:cubicBezTo>
                    <a:pt x="33138" y="668"/>
                    <a:pt x="42051" y="10199"/>
                    <a:pt x="41415" y="21637"/>
                  </a:cubicBezTo>
                  <a:cubicBezTo>
                    <a:pt x="41415" y="27356"/>
                    <a:pt x="38868" y="32439"/>
                    <a:pt x="34412" y="36252"/>
                  </a:cubicBezTo>
                  <a:cubicBezTo>
                    <a:pt x="30592" y="39429"/>
                    <a:pt x="25498" y="41335"/>
                    <a:pt x="20405" y="41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3C48366-798D-EECD-9E36-73F1231553BC}"/>
                </a:ext>
              </a:extLst>
            </p:cNvPr>
            <p:cNvSpPr/>
            <p:nvPr/>
          </p:nvSpPr>
          <p:spPr>
            <a:xfrm>
              <a:off x="9100969" y="4171673"/>
              <a:ext cx="596313" cy="504026"/>
            </a:xfrm>
            <a:custGeom>
              <a:avLst/>
              <a:gdLst>
                <a:gd name="connsiteX0" fmla="*/ 180423 w 596313"/>
                <a:gd name="connsiteY0" fmla="*/ 23638 h 504026"/>
                <a:gd name="connsiteX1" fmla="*/ 107208 w 596313"/>
                <a:gd name="connsiteY1" fmla="*/ 65577 h 504026"/>
                <a:gd name="connsiteX2" fmla="*/ 31445 w 596313"/>
                <a:gd name="connsiteY2" fmla="*/ 228883 h 504026"/>
                <a:gd name="connsiteX3" fmla="*/ 65188 w 596313"/>
                <a:gd name="connsiteY3" fmla="*/ 329282 h 504026"/>
                <a:gd name="connsiteX4" fmla="*/ 214166 w 596313"/>
                <a:gd name="connsiteY4" fmla="*/ 434129 h 504026"/>
                <a:gd name="connsiteX5" fmla="*/ 391792 w 596313"/>
                <a:gd name="connsiteY5" fmla="*/ 478609 h 504026"/>
                <a:gd name="connsiteX6" fmla="*/ 490474 w 596313"/>
                <a:gd name="connsiteY6" fmla="*/ 438577 h 504026"/>
                <a:gd name="connsiteX7" fmla="*/ 566236 w 596313"/>
                <a:gd name="connsiteY7" fmla="*/ 275270 h 504026"/>
                <a:gd name="connsiteX8" fmla="*/ 532494 w 596313"/>
                <a:gd name="connsiteY8" fmla="*/ 174871 h 504026"/>
                <a:gd name="connsiteX9" fmla="*/ 384789 w 596313"/>
                <a:gd name="connsiteY9" fmla="*/ 73202 h 504026"/>
                <a:gd name="connsiteX10" fmla="*/ 205253 w 596313"/>
                <a:gd name="connsiteY10" fmla="*/ 25544 h 504026"/>
                <a:gd name="connsiteX11" fmla="*/ 180423 w 596313"/>
                <a:gd name="connsiteY11" fmla="*/ 23638 h 504026"/>
                <a:gd name="connsiteX12" fmla="*/ 412802 w 596313"/>
                <a:gd name="connsiteY12" fmla="*/ 504026 h 504026"/>
                <a:gd name="connsiteX13" fmla="*/ 389246 w 596313"/>
                <a:gd name="connsiteY13" fmla="*/ 502755 h 504026"/>
                <a:gd name="connsiteX14" fmla="*/ 203342 w 596313"/>
                <a:gd name="connsiteY14" fmla="*/ 456369 h 504026"/>
                <a:gd name="connsiteX15" fmla="*/ 47362 w 596313"/>
                <a:gd name="connsiteY15" fmla="*/ 347074 h 504026"/>
                <a:gd name="connsiteX16" fmla="*/ 8526 w 596313"/>
                <a:gd name="connsiteY16" fmla="*/ 219352 h 504026"/>
                <a:gd name="connsiteX17" fmla="*/ 84288 w 596313"/>
                <a:gd name="connsiteY17" fmla="*/ 56045 h 504026"/>
                <a:gd name="connsiteX18" fmla="*/ 207799 w 596313"/>
                <a:gd name="connsiteY18" fmla="*/ 2033 h 504026"/>
                <a:gd name="connsiteX19" fmla="*/ 393703 w 596313"/>
                <a:gd name="connsiteY19" fmla="*/ 51597 h 504026"/>
                <a:gd name="connsiteX20" fmla="*/ 548411 w 596313"/>
                <a:gd name="connsiteY20" fmla="*/ 157715 h 504026"/>
                <a:gd name="connsiteX21" fmla="*/ 587246 w 596313"/>
                <a:gd name="connsiteY21" fmla="*/ 286072 h 504026"/>
                <a:gd name="connsiteX22" fmla="*/ 511484 w 596313"/>
                <a:gd name="connsiteY22" fmla="*/ 449379 h 504026"/>
                <a:gd name="connsiteX23" fmla="*/ 412802 w 596313"/>
                <a:gd name="connsiteY23" fmla="*/ 504026 h 504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96313" h="504026">
                  <a:moveTo>
                    <a:pt x="180423" y="23638"/>
                  </a:moveTo>
                  <a:cubicBezTo>
                    <a:pt x="144134" y="23638"/>
                    <a:pt x="119941" y="37618"/>
                    <a:pt x="107208" y="65577"/>
                  </a:cubicBezTo>
                  <a:lnTo>
                    <a:pt x="31445" y="228883"/>
                  </a:lnTo>
                  <a:cubicBezTo>
                    <a:pt x="14892" y="264468"/>
                    <a:pt x="32719" y="294969"/>
                    <a:pt x="65188" y="329282"/>
                  </a:cubicBezTo>
                  <a:cubicBezTo>
                    <a:pt x="65188" y="329282"/>
                    <a:pt x="136494" y="396638"/>
                    <a:pt x="214166" y="434129"/>
                  </a:cubicBezTo>
                  <a:cubicBezTo>
                    <a:pt x="280378" y="465900"/>
                    <a:pt x="390519" y="477974"/>
                    <a:pt x="391792" y="478609"/>
                  </a:cubicBezTo>
                  <a:cubicBezTo>
                    <a:pt x="446546" y="483057"/>
                    <a:pt x="475195" y="471619"/>
                    <a:pt x="490474" y="438577"/>
                  </a:cubicBezTo>
                  <a:lnTo>
                    <a:pt x="566236" y="275270"/>
                  </a:lnTo>
                  <a:cubicBezTo>
                    <a:pt x="581516" y="242227"/>
                    <a:pt x="571330" y="212362"/>
                    <a:pt x="532494" y="174871"/>
                  </a:cubicBezTo>
                  <a:cubicBezTo>
                    <a:pt x="531857" y="174236"/>
                    <a:pt x="452912" y="103067"/>
                    <a:pt x="384789" y="73202"/>
                  </a:cubicBezTo>
                  <a:cubicBezTo>
                    <a:pt x="305844" y="38253"/>
                    <a:pt x="205889" y="25544"/>
                    <a:pt x="205253" y="25544"/>
                  </a:cubicBezTo>
                  <a:cubicBezTo>
                    <a:pt x="196339" y="24273"/>
                    <a:pt x="188063" y="23638"/>
                    <a:pt x="180423" y="23638"/>
                  </a:cubicBezTo>
                  <a:moveTo>
                    <a:pt x="412802" y="504026"/>
                  </a:moveTo>
                  <a:cubicBezTo>
                    <a:pt x="405163" y="504026"/>
                    <a:pt x="396886" y="503391"/>
                    <a:pt x="389246" y="502755"/>
                  </a:cubicBezTo>
                  <a:cubicBezTo>
                    <a:pt x="384153" y="502120"/>
                    <a:pt x="273375" y="490047"/>
                    <a:pt x="203342" y="456369"/>
                  </a:cubicBezTo>
                  <a:cubicBezTo>
                    <a:pt x="121851" y="416972"/>
                    <a:pt x="50545" y="349616"/>
                    <a:pt x="47362" y="347074"/>
                  </a:cubicBezTo>
                  <a:cubicBezTo>
                    <a:pt x="14256" y="312125"/>
                    <a:pt x="-15030" y="270187"/>
                    <a:pt x="8526" y="219352"/>
                  </a:cubicBezTo>
                  <a:lnTo>
                    <a:pt x="84288" y="56045"/>
                  </a:lnTo>
                  <a:cubicBezTo>
                    <a:pt x="98294" y="25544"/>
                    <a:pt x="131401" y="-8769"/>
                    <a:pt x="207799" y="2033"/>
                  </a:cubicBezTo>
                  <a:cubicBezTo>
                    <a:pt x="211619" y="2669"/>
                    <a:pt x="312210" y="15377"/>
                    <a:pt x="393703" y="51597"/>
                  </a:cubicBezTo>
                  <a:cubicBezTo>
                    <a:pt x="465645" y="83369"/>
                    <a:pt x="545227" y="154537"/>
                    <a:pt x="548411" y="157715"/>
                  </a:cubicBezTo>
                  <a:cubicBezTo>
                    <a:pt x="577697" y="186309"/>
                    <a:pt x="613349" y="230154"/>
                    <a:pt x="587246" y="286072"/>
                  </a:cubicBezTo>
                  <a:lnTo>
                    <a:pt x="511484" y="449379"/>
                  </a:lnTo>
                  <a:cubicBezTo>
                    <a:pt x="491748" y="493859"/>
                    <a:pt x="451002" y="504026"/>
                    <a:pt x="412802" y="504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2B720C6E-DC77-193E-FAF5-51FD2217A6CC}"/>
                </a:ext>
              </a:extLst>
            </p:cNvPr>
            <p:cNvSpPr/>
            <p:nvPr/>
          </p:nvSpPr>
          <p:spPr>
            <a:xfrm>
              <a:off x="9365593" y="4452184"/>
              <a:ext cx="42330" cy="41781"/>
            </a:xfrm>
            <a:custGeom>
              <a:avLst/>
              <a:gdLst>
                <a:gd name="connsiteX0" fmla="*/ 21484 w 42330"/>
                <a:gd name="connsiteY0" fmla="*/ 41781 h 41781"/>
                <a:gd name="connsiteX1" fmla="*/ 11934 w 42330"/>
                <a:gd name="connsiteY1" fmla="*/ 39875 h 41781"/>
                <a:gd name="connsiteX2" fmla="*/ 1111 w 42330"/>
                <a:gd name="connsiteY2" fmla="*/ 27801 h 41781"/>
                <a:gd name="connsiteX3" fmla="*/ 2384 w 42330"/>
                <a:gd name="connsiteY3" fmla="*/ 11916 h 41781"/>
                <a:gd name="connsiteX4" fmla="*/ 14480 w 42330"/>
                <a:gd name="connsiteY4" fmla="*/ 1113 h 41781"/>
                <a:gd name="connsiteX5" fmla="*/ 14480 w 42330"/>
                <a:gd name="connsiteY5" fmla="*/ 1113 h 41781"/>
                <a:gd name="connsiteX6" fmla="*/ 41220 w 42330"/>
                <a:gd name="connsiteY6" fmla="*/ 14458 h 41781"/>
                <a:gd name="connsiteX7" fmla="*/ 39947 w 42330"/>
                <a:gd name="connsiteY7" fmla="*/ 30343 h 41781"/>
                <a:gd name="connsiteX8" fmla="*/ 27850 w 42330"/>
                <a:gd name="connsiteY8" fmla="*/ 41146 h 41781"/>
                <a:gd name="connsiteX9" fmla="*/ 21484 w 42330"/>
                <a:gd name="connsiteY9" fmla="*/ 41781 h 41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330" h="41781">
                  <a:moveTo>
                    <a:pt x="21484" y="41781"/>
                  </a:moveTo>
                  <a:cubicBezTo>
                    <a:pt x="18300" y="41781"/>
                    <a:pt x="15117" y="41146"/>
                    <a:pt x="11934" y="39875"/>
                  </a:cubicBezTo>
                  <a:cubicBezTo>
                    <a:pt x="6841" y="37333"/>
                    <a:pt x="3020" y="32885"/>
                    <a:pt x="1111" y="27801"/>
                  </a:cubicBezTo>
                  <a:cubicBezTo>
                    <a:pt x="-799" y="22718"/>
                    <a:pt x="-163" y="16999"/>
                    <a:pt x="2384" y="11916"/>
                  </a:cubicBezTo>
                  <a:cubicBezTo>
                    <a:pt x="4931" y="6832"/>
                    <a:pt x="9387" y="3020"/>
                    <a:pt x="14480" y="1113"/>
                  </a:cubicBezTo>
                  <a:lnTo>
                    <a:pt x="14480" y="1113"/>
                  </a:lnTo>
                  <a:cubicBezTo>
                    <a:pt x="25303" y="-2699"/>
                    <a:pt x="37400" y="3655"/>
                    <a:pt x="41220" y="14458"/>
                  </a:cubicBezTo>
                  <a:cubicBezTo>
                    <a:pt x="43130" y="19541"/>
                    <a:pt x="42493" y="25260"/>
                    <a:pt x="39947" y="30343"/>
                  </a:cubicBezTo>
                  <a:cubicBezTo>
                    <a:pt x="37400" y="35427"/>
                    <a:pt x="32944" y="39239"/>
                    <a:pt x="27850" y="41146"/>
                  </a:cubicBezTo>
                  <a:cubicBezTo>
                    <a:pt x="25941" y="41781"/>
                    <a:pt x="23394" y="41781"/>
                    <a:pt x="21484" y="4178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5C187E7E-0767-C994-E3F7-920DE14102BD}"/>
                </a:ext>
              </a:extLst>
            </p:cNvPr>
            <p:cNvSpPr/>
            <p:nvPr/>
          </p:nvSpPr>
          <p:spPr>
            <a:xfrm>
              <a:off x="9274546" y="4320014"/>
              <a:ext cx="42335" cy="41781"/>
            </a:xfrm>
            <a:custGeom>
              <a:avLst/>
              <a:gdLst>
                <a:gd name="connsiteX0" fmla="*/ 20852 w 42335"/>
                <a:gd name="connsiteY0" fmla="*/ 41781 h 41781"/>
                <a:gd name="connsiteX1" fmla="*/ 1115 w 42335"/>
                <a:gd name="connsiteY1" fmla="*/ 27802 h 41781"/>
                <a:gd name="connsiteX2" fmla="*/ 14485 w 42335"/>
                <a:gd name="connsiteY2" fmla="*/ 1113 h 41781"/>
                <a:gd name="connsiteX3" fmla="*/ 14485 w 42335"/>
                <a:gd name="connsiteY3" fmla="*/ 1113 h 41781"/>
                <a:gd name="connsiteX4" fmla="*/ 41225 w 42335"/>
                <a:gd name="connsiteY4" fmla="*/ 14457 h 41781"/>
                <a:gd name="connsiteX5" fmla="*/ 39951 w 42335"/>
                <a:gd name="connsiteY5" fmla="*/ 30343 h 41781"/>
                <a:gd name="connsiteX6" fmla="*/ 27855 w 42335"/>
                <a:gd name="connsiteY6" fmla="*/ 41146 h 41781"/>
                <a:gd name="connsiteX7" fmla="*/ 20852 w 42335"/>
                <a:gd name="connsiteY7" fmla="*/ 41781 h 41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335" h="41781">
                  <a:moveTo>
                    <a:pt x="20852" y="41781"/>
                  </a:moveTo>
                  <a:cubicBezTo>
                    <a:pt x="11939" y="41781"/>
                    <a:pt x="3662" y="36062"/>
                    <a:pt x="1115" y="27802"/>
                  </a:cubicBezTo>
                  <a:cubicBezTo>
                    <a:pt x="-2704" y="16999"/>
                    <a:pt x="3662" y="4926"/>
                    <a:pt x="14485" y="1113"/>
                  </a:cubicBezTo>
                  <a:lnTo>
                    <a:pt x="14485" y="1113"/>
                  </a:lnTo>
                  <a:cubicBezTo>
                    <a:pt x="25309" y="-2699"/>
                    <a:pt x="37405" y="3655"/>
                    <a:pt x="41225" y="14457"/>
                  </a:cubicBezTo>
                  <a:cubicBezTo>
                    <a:pt x="43135" y="19541"/>
                    <a:pt x="42498" y="25260"/>
                    <a:pt x="39951" y="30343"/>
                  </a:cubicBezTo>
                  <a:cubicBezTo>
                    <a:pt x="37405" y="35427"/>
                    <a:pt x="32948" y="39239"/>
                    <a:pt x="27855" y="41146"/>
                  </a:cubicBezTo>
                  <a:cubicBezTo>
                    <a:pt x="25309" y="41781"/>
                    <a:pt x="22762" y="41781"/>
                    <a:pt x="20852" y="4178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2A433DA9-61ED-A00A-0B7E-F1B590C9461F}"/>
                </a:ext>
              </a:extLst>
            </p:cNvPr>
            <p:cNvSpPr/>
            <p:nvPr/>
          </p:nvSpPr>
          <p:spPr>
            <a:xfrm>
              <a:off x="10314685" y="4628042"/>
              <a:ext cx="709871" cy="97856"/>
            </a:xfrm>
            <a:custGeom>
              <a:avLst/>
              <a:gdLst>
                <a:gd name="connsiteX0" fmla="*/ 697775 w 709871"/>
                <a:gd name="connsiteY0" fmla="*/ 97857 h 97856"/>
                <a:gd name="connsiteX1" fmla="*/ 685678 w 709871"/>
                <a:gd name="connsiteY1" fmla="*/ 85784 h 97856"/>
                <a:gd name="connsiteX2" fmla="*/ 632836 w 709871"/>
                <a:gd name="connsiteY2" fmla="*/ 24146 h 97856"/>
                <a:gd name="connsiteX3" fmla="*/ 77035 w 709871"/>
                <a:gd name="connsiteY3" fmla="*/ 24146 h 97856"/>
                <a:gd name="connsiteX4" fmla="*/ 24192 w 709871"/>
                <a:gd name="connsiteY4" fmla="*/ 85784 h 97856"/>
                <a:gd name="connsiteX5" fmla="*/ 12096 w 709871"/>
                <a:gd name="connsiteY5" fmla="*/ 97857 h 97856"/>
                <a:gd name="connsiteX6" fmla="*/ 0 w 709871"/>
                <a:gd name="connsiteY6" fmla="*/ 85784 h 97856"/>
                <a:gd name="connsiteX7" fmla="*/ 77035 w 709871"/>
                <a:gd name="connsiteY7" fmla="*/ 0 h 97856"/>
                <a:gd name="connsiteX8" fmla="*/ 632836 w 709871"/>
                <a:gd name="connsiteY8" fmla="*/ 0 h 97856"/>
                <a:gd name="connsiteX9" fmla="*/ 709872 w 709871"/>
                <a:gd name="connsiteY9" fmla="*/ 85784 h 97856"/>
                <a:gd name="connsiteX10" fmla="*/ 697775 w 709871"/>
                <a:gd name="connsiteY10" fmla="*/ 97857 h 97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9871" h="97856">
                  <a:moveTo>
                    <a:pt x="697775" y="97857"/>
                  </a:moveTo>
                  <a:cubicBezTo>
                    <a:pt x="690772" y="97857"/>
                    <a:pt x="685678" y="92138"/>
                    <a:pt x="685678" y="85784"/>
                  </a:cubicBezTo>
                  <a:cubicBezTo>
                    <a:pt x="685678" y="52105"/>
                    <a:pt x="662122" y="24146"/>
                    <a:pt x="632836" y="24146"/>
                  </a:cubicBezTo>
                  <a:lnTo>
                    <a:pt x="77035" y="24146"/>
                  </a:lnTo>
                  <a:cubicBezTo>
                    <a:pt x="47749" y="24146"/>
                    <a:pt x="24192" y="51470"/>
                    <a:pt x="24192" y="85784"/>
                  </a:cubicBezTo>
                  <a:cubicBezTo>
                    <a:pt x="24192" y="92773"/>
                    <a:pt x="18462" y="97857"/>
                    <a:pt x="12096" y="97857"/>
                  </a:cubicBezTo>
                  <a:cubicBezTo>
                    <a:pt x="5093" y="97857"/>
                    <a:pt x="0" y="92138"/>
                    <a:pt x="0" y="85784"/>
                  </a:cubicBezTo>
                  <a:cubicBezTo>
                    <a:pt x="0" y="38762"/>
                    <a:pt x="34379" y="0"/>
                    <a:pt x="77035" y="0"/>
                  </a:cubicBezTo>
                  <a:lnTo>
                    <a:pt x="632836" y="0"/>
                  </a:lnTo>
                  <a:cubicBezTo>
                    <a:pt x="675492" y="0"/>
                    <a:pt x="709872" y="38126"/>
                    <a:pt x="709872" y="85784"/>
                  </a:cubicBezTo>
                  <a:cubicBezTo>
                    <a:pt x="709872" y="92138"/>
                    <a:pt x="704142" y="97857"/>
                    <a:pt x="697775" y="978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C73417CA-1C75-3084-8B2E-7EE6E1F18F07}"/>
                </a:ext>
              </a:extLst>
            </p:cNvPr>
            <p:cNvSpPr/>
            <p:nvPr/>
          </p:nvSpPr>
          <p:spPr>
            <a:xfrm>
              <a:off x="10234466" y="4772920"/>
              <a:ext cx="856302" cy="24146"/>
            </a:xfrm>
            <a:custGeom>
              <a:avLst/>
              <a:gdLst>
                <a:gd name="connsiteX0" fmla="*/ 844207 w 856302"/>
                <a:gd name="connsiteY0" fmla="*/ 24147 h 24146"/>
                <a:gd name="connsiteX1" fmla="*/ 12097 w 856302"/>
                <a:gd name="connsiteY1" fmla="*/ 24147 h 24146"/>
                <a:gd name="connsiteX2" fmla="*/ 0 w 856302"/>
                <a:gd name="connsiteY2" fmla="*/ 12073 h 24146"/>
                <a:gd name="connsiteX3" fmla="*/ 12097 w 856302"/>
                <a:gd name="connsiteY3" fmla="*/ 0 h 24146"/>
                <a:gd name="connsiteX4" fmla="*/ 844207 w 856302"/>
                <a:gd name="connsiteY4" fmla="*/ 0 h 24146"/>
                <a:gd name="connsiteX5" fmla="*/ 856302 w 856302"/>
                <a:gd name="connsiteY5" fmla="*/ 12073 h 24146"/>
                <a:gd name="connsiteX6" fmla="*/ 844207 w 856302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6302" h="24146">
                  <a:moveTo>
                    <a:pt x="844207" y="24147"/>
                  </a:moveTo>
                  <a:lnTo>
                    <a:pt x="12097" y="24147"/>
                  </a:lnTo>
                  <a:cubicBezTo>
                    <a:pt x="5094" y="24147"/>
                    <a:pt x="0" y="18428"/>
                    <a:pt x="0" y="12073"/>
                  </a:cubicBezTo>
                  <a:cubicBezTo>
                    <a:pt x="0" y="5084"/>
                    <a:pt x="5730" y="0"/>
                    <a:pt x="12097" y="0"/>
                  </a:cubicBezTo>
                  <a:lnTo>
                    <a:pt x="844207" y="0"/>
                  </a:lnTo>
                  <a:cubicBezTo>
                    <a:pt x="851210" y="0"/>
                    <a:pt x="856302" y="5719"/>
                    <a:pt x="856302" y="12073"/>
                  </a:cubicBezTo>
                  <a:cubicBezTo>
                    <a:pt x="856302" y="18428"/>
                    <a:pt x="851210" y="24147"/>
                    <a:pt x="844207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89494A79-07B6-CFFF-4644-FEDC3558E84A}"/>
                </a:ext>
              </a:extLst>
            </p:cNvPr>
            <p:cNvSpPr/>
            <p:nvPr/>
          </p:nvSpPr>
          <p:spPr>
            <a:xfrm>
              <a:off x="10149791" y="3570044"/>
              <a:ext cx="1040932" cy="220495"/>
            </a:xfrm>
            <a:custGeom>
              <a:avLst/>
              <a:gdLst>
                <a:gd name="connsiteX0" fmla="*/ 1027563 w 1040932"/>
                <a:gd name="connsiteY0" fmla="*/ 220496 h 220495"/>
                <a:gd name="connsiteX1" fmla="*/ 1015467 w 1040932"/>
                <a:gd name="connsiteY1" fmla="*/ 208422 h 220495"/>
                <a:gd name="connsiteX2" fmla="*/ 1015467 w 1040932"/>
                <a:gd name="connsiteY2" fmla="*/ 142337 h 220495"/>
                <a:gd name="connsiteX3" fmla="*/ 902778 w 1040932"/>
                <a:gd name="connsiteY3" fmla="*/ 24146 h 220495"/>
                <a:gd name="connsiteX4" fmla="*/ 136881 w 1040932"/>
                <a:gd name="connsiteY4" fmla="*/ 24146 h 220495"/>
                <a:gd name="connsiteX5" fmla="*/ 24192 w 1040932"/>
                <a:gd name="connsiteY5" fmla="*/ 142337 h 220495"/>
                <a:gd name="connsiteX6" fmla="*/ 24192 w 1040932"/>
                <a:gd name="connsiteY6" fmla="*/ 208422 h 220495"/>
                <a:gd name="connsiteX7" fmla="*/ 12097 w 1040932"/>
                <a:gd name="connsiteY7" fmla="*/ 220496 h 220495"/>
                <a:gd name="connsiteX8" fmla="*/ 0 w 1040932"/>
                <a:gd name="connsiteY8" fmla="*/ 208422 h 220495"/>
                <a:gd name="connsiteX9" fmla="*/ 0 w 1040932"/>
                <a:gd name="connsiteY9" fmla="*/ 142337 h 220495"/>
                <a:gd name="connsiteX10" fmla="*/ 137518 w 1040932"/>
                <a:gd name="connsiteY10" fmla="*/ 0 h 220495"/>
                <a:gd name="connsiteX11" fmla="*/ 903415 w 1040932"/>
                <a:gd name="connsiteY11" fmla="*/ 0 h 220495"/>
                <a:gd name="connsiteX12" fmla="*/ 1040933 w 1040932"/>
                <a:gd name="connsiteY12" fmla="*/ 142337 h 220495"/>
                <a:gd name="connsiteX13" fmla="*/ 1040933 w 1040932"/>
                <a:gd name="connsiteY13" fmla="*/ 208422 h 220495"/>
                <a:gd name="connsiteX14" fmla="*/ 1027563 w 1040932"/>
                <a:gd name="connsiteY14" fmla="*/ 220496 h 220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40932" h="220495">
                  <a:moveTo>
                    <a:pt x="1027563" y="220496"/>
                  </a:moveTo>
                  <a:cubicBezTo>
                    <a:pt x="1020559" y="220496"/>
                    <a:pt x="1015467" y="214777"/>
                    <a:pt x="1015467" y="208422"/>
                  </a:cubicBezTo>
                  <a:lnTo>
                    <a:pt x="1015467" y="142337"/>
                  </a:lnTo>
                  <a:cubicBezTo>
                    <a:pt x="1015467" y="77523"/>
                    <a:pt x="964534" y="24146"/>
                    <a:pt x="902778" y="24146"/>
                  </a:cubicBezTo>
                  <a:lnTo>
                    <a:pt x="136881" y="24146"/>
                  </a:lnTo>
                  <a:cubicBezTo>
                    <a:pt x="74488" y="24146"/>
                    <a:pt x="24192" y="76888"/>
                    <a:pt x="24192" y="142337"/>
                  </a:cubicBezTo>
                  <a:lnTo>
                    <a:pt x="24192" y="208422"/>
                  </a:lnTo>
                  <a:cubicBezTo>
                    <a:pt x="24192" y="215412"/>
                    <a:pt x="18463" y="220496"/>
                    <a:pt x="12097" y="220496"/>
                  </a:cubicBezTo>
                  <a:cubicBezTo>
                    <a:pt x="5093" y="220496"/>
                    <a:pt x="0" y="214777"/>
                    <a:pt x="0" y="208422"/>
                  </a:cubicBezTo>
                  <a:lnTo>
                    <a:pt x="0" y="142337"/>
                  </a:lnTo>
                  <a:cubicBezTo>
                    <a:pt x="0" y="63543"/>
                    <a:pt x="61755" y="0"/>
                    <a:pt x="137518" y="0"/>
                  </a:cubicBezTo>
                  <a:lnTo>
                    <a:pt x="903415" y="0"/>
                  </a:lnTo>
                  <a:cubicBezTo>
                    <a:pt x="979177" y="0"/>
                    <a:pt x="1040933" y="63543"/>
                    <a:pt x="1040933" y="142337"/>
                  </a:cubicBezTo>
                  <a:lnTo>
                    <a:pt x="1040933" y="208422"/>
                  </a:lnTo>
                  <a:cubicBezTo>
                    <a:pt x="1040296" y="214777"/>
                    <a:pt x="1034566" y="220496"/>
                    <a:pt x="1027563" y="2204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3E376481-8E4F-7796-E111-D5B64B7DEF89}"/>
                </a:ext>
              </a:extLst>
            </p:cNvPr>
            <p:cNvSpPr/>
            <p:nvPr/>
          </p:nvSpPr>
          <p:spPr>
            <a:xfrm>
              <a:off x="10230585" y="3722352"/>
              <a:ext cx="875659" cy="939367"/>
            </a:xfrm>
            <a:custGeom>
              <a:avLst/>
              <a:gdLst>
                <a:gd name="connsiteX0" fmla="*/ 734125 w 875659"/>
                <a:gd name="connsiteY0" fmla="*/ 939368 h 939367"/>
                <a:gd name="connsiteX1" fmla="*/ 142672 w 875659"/>
                <a:gd name="connsiteY1" fmla="*/ 939368 h 939367"/>
                <a:gd name="connsiteX2" fmla="*/ 130575 w 875659"/>
                <a:gd name="connsiteY2" fmla="*/ 929201 h 939367"/>
                <a:gd name="connsiteX3" fmla="*/ 60 w 875659"/>
                <a:gd name="connsiteY3" fmla="*/ 14176 h 939367"/>
                <a:gd name="connsiteX4" fmla="*/ 10247 w 875659"/>
                <a:gd name="connsiteY4" fmla="*/ 196 h 939367"/>
                <a:gd name="connsiteX5" fmla="*/ 24254 w 875659"/>
                <a:gd name="connsiteY5" fmla="*/ 10363 h 939367"/>
                <a:gd name="connsiteX6" fmla="*/ 152858 w 875659"/>
                <a:gd name="connsiteY6" fmla="*/ 914586 h 939367"/>
                <a:gd name="connsiteX7" fmla="*/ 722665 w 875659"/>
                <a:gd name="connsiteY7" fmla="*/ 914586 h 939367"/>
                <a:gd name="connsiteX8" fmla="*/ 851270 w 875659"/>
                <a:gd name="connsiteY8" fmla="*/ 10363 h 939367"/>
                <a:gd name="connsiteX9" fmla="*/ 865276 w 875659"/>
                <a:gd name="connsiteY9" fmla="*/ 196 h 939367"/>
                <a:gd name="connsiteX10" fmla="*/ 875463 w 875659"/>
                <a:gd name="connsiteY10" fmla="*/ 14176 h 939367"/>
                <a:gd name="connsiteX11" fmla="*/ 744948 w 875659"/>
                <a:gd name="connsiteY11" fmla="*/ 929201 h 939367"/>
                <a:gd name="connsiteX12" fmla="*/ 734125 w 875659"/>
                <a:gd name="connsiteY12" fmla="*/ 939368 h 93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5659" h="939367">
                  <a:moveTo>
                    <a:pt x="734125" y="939368"/>
                  </a:moveTo>
                  <a:lnTo>
                    <a:pt x="142672" y="939368"/>
                  </a:lnTo>
                  <a:cubicBezTo>
                    <a:pt x="136305" y="939368"/>
                    <a:pt x="131211" y="934920"/>
                    <a:pt x="130575" y="929201"/>
                  </a:cubicBezTo>
                  <a:lnTo>
                    <a:pt x="60" y="14176"/>
                  </a:lnTo>
                  <a:cubicBezTo>
                    <a:pt x="-576" y="7821"/>
                    <a:pt x="3880" y="1467"/>
                    <a:pt x="10247" y="196"/>
                  </a:cubicBezTo>
                  <a:cubicBezTo>
                    <a:pt x="17251" y="-1075"/>
                    <a:pt x="22980" y="4009"/>
                    <a:pt x="24254" y="10363"/>
                  </a:cubicBezTo>
                  <a:lnTo>
                    <a:pt x="152858" y="914586"/>
                  </a:lnTo>
                  <a:lnTo>
                    <a:pt x="722665" y="914586"/>
                  </a:lnTo>
                  <a:lnTo>
                    <a:pt x="851270" y="10363"/>
                  </a:lnTo>
                  <a:cubicBezTo>
                    <a:pt x="851907" y="4009"/>
                    <a:pt x="858273" y="-1075"/>
                    <a:pt x="865276" y="196"/>
                  </a:cubicBezTo>
                  <a:cubicBezTo>
                    <a:pt x="871643" y="832"/>
                    <a:pt x="876736" y="7186"/>
                    <a:pt x="875463" y="14176"/>
                  </a:cubicBezTo>
                  <a:lnTo>
                    <a:pt x="744948" y="929201"/>
                  </a:lnTo>
                  <a:cubicBezTo>
                    <a:pt x="745585" y="934920"/>
                    <a:pt x="740492" y="939368"/>
                    <a:pt x="734125" y="9393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94A55A99-00A2-B60C-3D16-6CC558E3C02C}"/>
                </a:ext>
              </a:extLst>
            </p:cNvPr>
            <p:cNvSpPr/>
            <p:nvPr/>
          </p:nvSpPr>
          <p:spPr>
            <a:xfrm>
              <a:off x="10317231" y="3422623"/>
              <a:ext cx="443113" cy="244642"/>
            </a:xfrm>
            <a:custGeom>
              <a:avLst/>
              <a:gdLst>
                <a:gd name="connsiteX0" fmla="*/ 429743 w 443113"/>
                <a:gd name="connsiteY0" fmla="*/ 244642 h 244642"/>
                <a:gd name="connsiteX1" fmla="*/ 417647 w 443113"/>
                <a:gd name="connsiteY1" fmla="*/ 232569 h 244642"/>
                <a:gd name="connsiteX2" fmla="*/ 220920 w 443113"/>
                <a:gd name="connsiteY2" fmla="*/ 24782 h 244642"/>
                <a:gd name="connsiteX3" fmla="*/ 24193 w 443113"/>
                <a:gd name="connsiteY3" fmla="*/ 232569 h 244642"/>
                <a:gd name="connsiteX4" fmla="*/ 12097 w 443113"/>
                <a:gd name="connsiteY4" fmla="*/ 244642 h 244642"/>
                <a:gd name="connsiteX5" fmla="*/ 0 w 443113"/>
                <a:gd name="connsiteY5" fmla="*/ 232569 h 244642"/>
                <a:gd name="connsiteX6" fmla="*/ 221557 w 443113"/>
                <a:gd name="connsiteY6" fmla="*/ 0 h 244642"/>
                <a:gd name="connsiteX7" fmla="*/ 443113 w 443113"/>
                <a:gd name="connsiteY7" fmla="*/ 232569 h 244642"/>
                <a:gd name="connsiteX8" fmla="*/ 429743 w 443113"/>
                <a:gd name="connsiteY8" fmla="*/ 244642 h 24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3113" h="244642">
                  <a:moveTo>
                    <a:pt x="429743" y="244642"/>
                  </a:moveTo>
                  <a:cubicBezTo>
                    <a:pt x="422740" y="244642"/>
                    <a:pt x="417647" y="238923"/>
                    <a:pt x="417647" y="232569"/>
                  </a:cubicBezTo>
                  <a:cubicBezTo>
                    <a:pt x="417647" y="117555"/>
                    <a:pt x="329152" y="24782"/>
                    <a:pt x="220920" y="24782"/>
                  </a:cubicBezTo>
                  <a:cubicBezTo>
                    <a:pt x="112689" y="24782"/>
                    <a:pt x="24193" y="118191"/>
                    <a:pt x="24193" y="232569"/>
                  </a:cubicBezTo>
                  <a:cubicBezTo>
                    <a:pt x="24193" y="239559"/>
                    <a:pt x="18463" y="244642"/>
                    <a:pt x="12097" y="244642"/>
                  </a:cubicBezTo>
                  <a:cubicBezTo>
                    <a:pt x="5094" y="244642"/>
                    <a:pt x="0" y="238923"/>
                    <a:pt x="0" y="232569"/>
                  </a:cubicBezTo>
                  <a:cubicBezTo>
                    <a:pt x="0" y="104211"/>
                    <a:pt x="99319" y="0"/>
                    <a:pt x="221557" y="0"/>
                  </a:cubicBezTo>
                  <a:cubicBezTo>
                    <a:pt x="343794" y="0"/>
                    <a:pt x="443113" y="104211"/>
                    <a:pt x="443113" y="232569"/>
                  </a:cubicBezTo>
                  <a:cubicBezTo>
                    <a:pt x="442476" y="238923"/>
                    <a:pt x="436747" y="244642"/>
                    <a:pt x="429743" y="2446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BCB0945E-BC69-F74E-82C2-4D8899C8D6F5}"/>
                </a:ext>
              </a:extLst>
            </p:cNvPr>
            <p:cNvSpPr/>
            <p:nvPr/>
          </p:nvSpPr>
          <p:spPr>
            <a:xfrm>
              <a:off x="10352884" y="3727631"/>
              <a:ext cx="632835" cy="24146"/>
            </a:xfrm>
            <a:custGeom>
              <a:avLst/>
              <a:gdLst>
                <a:gd name="connsiteX0" fmla="*/ 620740 w 632835"/>
                <a:gd name="connsiteY0" fmla="*/ 24147 h 24146"/>
                <a:gd name="connsiteX1" fmla="*/ 12096 w 632835"/>
                <a:gd name="connsiteY1" fmla="*/ 24147 h 24146"/>
                <a:gd name="connsiteX2" fmla="*/ 0 w 632835"/>
                <a:gd name="connsiteY2" fmla="*/ 12073 h 24146"/>
                <a:gd name="connsiteX3" fmla="*/ 12096 w 632835"/>
                <a:gd name="connsiteY3" fmla="*/ 0 h 24146"/>
                <a:gd name="connsiteX4" fmla="*/ 620740 w 632835"/>
                <a:gd name="connsiteY4" fmla="*/ 0 h 24146"/>
                <a:gd name="connsiteX5" fmla="*/ 632836 w 632835"/>
                <a:gd name="connsiteY5" fmla="*/ 12073 h 24146"/>
                <a:gd name="connsiteX6" fmla="*/ 620740 w 6328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2835" h="24146">
                  <a:moveTo>
                    <a:pt x="620740" y="24147"/>
                  </a:moveTo>
                  <a:lnTo>
                    <a:pt x="12096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29" y="0"/>
                    <a:pt x="12096" y="0"/>
                  </a:cubicBezTo>
                  <a:lnTo>
                    <a:pt x="620740" y="0"/>
                  </a:lnTo>
                  <a:cubicBezTo>
                    <a:pt x="627743" y="0"/>
                    <a:pt x="632836" y="5719"/>
                    <a:pt x="632836" y="12073"/>
                  </a:cubicBezTo>
                  <a:cubicBezTo>
                    <a:pt x="632836" y="18428"/>
                    <a:pt x="627743" y="24147"/>
                    <a:pt x="620740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CB780B53-8005-4AE8-D49B-781C864FFAB4}"/>
                </a:ext>
              </a:extLst>
            </p:cNvPr>
            <p:cNvSpPr/>
            <p:nvPr/>
          </p:nvSpPr>
          <p:spPr>
            <a:xfrm>
              <a:off x="10831793" y="3093611"/>
              <a:ext cx="372157" cy="372221"/>
            </a:xfrm>
            <a:custGeom>
              <a:avLst/>
              <a:gdLst>
                <a:gd name="connsiteX0" fmla="*/ 11953 w 372157"/>
                <a:gd name="connsiteY0" fmla="*/ 372221 h 372221"/>
                <a:gd name="connsiteX1" fmla="*/ 8770 w 372157"/>
                <a:gd name="connsiteY1" fmla="*/ 371586 h 372221"/>
                <a:gd name="connsiteX2" fmla="*/ 493 w 372157"/>
                <a:gd name="connsiteY2" fmla="*/ 356336 h 372221"/>
                <a:gd name="connsiteX3" fmla="*/ 61612 w 372157"/>
                <a:gd name="connsiteY3" fmla="*/ 144736 h 372221"/>
                <a:gd name="connsiteX4" fmla="*/ 141831 w 372157"/>
                <a:gd name="connsiteY4" fmla="*/ 64036 h 372221"/>
                <a:gd name="connsiteX5" fmla="*/ 356384 w 372157"/>
                <a:gd name="connsiteY5" fmla="*/ 492 h 372221"/>
                <a:gd name="connsiteX6" fmla="*/ 371664 w 372157"/>
                <a:gd name="connsiteY6" fmla="*/ 8753 h 372221"/>
                <a:gd name="connsiteX7" fmla="*/ 363387 w 372157"/>
                <a:gd name="connsiteY7" fmla="*/ 24003 h 372221"/>
                <a:gd name="connsiteX8" fmla="*/ 148834 w 372157"/>
                <a:gd name="connsiteY8" fmla="*/ 87547 h 372221"/>
                <a:gd name="connsiteX9" fmla="*/ 85169 w 372157"/>
                <a:gd name="connsiteY9" fmla="*/ 151726 h 372221"/>
                <a:gd name="connsiteX10" fmla="*/ 24050 w 372157"/>
                <a:gd name="connsiteY10" fmla="*/ 363325 h 372221"/>
                <a:gd name="connsiteX11" fmla="*/ 11953 w 372157"/>
                <a:gd name="connsiteY11" fmla="*/ 372221 h 372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157" h="372221">
                  <a:moveTo>
                    <a:pt x="11953" y="372221"/>
                  </a:moveTo>
                  <a:cubicBezTo>
                    <a:pt x="10680" y="372221"/>
                    <a:pt x="9407" y="372221"/>
                    <a:pt x="8770" y="371586"/>
                  </a:cubicBezTo>
                  <a:cubicBezTo>
                    <a:pt x="2403" y="369680"/>
                    <a:pt x="-1416" y="362690"/>
                    <a:pt x="493" y="356336"/>
                  </a:cubicBezTo>
                  <a:lnTo>
                    <a:pt x="61612" y="144736"/>
                  </a:lnTo>
                  <a:cubicBezTo>
                    <a:pt x="73072" y="105339"/>
                    <a:pt x="102995" y="75474"/>
                    <a:pt x="141831" y="64036"/>
                  </a:cubicBezTo>
                  <a:lnTo>
                    <a:pt x="356384" y="492"/>
                  </a:lnTo>
                  <a:cubicBezTo>
                    <a:pt x="362751" y="-1414"/>
                    <a:pt x="369754" y="2399"/>
                    <a:pt x="371664" y="8753"/>
                  </a:cubicBezTo>
                  <a:cubicBezTo>
                    <a:pt x="373574" y="15107"/>
                    <a:pt x="369754" y="22097"/>
                    <a:pt x="363387" y="24003"/>
                  </a:cubicBezTo>
                  <a:lnTo>
                    <a:pt x="148834" y="87547"/>
                  </a:lnTo>
                  <a:cubicBezTo>
                    <a:pt x="117638" y="97078"/>
                    <a:pt x="94082" y="120589"/>
                    <a:pt x="85169" y="151726"/>
                  </a:cubicBezTo>
                  <a:lnTo>
                    <a:pt x="24050" y="363325"/>
                  </a:lnTo>
                  <a:cubicBezTo>
                    <a:pt x="22140" y="369044"/>
                    <a:pt x="17683" y="372221"/>
                    <a:pt x="11953" y="37222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67B41F03-878F-F910-6E2C-47A152301D5D}"/>
                </a:ext>
              </a:extLst>
            </p:cNvPr>
            <p:cNvSpPr/>
            <p:nvPr/>
          </p:nvSpPr>
          <p:spPr>
            <a:xfrm>
              <a:off x="10548337" y="3336839"/>
              <a:ext cx="443112" cy="244642"/>
            </a:xfrm>
            <a:custGeom>
              <a:avLst/>
              <a:gdLst>
                <a:gd name="connsiteX0" fmla="*/ 429743 w 443112"/>
                <a:gd name="connsiteY0" fmla="*/ 244642 h 244642"/>
                <a:gd name="connsiteX1" fmla="*/ 417646 w 443112"/>
                <a:gd name="connsiteY1" fmla="*/ 232569 h 244642"/>
                <a:gd name="connsiteX2" fmla="*/ 220919 w 443112"/>
                <a:gd name="connsiteY2" fmla="*/ 24782 h 244642"/>
                <a:gd name="connsiteX3" fmla="*/ 24193 w 443112"/>
                <a:gd name="connsiteY3" fmla="*/ 232569 h 244642"/>
                <a:gd name="connsiteX4" fmla="*/ 12097 w 443112"/>
                <a:gd name="connsiteY4" fmla="*/ 244642 h 244642"/>
                <a:gd name="connsiteX5" fmla="*/ 0 w 443112"/>
                <a:gd name="connsiteY5" fmla="*/ 232569 h 244642"/>
                <a:gd name="connsiteX6" fmla="*/ 221557 w 443112"/>
                <a:gd name="connsiteY6" fmla="*/ 0 h 244642"/>
                <a:gd name="connsiteX7" fmla="*/ 443113 w 443112"/>
                <a:gd name="connsiteY7" fmla="*/ 232569 h 244642"/>
                <a:gd name="connsiteX8" fmla="*/ 429743 w 443112"/>
                <a:gd name="connsiteY8" fmla="*/ 244642 h 24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3112" h="244642">
                  <a:moveTo>
                    <a:pt x="429743" y="244642"/>
                  </a:moveTo>
                  <a:cubicBezTo>
                    <a:pt x="422740" y="244642"/>
                    <a:pt x="417646" y="238923"/>
                    <a:pt x="417646" y="232569"/>
                  </a:cubicBezTo>
                  <a:cubicBezTo>
                    <a:pt x="417646" y="117555"/>
                    <a:pt x="329151" y="24782"/>
                    <a:pt x="220919" y="24782"/>
                  </a:cubicBezTo>
                  <a:cubicBezTo>
                    <a:pt x="112688" y="24782"/>
                    <a:pt x="24193" y="118191"/>
                    <a:pt x="24193" y="232569"/>
                  </a:cubicBezTo>
                  <a:cubicBezTo>
                    <a:pt x="24193" y="239559"/>
                    <a:pt x="18463" y="244642"/>
                    <a:pt x="12097" y="244642"/>
                  </a:cubicBezTo>
                  <a:cubicBezTo>
                    <a:pt x="5094" y="244642"/>
                    <a:pt x="0" y="238923"/>
                    <a:pt x="0" y="232569"/>
                  </a:cubicBezTo>
                  <a:cubicBezTo>
                    <a:pt x="0" y="104211"/>
                    <a:pt x="99318" y="0"/>
                    <a:pt x="221557" y="0"/>
                  </a:cubicBezTo>
                  <a:cubicBezTo>
                    <a:pt x="343794" y="0"/>
                    <a:pt x="443113" y="104211"/>
                    <a:pt x="443113" y="232569"/>
                  </a:cubicBezTo>
                  <a:cubicBezTo>
                    <a:pt x="441840" y="238923"/>
                    <a:pt x="436109" y="244642"/>
                    <a:pt x="429743" y="2446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13C8C95C-CD3F-13B4-C44B-F707ACBAC11C}"/>
                </a:ext>
              </a:extLst>
            </p:cNvPr>
            <p:cNvSpPr/>
            <p:nvPr/>
          </p:nvSpPr>
          <p:spPr>
            <a:xfrm>
              <a:off x="458907" y="4908751"/>
              <a:ext cx="701639" cy="558063"/>
            </a:xfrm>
            <a:custGeom>
              <a:avLst/>
              <a:gdLst>
                <a:gd name="connsiteX0" fmla="*/ 532585 w 701639"/>
                <a:gd name="connsiteY0" fmla="*/ 24299 h 558063"/>
                <a:gd name="connsiteX1" fmla="*/ 513486 w 701639"/>
                <a:gd name="connsiteY1" fmla="*/ 26841 h 558063"/>
                <a:gd name="connsiteX2" fmla="*/ 86289 w 701639"/>
                <a:gd name="connsiteY2" fmla="*/ 137406 h 558063"/>
                <a:gd name="connsiteX3" fmla="*/ 27717 w 701639"/>
                <a:gd name="connsiteY3" fmla="*/ 250514 h 558063"/>
                <a:gd name="connsiteX4" fmla="*/ 82469 w 701639"/>
                <a:gd name="connsiteY4" fmla="*/ 460842 h 558063"/>
                <a:gd name="connsiteX5" fmla="*/ 123852 w 701639"/>
                <a:gd name="connsiteY5" fmla="*/ 519938 h 558063"/>
                <a:gd name="connsiteX6" fmla="*/ 188154 w 701639"/>
                <a:gd name="connsiteY6" fmla="*/ 531376 h 558063"/>
                <a:gd name="connsiteX7" fmla="*/ 615351 w 701639"/>
                <a:gd name="connsiteY7" fmla="*/ 420810 h 558063"/>
                <a:gd name="connsiteX8" fmla="*/ 673923 w 701639"/>
                <a:gd name="connsiteY8" fmla="*/ 307703 h 558063"/>
                <a:gd name="connsiteX9" fmla="*/ 619171 w 701639"/>
                <a:gd name="connsiteY9" fmla="*/ 97374 h 558063"/>
                <a:gd name="connsiteX10" fmla="*/ 577788 w 701639"/>
                <a:gd name="connsiteY10" fmla="*/ 38279 h 558063"/>
                <a:gd name="connsiteX11" fmla="*/ 532585 w 701639"/>
                <a:gd name="connsiteY11" fmla="*/ 24299 h 558063"/>
                <a:gd name="connsiteX12" fmla="*/ 169055 w 701639"/>
                <a:gd name="connsiteY12" fmla="*/ 558064 h 558063"/>
                <a:gd name="connsiteX13" fmla="*/ 110482 w 701639"/>
                <a:gd name="connsiteY13" fmla="*/ 540272 h 558063"/>
                <a:gd name="connsiteX14" fmla="*/ 58913 w 701639"/>
                <a:gd name="connsiteY14" fmla="*/ 467197 h 558063"/>
                <a:gd name="connsiteX15" fmla="*/ 4161 w 701639"/>
                <a:gd name="connsiteY15" fmla="*/ 256868 h 558063"/>
                <a:gd name="connsiteX16" fmla="*/ 79923 w 701639"/>
                <a:gd name="connsiteY16" fmla="*/ 113895 h 558063"/>
                <a:gd name="connsiteX17" fmla="*/ 507119 w 701639"/>
                <a:gd name="connsiteY17" fmla="*/ 3330 h 558063"/>
                <a:gd name="connsiteX18" fmla="*/ 591158 w 701639"/>
                <a:gd name="connsiteY18" fmla="*/ 17945 h 558063"/>
                <a:gd name="connsiteX19" fmla="*/ 642727 w 701639"/>
                <a:gd name="connsiteY19" fmla="*/ 91020 h 558063"/>
                <a:gd name="connsiteX20" fmla="*/ 697479 w 701639"/>
                <a:gd name="connsiteY20" fmla="*/ 301349 h 558063"/>
                <a:gd name="connsiteX21" fmla="*/ 621717 w 701639"/>
                <a:gd name="connsiteY21" fmla="*/ 444321 h 558063"/>
                <a:gd name="connsiteX22" fmla="*/ 194521 w 701639"/>
                <a:gd name="connsiteY22" fmla="*/ 554887 h 558063"/>
                <a:gd name="connsiteX23" fmla="*/ 169055 w 701639"/>
                <a:gd name="connsiteY23" fmla="*/ 558064 h 558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01639" h="558063">
                  <a:moveTo>
                    <a:pt x="532585" y="24299"/>
                  </a:moveTo>
                  <a:cubicBezTo>
                    <a:pt x="526219" y="24299"/>
                    <a:pt x="519852" y="24935"/>
                    <a:pt x="513486" y="26841"/>
                  </a:cubicBezTo>
                  <a:lnTo>
                    <a:pt x="86289" y="137406"/>
                  </a:lnTo>
                  <a:cubicBezTo>
                    <a:pt x="41087" y="148844"/>
                    <a:pt x="14984" y="199679"/>
                    <a:pt x="27717" y="250514"/>
                  </a:cubicBezTo>
                  <a:lnTo>
                    <a:pt x="82469" y="460842"/>
                  </a:lnTo>
                  <a:cubicBezTo>
                    <a:pt x="88836" y="485624"/>
                    <a:pt x="103479" y="506594"/>
                    <a:pt x="123852" y="519938"/>
                  </a:cubicBezTo>
                  <a:cubicBezTo>
                    <a:pt x="143588" y="533282"/>
                    <a:pt x="166508" y="537094"/>
                    <a:pt x="188154" y="531376"/>
                  </a:cubicBezTo>
                  <a:lnTo>
                    <a:pt x="615351" y="420810"/>
                  </a:lnTo>
                  <a:cubicBezTo>
                    <a:pt x="660553" y="409372"/>
                    <a:pt x="686656" y="358538"/>
                    <a:pt x="673923" y="307703"/>
                  </a:cubicBezTo>
                  <a:lnTo>
                    <a:pt x="619171" y="97374"/>
                  </a:lnTo>
                  <a:cubicBezTo>
                    <a:pt x="612804" y="72592"/>
                    <a:pt x="598161" y="51623"/>
                    <a:pt x="577788" y="38279"/>
                  </a:cubicBezTo>
                  <a:cubicBezTo>
                    <a:pt x="563781" y="28747"/>
                    <a:pt x="548502" y="24299"/>
                    <a:pt x="532585" y="24299"/>
                  </a:cubicBezTo>
                  <a:moveTo>
                    <a:pt x="169055" y="558064"/>
                  </a:moveTo>
                  <a:cubicBezTo>
                    <a:pt x="148682" y="558064"/>
                    <a:pt x="128309" y="551710"/>
                    <a:pt x="110482" y="540272"/>
                  </a:cubicBezTo>
                  <a:cubicBezTo>
                    <a:pt x="85016" y="523750"/>
                    <a:pt x="66553" y="497698"/>
                    <a:pt x="58913" y="467197"/>
                  </a:cubicBezTo>
                  <a:lnTo>
                    <a:pt x="4161" y="256868"/>
                  </a:lnTo>
                  <a:cubicBezTo>
                    <a:pt x="-12392" y="193325"/>
                    <a:pt x="21987" y="129146"/>
                    <a:pt x="79923" y="113895"/>
                  </a:cubicBezTo>
                  <a:lnTo>
                    <a:pt x="507119" y="3330"/>
                  </a:lnTo>
                  <a:cubicBezTo>
                    <a:pt x="535769" y="-4295"/>
                    <a:pt x="565691" y="1423"/>
                    <a:pt x="591158" y="17945"/>
                  </a:cubicBezTo>
                  <a:cubicBezTo>
                    <a:pt x="616624" y="34466"/>
                    <a:pt x="635087" y="60519"/>
                    <a:pt x="642727" y="91020"/>
                  </a:cubicBezTo>
                  <a:lnTo>
                    <a:pt x="697479" y="301349"/>
                  </a:lnTo>
                  <a:cubicBezTo>
                    <a:pt x="714032" y="364892"/>
                    <a:pt x="679653" y="429071"/>
                    <a:pt x="621717" y="444321"/>
                  </a:cubicBezTo>
                  <a:lnTo>
                    <a:pt x="194521" y="554887"/>
                  </a:lnTo>
                  <a:cubicBezTo>
                    <a:pt x="186244" y="556793"/>
                    <a:pt x="177331" y="558064"/>
                    <a:pt x="169055" y="55806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AA197EB2-1F27-378E-93D5-9A47E247A50E}"/>
                </a:ext>
              </a:extLst>
            </p:cNvPr>
            <p:cNvSpPr/>
            <p:nvPr/>
          </p:nvSpPr>
          <p:spPr>
            <a:xfrm>
              <a:off x="981306" y="5178328"/>
              <a:ext cx="42019" cy="41938"/>
            </a:xfrm>
            <a:custGeom>
              <a:avLst/>
              <a:gdLst>
                <a:gd name="connsiteX0" fmla="*/ 21010 w 42019"/>
                <a:gd name="connsiteY0" fmla="*/ 41939 h 41938"/>
                <a:gd name="connsiteX1" fmla="*/ 0 w 42019"/>
                <a:gd name="connsiteY1" fmla="*/ 21605 h 41938"/>
                <a:gd name="connsiteX2" fmla="*/ 0 w 42019"/>
                <a:gd name="connsiteY2" fmla="*/ 21605 h 41938"/>
                <a:gd name="connsiteX3" fmla="*/ 20373 w 42019"/>
                <a:gd name="connsiteY3" fmla="*/ 0 h 41938"/>
                <a:gd name="connsiteX4" fmla="*/ 21010 w 42019"/>
                <a:gd name="connsiteY4" fmla="*/ 0 h 41938"/>
                <a:gd name="connsiteX5" fmla="*/ 42019 w 42019"/>
                <a:gd name="connsiteY5" fmla="*/ 20334 h 41938"/>
                <a:gd name="connsiteX6" fmla="*/ 21010 w 42019"/>
                <a:gd name="connsiteY6" fmla="*/ 41939 h 41938"/>
                <a:gd name="connsiteX7" fmla="*/ 21010 w 42019"/>
                <a:gd name="connsiteY7" fmla="*/ 41939 h 4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19" h="41938">
                  <a:moveTo>
                    <a:pt x="21010" y="41939"/>
                  </a:moveTo>
                  <a:cubicBezTo>
                    <a:pt x="9550" y="41939"/>
                    <a:pt x="0" y="33042"/>
                    <a:pt x="0" y="21605"/>
                  </a:cubicBezTo>
                  <a:lnTo>
                    <a:pt x="0" y="21605"/>
                  </a:lnTo>
                  <a:cubicBezTo>
                    <a:pt x="0" y="10167"/>
                    <a:pt x="8913" y="635"/>
                    <a:pt x="20373" y="0"/>
                  </a:cubicBezTo>
                  <a:lnTo>
                    <a:pt x="21010" y="0"/>
                  </a:lnTo>
                  <a:cubicBezTo>
                    <a:pt x="32470" y="0"/>
                    <a:pt x="42019" y="8896"/>
                    <a:pt x="42019" y="20334"/>
                  </a:cubicBezTo>
                  <a:cubicBezTo>
                    <a:pt x="42019" y="32407"/>
                    <a:pt x="33106" y="41939"/>
                    <a:pt x="21010" y="41939"/>
                  </a:cubicBezTo>
                  <a:lnTo>
                    <a:pt x="21010" y="419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DDD011F7-DB56-B4DC-9551-966BDCE0A9CF}"/>
                </a:ext>
              </a:extLst>
            </p:cNvPr>
            <p:cNvSpPr/>
            <p:nvPr/>
          </p:nvSpPr>
          <p:spPr>
            <a:xfrm>
              <a:off x="857795" y="5075387"/>
              <a:ext cx="41382" cy="41938"/>
            </a:xfrm>
            <a:custGeom>
              <a:avLst/>
              <a:gdLst>
                <a:gd name="connsiteX0" fmla="*/ 21010 w 41382"/>
                <a:gd name="connsiteY0" fmla="*/ 41939 h 41938"/>
                <a:gd name="connsiteX1" fmla="*/ 0 w 41382"/>
                <a:gd name="connsiteY1" fmla="*/ 21605 h 41938"/>
                <a:gd name="connsiteX2" fmla="*/ 5730 w 41382"/>
                <a:gd name="connsiteY2" fmla="*/ 6354 h 41938"/>
                <a:gd name="connsiteX3" fmla="*/ 20373 w 41382"/>
                <a:gd name="connsiteY3" fmla="*/ 0 h 41938"/>
                <a:gd name="connsiteX4" fmla="*/ 35016 w 41382"/>
                <a:gd name="connsiteY4" fmla="*/ 5719 h 41938"/>
                <a:gd name="connsiteX5" fmla="*/ 41383 w 41382"/>
                <a:gd name="connsiteY5" fmla="*/ 20334 h 41938"/>
                <a:gd name="connsiteX6" fmla="*/ 35653 w 41382"/>
                <a:gd name="connsiteY6" fmla="*/ 35584 h 41938"/>
                <a:gd name="connsiteX7" fmla="*/ 21010 w 41382"/>
                <a:gd name="connsiteY7" fmla="*/ 41939 h 41938"/>
                <a:gd name="connsiteX8" fmla="*/ 21010 w 41382"/>
                <a:gd name="connsiteY8" fmla="*/ 41939 h 4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382" h="41938">
                  <a:moveTo>
                    <a:pt x="21010" y="41939"/>
                  </a:moveTo>
                  <a:cubicBezTo>
                    <a:pt x="9550" y="41939"/>
                    <a:pt x="637" y="33043"/>
                    <a:pt x="0" y="21605"/>
                  </a:cubicBezTo>
                  <a:cubicBezTo>
                    <a:pt x="0" y="15886"/>
                    <a:pt x="1910" y="10802"/>
                    <a:pt x="5730" y="6354"/>
                  </a:cubicBezTo>
                  <a:cubicBezTo>
                    <a:pt x="9550" y="2542"/>
                    <a:pt x="14643" y="0"/>
                    <a:pt x="20373" y="0"/>
                  </a:cubicBezTo>
                  <a:cubicBezTo>
                    <a:pt x="25466" y="0"/>
                    <a:pt x="31196" y="1906"/>
                    <a:pt x="35016" y="5719"/>
                  </a:cubicBezTo>
                  <a:cubicBezTo>
                    <a:pt x="38836" y="9532"/>
                    <a:pt x="41383" y="14615"/>
                    <a:pt x="41383" y="20334"/>
                  </a:cubicBezTo>
                  <a:cubicBezTo>
                    <a:pt x="41383" y="26053"/>
                    <a:pt x="39473" y="31136"/>
                    <a:pt x="35653" y="35584"/>
                  </a:cubicBezTo>
                  <a:cubicBezTo>
                    <a:pt x="32469" y="39397"/>
                    <a:pt x="26740" y="41303"/>
                    <a:pt x="21010" y="41939"/>
                  </a:cubicBezTo>
                  <a:lnTo>
                    <a:pt x="21010" y="419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87A0A3D6-331F-6231-D66A-FC5E7ACB0866}"/>
                </a:ext>
              </a:extLst>
            </p:cNvPr>
            <p:cNvSpPr/>
            <p:nvPr/>
          </p:nvSpPr>
          <p:spPr>
            <a:xfrm>
              <a:off x="827872" y="5227256"/>
              <a:ext cx="42019" cy="41938"/>
            </a:xfrm>
            <a:custGeom>
              <a:avLst/>
              <a:gdLst>
                <a:gd name="connsiteX0" fmla="*/ 21010 w 42019"/>
                <a:gd name="connsiteY0" fmla="*/ 41939 h 41938"/>
                <a:gd name="connsiteX1" fmla="*/ 6367 w 42019"/>
                <a:gd name="connsiteY1" fmla="*/ 36220 h 41938"/>
                <a:gd name="connsiteX2" fmla="*/ 0 w 42019"/>
                <a:gd name="connsiteY2" fmla="*/ 21605 h 41938"/>
                <a:gd name="connsiteX3" fmla="*/ 5730 w 42019"/>
                <a:gd name="connsiteY3" fmla="*/ 6354 h 41938"/>
                <a:gd name="connsiteX4" fmla="*/ 20373 w 42019"/>
                <a:gd name="connsiteY4" fmla="*/ 0 h 41938"/>
                <a:gd name="connsiteX5" fmla="*/ 42019 w 42019"/>
                <a:gd name="connsiteY5" fmla="*/ 20334 h 41938"/>
                <a:gd name="connsiteX6" fmla="*/ 21010 w 42019"/>
                <a:gd name="connsiteY6" fmla="*/ 41939 h 41938"/>
                <a:gd name="connsiteX7" fmla="*/ 21010 w 42019"/>
                <a:gd name="connsiteY7" fmla="*/ 41939 h 4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19" h="41938">
                  <a:moveTo>
                    <a:pt x="21010" y="41939"/>
                  </a:moveTo>
                  <a:cubicBezTo>
                    <a:pt x="15280" y="41939"/>
                    <a:pt x="10186" y="40032"/>
                    <a:pt x="6367" y="36220"/>
                  </a:cubicBezTo>
                  <a:cubicBezTo>
                    <a:pt x="2547" y="32407"/>
                    <a:pt x="0" y="27324"/>
                    <a:pt x="0" y="21605"/>
                  </a:cubicBezTo>
                  <a:cubicBezTo>
                    <a:pt x="0" y="15886"/>
                    <a:pt x="1910" y="10802"/>
                    <a:pt x="5730" y="6354"/>
                  </a:cubicBezTo>
                  <a:cubicBezTo>
                    <a:pt x="9550" y="2542"/>
                    <a:pt x="14643" y="0"/>
                    <a:pt x="20373" y="0"/>
                  </a:cubicBezTo>
                  <a:cubicBezTo>
                    <a:pt x="31833" y="0"/>
                    <a:pt x="41383" y="8896"/>
                    <a:pt x="42019" y="20334"/>
                  </a:cubicBezTo>
                  <a:cubicBezTo>
                    <a:pt x="42019" y="31772"/>
                    <a:pt x="33106" y="41303"/>
                    <a:pt x="21010" y="41939"/>
                  </a:cubicBezTo>
                  <a:lnTo>
                    <a:pt x="21010" y="419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645FEDE4-9D3A-B952-3E2D-57CB8C212DAC}"/>
                </a:ext>
              </a:extLst>
            </p:cNvPr>
            <p:cNvSpPr/>
            <p:nvPr/>
          </p:nvSpPr>
          <p:spPr>
            <a:xfrm>
              <a:off x="304973" y="5122349"/>
              <a:ext cx="236318" cy="310787"/>
            </a:xfrm>
            <a:custGeom>
              <a:avLst/>
              <a:gdLst>
                <a:gd name="connsiteX0" fmla="*/ 165735 w 236318"/>
                <a:gd name="connsiteY0" fmla="*/ 310787 h 310787"/>
                <a:gd name="connsiteX1" fmla="*/ 3388 w 236318"/>
                <a:gd name="connsiteY1" fmla="*/ 193868 h 310787"/>
                <a:gd name="connsiteX2" fmla="*/ 23124 w 236318"/>
                <a:gd name="connsiteY2" fmla="*/ 83938 h 310787"/>
                <a:gd name="connsiteX3" fmla="*/ 140269 w 236318"/>
                <a:gd name="connsiteY3" fmla="*/ 3237 h 310787"/>
                <a:gd name="connsiteX4" fmla="*/ 160005 w 236318"/>
                <a:gd name="connsiteY4" fmla="*/ 60 h 310787"/>
                <a:gd name="connsiteX5" fmla="*/ 173375 w 236318"/>
                <a:gd name="connsiteY5" fmla="*/ 10863 h 310787"/>
                <a:gd name="connsiteX6" fmla="*/ 162552 w 236318"/>
                <a:gd name="connsiteY6" fmla="*/ 24207 h 310787"/>
                <a:gd name="connsiteX7" fmla="*/ 145362 w 236318"/>
                <a:gd name="connsiteY7" fmla="*/ 27384 h 310787"/>
                <a:gd name="connsiteX8" fmla="*/ 43497 w 236318"/>
                <a:gd name="connsiteY8" fmla="*/ 97282 h 310787"/>
                <a:gd name="connsiteX9" fmla="*/ 26944 w 236318"/>
                <a:gd name="connsiteY9" fmla="*/ 188784 h 310787"/>
                <a:gd name="connsiteX10" fmla="*/ 204571 w 236318"/>
                <a:gd name="connsiteY10" fmla="*/ 282193 h 310787"/>
                <a:gd name="connsiteX11" fmla="*/ 220488 w 236318"/>
                <a:gd name="connsiteY11" fmla="*/ 277745 h 310787"/>
                <a:gd name="connsiteX12" fmla="*/ 235768 w 236318"/>
                <a:gd name="connsiteY12" fmla="*/ 285370 h 310787"/>
                <a:gd name="connsiteX13" fmla="*/ 228128 w 236318"/>
                <a:gd name="connsiteY13" fmla="*/ 300621 h 310787"/>
                <a:gd name="connsiteX14" fmla="*/ 209665 w 236318"/>
                <a:gd name="connsiteY14" fmla="*/ 305704 h 310787"/>
                <a:gd name="connsiteX15" fmla="*/ 165735 w 236318"/>
                <a:gd name="connsiteY15" fmla="*/ 310787 h 310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6318" h="310787">
                  <a:moveTo>
                    <a:pt x="165735" y="310787"/>
                  </a:moveTo>
                  <a:cubicBezTo>
                    <a:pt x="88063" y="310787"/>
                    <a:pt x="19304" y="264401"/>
                    <a:pt x="3388" y="193868"/>
                  </a:cubicBezTo>
                  <a:cubicBezTo>
                    <a:pt x="-4888" y="157013"/>
                    <a:pt x="2115" y="118251"/>
                    <a:pt x="23124" y="83938"/>
                  </a:cubicBezTo>
                  <a:cubicBezTo>
                    <a:pt x="47954" y="43905"/>
                    <a:pt x="90610" y="14675"/>
                    <a:pt x="140269" y="3237"/>
                  </a:cubicBezTo>
                  <a:cubicBezTo>
                    <a:pt x="146636" y="1967"/>
                    <a:pt x="153639" y="696"/>
                    <a:pt x="160005" y="60"/>
                  </a:cubicBezTo>
                  <a:cubicBezTo>
                    <a:pt x="167009" y="-575"/>
                    <a:pt x="172739" y="3873"/>
                    <a:pt x="173375" y="10863"/>
                  </a:cubicBezTo>
                  <a:cubicBezTo>
                    <a:pt x="174012" y="17217"/>
                    <a:pt x="169555" y="23571"/>
                    <a:pt x="162552" y="24207"/>
                  </a:cubicBezTo>
                  <a:cubicBezTo>
                    <a:pt x="156822" y="24842"/>
                    <a:pt x="151092" y="26113"/>
                    <a:pt x="145362" y="27384"/>
                  </a:cubicBezTo>
                  <a:cubicBezTo>
                    <a:pt x="102070" y="37551"/>
                    <a:pt x="65144" y="62968"/>
                    <a:pt x="43497" y="97282"/>
                  </a:cubicBezTo>
                  <a:cubicBezTo>
                    <a:pt x="25671" y="125876"/>
                    <a:pt x="19941" y="158283"/>
                    <a:pt x="26944" y="188784"/>
                  </a:cubicBezTo>
                  <a:cubicBezTo>
                    <a:pt x="43497" y="259317"/>
                    <a:pt x="123079" y="301256"/>
                    <a:pt x="204571" y="282193"/>
                  </a:cubicBezTo>
                  <a:cubicBezTo>
                    <a:pt x="210301" y="280922"/>
                    <a:pt x="215395" y="279651"/>
                    <a:pt x="220488" y="277745"/>
                  </a:cubicBezTo>
                  <a:cubicBezTo>
                    <a:pt x="226854" y="275839"/>
                    <a:pt x="233858" y="279016"/>
                    <a:pt x="235768" y="285370"/>
                  </a:cubicBezTo>
                  <a:cubicBezTo>
                    <a:pt x="237678" y="291724"/>
                    <a:pt x="234494" y="298714"/>
                    <a:pt x="228128" y="300621"/>
                  </a:cubicBezTo>
                  <a:cubicBezTo>
                    <a:pt x="222398" y="302527"/>
                    <a:pt x="216031" y="304433"/>
                    <a:pt x="209665" y="305704"/>
                  </a:cubicBezTo>
                  <a:cubicBezTo>
                    <a:pt x="195658" y="308881"/>
                    <a:pt x="180378" y="310787"/>
                    <a:pt x="165735" y="310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79A048A9-E8C2-DC8F-038F-B3DE34AFACE2}"/>
                </a:ext>
              </a:extLst>
            </p:cNvPr>
            <p:cNvSpPr/>
            <p:nvPr/>
          </p:nvSpPr>
          <p:spPr>
            <a:xfrm>
              <a:off x="1084531" y="4942649"/>
              <a:ext cx="236954" cy="310660"/>
            </a:xfrm>
            <a:custGeom>
              <a:avLst/>
              <a:gdLst>
                <a:gd name="connsiteX0" fmla="*/ 75039 w 236954"/>
                <a:gd name="connsiteY0" fmla="*/ 310660 h 310660"/>
                <a:gd name="connsiteX1" fmla="*/ 62943 w 236954"/>
                <a:gd name="connsiteY1" fmla="*/ 299858 h 310660"/>
                <a:gd name="connsiteX2" fmla="*/ 73766 w 236954"/>
                <a:gd name="connsiteY2" fmla="*/ 286514 h 310660"/>
                <a:gd name="connsiteX3" fmla="*/ 90956 w 236954"/>
                <a:gd name="connsiteY3" fmla="*/ 283336 h 310660"/>
                <a:gd name="connsiteX4" fmla="*/ 192821 w 236954"/>
                <a:gd name="connsiteY4" fmla="*/ 213439 h 310660"/>
                <a:gd name="connsiteX5" fmla="*/ 209374 w 236954"/>
                <a:gd name="connsiteY5" fmla="*/ 121936 h 310660"/>
                <a:gd name="connsiteX6" fmla="*/ 31747 w 236954"/>
                <a:gd name="connsiteY6" fmla="*/ 28527 h 310660"/>
                <a:gd name="connsiteX7" fmla="*/ 15830 w 236954"/>
                <a:gd name="connsiteY7" fmla="*/ 32975 h 310660"/>
                <a:gd name="connsiteX8" fmla="*/ 550 w 236954"/>
                <a:gd name="connsiteY8" fmla="*/ 25350 h 310660"/>
                <a:gd name="connsiteX9" fmla="*/ 8190 w 236954"/>
                <a:gd name="connsiteY9" fmla="*/ 10100 h 310660"/>
                <a:gd name="connsiteX10" fmla="*/ 26653 w 236954"/>
                <a:gd name="connsiteY10" fmla="*/ 5016 h 310660"/>
                <a:gd name="connsiteX11" fmla="*/ 233567 w 236954"/>
                <a:gd name="connsiteY11" fmla="*/ 116853 h 310660"/>
                <a:gd name="connsiteX12" fmla="*/ 213830 w 236954"/>
                <a:gd name="connsiteY12" fmla="*/ 226783 h 310660"/>
                <a:gd name="connsiteX13" fmla="*/ 96686 w 236954"/>
                <a:gd name="connsiteY13" fmla="*/ 307483 h 310660"/>
                <a:gd name="connsiteX14" fmla="*/ 76949 w 236954"/>
                <a:gd name="connsiteY14" fmla="*/ 310660 h 310660"/>
                <a:gd name="connsiteX15" fmla="*/ 75039 w 236954"/>
                <a:gd name="connsiteY15" fmla="*/ 310660 h 310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6954" h="310660">
                  <a:moveTo>
                    <a:pt x="75039" y="310660"/>
                  </a:moveTo>
                  <a:cubicBezTo>
                    <a:pt x="68673" y="310660"/>
                    <a:pt x="63579" y="306212"/>
                    <a:pt x="62943" y="299858"/>
                  </a:cubicBezTo>
                  <a:cubicBezTo>
                    <a:pt x="62306" y="292868"/>
                    <a:pt x="66763" y="287149"/>
                    <a:pt x="73766" y="286514"/>
                  </a:cubicBezTo>
                  <a:cubicBezTo>
                    <a:pt x="79496" y="285878"/>
                    <a:pt x="85226" y="284607"/>
                    <a:pt x="90956" y="283336"/>
                  </a:cubicBezTo>
                  <a:cubicBezTo>
                    <a:pt x="134248" y="273169"/>
                    <a:pt x="171174" y="247752"/>
                    <a:pt x="192821" y="213439"/>
                  </a:cubicBezTo>
                  <a:cubicBezTo>
                    <a:pt x="210647" y="184844"/>
                    <a:pt x="216377" y="152437"/>
                    <a:pt x="209374" y="121936"/>
                  </a:cubicBezTo>
                  <a:cubicBezTo>
                    <a:pt x="192821" y="51403"/>
                    <a:pt x="113239" y="9464"/>
                    <a:pt x="31747" y="28527"/>
                  </a:cubicBezTo>
                  <a:cubicBezTo>
                    <a:pt x="26017" y="29798"/>
                    <a:pt x="20923" y="31069"/>
                    <a:pt x="15830" y="32975"/>
                  </a:cubicBezTo>
                  <a:cubicBezTo>
                    <a:pt x="9464" y="34882"/>
                    <a:pt x="2460" y="31704"/>
                    <a:pt x="550" y="25350"/>
                  </a:cubicBezTo>
                  <a:cubicBezTo>
                    <a:pt x="-1359" y="18996"/>
                    <a:pt x="1824" y="12006"/>
                    <a:pt x="8190" y="10100"/>
                  </a:cubicBezTo>
                  <a:cubicBezTo>
                    <a:pt x="14557" y="8193"/>
                    <a:pt x="20287" y="6287"/>
                    <a:pt x="26653" y="5016"/>
                  </a:cubicBezTo>
                  <a:cubicBezTo>
                    <a:pt x="121515" y="-16589"/>
                    <a:pt x="213830" y="33611"/>
                    <a:pt x="233567" y="116853"/>
                  </a:cubicBezTo>
                  <a:cubicBezTo>
                    <a:pt x="241843" y="153708"/>
                    <a:pt x="234840" y="192469"/>
                    <a:pt x="213830" y="226783"/>
                  </a:cubicBezTo>
                  <a:cubicBezTo>
                    <a:pt x="189001" y="266815"/>
                    <a:pt x="146345" y="296045"/>
                    <a:pt x="96686" y="307483"/>
                  </a:cubicBezTo>
                  <a:cubicBezTo>
                    <a:pt x="90319" y="308754"/>
                    <a:pt x="83316" y="310025"/>
                    <a:pt x="76949" y="310660"/>
                  </a:cubicBezTo>
                  <a:cubicBezTo>
                    <a:pt x="76313" y="310660"/>
                    <a:pt x="75676" y="310660"/>
                    <a:pt x="75039" y="3106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FDEFC3BE-6D27-FC28-0242-5FC591A99660}"/>
                </a:ext>
              </a:extLst>
            </p:cNvPr>
            <p:cNvSpPr/>
            <p:nvPr/>
          </p:nvSpPr>
          <p:spPr>
            <a:xfrm>
              <a:off x="146069" y="4198260"/>
              <a:ext cx="709123" cy="667434"/>
            </a:xfrm>
            <a:custGeom>
              <a:avLst/>
              <a:gdLst>
                <a:gd name="connsiteX0" fmla="*/ 173751 w 709123"/>
                <a:gd name="connsiteY0" fmla="*/ 64407 h 667434"/>
                <a:gd name="connsiteX1" fmla="*/ 44510 w 709123"/>
                <a:gd name="connsiteY1" fmla="*/ 239152 h 667434"/>
                <a:gd name="connsiteX2" fmla="*/ 56607 w 709123"/>
                <a:gd name="connsiteY2" fmla="*/ 365603 h 667434"/>
                <a:gd name="connsiteX3" fmla="*/ 411224 w 709123"/>
                <a:gd name="connsiteY3" fmla="*/ 627402 h 667434"/>
                <a:gd name="connsiteX4" fmla="*/ 475526 w 709123"/>
                <a:gd name="connsiteY4" fmla="*/ 640746 h 667434"/>
                <a:gd name="connsiteX5" fmla="*/ 536009 w 709123"/>
                <a:gd name="connsiteY5" fmla="*/ 601349 h 667434"/>
                <a:gd name="connsiteX6" fmla="*/ 665250 w 709123"/>
                <a:gd name="connsiteY6" fmla="*/ 426605 h 667434"/>
                <a:gd name="connsiteX7" fmla="*/ 653154 w 709123"/>
                <a:gd name="connsiteY7" fmla="*/ 300153 h 667434"/>
                <a:gd name="connsiteX8" fmla="*/ 298536 w 709123"/>
                <a:gd name="connsiteY8" fmla="*/ 38355 h 667434"/>
                <a:gd name="connsiteX9" fmla="*/ 234234 w 709123"/>
                <a:gd name="connsiteY9" fmla="*/ 25010 h 667434"/>
                <a:gd name="connsiteX10" fmla="*/ 173751 w 709123"/>
                <a:gd name="connsiteY10" fmla="*/ 64407 h 667434"/>
                <a:gd name="connsiteX11" fmla="*/ 457700 w 709123"/>
                <a:gd name="connsiteY11" fmla="*/ 667434 h 667434"/>
                <a:gd name="connsiteX12" fmla="*/ 396581 w 709123"/>
                <a:gd name="connsiteY12" fmla="*/ 647736 h 667434"/>
                <a:gd name="connsiteX13" fmla="*/ 41964 w 709123"/>
                <a:gd name="connsiteY13" fmla="*/ 385937 h 667434"/>
                <a:gd name="connsiteX14" fmla="*/ 24774 w 709123"/>
                <a:gd name="connsiteY14" fmla="*/ 225172 h 667434"/>
                <a:gd name="connsiteX15" fmla="*/ 154015 w 709123"/>
                <a:gd name="connsiteY15" fmla="*/ 50428 h 667434"/>
                <a:gd name="connsiteX16" fmla="*/ 229141 w 709123"/>
                <a:gd name="connsiteY16" fmla="*/ 2135 h 667434"/>
                <a:gd name="connsiteX17" fmla="*/ 312543 w 709123"/>
                <a:gd name="connsiteY17" fmla="*/ 19927 h 667434"/>
                <a:gd name="connsiteX18" fmla="*/ 667160 w 709123"/>
                <a:gd name="connsiteY18" fmla="*/ 281726 h 667434"/>
                <a:gd name="connsiteX19" fmla="*/ 684350 w 709123"/>
                <a:gd name="connsiteY19" fmla="*/ 442491 h 667434"/>
                <a:gd name="connsiteX20" fmla="*/ 555109 w 709123"/>
                <a:gd name="connsiteY20" fmla="*/ 616600 h 667434"/>
                <a:gd name="connsiteX21" fmla="*/ 479983 w 709123"/>
                <a:gd name="connsiteY21" fmla="*/ 664893 h 667434"/>
                <a:gd name="connsiteX22" fmla="*/ 457700 w 709123"/>
                <a:gd name="connsiteY22" fmla="*/ 667434 h 667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09123" h="667434">
                  <a:moveTo>
                    <a:pt x="173751" y="64407"/>
                  </a:moveTo>
                  <a:lnTo>
                    <a:pt x="44510" y="239152"/>
                  </a:lnTo>
                  <a:cubicBezTo>
                    <a:pt x="13314" y="281090"/>
                    <a:pt x="18407" y="338280"/>
                    <a:pt x="56607" y="365603"/>
                  </a:cubicBezTo>
                  <a:lnTo>
                    <a:pt x="411224" y="627402"/>
                  </a:lnTo>
                  <a:cubicBezTo>
                    <a:pt x="429051" y="640746"/>
                    <a:pt x="451970" y="645830"/>
                    <a:pt x="475526" y="640746"/>
                  </a:cubicBezTo>
                  <a:cubicBezTo>
                    <a:pt x="499083" y="636298"/>
                    <a:pt x="520729" y="622319"/>
                    <a:pt x="536009" y="601349"/>
                  </a:cubicBezTo>
                  <a:lnTo>
                    <a:pt x="665250" y="426605"/>
                  </a:lnTo>
                  <a:cubicBezTo>
                    <a:pt x="696446" y="384666"/>
                    <a:pt x="691353" y="327477"/>
                    <a:pt x="653154" y="300153"/>
                  </a:cubicBezTo>
                  <a:lnTo>
                    <a:pt x="298536" y="38355"/>
                  </a:lnTo>
                  <a:cubicBezTo>
                    <a:pt x="280710" y="25010"/>
                    <a:pt x="257790" y="19927"/>
                    <a:pt x="234234" y="25010"/>
                  </a:cubicBezTo>
                  <a:cubicBezTo>
                    <a:pt x="210041" y="30094"/>
                    <a:pt x="189031" y="43438"/>
                    <a:pt x="173751" y="64407"/>
                  </a:cubicBezTo>
                  <a:moveTo>
                    <a:pt x="457700" y="667434"/>
                  </a:moveTo>
                  <a:cubicBezTo>
                    <a:pt x="435417" y="667434"/>
                    <a:pt x="414407" y="660445"/>
                    <a:pt x="396581" y="647736"/>
                  </a:cubicBezTo>
                  <a:lnTo>
                    <a:pt x="41964" y="385937"/>
                  </a:lnTo>
                  <a:cubicBezTo>
                    <a:pt x="-6422" y="350353"/>
                    <a:pt x="-14062" y="277913"/>
                    <a:pt x="24774" y="225172"/>
                  </a:cubicBezTo>
                  <a:lnTo>
                    <a:pt x="154015" y="50428"/>
                  </a:lnTo>
                  <a:cubicBezTo>
                    <a:pt x="173115" y="25010"/>
                    <a:pt x="199854" y="7854"/>
                    <a:pt x="229141" y="2135"/>
                  </a:cubicBezTo>
                  <a:cubicBezTo>
                    <a:pt x="259063" y="-3584"/>
                    <a:pt x="288986" y="2135"/>
                    <a:pt x="312543" y="19927"/>
                  </a:cubicBezTo>
                  <a:lnTo>
                    <a:pt x="667160" y="281726"/>
                  </a:lnTo>
                  <a:cubicBezTo>
                    <a:pt x="715546" y="317310"/>
                    <a:pt x="723186" y="389750"/>
                    <a:pt x="684350" y="442491"/>
                  </a:cubicBezTo>
                  <a:lnTo>
                    <a:pt x="555109" y="616600"/>
                  </a:lnTo>
                  <a:cubicBezTo>
                    <a:pt x="536009" y="642017"/>
                    <a:pt x="509269" y="659174"/>
                    <a:pt x="479983" y="664893"/>
                  </a:cubicBezTo>
                  <a:cubicBezTo>
                    <a:pt x="472343" y="666163"/>
                    <a:pt x="464703" y="667434"/>
                    <a:pt x="457700" y="667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FBD8D0E4-B765-951C-D993-8ECA9B000403}"/>
                </a:ext>
              </a:extLst>
            </p:cNvPr>
            <p:cNvSpPr/>
            <p:nvPr/>
          </p:nvSpPr>
          <p:spPr>
            <a:xfrm>
              <a:off x="508347" y="4602065"/>
              <a:ext cx="42063" cy="41226"/>
            </a:xfrm>
            <a:custGeom>
              <a:avLst/>
              <a:gdLst>
                <a:gd name="connsiteX0" fmla="*/ 20933 w 42063"/>
                <a:gd name="connsiteY0" fmla="*/ 41227 h 41226"/>
                <a:gd name="connsiteX1" fmla="*/ 5016 w 42063"/>
                <a:gd name="connsiteY1" fmla="*/ 34237 h 41226"/>
                <a:gd name="connsiteX2" fmla="*/ 7563 w 42063"/>
                <a:gd name="connsiteY2" fmla="*/ 5007 h 41226"/>
                <a:gd name="connsiteX3" fmla="*/ 36849 w 42063"/>
                <a:gd name="connsiteY3" fmla="*/ 7549 h 41226"/>
                <a:gd name="connsiteX4" fmla="*/ 41943 w 42063"/>
                <a:gd name="connsiteY4" fmla="*/ 22799 h 41226"/>
                <a:gd name="connsiteX5" fmla="*/ 34939 w 42063"/>
                <a:gd name="connsiteY5" fmla="*/ 36779 h 41226"/>
                <a:gd name="connsiteX6" fmla="*/ 20933 w 42063"/>
                <a:gd name="connsiteY6" fmla="*/ 41227 h 41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063" h="41226">
                  <a:moveTo>
                    <a:pt x="20933" y="41227"/>
                  </a:moveTo>
                  <a:cubicBezTo>
                    <a:pt x="15203" y="41227"/>
                    <a:pt x="8836" y="38685"/>
                    <a:pt x="5016" y="34237"/>
                  </a:cubicBezTo>
                  <a:cubicBezTo>
                    <a:pt x="-2623" y="25341"/>
                    <a:pt x="-1350" y="11997"/>
                    <a:pt x="7563" y="5007"/>
                  </a:cubicBezTo>
                  <a:cubicBezTo>
                    <a:pt x="16476" y="-2618"/>
                    <a:pt x="29846" y="-1348"/>
                    <a:pt x="36849" y="7549"/>
                  </a:cubicBezTo>
                  <a:cubicBezTo>
                    <a:pt x="40669" y="11997"/>
                    <a:pt x="42579" y="17080"/>
                    <a:pt x="41943" y="22799"/>
                  </a:cubicBezTo>
                  <a:cubicBezTo>
                    <a:pt x="41306" y="28518"/>
                    <a:pt x="38759" y="33601"/>
                    <a:pt x="34939" y="36779"/>
                  </a:cubicBezTo>
                  <a:cubicBezTo>
                    <a:pt x="30483" y="39956"/>
                    <a:pt x="25390" y="41227"/>
                    <a:pt x="20933" y="412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BC096BF-5651-05BE-0C59-D9D1A6C48DA1}"/>
                </a:ext>
              </a:extLst>
            </p:cNvPr>
            <p:cNvSpPr/>
            <p:nvPr/>
          </p:nvSpPr>
          <p:spPr>
            <a:xfrm>
              <a:off x="510817" y="4440665"/>
              <a:ext cx="41503" cy="41862"/>
            </a:xfrm>
            <a:custGeom>
              <a:avLst/>
              <a:gdLst>
                <a:gd name="connsiteX0" fmla="*/ 21010 w 41503"/>
                <a:gd name="connsiteY0" fmla="*/ 41862 h 41862"/>
                <a:gd name="connsiteX1" fmla="*/ 5093 w 41503"/>
                <a:gd name="connsiteY1" fmla="*/ 34237 h 41862"/>
                <a:gd name="connsiteX2" fmla="*/ 0 w 41503"/>
                <a:gd name="connsiteY2" fmla="*/ 18986 h 41862"/>
                <a:gd name="connsiteX3" fmla="*/ 7003 w 41503"/>
                <a:gd name="connsiteY3" fmla="*/ 5007 h 41862"/>
                <a:gd name="connsiteX4" fmla="*/ 36289 w 41503"/>
                <a:gd name="connsiteY4" fmla="*/ 7549 h 41862"/>
                <a:gd name="connsiteX5" fmla="*/ 41383 w 41503"/>
                <a:gd name="connsiteY5" fmla="*/ 22799 h 41862"/>
                <a:gd name="connsiteX6" fmla="*/ 34379 w 41503"/>
                <a:gd name="connsiteY6" fmla="*/ 36779 h 41862"/>
                <a:gd name="connsiteX7" fmla="*/ 21010 w 41503"/>
                <a:gd name="connsiteY7" fmla="*/ 41862 h 4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503" h="41862">
                  <a:moveTo>
                    <a:pt x="21010" y="41862"/>
                  </a:moveTo>
                  <a:cubicBezTo>
                    <a:pt x="15280" y="41862"/>
                    <a:pt x="8913" y="39320"/>
                    <a:pt x="5093" y="34237"/>
                  </a:cubicBezTo>
                  <a:cubicBezTo>
                    <a:pt x="1273" y="29789"/>
                    <a:pt x="0" y="24705"/>
                    <a:pt x="0" y="18986"/>
                  </a:cubicBezTo>
                  <a:cubicBezTo>
                    <a:pt x="637" y="13268"/>
                    <a:pt x="3183" y="8184"/>
                    <a:pt x="7003" y="5007"/>
                  </a:cubicBezTo>
                  <a:cubicBezTo>
                    <a:pt x="15916" y="-2618"/>
                    <a:pt x="29286" y="-1347"/>
                    <a:pt x="36289" y="7549"/>
                  </a:cubicBezTo>
                  <a:cubicBezTo>
                    <a:pt x="40109" y="11997"/>
                    <a:pt x="42019" y="17080"/>
                    <a:pt x="41383" y="22799"/>
                  </a:cubicBezTo>
                  <a:cubicBezTo>
                    <a:pt x="40746" y="28518"/>
                    <a:pt x="38199" y="33601"/>
                    <a:pt x="34379" y="36779"/>
                  </a:cubicBezTo>
                  <a:cubicBezTo>
                    <a:pt x="30559" y="39956"/>
                    <a:pt x="25466" y="41862"/>
                    <a:pt x="21010" y="4186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0CF3BB2B-95AB-8F18-0DB5-3ED5EC330262}"/>
                </a:ext>
              </a:extLst>
            </p:cNvPr>
            <p:cNvSpPr/>
            <p:nvPr/>
          </p:nvSpPr>
          <p:spPr>
            <a:xfrm>
              <a:off x="666714" y="4601912"/>
              <a:ext cx="283110" cy="297460"/>
            </a:xfrm>
            <a:custGeom>
              <a:avLst/>
              <a:gdLst>
                <a:gd name="connsiteX0" fmla="*/ 134418 w 283110"/>
                <a:gd name="connsiteY0" fmla="*/ 297460 h 297460"/>
                <a:gd name="connsiteX1" fmla="*/ 19183 w 283110"/>
                <a:gd name="connsiteY1" fmla="*/ 256793 h 297460"/>
                <a:gd name="connsiteX2" fmla="*/ 3904 w 283110"/>
                <a:gd name="connsiteY2" fmla="*/ 244084 h 297460"/>
                <a:gd name="connsiteX3" fmla="*/ 3267 w 283110"/>
                <a:gd name="connsiteY3" fmla="*/ 226927 h 297460"/>
                <a:gd name="connsiteX4" fmla="*/ 20457 w 283110"/>
                <a:gd name="connsiteY4" fmla="*/ 226292 h 297460"/>
                <a:gd name="connsiteX5" fmla="*/ 33826 w 283110"/>
                <a:gd name="connsiteY5" fmla="*/ 237730 h 297460"/>
                <a:gd name="connsiteX6" fmla="*/ 233736 w 283110"/>
                <a:gd name="connsiteY6" fmla="*/ 227563 h 297460"/>
                <a:gd name="connsiteX7" fmla="*/ 256019 w 283110"/>
                <a:gd name="connsiteY7" fmla="*/ 128435 h 297460"/>
                <a:gd name="connsiteX8" fmla="*/ 195537 w 283110"/>
                <a:gd name="connsiteY8" fmla="*/ 31849 h 297460"/>
                <a:gd name="connsiteX9" fmla="*/ 181531 w 283110"/>
                <a:gd name="connsiteY9" fmla="*/ 22317 h 297460"/>
                <a:gd name="connsiteX10" fmla="*/ 177711 w 283110"/>
                <a:gd name="connsiteY10" fmla="*/ 5796 h 297460"/>
                <a:gd name="connsiteX11" fmla="*/ 194264 w 283110"/>
                <a:gd name="connsiteY11" fmla="*/ 1983 h 297460"/>
                <a:gd name="connsiteX12" fmla="*/ 210180 w 283110"/>
                <a:gd name="connsiteY12" fmla="*/ 12786 h 297460"/>
                <a:gd name="connsiteX13" fmla="*/ 280212 w 283110"/>
                <a:gd name="connsiteY13" fmla="*/ 123987 h 297460"/>
                <a:gd name="connsiteX14" fmla="*/ 252836 w 283110"/>
                <a:gd name="connsiteY14" fmla="*/ 242813 h 297460"/>
                <a:gd name="connsiteX15" fmla="*/ 134418 w 283110"/>
                <a:gd name="connsiteY15" fmla="*/ 297460 h 297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3110" h="297460">
                  <a:moveTo>
                    <a:pt x="134418" y="297460"/>
                  </a:moveTo>
                  <a:cubicBezTo>
                    <a:pt x="94945" y="297460"/>
                    <a:pt x="54199" y="284116"/>
                    <a:pt x="19183" y="256793"/>
                  </a:cubicBezTo>
                  <a:cubicBezTo>
                    <a:pt x="14090" y="252980"/>
                    <a:pt x="8997" y="248532"/>
                    <a:pt x="3904" y="244084"/>
                  </a:cubicBezTo>
                  <a:cubicBezTo>
                    <a:pt x="-1190" y="239636"/>
                    <a:pt x="-1190" y="232011"/>
                    <a:pt x="3267" y="226927"/>
                  </a:cubicBezTo>
                  <a:cubicBezTo>
                    <a:pt x="7723" y="221844"/>
                    <a:pt x="15363" y="221844"/>
                    <a:pt x="20457" y="226292"/>
                  </a:cubicBezTo>
                  <a:cubicBezTo>
                    <a:pt x="24913" y="230104"/>
                    <a:pt x="29370" y="233917"/>
                    <a:pt x="33826" y="237730"/>
                  </a:cubicBezTo>
                  <a:cubicBezTo>
                    <a:pt x="99402" y="289200"/>
                    <a:pt x="189170" y="284116"/>
                    <a:pt x="233736" y="227563"/>
                  </a:cubicBezTo>
                  <a:cubicBezTo>
                    <a:pt x="255383" y="200239"/>
                    <a:pt x="263023" y="164655"/>
                    <a:pt x="256019" y="128435"/>
                  </a:cubicBezTo>
                  <a:cubicBezTo>
                    <a:pt x="249016" y="90944"/>
                    <a:pt x="227370" y="56631"/>
                    <a:pt x="195537" y="31849"/>
                  </a:cubicBezTo>
                  <a:cubicBezTo>
                    <a:pt x="191080" y="28672"/>
                    <a:pt x="186624" y="25495"/>
                    <a:pt x="181531" y="22317"/>
                  </a:cubicBezTo>
                  <a:cubicBezTo>
                    <a:pt x="175801" y="18505"/>
                    <a:pt x="173891" y="10880"/>
                    <a:pt x="177711" y="5796"/>
                  </a:cubicBezTo>
                  <a:cubicBezTo>
                    <a:pt x="181531" y="77"/>
                    <a:pt x="189170" y="-1829"/>
                    <a:pt x="194264" y="1983"/>
                  </a:cubicBezTo>
                  <a:cubicBezTo>
                    <a:pt x="199994" y="5161"/>
                    <a:pt x="205087" y="8973"/>
                    <a:pt x="210180" y="12786"/>
                  </a:cubicBezTo>
                  <a:cubicBezTo>
                    <a:pt x="247106" y="41380"/>
                    <a:pt x="271936" y="80777"/>
                    <a:pt x="280212" y="123987"/>
                  </a:cubicBezTo>
                  <a:cubicBezTo>
                    <a:pt x="288489" y="167832"/>
                    <a:pt x="278939" y="209771"/>
                    <a:pt x="252836" y="242813"/>
                  </a:cubicBezTo>
                  <a:cubicBezTo>
                    <a:pt x="224823" y="278397"/>
                    <a:pt x="180894" y="297460"/>
                    <a:pt x="134418" y="2974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471F6F04-E54B-0B00-4161-11B2266A7B64}"/>
                </a:ext>
              </a:extLst>
            </p:cNvPr>
            <p:cNvSpPr/>
            <p:nvPr/>
          </p:nvSpPr>
          <p:spPr>
            <a:xfrm>
              <a:off x="845197" y="4075375"/>
              <a:ext cx="645298" cy="712796"/>
            </a:xfrm>
            <a:custGeom>
              <a:avLst/>
              <a:gdLst>
                <a:gd name="connsiteX0" fmla="*/ 260894 w 645298"/>
                <a:gd name="connsiteY0" fmla="*/ 38600 h 712796"/>
                <a:gd name="connsiteX1" fmla="*/ 73717 w 645298"/>
                <a:gd name="connsiteY1" fmla="*/ 148531 h 712796"/>
                <a:gd name="connsiteX2" fmla="*/ 28514 w 645298"/>
                <a:gd name="connsiteY2" fmla="*/ 204449 h 712796"/>
                <a:gd name="connsiteX3" fmla="*/ 35517 w 645298"/>
                <a:gd name="connsiteY3" fmla="*/ 269898 h 712796"/>
                <a:gd name="connsiteX4" fmla="*/ 259621 w 645298"/>
                <a:gd name="connsiteY4" fmla="*/ 649253 h 712796"/>
                <a:gd name="connsiteX5" fmla="*/ 384405 w 645298"/>
                <a:gd name="connsiteY5" fmla="*/ 674035 h 712796"/>
                <a:gd name="connsiteX6" fmla="*/ 572219 w 645298"/>
                <a:gd name="connsiteY6" fmla="*/ 564105 h 712796"/>
                <a:gd name="connsiteX7" fmla="*/ 617421 w 645298"/>
                <a:gd name="connsiteY7" fmla="*/ 508186 h 712796"/>
                <a:gd name="connsiteX8" fmla="*/ 610418 w 645298"/>
                <a:gd name="connsiteY8" fmla="*/ 442737 h 712796"/>
                <a:gd name="connsiteX9" fmla="*/ 386315 w 645298"/>
                <a:gd name="connsiteY9" fmla="*/ 63382 h 712796"/>
                <a:gd name="connsiteX10" fmla="*/ 260894 w 645298"/>
                <a:gd name="connsiteY10" fmla="*/ 38600 h 712796"/>
                <a:gd name="connsiteX11" fmla="*/ 332199 w 645298"/>
                <a:gd name="connsiteY11" fmla="*/ 712796 h 712796"/>
                <a:gd name="connsiteX12" fmla="*/ 237974 w 645298"/>
                <a:gd name="connsiteY12" fmla="*/ 661326 h 712796"/>
                <a:gd name="connsiteX13" fmla="*/ 13871 w 645298"/>
                <a:gd name="connsiteY13" fmla="*/ 281972 h 712796"/>
                <a:gd name="connsiteX14" fmla="*/ 4958 w 645298"/>
                <a:gd name="connsiteY14" fmla="*/ 197459 h 712796"/>
                <a:gd name="connsiteX15" fmla="*/ 60984 w 645298"/>
                <a:gd name="connsiteY15" fmla="*/ 127561 h 712796"/>
                <a:gd name="connsiteX16" fmla="*/ 248797 w 645298"/>
                <a:gd name="connsiteY16" fmla="*/ 17631 h 712796"/>
                <a:gd name="connsiteX17" fmla="*/ 407325 w 645298"/>
                <a:gd name="connsiteY17" fmla="*/ 51309 h 712796"/>
                <a:gd name="connsiteX18" fmla="*/ 631428 w 645298"/>
                <a:gd name="connsiteY18" fmla="*/ 430663 h 712796"/>
                <a:gd name="connsiteX19" fmla="*/ 640341 w 645298"/>
                <a:gd name="connsiteY19" fmla="*/ 515176 h 712796"/>
                <a:gd name="connsiteX20" fmla="*/ 584315 w 645298"/>
                <a:gd name="connsiteY20" fmla="*/ 585074 h 712796"/>
                <a:gd name="connsiteX21" fmla="*/ 396502 w 645298"/>
                <a:gd name="connsiteY21" fmla="*/ 695004 h 712796"/>
                <a:gd name="connsiteX22" fmla="*/ 332199 w 645298"/>
                <a:gd name="connsiteY22" fmla="*/ 712796 h 71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45298" h="712796">
                  <a:moveTo>
                    <a:pt x="260894" y="38600"/>
                  </a:moveTo>
                  <a:lnTo>
                    <a:pt x="73717" y="148531"/>
                  </a:lnTo>
                  <a:cubicBezTo>
                    <a:pt x="51434" y="161239"/>
                    <a:pt x="35517" y="181573"/>
                    <a:pt x="28514" y="204449"/>
                  </a:cubicBezTo>
                  <a:cubicBezTo>
                    <a:pt x="21511" y="227324"/>
                    <a:pt x="24058" y="250200"/>
                    <a:pt x="35517" y="269898"/>
                  </a:cubicBezTo>
                  <a:lnTo>
                    <a:pt x="259621" y="649253"/>
                  </a:lnTo>
                  <a:cubicBezTo>
                    <a:pt x="283177" y="689285"/>
                    <a:pt x="339203" y="700723"/>
                    <a:pt x="384405" y="674035"/>
                  </a:cubicBezTo>
                  <a:lnTo>
                    <a:pt x="572219" y="564105"/>
                  </a:lnTo>
                  <a:cubicBezTo>
                    <a:pt x="594502" y="551396"/>
                    <a:pt x="610418" y="531062"/>
                    <a:pt x="617421" y="508186"/>
                  </a:cubicBezTo>
                  <a:cubicBezTo>
                    <a:pt x="624424" y="485311"/>
                    <a:pt x="621878" y="462435"/>
                    <a:pt x="610418" y="442737"/>
                  </a:cubicBezTo>
                  <a:lnTo>
                    <a:pt x="386315" y="63382"/>
                  </a:lnTo>
                  <a:cubicBezTo>
                    <a:pt x="362122" y="23350"/>
                    <a:pt x="306096" y="11912"/>
                    <a:pt x="260894" y="38600"/>
                  </a:cubicBezTo>
                  <a:moveTo>
                    <a:pt x="332199" y="712796"/>
                  </a:moveTo>
                  <a:cubicBezTo>
                    <a:pt x="294000" y="712796"/>
                    <a:pt x="257711" y="694369"/>
                    <a:pt x="237974" y="661326"/>
                  </a:cubicBezTo>
                  <a:lnTo>
                    <a:pt x="13871" y="281972"/>
                  </a:lnTo>
                  <a:cubicBezTo>
                    <a:pt x="-772" y="256554"/>
                    <a:pt x="-3955" y="226689"/>
                    <a:pt x="4958" y="197459"/>
                  </a:cubicBezTo>
                  <a:cubicBezTo>
                    <a:pt x="13871" y="168229"/>
                    <a:pt x="34244" y="144083"/>
                    <a:pt x="60984" y="127561"/>
                  </a:cubicBezTo>
                  <a:lnTo>
                    <a:pt x="248797" y="17631"/>
                  </a:lnTo>
                  <a:cubicBezTo>
                    <a:pt x="305460" y="-15411"/>
                    <a:pt x="376765" y="-796"/>
                    <a:pt x="407325" y="51309"/>
                  </a:cubicBezTo>
                  <a:lnTo>
                    <a:pt x="631428" y="430663"/>
                  </a:lnTo>
                  <a:cubicBezTo>
                    <a:pt x="646071" y="456081"/>
                    <a:pt x="649254" y="485946"/>
                    <a:pt x="640341" y="515176"/>
                  </a:cubicBezTo>
                  <a:cubicBezTo>
                    <a:pt x="631428" y="544406"/>
                    <a:pt x="611055" y="568553"/>
                    <a:pt x="584315" y="585074"/>
                  </a:cubicBezTo>
                  <a:lnTo>
                    <a:pt x="396502" y="695004"/>
                  </a:lnTo>
                  <a:cubicBezTo>
                    <a:pt x="376129" y="707077"/>
                    <a:pt x="353846" y="712796"/>
                    <a:pt x="332199" y="7127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523432FD-203F-BE14-7664-3355D6968905}"/>
                </a:ext>
              </a:extLst>
            </p:cNvPr>
            <p:cNvSpPr/>
            <p:nvPr/>
          </p:nvSpPr>
          <p:spPr>
            <a:xfrm>
              <a:off x="1175366" y="4489396"/>
              <a:ext cx="41537" cy="41423"/>
            </a:xfrm>
            <a:custGeom>
              <a:avLst/>
              <a:gdLst>
                <a:gd name="connsiteX0" fmla="*/ 20494 w 41537"/>
                <a:gd name="connsiteY0" fmla="*/ 41424 h 41423"/>
                <a:gd name="connsiteX1" fmla="*/ 7124 w 41537"/>
                <a:gd name="connsiteY1" fmla="*/ 36340 h 41423"/>
                <a:gd name="connsiteX2" fmla="*/ 121 w 41537"/>
                <a:gd name="connsiteY2" fmla="*/ 22361 h 41423"/>
                <a:gd name="connsiteX3" fmla="*/ 5214 w 41537"/>
                <a:gd name="connsiteY3" fmla="*/ 7110 h 41423"/>
                <a:gd name="connsiteX4" fmla="*/ 19220 w 41537"/>
                <a:gd name="connsiteY4" fmla="*/ 120 h 41423"/>
                <a:gd name="connsiteX5" fmla="*/ 34500 w 41537"/>
                <a:gd name="connsiteY5" fmla="*/ 5204 h 41423"/>
                <a:gd name="connsiteX6" fmla="*/ 41503 w 41537"/>
                <a:gd name="connsiteY6" fmla="*/ 19183 h 41423"/>
                <a:gd name="connsiteX7" fmla="*/ 22404 w 41537"/>
                <a:gd name="connsiteY7" fmla="*/ 41424 h 41423"/>
                <a:gd name="connsiteX8" fmla="*/ 20494 w 41537"/>
                <a:gd name="connsiteY8" fmla="*/ 41424 h 4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537" h="41423">
                  <a:moveTo>
                    <a:pt x="20494" y="41424"/>
                  </a:moveTo>
                  <a:cubicBezTo>
                    <a:pt x="15400" y="41424"/>
                    <a:pt x="10944" y="39517"/>
                    <a:pt x="7124" y="36340"/>
                  </a:cubicBezTo>
                  <a:cubicBezTo>
                    <a:pt x="2667" y="32528"/>
                    <a:pt x="121" y="27444"/>
                    <a:pt x="121" y="22361"/>
                  </a:cubicBezTo>
                  <a:cubicBezTo>
                    <a:pt x="-516" y="16642"/>
                    <a:pt x="1394" y="11558"/>
                    <a:pt x="5214" y="7110"/>
                  </a:cubicBezTo>
                  <a:cubicBezTo>
                    <a:pt x="9034" y="2662"/>
                    <a:pt x="14127" y="120"/>
                    <a:pt x="19220" y="120"/>
                  </a:cubicBezTo>
                  <a:cubicBezTo>
                    <a:pt x="24950" y="-515"/>
                    <a:pt x="30043" y="1391"/>
                    <a:pt x="34500" y="5204"/>
                  </a:cubicBezTo>
                  <a:cubicBezTo>
                    <a:pt x="38957" y="9017"/>
                    <a:pt x="41503" y="14100"/>
                    <a:pt x="41503" y="19183"/>
                  </a:cubicBezTo>
                  <a:cubicBezTo>
                    <a:pt x="42140" y="30621"/>
                    <a:pt x="33863" y="40788"/>
                    <a:pt x="22404" y="41424"/>
                  </a:cubicBezTo>
                  <a:lnTo>
                    <a:pt x="20494" y="41424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8632A6D4-2BC4-4548-B2B7-1485FDED1C84}"/>
                </a:ext>
              </a:extLst>
            </p:cNvPr>
            <p:cNvSpPr/>
            <p:nvPr/>
          </p:nvSpPr>
          <p:spPr>
            <a:xfrm>
              <a:off x="1118153" y="4338885"/>
              <a:ext cx="41451" cy="41337"/>
            </a:xfrm>
            <a:custGeom>
              <a:avLst/>
              <a:gdLst>
                <a:gd name="connsiteX0" fmla="*/ 21044 w 41451"/>
                <a:gd name="connsiteY0" fmla="*/ 41338 h 41337"/>
                <a:gd name="connsiteX1" fmla="*/ 34 w 41451"/>
                <a:gd name="connsiteY1" fmla="*/ 22274 h 41337"/>
                <a:gd name="connsiteX2" fmla="*/ 19134 w 41451"/>
                <a:gd name="connsiteY2" fmla="*/ 34 h 41337"/>
                <a:gd name="connsiteX3" fmla="*/ 41417 w 41451"/>
                <a:gd name="connsiteY3" fmla="*/ 19097 h 41337"/>
                <a:gd name="connsiteX4" fmla="*/ 22317 w 41451"/>
                <a:gd name="connsiteY4" fmla="*/ 41338 h 41337"/>
                <a:gd name="connsiteX5" fmla="*/ 21044 w 41451"/>
                <a:gd name="connsiteY5" fmla="*/ 41338 h 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451" h="41337">
                  <a:moveTo>
                    <a:pt x="21044" y="41338"/>
                  </a:moveTo>
                  <a:cubicBezTo>
                    <a:pt x="10221" y="41338"/>
                    <a:pt x="1308" y="33077"/>
                    <a:pt x="34" y="22274"/>
                  </a:cubicBezTo>
                  <a:cubicBezTo>
                    <a:pt x="-602" y="10837"/>
                    <a:pt x="7674" y="670"/>
                    <a:pt x="19134" y="34"/>
                  </a:cubicBezTo>
                  <a:cubicBezTo>
                    <a:pt x="30594" y="-601"/>
                    <a:pt x="40780" y="7660"/>
                    <a:pt x="41417" y="19097"/>
                  </a:cubicBezTo>
                  <a:cubicBezTo>
                    <a:pt x="42054" y="30535"/>
                    <a:pt x="33777" y="40702"/>
                    <a:pt x="22317" y="41338"/>
                  </a:cubicBezTo>
                  <a:lnTo>
                    <a:pt x="21044" y="41338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7F3BE1BC-9DA5-FAB9-7184-94ACDF6BA204}"/>
                </a:ext>
              </a:extLst>
            </p:cNvPr>
            <p:cNvSpPr/>
            <p:nvPr/>
          </p:nvSpPr>
          <p:spPr>
            <a:xfrm>
              <a:off x="830115" y="3968827"/>
              <a:ext cx="306237" cy="267787"/>
            </a:xfrm>
            <a:custGeom>
              <a:avLst/>
              <a:gdLst>
                <a:gd name="connsiteX0" fmla="*/ 44870 w 306237"/>
                <a:gd name="connsiteY0" fmla="*/ 267787 h 267787"/>
                <a:gd name="connsiteX1" fmla="*/ 34683 w 306237"/>
                <a:gd name="connsiteY1" fmla="*/ 262704 h 267787"/>
                <a:gd name="connsiteX2" fmla="*/ 24497 w 306237"/>
                <a:gd name="connsiteY2" fmla="*/ 246182 h 267787"/>
                <a:gd name="connsiteX3" fmla="*/ 75429 w 306237"/>
                <a:gd name="connsiteY3" fmla="*/ 17426 h 267787"/>
                <a:gd name="connsiteX4" fmla="*/ 186844 w 306237"/>
                <a:gd name="connsiteY4" fmla="*/ 5988 h 267787"/>
                <a:gd name="connsiteX5" fmla="*/ 296349 w 306237"/>
                <a:gd name="connsiteY5" fmla="*/ 95584 h 267787"/>
                <a:gd name="connsiteX6" fmla="*/ 305262 w 306237"/>
                <a:gd name="connsiteY6" fmla="*/ 113377 h 267787"/>
                <a:gd name="connsiteX7" fmla="*/ 298895 w 306237"/>
                <a:gd name="connsiteY7" fmla="*/ 129263 h 267787"/>
                <a:gd name="connsiteX8" fmla="*/ 282979 w 306237"/>
                <a:gd name="connsiteY8" fmla="*/ 122908 h 267787"/>
                <a:gd name="connsiteX9" fmla="*/ 275339 w 306237"/>
                <a:gd name="connsiteY9" fmla="*/ 107022 h 267787"/>
                <a:gd name="connsiteX10" fmla="*/ 180477 w 306237"/>
                <a:gd name="connsiteY10" fmla="*/ 28864 h 267787"/>
                <a:gd name="connsiteX11" fmla="*/ 87525 w 306237"/>
                <a:gd name="connsiteY11" fmla="*/ 38395 h 267787"/>
                <a:gd name="connsiteX12" fmla="*/ 46143 w 306237"/>
                <a:gd name="connsiteY12" fmla="*/ 234109 h 267787"/>
                <a:gd name="connsiteX13" fmla="*/ 55056 w 306237"/>
                <a:gd name="connsiteY13" fmla="*/ 248089 h 267787"/>
                <a:gd name="connsiteX14" fmla="*/ 51873 w 306237"/>
                <a:gd name="connsiteY14" fmla="*/ 265245 h 267787"/>
                <a:gd name="connsiteX15" fmla="*/ 44870 w 306237"/>
                <a:gd name="connsiteY15" fmla="*/ 267787 h 267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6237" h="267787">
                  <a:moveTo>
                    <a:pt x="44870" y="267787"/>
                  </a:moveTo>
                  <a:cubicBezTo>
                    <a:pt x="41050" y="267787"/>
                    <a:pt x="37230" y="265881"/>
                    <a:pt x="34683" y="262704"/>
                  </a:cubicBezTo>
                  <a:cubicBezTo>
                    <a:pt x="30863" y="257620"/>
                    <a:pt x="27680" y="251901"/>
                    <a:pt x="24497" y="246182"/>
                  </a:cubicBezTo>
                  <a:cubicBezTo>
                    <a:pt x="-22616" y="161670"/>
                    <a:pt x="304" y="58729"/>
                    <a:pt x="75429" y="17426"/>
                  </a:cubicBezTo>
                  <a:cubicBezTo>
                    <a:pt x="108535" y="-1001"/>
                    <a:pt x="148008" y="-4814"/>
                    <a:pt x="186844" y="5988"/>
                  </a:cubicBezTo>
                  <a:cubicBezTo>
                    <a:pt x="232046" y="18697"/>
                    <a:pt x="272156" y="51740"/>
                    <a:pt x="296349" y="95584"/>
                  </a:cubicBezTo>
                  <a:cubicBezTo>
                    <a:pt x="299532" y="101303"/>
                    <a:pt x="302715" y="107022"/>
                    <a:pt x="305262" y="113377"/>
                  </a:cubicBezTo>
                  <a:cubicBezTo>
                    <a:pt x="307809" y="119731"/>
                    <a:pt x="305262" y="126721"/>
                    <a:pt x="298895" y="129263"/>
                  </a:cubicBezTo>
                  <a:cubicBezTo>
                    <a:pt x="292529" y="131804"/>
                    <a:pt x="285526" y="129263"/>
                    <a:pt x="282979" y="122908"/>
                  </a:cubicBezTo>
                  <a:cubicBezTo>
                    <a:pt x="280432" y="117825"/>
                    <a:pt x="277886" y="112106"/>
                    <a:pt x="275339" y="107022"/>
                  </a:cubicBezTo>
                  <a:cubicBezTo>
                    <a:pt x="254329" y="68896"/>
                    <a:pt x="219313" y="40302"/>
                    <a:pt x="180477" y="28864"/>
                  </a:cubicBezTo>
                  <a:cubicBezTo>
                    <a:pt x="148008" y="19332"/>
                    <a:pt x="114902" y="23145"/>
                    <a:pt x="87525" y="38395"/>
                  </a:cubicBezTo>
                  <a:cubicBezTo>
                    <a:pt x="24497" y="73344"/>
                    <a:pt x="6034" y="161034"/>
                    <a:pt x="46143" y="234109"/>
                  </a:cubicBezTo>
                  <a:cubicBezTo>
                    <a:pt x="48690" y="239193"/>
                    <a:pt x="51873" y="243641"/>
                    <a:pt x="55056" y="248089"/>
                  </a:cubicBezTo>
                  <a:cubicBezTo>
                    <a:pt x="58876" y="253808"/>
                    <a:pt x="57603" y="261433"/>
                    <a:pt x="51873" y="265245"/>
                  </a:cubicBezTo>
                  <a:cubicBezTo>
                    <a:pt x="49963" y="267152"/>
                    <a:pt x="47416" y="267787"/>
                    <a:pt x="44870" y="267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280C9253-8435-8FE1-30A1-A0F08D43A8FC}"/>
                </a:ext>
              </a:extLst>
            </p:cNvPr>
            <p:cNvSpPr/>
            <p:nvPr/>
          </p:nvSpPr>
          <p:spPr>
            <a:xfrm>
              <a:off x="1200613" y="4632852"/>
              <a:ext cx="306237" cy="267790"/>
            </a:xfrm>
            <a:custGeom>
              <a:avLst/>
              <a:gdLst>
                <a:gd name="connsiteX0" fmla="*/ 162050 w 306237"/>
                <a:gd name="connsiteY0" fmla="*/ 267791 h 267790"/>
                <a:gd name="connsiteX1" fmla="*/ 119394 w 306237"/>
                <a:gd name="connsiteY1" fmla="*/ 261436 h 267790"/>
                <a:gd name="connsiteX2" fmla="*/ 9889 w 306237"/>
                <a:gd name="connsiteY2" fmla="*/ 171840 h 267790"/>
                <a:gd name="connsiteX3" fmla="*/ 976 w 306237"/>
                <a:gd name="connsiteY3" fmla="*/ 154048 h 267790"/>
                <a:gd name="connsiteX4" fmla="*/ 7342 w 306237"/>
                <a:gd name="connsiteY4" fmla="*/ 138162 h 267790"/>
                <a:gd name="connsiteX5" fmla="*/ 23259 w 306237"/>
                <a:gd name="connsiteY5" fmla="*/ 144517 h 267790"/>
                <a:gd name="connsiteX6" fmla="*/ 30899 w 306237"/>
                <a:gd name="connsiteY6" fmla="*/ 160402 h 267790"/>
                <a:gd name="connsiteX7" fmla="*/ 125760 w 306237"/>
                <a:gd name="connsiteY7" fmla="*/ 238561 h 267790"/>
                <a:gd name="connsiteX8" fmla="*/ 218712 w 306237"/>
                <a:gd name="connsiteY8" fmla="*/ 229029 h 267790"/>
                <a:gd name="connsiteX9" fmla="*/ 260095 w 306237"/>
                <a:gd name="connsiteY9" fmla="*/ 33316 h 267790"/>
                <a:gd name="connsiteX10" fmla="*/ 251182 w 306237"/>
                <a:gd name="connsiteY10" fmla="*/ 19336 h 267790"/>
                <a:gd name="connsiteX11" fmla="*/ 254365 w 306237"/>
                <a:gd name="connsiteY11" fmla="*/ 2179 h 267790"/>
                <a:gd name="connsiteX12" fmla="*/ 271555 w 306237"/>
                <a:gd name="connsiteY12" fmla="*/ 5357 h 267790"/>
                <a:gd name="connsiteX13" fmla="*/ 281741 w 306237"/>
                <a:gd name="connsiteY13" fmla="*/ 21878 h 267790"/>
                <a:gd name="connsiteX14" fmla="*/ 230809 w 306237"/>
                <a:gd name="connsiteY14" fmla="*/ 250634 h 267790"/>
                <a:gd name="connsiteX15" fmla="*/ 162050 w 306237"/>
                <a:gd name="connsiteY15" fmla="*/ 267791 h 267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6237" h="267790">
                  <a:moveTo>
                    <a:pt x="162050" y="267791"/>
                  </a:moveTo>
                  <a:cubicBezTo>
                    <a:pt x="148043" y="267791"/>
                    <a:pt x="133400" y="265885"/>
                    <a:pt x="119394" y="261436"/>
                  </a:cubicBezTo>
                  <a:cubicBezTo>
                    <a:pt x="74191" y="248728"/>
                    <a:pt x="34082" y="215685"/>
                    <a:pt x="9889" y="171840"/>
                  </a:cubicBezTo>
                  <a:cubicBezTo>
                    <a:pt x="6706" y="166121"/>
                    <a:pt x="3522" y="160402"/>
                    <a:pt x="976" y="154048"/>
                  </a:cubicBezTo>
                  <a:cubicBezTo>
                    <a:pt x="-1571" y="147694"/>
                    <a:pt x="976" y="140704"/>
                    <a:pt x="7342" y="138162"/>
                  </a:cubicBezTo>
                  <a:cubicBezTo>
                    <a:pt x="13709" y="135621"/>
                    <a:pt x="20712" y="138162"/>
                    <a:pt x="23259" y="144517"/>
                  </a:cubicBezTo>
                  <a:cubicBezTo>
                    <a:pt x="25805" y="149600"/>
                    <a:pt x="28352" y="155319"/>
                    <a:pt x="30899" y="160402"/>
                  </a:cubicBezTo>
                  <a:cubicBezTo>
                    <a:pt x="51908" y="198529"/>
                    <a:pt x="86924" y="227123"/>
                    <a:pt x="125760" y="238561"/>
                  </a:cubicBezTo>
                  <a:cubicBezTo>
                    <a:pt x="158230" y="248092"/>
                    <a:pt x="191336" y="244280"/>
                    <a:pt x="218712" y="229029"/>
                  </a:cubicBezTo>
                  <a:cubicBezTo>
                    <a:pt x="281741" y="194080"/>
                    <a:pt x="300204" y="106391"/>
                    <a:pt x="260095" y="33316"/>
                  </a:cubicBezTo>
                  <a:cubicBezTo>
                    <a:pt x="257548" y="28232"/>
                    <a:pt x="254365" y="23784"/>
                    <a:pt x="251182" y="19336"/>
                  </a:cubicBezTo>
                  <a:cubicBezTo>
                    <a:pt x="247362" y="13617"/>
                    <a:pt x="248635" y="5992"/>
                    <a:pt x="254365" y="2179"/>
                  </a:cubicBezTo>
                  <a:cubicBezTo>
                    <a:pt x="260095" y="-1633"/>
                    <a:pt x="267735" y="-362"/>
                    <a:pt x="271555" y="5357"/>
                  </a:cubicBezTo>
                  <a:cubicBezTo>
                    <a:pt x="275375" y="10440"/>
                    <a:pt x="278558" y="16159"/>
                    <a:pt x="281741" y="21878"/>
                  </a:cubicBezTo>
                  <a:cubicBezTo>
                    <a:pt x="328854" y="106391"/>
                    <a:pt x="305934" y="209331"/>
                    <a:pt x="230809" y="250634"/>
                  </a:cubicBezTo>
                  <a:cubicBezTo>
                    <a:pt x="209799" y="262072"/>
                    <a:pt x="186243" y="267791"/>
                    <a:pt x="162050" y="2677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A34F0AC5-F1D3-B7C5-9056-8BD4AD38BF94}"/>
                </a:ext>
              </a:extLst>
            </p:cNvPr>
            <p:cNvSpPr/>
            <p:nvPr/>
          </p:nvSpPr>
          <p:spPr>
            <a:xfrm>
              <a:off x="54620" y="4168853"/>
              <a:ext cx="283747" cy="297788"/>
            </a:xfrm>
            <a:custGeom>
              <a:avLst/>
              <a:gdLst>
                <a:gd name="connsiteX0" fmla="*/ 95213 w 283747"/>
                <a:gd name="connsiteY0" fmla="*/ 297788 h 297788"/>
                <a:gd name="connsiteX1" fmla="*/ 88847 w 283747"/>
                <a:gd name="connsiteY1" fmla="*/ 295882 h 297788"/>
                <a:gd name="connsiteX2" fmla="*/ 72930 w 283747"/>
                <a:gd name="connsiteY2" fmla="*/ 285080 h 297788"/>
                <a:gd name="connsiteX3" fmla="*/ 2898 w 283747"/>
                <a:gd name="connsiteY3" fmla="*/ 173879 h 297788"/>
                <a:gd name="connsiteX4" fmla="*/ 30274 w 283747"/>
                <a:gd name="connsiteY4" fmla="*/ 55052 h 297788"/>
                <a:gd name="connsiteX5" fmla="*/ 264564 w 283747"/>
                <a:gd name="connsiteY5" fmla="*/ 40437 h 297788"/>
                <a:gd name="connsiteX6" fmla="*/ 279844 w 283747"/>
                <a:gd name="connsiteY6" fmla="*/ 53146 h 297788"/>
                <a:gd name="connsiteX7" fmla="*/ 280480 w 283747"/>
                <a:gd name="connsiteY7" fmla="*/ 70303 h 297788"/>
                <a:gd name="connsiteX8" fmla="*/ 263291 w 283747"/>
                <a:gd name="connsiteY8" fmla="*/ 70938 h 297788"/>
                <a:gd name="connsiteX9" fmla="*/ 249921 w 283747"/>
                <a:gd name="connsiteY9" fmla="*/ 59501 h 297788"/>
                <a:gd name="connsiteX10" fmla="*/ 50011 w 283747"/>
                <a:gd name="connsiteY10" fmla="*/ 69667 h 297788"/>
                <a:gd name="connsiteX11" fmla="*/ 27728 w 283747"/>
                <a:gd name="connsiteY11" fmla="*/ 168795 h 297788"/>
                <a:gd name="connsiteX12" fmla="*/ 88210 w 283747"/>
                <a:gd name="connsiteY12" fmla="*/ 265381 h 297788"/>
                <a:gd name="connsiteX13" fmla="*/ 102216 w 283747"/>
                <a:gd name="connsiteY13" fmla="*/ 274913 h 297788"/>
                <a:gd name="connsiteX14" fmla="*/ 106036 w 283747"/>
                <a:gd name="connsiteY14" fmla="*/ 291434 h 297788"/>
                <a:gd name="connsiteX15" fmla="*/ 95213 w 283747"/>
                <a:gd name="connsiteY15" fmla="*/ 297788 h 297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3747" h="297788">
                  <a:moveTo>
                    <a:pt x="95213" y="297788"/>
                  </a:moveTo>
                  <a:cubicBezTo>
                    <a:pt x="92667" y="297788"/>
                    <a:pt x="90757" y="297153"/>
                    <a:pt x="88847" y="295882"/>
                  </a:cubicBezTo>
                  <a:cubicBezTo>
                    <a:pt x="83753" y="292705"/>
                    <a:pt x="78024" y="288892"/>
                    <a:pt x="72930" y="285080"/>
                  </a:cubicBezTo>
                  <a:cubicBezTo>
                    <a:pt x="36004" y="256485"/>
                    <a:pt x="11175" y="217088"/>
                    <a:pt x="2898" y="173879"/>
                  </a:cubicBezTo>
                  <a:cubicBezTo>
                    <a:pt x="-5378" y="130034"/>
                    <a:pt x="4171" y="88095"/>
                    <a:pt x="30274" y="55052"/>
                  </a:cubicBezTo>
                  <a:cubicBezTo>
                    <a:pt x="83117" y="-12304"/>
                    <a:pt x="188165" y="-18658"/>
                    <a:pt x="264564" y="40437"/>
                  </a:cubicBezTo>
                  <a:cubicBezTo>
                    <a:pt x="269657" y="44250"/>
                    <a:pt x="274750" y="48698"/>
                    <a:pt x="279844" y="53146"/>
                  </a:cubicBezTo>
                  <a:cubicBezTo>
                    <a:pt x="284937" y="57594"/>
                    <a:pt x="284937" y="65219"/>
                    <a:pt x="280480" y="70303"/>
                  </a:cubicBezTo>
                  <a:cubicBezTo>
                    <a:pt x="276024" y="75386"/>
                    <a:pt x="268384" y="75386"/>
                    <a:pt x="263291" y="70938"/>
                  </a:cubicBezTo>
                  <a:cubicBezTo>
                    <a:pt x="258834" y="67126"/>
                    <a:pt x="254377" y="63313"/>
                    <a:pt x="249921" y="59501"/>
                  </a:cubicBezTo>
                  <a:cubicBezTo>
                    <a:pt x="184345" y="8030"/>
                    <a:pt x="94577" y="13114"/>
                    <a:pt x="50011" y="69667"/>
                  </a:cubicBezTo>
                  <a:cubicBezTo>
                    <a:pt x="28364" y="96991"/>
                    <a:pt x="20725" y="132575"/>
                    <a:pt x="27728" y="168795"/>
                  </a:cubicBezTo>
                  <a:cubicBezTo>
                    <a:pt x="34731" y="206286"/>
                    <a:pt x="56377" y="240599"/>
                    <a:pt x="88210" y="265381"/>
                  </a:cubicBezTo>
                  <a:cubicBezTo>
                    <a:pt x="92667" y="268558"/>
                    <a:pt x="97123" y="272371"/>
                    <a:pt x="102216" y="274913"/>
                  </a:cubicBezTo>
                  <a:cubicBezTo>
                    <a:pt x="107946" y="278725"/>
                    <a:pt x="109856" y="286350"/>
                    <a:pt x="106036" y="291434"/>
                  </a:cubicBezTo>
                  <a:cubicBezTo>
                    <a:pt x="103490" y="295247"/>
                    <a:pt x="99033" y="297788"/>
                    <a:pt x="95213" y="2977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6791D169-EE3E-C10C-A998-40911E8F2BF6}"/>
                </a:ext>
              </a:extLst>
            </p:cNvPr>
            <p:cNvSpPr/>
            <p:nvPr/>
          </p:nvSpPr>
          <p:spPr>
            <a:xfrm>
              <a:off x="373376" y="4512908"/>
              <a:ext cx="42063" cy="42059"/>
            </a:xfrm>
            <a:custGeom>
              <a:avLst/>
              <a:gdLst>
                <a:gd name="connsiteX0" fmla="*/ 20933 w 42063"/>
                <a:gd name="connsiteY0" fmla="*/ 42059 h 42059"/>
                <a:gd name="connsiteX1" fmla="*/ 5016 w 42063"/>
                <a:gd name="connsiteY1" fmla="*/ 34434 h 42059"/>
                <a:gd name="connsiteX2" fmla="*/ 7563 w 42063"/>
                <a:gd name="connsiteY2" fmla="*/ 5204 h 42059"/>
                <a:gd name="connsiteX3" fmla="*/ 22843 w 42063"/>
                <a:gd name="connsiteY3" fmla="*/ 120 h 42059"/>
                <a:gd name="connsiteX4" fmla="*/ 36849 w 42063"/>
                <a:gd name="connsiteY4" fmla="*/ 7110 h 42059"/>
                <a:gd name="connsiteX5" fmla="*/ 41943 w 42063"/>
                <a:gd name="connsiteY5" fmla="*/ 22361 h 42059"/>
                <a:gd name="connsiteX6" fmla="*/ 34939 w 42063"/>
                <a:gd name="connsiteY6" fmla="*/ 36340 h 42059"/>
                <a:gd name="connsiteX7" fmla="*/ 20933 w 42063"/>
                <a:gd name="connsiteY7" fmla="*/ 42059 h 4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63" h="42059">
                  <a:moveTo>
                    <a:pt x="20933" y="42059"/>
                  </a:moveTo>
                  <a:cubicBezTo>
                    <a:pt x="15203" y="42059"/>
                    <a:pt x="8836" y="39517"/>
                    <a:pt x="5016" y="34434"/>
                  </a:cubicBezTo>
                  <a:cubicBezTo>
                    <a:pt x="-2623" y="25538"/>
                    <a:pt x="-1350" y="12194"/>
                    <a:pt x="7563" y="5204"/>
                  </a:cubicBezTo>
                  <a:cubicBezTo>
                    <a:pt x="12020" y="1391"/>
                    <a:pt x="17113" y="-515"/>
                    <a:pt x="22843" y="120"/>
                  </a:cubicBezTo>
                  <a:cubicBezTo>
                    <a:pt x="28573" y="756"/>
                    <a:pt x="33666" y="3298"/>
                    <a:pt x="36849" y="7110"/>
                  </a:cubicBezTo>
                  <a:cubicBezTo>
                    <a:pt x="40669" y="11558"/>
                    <a:pt x="42579" y="16642"/>
                    <a:pt x="41943" y="22361"/>
                  </a:cubicBezTo>
                  <a:cubicBezTo>
                    <a:pt x="41306" y="28079"/>
                    <a:pt x="38759" y="33163"/>
                    <a:pt x="34939" y="36340"/>
                  </a:cubicBezTo>
                  <a:cubicBezTo>
                    <a:pt x="31119" y="40788"/>
                    <a:pt x="26026" y="42059"/>
                    <a:pt x="20933" y="420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196AA8E4-FEFE-00D0-C1ED-C82EF03A5F28}"/>
                </a:ext>
              </a:extLst>
            </p:cNvPr>
            <p:cNvSpPr/>
            <p:nvPr/>
          </p:nvSpPr>
          <p:spPr>
            <a:xfrm>
              <a:off x="11223829" y="4394837"/>
              <a:ext cx="57984" cy="24146"/>
            </a:xfrm>
            <a:custGeom>
              <a:avLst/>
              <a:gdLst>
                <a:gd name="connsiteX0" fmla="*/ 45840 w 57984"/>
                <a:gd name="connsiteY0" fmla="*/ 24147 h 24146"/>
                <a:gd name="connsiteX1" fmla="*/ 12097 w 57984"/>
                <a:gd name="connsiteY1" fmla="*/ 24147 h 24146"/>
                <a:gd name="connsiteX2" fmla="*/ 0 w 57984"/>
                <a:gd name="connsiteY2" fmla="*/ 12073 h 24146"/>
                <a:gd name="connsiteX3" fmla="*/ 12097 w 57984"/>
                <a:gd name="connsiteY3" fmla="*/ 0 h 24146"/>
                <a:gd name="connsiteX4" fmla="*/ 45840 w 57984"/>
                <a:gd name="connsiteY4" fmla="*/ 0 h 24146"/>
                <a:gd name="connsiteX5" fmla="*/ 57936 w 57984"/>
                <a:gd name="connsiteY5" fmla="*/ 12073 h 24146"/>
                <a:gd name="connsiteX6" fmla="*/ 45840 w 57984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84" h="24146">
                  <a:moveTo>
                    <a:pt x="45840" y="24147"/>
                  </a:moveTo>
                  <a:lnTo>
                    <a:pt x="12097" y="24147"/>
                  </a:lnTo>
                  <a:cubicBezTo>
                    <a:pt x="5094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45840" y="0"/>
                  </a:lnTo>
                  <a:cubicBezTo>
                    <a:pt x="52843" y="0"/>
                    <a:pt x="57936" y="5719"/>
                    <a:pt x="57936" y="12073"/>
                  </a:cubicBezTo>
                  <a:cubicBezTo>
                    <a:pt x="58573" y="19063"/>
                    <a:pt x="52843" y="24147"/>
                    <a:pt x="45840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D5937ED5-416F-96DE-B894-B9B2D0B35B2F}"/>
                </a:ext>
              </a:extLst>
            </p:cNvPr>
            <p:cNvSpPr/>
            <p:nvPr/>
          </p:nvSpPr>
          <p:spPr>
            <a:xfrm>
              <a:off x="11323148" y="4303335"/>
              <a:ext cx="57936" cy="24146"/>
            </a:xfrm>
            <a:custGeom>
              <a:avLst/>
              <a:gdLst>
                <a:gd name="connsiteX0" fmla="*/ 45840 w 57936"/>
                <a:gd name="connsiteY0" fmla="*/ 24147 h 24146"/>
                <a:gd name="connsiteX1" fmla="*/ 12097 w 57936"/>
                <a:gd name="connsiteY1" fmla="*/ 24147 h 24146"/>
                <a:gd name="connsiteX2" fmla="*/ 0 w 57936"/>
                <a:gd name="connsiteY2" fmla="*/ 12073 h 24146"/>
                <a:gd name="connsiteX3" fmla="*/ 12097 w 57936"/>
                <a:gd name="connsiteY3" fmla="*/ 0 h 24146"/>
                <a:gd name="connsiteX4" fmla="*/ 45840 w 57936"/>
                <a:gd name="connsiteY4" fmla="*/ 0 h 24146"/>
                <a:gd name="connsiteX5" fmla="*/ 57936 w 57936"/>
                <a:gd name="connsiteY5" fmla="*/ 12073 h 24146"/>
                <a:gd name="connsiteX6" fmla="*/ 45840 w 57936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6" h="24146">
                  <a:moveTo>
                    <a:pt x="45840" y="24147"/>
                  </a:moveTo>
                  <a:lnTo>
                    <a:pt x="12097" y="24147"/>
                  </a:lnTo>
                  <a:cubicBezTo>
                    <a:pt x="5094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45840" y="0"/>
                  </a:lnTo>
                  <a:cubicBezTo>
                    <a:pt x="52843" y="0"/>
                    <a:pt x="57936" y="5719"/>
                    <a:pt x="57936" y="12073"/>
                  </a:cubicBezTo>
                  <a:cubicBezTo>
                    <a:pt x="57936" y="18428"/>
                    <a:pt x="52843" y="24147"/>
                    <a:pt x="45840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2B33DFD7-49F9-7ECC-62CA-F8ED0C299CE5}"/>
                </a:ext>
              </a:extLst>
            </p:cNvPr>
            <p:cNvSpPr/>
            <p:nvPr/>
          </p:nvSpPr>
          <p:spPr>
            <a:xfrm>
              <a:off x="11422467" y="4394837"/>
              <a:ext cx="57935" cy="24146"/>
            </a:xfrm>
            <a:custGeom>
              <a:avLst/>
              <a:gdLst>
                <a:gd name="connsiteX0" fmla="*/ 45839 w 57935"/>
                <a:gd name="connsiteY0" fmla="*/ 24147 h 24146"/>
                <a:gd name="connsiteX1" fmla="*/ 12096 w 57935"/>
                <a:gd name="connsiteY1" fmla="*/ 24147 h 24146"/>
                <a:gd name="connsiteX2" fmla="*/ 0 w 57935"/>
                <a:gd name="connsiteY2" fmla="*/ 12073 h 24146"/>
                <a:gd name="connsiteX3" fmla="*/ 12096 w 57935"/>
                <a:gd name="connsiteY3" fmla="*/ 0 h 24146"/>
                <a:gd name="connsiteX4" fmla="*/ 45839 w 57935"/>
                <a:gd name="connsiteY4" fmla="*/ 0 h 24146"/>
                <a:gd name="connsiteX5" fmla="*/ 57936 w 57935"/>
                <a:gd name="connsiteY5" fmla="*/ 12073 h 24146"/>
                <a:gd name="connsiteX6" fmla="*/ 45839 w 579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5" h="24146">
                  <a:moveTo>
                    <a:pt x="45839" y="24147"/>
                  </a:moveTo>
                  <a:lnTo>
                    <a:pt x="12096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29" y="0"/>
                    <a:pt x="12096" y="0"/>
                  </a:cubicBezTo>
                  <a:lnTo>
                    <a:pt x="45839" y="0"/>
                  </a:lnTo>
                  <a:cubicBezTo>
                    <a:pt x="52842" y="0"/>
                    <a:pt x="57936" y="5719"/>
                    <a:pt x="57936" y="12073"/>
                  </a:cubicBezTo>
                  <a:cubicBezTo>
                    <a:pt x="57936" y="19063"/>
                    <a:pt x="52205" y="24147"/>
                    <a:pt x="45839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AFAAF997-096E-DC95-F97F-B3DBCDF17C48}"/>
                </a:ext>
              </a:extLst>
            </p:cNvPr>
            <p:cNvSpPr/>
            <p:nvPr/>
          </p:nvSpPr>
          <p:spPr>
            <a:xfrm>
              <a:off x="11521148" y="4303335"/>
              <a:ext cx="57935" cy="24146"/>
            </a:xfrm>
            <a:custGeom>
              <a:avLst/>
              <a:gdLst>
                <a:gd name="connsiteX0" fmla="*/ 45839 w 57935"/>
                <a:gd name="connsiteY0" fmla="*/ 24147 h 24146"/>
                <a:gd name="connsiteX1" fmla="*/ 12096 w 57935"/>
                <a:gd name="connsiteY1" fmla="*/ 24147 h 24146"/>
                <a:gd name="connsiteX2" fmla="*/ 0 w 57935"/>
                <a:gd name="connsiteY2" fmla="*/ 12073 h 24146"/>
                <a:gd name="connsiteX3" fmla="*/ 12096 w 57935"/>
                <a:gd name="connsiteY3" fmla="*/ 0 h 24146"/>
                <a:gd name="connsiteX4" fmla="*/ 45839 w 57935"/>
                <a:gd name="connsiteY4" fmla="*/ 0 h 24146"/>
                <a:gd name="connsiteX5" fmla="*/ 57936 w 57935"/>
                <a:gd name="connsiteY5" fmla="*/ 12073 h 24146"/>
                <a:gd name="connsiteX6" fmla="*/ 45839 w 579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5" h="24146">
                  <a:moveTo>
                    <a:pt x="45839" y="24147"/>
                  </a:moveTo>
                  <a:lnTo>
                    <a:pt x="12096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29" y="0"/>
                    <a:pt x="12096" y="0"/>
                  </a:cubicBezTo>
                  <a:lnTo>
                    <a:pt x="45839" y="0"/>
                  </a:lnTo>
                  <a:cubicBezTo>
                    <a:pt x="52842" y="0"/>
                    <a:pt x="57936" y="5719"/>
                    <a:pt x="57936" y="12073"/>
                  </a:cubicBezTo>
                  <a:cubicBezTo>
                    <a:pt x="57936" y="18428"/>
                    <a:pt x="52842" y="24147"/>
                    <a:pt x="45839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2305AB57-08DE-3989-603A-008DD6AEF861}"/>
                </a:ext>
              </a:extLst>
            </p:cNvPr>
            <p:cNvSpPr/>
            <p:nvPr/>
          </p:nvSpPr>
          <p:spPr>
            <a:xfrm>
              <a:off x="11620467" y="4394837"/>
              <a:ext cx="57935" cy="24146"/>
            </a:xfrm>
            <a:custGeom>
              <a:avLst/>
              <a:gdLst>
                <a:gd name="connsiteX0" fmla="*/ 45839 w 57935"/>
                <a:gd name="connsiteY0" fmla="*/ 24147 h 24146"/>
                <a:gd name="connsiteX1" fmla="*/ 12097 w 57935"/>
                <a:gd name="connsiteY1" fmla="*/ 24147 h 24146"/>
                <a:gd name="connsiteX2" fmla="*/ 0 w 57935"/>
                <a:gd name="connsiteY2" fmla="*/ 12073 h 24146"/>
                <a:gd name="connsiteX3" fmla="*/ 12097 w 57935"/>
                <a:gd name="connsiteY3" fmla="*/ 0 h 24146"/>
                <a:gd name="connsiteX4" fmla="*/ 45839 w 57935"/>
                <a:gd name="connsiteY4" fmla="*/ 0 h 24146"/>
                <a:gd name="connsiteX5" fmla="*/ 57936 w 57935"/>
                <a:gd name="connsiteY5" fmla="*/ 12073 h 24146"/>
                <a:gd name="connsiteX6" fmla="*/ 45839 w 579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5" h="24146">
                  <a:moveTo>
                    <a:pt x="45839" y="24147"/>
                  </a:moveTo>
                  <a:lnTo>
                    <a:pt x="12097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45839" y="0"/>
                  </a:lnTo>
                  <a:cubicBezTo>
                    <a:pt x="52842" y="0"/>
                    <a:pt x="57936" y="5719"/>
                    <a:pt x="57936" y="12073"/>
                  </a:cubicBezTo>
                  <a:cubicBezTo>
                    <a:pt x="57936" y="19063"/>
                    <a:pt x="52842" y="24147"/>
                    <a:pt x="45839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CD149875-6C7B-544D-5F47-4EB02B6BE99C}"/>
                </a:ext>
              </a:extLst>
            </p:cNvPr>
            <p:cNvSpPr/>
            <p:nvPr/>
          </p:nvSpPr>
          <p:spPr>
            <a:xfrm>
              <a:off x="10788994" y="4622269"/>
              <a:ext cx="1325517" cy="509036"/>
            </a:xfrm>
            <a:custGeom>
              <a:avLst/>
              <a:gdLst>
                <a:gd name="connsiteX0" fmla="*/ 970901 w 1325517"/>
                <a:gd name="connsiteY0" fmla="*/ 509036 h 509036"/>
                <a:gd name="connsiteX1" fmla="*/ 353344 w 1325517"/>
                <a:gd name="connsiteY1" fmla="*/ 509036 h 509036"/>
                <a:gd name="connsiteX2" fmla="*/ 349524 w 1325517"/>
                <a:gd name="connsiteY2" fmla="*/ 508401 h 509036"/>
                <a:gd name="connsiteX3" fmla="*/ 0 w 1325517"/>
                <a:gd name="connsiteY3" fmla="*/ 12762 h 509036"/>
                <a:gd name="connsiteX4" fmla="*/ 11459 w 1325517"/>
                <a:gd name="connsiteY4" fmla="*/ 54 h 509036"/>
                <a:gd name="connsiteX5" fmla="*/ 24192 w 1325517"/>
                <a:gd name="connsiteY5" fmla="*/ 11491 h 509036"/>
                <a:gd name="connsiteX6" fmla="*/ 355890 w 1325517"/>
                <a:gd name="connsiteY6" fmla="*/ 484254 h 509036"/>
                <a:gd name="connsiteX7" fmla="*/ 968990 w 1325517"/>
                <a:gd name="connsiteY7" fmla="*/ 484254 h 509036"/>
                <a:gd name="connsiteX8" fmla="*/ 1300688 w 1325517"/>
                <a:gd name="connsiteY8" fmla="*/ 11491 h 509036"/>
                <a:gd name="connsiteX9" fmla="*/ 1313421 w 1325517"/>
                <a:gd name="connsiteY9" fmla="*/ 54 h 509036"/>
                <a:gd name="connsiteX10" fmla="*/ 1325518 w 1325517"/>
                <a:gd name="connsiteY10" fmla="*/ 12762 h 509036"/>
                <a:gd name="connsiteX11" fmla="*/ 975993 w 1325517"/>
                <a:gd name="connsiteY11" fmla="*/ 508401 h 509036"/>
                <a:gd name="connsiteX12" fmla="*/ 970901 w 1325517"/>
                <a:gd name="connsiteY12" fmla="*/ 509036 h 509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25517" h="509036">
                  <a:moveTo>
                    <a:pt x="970901" y="509036"/>
                  </a:moveTo>
                  <a:lnTo>
                    <a:pt x="353344" y="509036"/>
                  </a:lnTo>
                  <a:cubicBezTo>
                    <a:pt x="352070" y="509036"/>
                    <a:pt x="350797" y="509036"/>
                    <a:pt x="349524" y="508401"/>
                  </a:cubicBezTo>
                  <a:cubicBezTo>
                    <a:pt x="17189" y="389575"/>
                    <a:pt x="0" y="16575"/>
                    <a:pt x="0" y="12762"/>
                  </a:cubicBezTo>
                  <a:cubicBezTo>
                    <a:pt x="0" y="5773"/>
                    <a:pt x="5093" y="689"/>
                    <a:pt x="11459" y="54"/>
                  </a:cubicBezTo>
                  <a:cubicBezTo>
                    <a:pt x="18462" y="-582"/>
                    <a:pt x="23556" y="5137"/>
                    <a:pt x="24192" y="11491"/>
                  </a:cubicBezTo>
                  <a:cubicBezTo>
                    <a:pt x="24192" y="15304"/>
                    <a:pt x="40745" y="370512"/>
                    <a:pt x="355890" y="484254"/>
                  </a:cubicBezTo>
                  <a:lnTo>
                    <a:pt x="968990" y="484254"/>
                  </a:lnTo>
                  <a:cubicBezTo>
                    <a:pt x="1283499" y="370512"/>
                    <a:pt x="1300688" y="14669"/>
                    <a:pt x="1300688" y="11491"/>
                  </a:cubicBezTo>
                  <a:cubicBezTo>
                    <a:pt x="1300688" y="4502"/>
                    <a:pt x="1306418" y="-582"/>
                    <a:pt x="1313421" y="54"/>
                  </a:cubicBezTo>
                  <a:cubicBezTo>
                    <a:pt x="1320424" y="54"/>
                    <a:pt x="1325518" y="5773"/>
                    <a:pt x="1325518" y="12762"/>
                  </a:cubicBezTo>
                  <a:cubicBezTo>
                    <a:pt x="1325518" y="16575"/>
                    <a:pt x="1308328" y="390210"/>
                    <a:pt x="975993" y="508401"/>
                  </a:cubicBezTo>
                  <a:cubicBezTo>
                    <a:pt x="974084" y="508401"/>
                    <a:pt x="972174" y="509036"/>
                    <a:pt x="970901" y="50903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35CB4256-99A1-708F-E623-BB9066BB07A8}"/>
                </a:ext>
              </a:extLst>
            </p:cNvPr>
            <p:cNvSpPr/>
            <p:nvPr/>
          </p:nvSpPr>
          <p:spPr>
            <a:xfrm>
              <a:off x="10788994" y="4622269"/>
              <a:ext cx="1325517" cy="509036"/>
            </a:xfrm>
            <a:custGeom>
              <a:avLst/>
              <a:gdLst>
                <a:gd name="connsiteX0" fmla="*/ 970901 w 1325517"/>
                <a:gd name="connsiteY0" fmla="*/ 509036 h 509036"/>
                <a:gd name="connsiteX1" fmla="*/ 353344 w 1325517"/>
                <a:gd name="connsiteY1" fmla="*/ 509036 h 509036"/>
                <a:gd name="connsiteX2" fmla="*/ 349524 w 1325517"/>
                <a:gd name="connsiteY2" fmla="*/ 508401 h 509036"/>
                <a:gd name="connsiteX3" fmla="*/ 0 w 1325517"/>
                <a:gd name="connsiteY3" fmla="*/ 12762 h 509036"/>
                <a:gd name="connsiteX4" fmla="*/ 11459 w 1325517"/>
                <a:gd name="connsiteY4" fmla="*/ 54 h 509036"/>
                <a:gd name="connsiteX5" fmla="*/ 24192 w 1325517"/>
                <a:gd name="connsiteY5" fmla="*/ 11491 h 509036"/>
                <a:gd name="connsiteX6" fmla="*/ 355890 w 1325517"/>
                <a:gd name="connsiteY6" fmla="*/ 484254 h 509036"/>
                <a:gd name="connsiteX7" fmla="*/ 968990 w 1325517"/>
                <a:gd name="connsiteY7" fmla="*/ 484254 h 509036"/>
                <a:gd name="connsiteX8" fmla="*/ 1300688 w 1325517"/>
                <a:gd name="connsiteY8" fmla="*/ 11491 h 509036"/>
                <a:gd name="connsiteX9" fmla="*/ 1313421 w 1325517"/>
                <a:gd name="connsiteY9" fmla="*/ 54 h 509036"/>
                <a:gd name="connsiteX10" fmla="*/ 1325518 w 1325517"/>
                <a:gd name="connsiteY10" fmla="*/ 12762 h 509036"/>
                <a:gd name="connsiteX11" fmla="*/ 975993 w 1325517"/>
                <a:gd name="connsiteY11" fmla="*/ 508401 h 509036"/>
                <a:gd name="connsiteX12" fmla="*/ 970901 w 1325517"/>
                <a:gd name="connsiteY12" fmla="*/ 509036 h 509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25517" h="509036">
                  <a:moveTo>
                    <a:pt x="970901" y="509036"/>
                  </a:moveTo>
                  <a:lnTo>
                    <a:pt x="353344" y="509036"/>
                  </a:lnTo>
                  <a:cubicBezTo>
                    <a:pt x="352070" y="509036"/>
                    <a:pt x="350797" y="509036"/>
                    <a:pt x="349524" y="508401"/>
                  </a:cubicBezTo>
                  <a:cubicBezTo>
                    <a:pt x="17189" y="389575"/>
                    <a:pt x="0" y="16575"/>
                    <a:pt x="0" y="12762"/>
                  </a:cubicBezTo>
                  <a:cubicBezTo>
                    <a:pt x="0" y="5773"/>
                    <a:pt x="5093" y="689"/>
                    <a:pt x="11459" y="54"/>
                  </a:cubicBezTo>
                  <a:cubicBezTo>
                    <a:pt x="18462" y="-582"/>
                    <a:pt x="23556" y="5137"/>
                    <a:pt x="24192" y="11491"/>
                  </a:cubicBezTo>
                  <a:cubicBezTo>
                    <a:pt x="24192" y="15304"/>
                    <a:pt x="40745" y="370512"/>
                    <a:pt x="355890" y="484254"/>
                  </a:cubicBezTo>
                  <a:lnTo>
                    <a:pt x="968990" y="484254"/>
                  </a:lnTo>
                  <a:cubicBezTo>
                    <a:pt x="1283499" y="370512"/>
                    <a:pt x="1300688" y="14669"/>
                    <a:pt x="1300688" y="11491"/>
                  </a:cubicBezTo>
                  <a:cubicBezTo>
                    <a:pt x="1300688" y="4502"/>
                    <a:pt x="1306418" y="-582"/>
                    <a:pt x="1313421" y="54"/>
                  </a:cubicBezTo>
                  <a:cubicBezTo>
                    <a:pt x="1320424" y="54"/>
                    <a:pt x="1325518" y="5773"/>
                    <a:pt x="1325518" y="12762"/>
                  </a:cubicBezTo>
                  <a:cubicBezTo>
                    <a:pt x="1325518" y="16575"/>
                    <a:pt x="1308328" y="390210"/>
                    <a:pt x="975993" y="508401"/>
                  </a:cubicBezTo>
                  <a:cubicBezTo>
                    <a:pt x="974084" y="508401"/>
                    <a:pt x="972174" y="509036"/>
                    <a:pt x="970901" y="50903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C48A41A2-3270-E168-6FA2-35A88224EE71}"/>
                </a:ext>
              </a:extLst>
            </p:cNvPr>
            <p:cNvSpPr/>
            <p:nvPr/>
          </p:nvSpPr>
          <p:spPr>
            <a:xfrm>
              <a:off x="11125332" y="5107456"/>
              <a:ext cx="650931" cy="116622"/>
            </a:xfrm>
            <a:custGeom>
              <a:avLst/>
              <a:gdLst>
                <a:gd name="connsiteX0" fmla="*/ 570897 w 650931"/>
                <a:gd name="connsiteY0" fmla="*/ 116623 h 116622"/>
                <a:gd name="connsiteX1" fmla="*/ 81309 w 650931"/>
                <a:gd name="connsiteY1" fmla="*/ 116623 h 116622"/>
                <a:gd name="connsiteX2" fmla="*/ 15096 w 650931"/>
                <a:gd name="connsiteY2" fmla="*/ 82945 h 116622"/>
                <a:gd name="connsiteX3" fmla="*/ 4273 w 650931"/>
                <a:gd name="connsiteY3" fmla="*/ 11141 h 116622"/>
                <a:gd name="connsiteX4" fmla="*/ 5546 w 650931"/>
                <a:gd name="connsiteY4" fmla="*/ 7328 h 116622"/>
                <a:gd name="connsiteX5" fmla="*/ 21463 w 650931"/>
                <a:gd name="connsiteY5" fmla="*/ 974 h 116622"/>
                <a:gd name="connsiteX6" fmla="*/ 27829 w 650931"/>
                <a:gd name="connsiteY6" fmla="*/ 16860 h 116622"/>
                <a:gd name="connsiteX7" fmla="*/ 27193 w 650931"/>
                <a:gd name="connsiteY7" fmla="*/ 19402 h 116622"/>
                <a:gd name="connsiteX8" fmla="*/ 34832 w 650931"/>
                <a:gd name="connsiteY8" fmla="*/ 68965 h 116622"/>
                <a:gd name="connsiteX9" fmla="*/ 80672 w 650931"/>
                <a:gd name="connsiteY9" fmla="*/ 92477 h 116622"/>
                <a:gd name="connsiteX10" fmla="*/ 570260 w 650931"/>
                <a:gd name="connsiteY10" fmla="*/ 92477 h 116622"/>
                <a:gd name="connsiteX11" fmla="*/ 616100 w 650931"/>
                <a:gd name="connsiteY11" fmla="*/ 68965 h 116622"/>
                <a:gd name="connsiteX12" fmla="*/ 623739 w 650931"/>
                <a:gd name="connsiteY12" fmla="*/ 19402 h 116622"/>
                <a:gd name="connsiteX13" fmla="*/ 623103 w 650931"/>
                <a:gd name="connsiteY13" fmla="*/ 17495 h 116622"/>
                <a:gd name="connsiteX14" fmla="*/ 629469 w 650931"/>
                <a:gd name="connsiteY14" fmla="*/ 1609 h 116622"/>
                <a:gd name="connsiteX15" fmla="*/ 645386 w 650931"/>
                <a:gd name="connsiteY15" fmla="*/ 7964 h 116622"/>
                <a:gd name="connsiteX16" fmla="*/ 646659 w 650931"/>
                <a:gd name="connsiteY16" fmla="*/ 11776 h 116622"/>
                <a:gd name="connsiteX17" fmla="*/ 635836 w 650931"/>
                <a:gd name="connsiteY17" fmla="*/ 83581 h 116622"/>
                <a:gd name="connsiteX18" fmla="*/ 570897 w 650931"/>
                <a:gd name="connsiteY18" fmla="*/ 116623 h 11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50931" h="116622">
                  <a:moveTo>
                    <a:pt x="570897" y="116623"/>
                  </a:moveTo>
                  <a:lnTo>
                    <a:pt x="81309" y="116623"/>
                  </a:lnTo>
                  <a:cubicBezTo>
                    <a:pt x="55206" y="116623"/>
                    <a:pt x="30376" y="103914"/>
                    <a:pt x="15096" y="82945"/>
                  </a:cubicBezTo>
                  <a:cubicBezTo>
                    <a:pt x="-184" y="61976"/>
                    <a:pt x="-4004" y="35287"/>
                    <a:pt x="4273" y="11141"/>
                  </a:cubicBezTo>
                  <a:cubicBezTo>
                    <a:pt x="4910" y="8599"/>
                    <a:pt x="5546" y="7328"/>
                    <a:pt x="5546" y="7328"/>
                  </a:cubicBezTo>
                  <a:cubicBezTo>
                    <a:pt x="8093" y="974"/>
                    <a:pt x="15096" y="-1568"/>
                    <a:pt x="21463" y="974"/>
                  </a:cubicBezTo>
                  <a:cubicBezTo>
                    <a:pt x="27829" y="3516"/>
                    <a:pt x="30376" y="10506"/>
                    <a:pt x="27829" y="16860"/>
                  </a:cubicBezTo>
                  <a:cubicBezTo>
                    <a:pt x="27829" y="16860"/>
                    <a:pt x="27193" y="17495"/>
                    <a:pt x="27193" y="19402"/>
                  </a:cubicBezTo>
                  <a:cubicBezTo>
                    <a:pt x="21463" y="36558"/>
                    <a:pt x="24009" y="54351"/>
                    <a:pt x="34832" y="68965"/>
                  </a:cubicBezTo>
                  <a:cubicBezTo>
                    <a:pt x="45656" y="84216"/>
                    <a:pt x="62209" y="92477"/>
                    <a:pt x="80672" y="92477"/>
                  </a:cubicBezTo>
                  <a:lnTo>
                    <a:pt x="570260" y="92477"/>
                  </a:lnTo>
                  <a:cubicBezTo>
                    <a:pt x="588723" y="92477"/>
                    <a:pt x="605913" y="83581"/>
                    <a:pt x="616100" y="68965"/>
                  </a:cubicBezTo>
                  <a:cubicBezTo>
                    <a:pt x="626923" y="54351"/>
                    <a:pt x="629469" y="35923"/>
                    <a:pt x="623739" y="19402"/>
                  </a:cubicBezTo>
                  <a:cubicBezTo>
                    <a:pt x="623103" y="18131"/>
                    <a:pt x="623103" y="17495"/>
                    <a:pt x="623103" y="17495"/>
                  </a:cubicBezTo>
                  <a:cubicBezTo>
                    <a:pt x="620556" y="11141"/>
                    <a:pt x="623103" y="4151"/>
                    <a:pt x="629469" y="1609"/>
                  </a:cubicBezTo>
                  <a:cubicBezTo>
                    <a:pt x="635836" y="-932"/>
                    <a:pt x="642839" y="1609"/>
                    <a:pt x="645386" y="7964"/>
                  </a:cubicBezTo>
                  <a:cubicBezTo>
                    <a:pt x="645386" y="7964"/>
                    <a:pt x="646022" y="9235"/>
                    <a:pt x="646659" y="11776"/>
                  </a:cubicBezTo>
                  <a:cubicBezTo>
                    <a:pt x="654936" y="35923"/>
                    <a:pt x="651116" y="62611"/>
                    <a:pt x="635836" y="83581"/>
                  </a:cubicBezTo>
                  <a:cubicBezTo>
                    <a:pt x="621830" y="103914"/>
                    <a:pt x="597000" y="116623"/>
                    <a:pt x="570897" y="1166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A27B7D03-2301-4415-9F0E-362FC91F9709}"/>
                </a:ext>
              </a:extLst>
            </p:cNvPr>
            <p:cNvSpPr/>
            <p:nvPr/>
          </p:nvSpPr>
          <p:spPr>
            <a:xfrm>
              <a:off x="10832286" y="4120330"/>
              <a:ext cx="1241479" cy="398417"/>
            </a:xfrm>
            <a:custGeom>
              <a:avLst/>
              <a:gdLst>
                <a:gd name="connsiteX0" fmla="*/ 1227473 w 1241479"/>
                <a:gd name="connsiteY0" fmla="*/ 398417 h 398417"/>
                <a:gd name="connsiteX1" fmla="*/ 1215377 w 1241479"/>
                <a:gd name="connsiteY1" fmla="*/ 386344 h 398417"/>
                <a:gd name="connsiteX2" fmla="*/ 1056213 w 1241479"/>
                <a:gd name="connsiteY2" fmla="*/ 227485 h 398417"/>
                <a:gd name="connsiteX3" fmla="*/ 1035203 w 1241479"/>
                <a:gd name="connsiteY3" fmla="*/ 228756 h 398417"/>
                <a:gd name="connsiteX4" fmla="*/ 1021833 w 1241479"/>
                <a:gd name="connsiteY4" fmla="*/ 218589 h 398417"/>
                <a:gd name="connsiteX5" fmla="*/ 865216 w 1241479"/>
                <a:gd name="connsiteY5" fmla="*/ 87690 h 398417"/>
                <a:gd name="connsiteX6" fmla="*/ 777357 w 1241479"/>
                <a:gd name="connsiteY6" fmla="*/ 113743 h 398417"/>
                <a:gd name="connsiteX7" fmla="*/ 767807 w 1241479"/>
                <a:gd name="connsiteY7" fmla="*/ 115649 h 398417"/>
                <a:gd name="connsiteX8" fmla="*/ 760168 w 1241479"/>
                <a:gd name="connsiteY8" fmla="*/ 109295 h 398417"/>
                <a:gd name="connsiteX9" fmla="*/ 619467 w 1241479"/>
                <a:gd name="connsiteY9" fmla="*/ 24147 h 398417"/>
                <a:gd name="connsiteX10" fmla="*/ 478766 w 1241479"/>
                <a:gd name="connsiteY10" fmla="*/ 109295 h 398417"/>
                <a:gd name="connsiteX11" fmla="*/ 471126 w 1241479"/>
                <a:gd name="connsiteY11" fmla="*/ 115649 h 398417"/>
                <a:gd name="connsiteX12" fmla="*/ 461576 w 1241479"/>
                <a:gd name="connsiteY12" fmla="*/ 113743 h 398417"/>
                <a:gd name="connsiteX13" fmla="*/ 373718 w 1241479"/>
                <a:gd name="connsiteY13" fmla="*/ 87690 h 398417"/>
                <a:gd name="connsiteX14" fmla="*/ 217100 w 1241479"/>
                <a:gd name="connsiteY14" fmla="*/ 218589 h 398417"/>
                <a:gd name="connsiteX15" fmla="*/ 203730 w 1241479"/>
                <a:gd name="connsiteY15" fmla="*/ 228756 h 398417"/>
                <a:gd name="connsiteX16" fmla="*/ 183357 w 1241479"/>
                <a:gd name="connsiteY16" fmla="*/ 227485 h 398417"/>
                <a:gd name="connsiteX17" fmla="*/ 24193 w 1241479"/>
                <a:gd name="connsiteY17" fmla="*/ 386344 h 398417"/>
                <a:gd name="connsiteX18" fmla="*/ 12097 w 1241479"/>
                <a:gd name="connsiteY18" fmla="*/ 398417 h 398417"/>
                <a:gd name="connsiteX19" fmla="*/ 0 w 1241479"/>
                <a:gd name="connsiteY19" fmla="*/ 386344 h 398417"/>
                <a:gd name="connsiteX20" fmla="*/ 183994 w 1241479"/>
                <a:gd name="connsiteY20" fmla="*/ 202703 h 398417"/>
                <a:gd name="connsiteX21" fmla="*/ 196727 w 1241479"/>
                <a:gd name="connsiteY21" fmla="*/ 203339 h 398417"/>
                <a:gd name="connsiteX22" fmla="*/ 374991 w 1241479"/>
                <a:gd name="connsiteY22" fmla="*/ 63543 h 398417"/>
                <a:gd name="connsiteX23" fmla="*/ 464759 w 1241479"/>
                <a:gd name="connsiteY23" fmla="*/ 87054 h 398417"/>
                <a:gd name="connsiteX24" fmla="*/ 620740 w 1241479"/>
                <a:gd name="connsiteY24" fmla="*/ 0 h 398417"/>
                <a:gd name="connsiteX25" fmla="*/ 776720 w 1241479"/>
                <a:gd name="connsiteY25" fmla="*/ 87054 h 398417"/>
                <a:gd name="connsiteX26" fmla="*/ 866489 w 1241479"/>
                <a:gd name="connsiteY26" fmla="*/ 63543 h 398417"/>
                <a:gd name="connsiteX27" fmla="*/ 1044753 w 1241479"/>
                <a:gd name="connsiteY27" fmla="*/ 203339 h 398417"/>
                <a:gd name="connsiteX28" fmla="*/ 1057486 w 1241479"/>
                <a:gd name="connsiteY28" fmla="*/ 202703 h 398417"/>
                <a:gd name="connsiteX29" fmla="*/ 1241479 w 1241479"/>
                <a:gd name="connsiteY29" fmla="*/ 386344 h 398417"/>
                <a:gd name="connsiteX30" fmla="*/ 1227473 w 1241479"/>
                <a:gd name="connsiteY30" fmla="*/ 398417 h 39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41479" h="398417">
                  <a:moveTo>
                    <a:pt x="1227473" y="398417"/>
                  </a:moveTo>
                  <a:cubicBezTo>
                    <a:pt x="1220470" y="398417"/>
                    <a:pt x="1215377" y="392698"/>
                    <a:pt x="1215377" y="386344"/>
                  </a:cubicBezTo>
                  <a:cubicBezTo>
                    <a:pt x="1215377" y="298654"/>
                    <a:pt x="1144072" y="227485"/>
                    <a:pt x="1056213" y="227485"/>
                  </a:cubicBezTo>
                  <a:cubicBezTo>
                    <a:pt x="1049846" y="227485"/>
                    <a:pt x="1043480" y="228121"/>
                    <a:pt x="1035203" y="228756"/>
                  </a:cubicBezTo>
                  <a:cubicBezTo>
                    <a:pt x="1028836" y="229392"/>
                    <a:pt x="1023107" y="224944"/>
                    <a:pt x="1021833" y="218589"/>
                  </a:cubicBezTo>
                  <a:cubicBezTo>
                    <a:pt x="1008463" y="142973"/>
                    <a:pt x="942251" y="87690"/>
                    <a:pt x="865216" y="87690"/>
                  </a:cubicBezTo>
                  <a:cubicBezTo>
                    <a:pt x="834020" y="87690"/>
                    <a:pt x="803461" y="96586"/>
                    <a:pt x="777357" y="113743"/>
                  </a:cubicBezTo>
                  <a:cubicBezTo>
                    <a:pt x="774174" y="115649"/>
                    <a:pt x="770990" y="116284"/>
                    <a:pt x="767807" y="115649"/>
                  </a:cubicBezTo>
                  <a:cubicBezTo>
                    <a:pt x="764624" y="115014"/>
                    <a:pt x="761441" y="112472"/>
                    <a:pt x="760168" y="109295"/>
                  </a:cubicBezTo>
                  <a:cubicBezTo>
                    <a:pt x="732155" y="56554"/>
                    <a:pt x="678675" y="24147"/>
                    <a:pt x="619467" y="24147"/>
                  </a:cubicBezTo>
                  <a:cubicBezTo>
                    <a:pt x="560257" y="24147"/>
                    <a:pt x="506142" y="56554"/>
                    <a:pt x="478766" y="109295"/>
                  </a:cubicBezTo>
                  <a:cubicBezTo>
                    <a:pt x="476856" y="112472"/>
                    <a:pt x="474309" y="114378"/>
                    <a:pt x="471126" y="115649"/>
                  </a:cubicBezTo>
                  <a:cubicBezTo>
                    <a:pt x="467942" y="116284"/>
                    <a:pt x="464122" y="115649"/>
                    <a:pt x="461576" y="113743"/>
                  </a:cubicBezTo>
                  <a:cubicBezTo>
                    <a:pt x="435473" y="96586"/>
                    <a:pt x="404913" y="87690"/>
                    <a:pt x="373718" y="87690"/>
                  </a:cubicBezTo>
                  <a:cubicBezTo>
                    <a:pt x="296682" y="87690"/>
                    <a:pt x="230470" y="142973"/>
                    <a:pt x="217100" y="218589"/>
                  </a:cubicBezTo>
                  <a:cubicBezTo>
                    <a:pt x="215827" y="224944"/>
                    <a:pt x="210097" y="229392"/>
                    <a:pt x="203730" y="228756"/>
                  </a:cubicBezTo>
                  <a:cubicBezTo>
                    <a:pt x="195454" y="227485"/>
                    <a:pt x="189087" y="227485"/>
                    <a:pt x="183357" y="227485"/>
                  </a:cubicBezTo>
                  <a:cubicBezTo>
                    <a:pt x="95498" y="227485"/>
                    <a:pt x="24193" y="298654"/>
                    <a:pt x="24193" y="386344"/>
                  </a:cubicBezTo>
                  <a:cubicBezTo>
                    <a:pt x="24193" y="393334"/>
                    <a:pt x="18463" y="398417"/>
                    <a:pt x="12097" y="398417"/>
                  </a:cubicBezTo>
                  <a:cubicBezTo>
                    <a:pt x="5094" y="398417"/>
                    <a:pt x="0" y="392698"/>
                    <a:pt x="0" y="386344"/>
                  </a:cubicBezTo>
                  <a:cubicBezTo>
                    <a:pt x="0" y="285310"/>
                    <a:pt x="82765" y="202703"/>
                    <a:pt x="183994" y="202703"/>
                  </a:cubicBezTo>
                  <a:cubicBezTo>
                    <a:pt x="187814" y="202703"/>
                    <a:pt x="192271" y="202703"/>
                    <a:pt x="196727" y="203339"/>
                  </a:cubicBezTo>
                  <a:cubicBezTo>
                    <a:pt x="216463" y="121368"/>
                    <a:pt x="289679" y="63543"/>
                    <a:pt x="374991" y="63543"/>
                  </a:cubicBezTo>
                  <a:cubicBezTo>
                    <a:pt x="406823" y="63543"/>
                    <a:pt x="437383" y="71804"/>
                    <a:pt x="464759" y="87054"/>
                  </a:cubicBezTo>
                  <a:cubicBezTo>
                    <a:pt x="497866" y="33043"/>
                    <a:pt x="557074" y="0"/>
                    <a:pt x="620740" y="0"/>
                  </a:cubicBezTo>
                  <a:cubicBezTo>
                    <a:pt x="684405" y="0"/>
                    <a:pt x="743615" y="33043"/>
                    <a:pt x="776720" y="87054"/>
                  </a:cubicBezTo>
                  <a:cubicBezTo>
                    <a:pt x="804097" y="71804"/>
                    <a:pt x="835293" y="63543"/>
                    <a:pt x="866489" y="63543"/>
                  </a:cubicBezTo>
                  <a:cubicBezTo>
                    <a:pt x="951801" y="63543"/>
                    <a:pt x="1025016" y="122003"/>
                    <a:pt x="1044753" y="203339"/>
                  </a:cubicBezTo>
                  <a:cubicBezTo>
                    <a:pt x="1049210" y="202703"/>
                    <a:pt x="1053666" y="202703"/>
                    <a:pt x="1057486" y="202703"/>
                  </a:cubicBezTo>
                  <a:cubicBezTo>
                    <a:pt x="1158714" y="202703"/>
                    <a:pt x="1241479" y="284675"/>
                    <a:pt x="1241479" y="386344"/>
                  </a:cubicBezTo>
                  <a:cubicBezTo>
                    <a:pt x="1239570" y="392698"/>
                    <a:pt x="1234476" y="398417"/>
                    <a:pt x="1227473" y="3984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A4B5CE5F-F42D-A1E0-60EA-8800C898BB35}"/>
                </a:ext>
              </a:extLst>
            </p:cNvPr>
            <p:cNvSpPr/>
            <p:nvPr/>
          </p:nvSpPr>
          <p:spPr>
            <a:xfrm>
              <a:off x="11800779" y="3930214"/>
              <a:ext cx="326645" cy="418871"/>
            </a:xfrm>
            <a:custGeom>
              <a:avLst/>
              <a:gdLst>
                <a:gd name="connsiteX0" fmla="*/ 65437 w 326645"/>
                <a:gd name="connsiteY0" fmla="*/ 418872 h 418871"/>
                <a:gd name="connsiteX1" fmla="*/ 57797 w 326645"/>
                <a:gd name="connsiteY1" fmla="*/ 416330 h 418871"/>
                <a:gd name="connsiteX2" fmla="*/ 55887 w 326645"/>
                <a:gd name="connsiteY2" fmla="*/ 399173 h 418871"/>
                <a:gd name="connsiteX3" fmla="*/ 295269 w 326645"/>
                <a:gd name="connsiteY3" fmla="*/ 89082 h 418871"/>
                <a:gd name="connsiteX4" fmla="*/ 301636 w 326645"/>
                <a:gd name="connsiteY4" fmla="*/ 57945 h 418871"/>
                <a:gd name="connsiteX5" fmla="*/ 283173 w 326645"/>
                <a:gd name="connsiteY5" fmla="*/ 31257 h 418871"/>
                <a:gd name="connsiteX6" fmla="*/ 223964 w 326645"/>
                <a:gd name="connsiteY6" fmla="*/ 44601 h 418871"/>
                <a:gd name="connsiteX7" fmla="*/ 22144 w 326645"/>
                <a:gd name="connsiteY7" fmla="*/ 319109 h 418871"/>
                <a:gd name="connsiteX8" fmla="*/ 4954 w 326645"/>
                <a:gd name="connsiteY8" fmla="*/ 321650 h 418871"/>
                <a:gd name="connsiteX9" fmla="*/ 2408 w 326645"/>
                <a:gd name="connsiteY9" fmla="*/ 304494 h 418871"/>
                <a:gd name="connsiteX10" fmla="*/ 204228 w 326645"/>
                <a:gd name="connsiteY10" fmla="*/ 30622 h 418871"/>
                <a:gd name="connsiteX11" fmla="*/ 296543 w 326645"/>
                <a:gd name="connsiteY11" fmla="*/ 10923 h 418871"/>
                <a:gd name="connsiteX12" fmla="*/ 325193 w 326645"/>
                <a:gd name="connsiteY12" fmla="*/ 53497 h 418871"/>
                <a:gd name="connsiteX13" fmla="*/ 315006 w 326645"/>
                <a:gd name="connsiteY13" fmla="*/ 103696 h 418871"/>
                <a:gd name="connsiteX14" fmla="*/ 74987 w 326645"/>
                <a:gd name="connsiteY14" fmla="*/ 414424 h 418871"/>
                <a:gd name="connsiteX15" fmla="*/ 65437 w 326645"/>
                <a:gd name="connsiteY15" fmla="*/ 418872 h 41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26645" h="418871">
                  <a:moveTo>
                    <a:pt x="65437" y="418872"/>
                  </a:moveTo>
                  <a:cubicBezTo>
                    <a:pt x="62890" y="418872"/>
                    <a:pt x="60343" y="418236"/>
                    <a:pt x="57797" y="416330"/>
                  </a:cubicBezTo>
                  <a:cubicBezTo>
                    <a:pt x="52704" y="412518"/>
                    <a:pt x="51431" y="404892"/>
                    <a:pt x="55887" y="399173"/>
                  </a:cubicBezTo>
                  <a:lnTo>
                    <a:pt x="295269" y="89082"/>
                  </a:lnTo>
                  <a:cubicBezTo>
                    <a:pt x="301636" y="80185"/>
                    <a:pt x="303546" y="68748"/>
                    <a:pt x="301636" y="57945"/>
                  </a:cubicBezTo>
                  <a:cubicBezTo>
                    <a:pt x="299089" y="46507"/>
                    <a:pt x="292723" y="36976"/>
                    <a:pt x="283173" y="31257"/>
                  </a:cubicBezTo>
                  <a:cubicBezTo>
                    <a:pt x="263437" y="18548"/>
                    <a:pt x="238607" y="24267"/>
                    <a:pt x="223964" y="44601"/>
                  </a:cubicBezTo>
                  <a:lnTo>
                    <a:pt x="22144" y="319109"/>
                  </a:lnTo>
                  <a:cubicBezTo>
                    <a:pt x="18324" y="324828"/>
                    <a:pt x="10684" y="325463"/>
                    <a:pt x="4954" y="321650"/>
                  </a:cubicBezTo>
                  <a:cubicBezTo>
                    <a:pt x="-776" y="317838"/>
                    <a:pt x="-1412" y="310213"/>
                    <a:pt x="2408" y="304494"/>
                  </a:cubicBezTo>
                  <a:lnTo>
                    <a:pt x="204228" y="30622"/>
                  </a:lnTo>
                  <a:cubicBezTo>
                    <a:pt x="225874" y="-515"/>
                    <a:pt x="265347" y="-9411"/>
                    <a:pt x="296543" y="10923"/>
                  </a:cubicBezTo>
                  <a:cubicBezTo>
                    <a:pt x="311822" y="21090"/>
                    <a:pt x="322009" y="35705"/>
                    <a:pt x="325193" y="53497"/>
                  </a:cubicBezTo>
                  <a:cubicBezTo>
                    <a:pt x="329013" y="71289"/>
                    <a:pt x="325193" y="89082"/>
                    <a:pt x="315006" y="103696"/>
                  </a:cubicBezTo>
                  <a:lnTo>
                    <a:pt x="74987" y="414424"/>
                  </a:lnTo>
                  <a:cubicBezTo>
                    <a:pt x="72440" y="417601"/>
                    <a:pt x="68620" y="418872"/>
                    <a:pt x="65437" y="41887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B4FD3838-F330-48D2-598B-6439277196D8}"/>
                </a:ext>
              </a:extLst>
            </p:cNvPr>
            <p:cNvSpPr/>
            <p:nvPr/>
          </p:nvSpPr>
          <p:spPr>
            <a:xfrm>
              <a:off x="10748884" y="4494600"/>
              <a:ext cx="1404463" cy="157587"/>
            </a:xfrm>
            <a:custGeom>
              <a:avLst/>
              <a:gdLst>
                <a:gd name="connsiteX0" fmla="*/ 78946 w 1404463"/>
                <a:gd name="connsiteY0" fmla="*/ 24146 h 157587"/>
                <a:gd name="connsiteX1" fmla="*/ 24193 w 1404463"/>
                <a:gd name="connsiteY1" fmla="*/ 78794 h 157587"/>
                <a:gd name="connsiteX2" fmla="*/ 78946 w 1404463"/>
                <a:gd name="connsiteY2" fmla="*/ 133441 h 157587"/>
                <a:gd name="connsiteX3" fmla="*/ 1325518 w 1404463"/>
                <a:gd name="connsiteY3" fmla="*/ 133441 h 157587"/>
                <a:gd name="connsiteX4" fmla="*/ 1380271 w 1404463"/>
                <a:gd name="connsiteY4" fmla="*/ 78794 h 157587"/>
                <a:gd name="connsiteX5" fmla="*/ 1325518 w 1404463"/>
                <a:gd name="connsiteY5" fmla="*/ 24146 h 157587"/>
                <a:gd name="connsiteX6" fmla="*/ 78946 w 1404463"/>
                <a:gd name="connsiteY6" fmla="*/ 24146 h 157587"/>
                <a:gd name="connsiteX7" fmla="*/ 1325518 w 1404463"/>
                <a:gd name="connsiteY7" fmla="*/ 157588 h 157587"/>
                <a:gd name="connsiteX8" fmla="*/ 78946 w 1404463"/>
                <a:gd name="connsiteY8" fmla="*/ 157588 h 157587"/>
                <a:gd name="connsiteX9" fmla="*/ 0 w 1404463"/>
                <a:gd name="connsiteY9" fmla="*/ 78794 h 157587"/>
                <a:gd name="connsiteX10" fmla="*/ 78946 w 1404463"/>
                <a:gd name="connsiteY10" fmla="*/ 0 h 157587"/>
                <a:gd name="connsiteX11" fmla="*/ 1325518 w 1404463"/>
                <a:gd name="connsiteY11" fmla="*/ 0 h 157587"/>
                <a:gd name="connsiteX12" fmla="*/ 1404463 w 1404463"/>
                <a:gd name="connsiteY12" fmla="*/ 78794 h 157587"/>
                <a:gd name="connsiteX13" fmla="*/ 1325518 w 1404463"/>
                <a:gd name="connsiteY13" fmla="*/ 157588 h 157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04463" h="157587">
                  <a:moveTo>
                    <a:pt x="78946" y="24146"/>
                  </a:moveTo>
                  <a:cubicBezTo>
                    <a:pt x="49022" y="24146"/>
                    <a:pt x="24193" y="48928"/>
                    <a:pt x="24193" y="78794"/>
                  </a:cubicBezTo>
                  <a:cubicBezTo>
                    <a:pt x="24193" y="108659"/>
                    <a:pt x="49022" y="133441"/>
                    <a:pt x="78946" y="133441"/>
                  </a:cubicBezTo>
                  <a:lnTo>
                    <a:pt x="1325518" y="133441"/>
                  </a:lnTo>
                  <a:cubicBezTo>
                    <a:pt x="1355441" y="133441"/>
                    <a:pt x="1380271" y="108659"/>
                    <a:pt x="1380271" y="78794"/>
                  </a:cubicBezTo>
                  <a:cubicBezTo>
                    <a:pt x="1380271" y="48928"/>
                    <a:pt x="1355441" y="24146"/>
                    <a:pt x="1325518" y="24146"/>
                  </a:cubicBezTo>
                  <a:lnTo>
                    <a:pt x="78946" y="24146"/>
                  </a:lnTo>
                  <a:close/>
                  <a:moveTo>
                    <a:pt x="1325518" y="157588"/>
                  </a:moveTo>
                  <a:lnTo>
                    <a:pt x="78946" y="157588"/>
                  </a:lnTo>
                  <a:cubicBezTo>
                    <a:pt x="35653" y="157588"/>
                    <a:pt x="0" y="122003"/>
                    <a:pt x="0" y="78794"/>
                  </a:cubicBezTo>
                  <a:cubicBezTo>
                    <a:pt x="0" y="35584"/>
                    <a:pt x="35653" y="0"/>
                    <a:pt x="78946" y="0"/>
                  </a:cubicBezTo>
                  <a:lnTo>
                    <a:pt x="1325518" y="0"/>
                  </a:lnTo>
                  <a:cubicBezTo>
                    <a:pt x="1369447" y="0"/>
                    <a:pt x="1404463" y="35584"/>
                    <a:pt x="1404463" y="78794"/>
                  </a:cubicBezTo>
                  <a:cubicBezTo>
                    <a:pt x="1404463" y="122003"/>
                    <a:pt x="1369447" y="157588"/>
                    <a:pt x="1325518" y="1575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B5FEFBF8-E7EA-474E-4BFA-80F20FEDA80E}"/>
                </a:ext>
              </a:extLst>
            </p:cNvPr>
            <p:cNvSpPr/>
            <p:nvPr/>
          </p:nvSpPr>
          <p:spPr>
            <a:xfrm>
              <a:off x="1252730" y="3759403"/>
              <a:ext cx="800973" cy="1239096"/>
            </a:xfrm>
            <a:custGeom>
              <a:avLst/>
              <a:gdLst>
                <a:gd name="connsiteX0" fmla="*/ 608435 w 800973"/>
                <a:gd name="connsiteY0" fmla="*/ 1239097 h 1239096"/>
                <a:gd name="connsiteX1" fmla="*/ 192698 w 800973"/>
                <a:gd name="connsiteY1" fmla="*/ 1239097 h 1239096"/>
                <a:gd name="connsiteX2" fmla="*/ 100383 w 800973"/>
                <a:gd name="connsiteY2" fmla="*/ 1155219 h 1239096"/>
                <a:gd name="connsiteX3" fmla="*/ 428 w 800973"/>
                <a:gd name="connsiteY3" fmla="*/ 101669 h 1239096"/>
                <a:gd name="connsiteX4" fmla="*/ 24621 w 800973"/>
                <a:gd name="connsiteY4" fmla="*/ 30501 h 1239096"/>
                <a:gd name="connsiteX5" fmla="*/ 94017 w 800973"/>
                <a:gd name="connsiteY5" fmla="*/ 0 h 1239096"/>
                <a:gd name="connsiteX6" fmla="*/ 195245 w 800973"/>
                <a:gd name="connsiteY6" fmla="*/ 0 h 1239096"/>
                <a:gd name="connsiteX7" fmla="*/ 207341 w 800973"/>
                <a:gd name="connsiteY7" fmla="*/ 12073 h 1239096"/>
                <a:gd name="connsiteX8" fmla="*/ 195245 w 800973"/>
                <a:gd name="connsiteY8" fmla="*/ 24147 h 1239096"/>
                <a:gd name="connsiteX9" fmla="*/ 94017 w 800973"/>
                <a:gd name="connsiteY9" fmla="*/ 24147 h 1239096"/>
                <a:gd name="connsiteX10" fmla="*/ 42447 w 800973"/>
                <a:gd name="connsiteY10" fmla="*/ 47022 h 1239096"/>
                <a:gd name="connsiteX11" fmla="*/ 24621 w 800973"/>
                <a:gd name="connsiteY11" fmla="*/ 99763 h 1239096"/>
                <a:gd name="connsiteX12" fmla="*/ 124576 w 800973"/>
                <a:gd name="connsiteY12" fmla="*/ 1153313 h 1239096"/>
                <a:gd name="connsiteX13" fmla="*/ 192698 w 800973"/>
                <a:gd name="connsiteY13" fmla="*/ 1214950 h 1239096"/>
                <a:gd name="connsiteX14" fmla="*/ 608435 w 800973"/>
                <a:gd name="connsiteY14" fmla="*/ 1214950 h 1239096"/>
                <a:gd name="connsiteX15" fmla="*/ 676557 w 800973"/>
                <a:gd name="connsiteY15" fmla="*/ 1153313 h 1239096"/>
                <a:gd name="connsiteX16" fmla="*/ 776512 w 800973"/>
                <a:gd name="connsiteY16" fmla="*/ 99763 h 1239096"/>
                <a:gd name="connsiteX17" fmla="*/ 758685 w 800973"/>
                <a:gd name="connsiteY17" fmla="*/ 47022 h 1239096"/>
                <a:gd name="connsiteX18" fmla="*/ 707116 w 800973"/>
                <a:gd name="connsiteY18" fmla="*/ 24147 h 1239096"/>
                <a:gd name="connsiteX19" fmla="*/ 304113 w 800973"/>
                <a:gd name="connsiteY19" fmla="*/ 24147 h 1239096"/>
                <a:gd name="connsiteX20" fmla="*/ 292017 w 800973"/>
                <a:gd name="connsiteY20" fmla="*/ 12073 h 1239096"/>
                <a:gd name="connsiteX21" fmla="*/ 304113 w 800973"/>
                <a:gd name="connsiteY21" fmla="*/ 0 h 1239096"/>
                <a:gd name="connsiteX22" fmla="*/ 707116 w 800973"/>
                <a:gd name="connsiteY22" fmla="*/ 0 h 1239096"/>
                <a:gd name="connsiteX23" fmla="*/ 776512 w 800973"/>
                <a:gd name="connsiteY23" fmla="*/ 30501 h 1239096"/>
                <a:gd name="connsiteX24" fmla="*/ 800705 w 800973"/>
                <a:gd name="connsiteY24" fmla="*/ 101669 h 1239096"/>
                <a:gd name="connsiteX25" fmla="*/ 700750 w 800973"/>
                <a:gd name="connsiteY25" fmla="*/ 1155219 h 1239096"/>
                <a:gd name="connsiteX26" fmla="*/ 608435 w 800973"/>
                <a:gd name="connsiteY26" fmla="*/ 1239097 h 123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00973" h="1239096">
                  <a:moveTo>
                    <a:pt x="608435" y="1239097"/>
                  </a:moveTo>
                  <a:lnTo>
                    <a:pt x="192698" y="1239097"/>
                  </a:lnTo>
                  <a:cubicBezTo>
                    <a:pt x="144312" y="1239097"/>
                    <a:pt x="104840" y="1202877"/>
                    <a:pt x="100383" y="1155219"/>
                  </a:cubicBezTo>
                  <a:lnTo>
                    <a:pt x="428" y="101669"/>
                  </a:lnTo>
                  <a:cubicBezTo>
                    <a:pt x="-2119" y="75617"/>
                    <a:pt x="6795" y="49564"/>
                    <a:pt x="24621" y="30501"/>
                  </a:cubicBezTo>
                  <a:cubicBezTo>
                    <a:pt x="42447" y="10802"/>
                    <a:pt x="67277" y="0"/>
                    <a:pt x="94017" y="0"/>
                  </a:cubicBezTo>
                  <a:lnTo>
                    <a:pt x="195245" y="0"/>
                  </a:lnTo>
                  <a:cubicBezTo>
                    <a:pt x="202248" y="0"/>
                    <a:pt x="207341" y="5719"/>
                    <a:pt x="207341" y="12073"/>
                  </a:cubicBezTo>
                  <a:cubicBezTo>
                    <a:pt x="207341" y="19063"/>
                    <a:pt x="201611" y="24147"/>
                    <a:pt x="195245" y="24147"/>
                  </a:cubicBezTo>
                  <a:lnTo>
                    <a:pt x="94017" y="24147"/>
                  </a:lnTo>
                  <a:cubicBezTo>
                    <a:pt x="74280" y="24147"/>
                    <a:pt x="55817" y="32407"/>
                    <a:pt x="42447" y="47022"/>
                  </a:cubicBezTo>
                  <a:cubicBezTo>
                    <a:pt x="29078" y="61637"/>
                    <a:pt x="22711" y="80065"/>
                    <a:pt x="24621" y="99763"/>
                  </a:cubicBezTo>
                  <a:lnTo>
                    <a:pt x="124576" y="1153313"/>
                  </a:lnTo>
                  <a:cubicBezTo>
                    <a:pt x="127759" y="1188262"/>
                    <a:pt x="157045" y="1214950"/>
                    <a:pt x="192698" y="1214950"/>
                  </a:cubicBezTo>
                  <a:lnTo>
                    <a:pt x="608435" y="1214950"/>
                  </a:lnTo>
                  <a:cubicBezTo>
                    <a:pt x="644087" y="1214950"/>
                    <a:pt x="673374" y="1188262"/>
                    <a:pt x="676557" y="1153313"/>
                  </a:cubicBezTo>
                  <a:lnTo>
                    <a:pt x="776512" y="99763"/>
                  </a:lnTo>
                  <a:cubicBezTo>
                    <a:pt x="778422" y="80065"/>
                    <a:pt x="772055" y="61637"/>
                    <a:pt x="758685" y="47022"/>
                  </a:cubicBezTo>
                  <a:cubicBezTo>
                    <a:pt x="745316" y="32407"/>
                    <a:pt x="726853" y="24147"/>
                    <a:pt x="707116" y="24147"/>
                  </a:cubicBezTo>
                  <a:lnTo>
                    <a:pt x="304113" y="24147"/>
                  </a:lnTo>
                  <a:cubicBezTo>
                    <a:pt x="297110" y="24147"/>
                    <a:pt x="292017" y="18428"/>
                    <a:pt x="292017" y="12073"/>
                  </a:cubicBezTo>
                  <a:cubicBezTo>
                    <a:pt x="292017" y="5083"/>
                    <a:pt x="297746" y="0"/>
                    <a:pt x="304113" y="0"/>
                  </a:cubicBezTo>
                  <a:lnTo>
                    <a:pt x="707116" y="0"/>
                  </a:lnTo>
                  <a:cubicBezTo>
                    <a:pt x="733219" y="0"/>
                    <a:pt x="758685" y="11438"/>
                    <a:pt x="776512" y="30501"/>
                  </a:cubicBezTo>
                  <a:cubicBezTo>
                    <a:pt x="794338" y="49564"/>
                    <a:pt x="802615" y="75617"/>
                    <a:pt x="800705" y="101669"/>
                  </a:cubicBezTo>
                  <a:lnTo>
                    <a:pt x="700750" y="1155219"/>
                  </a:lnTo>
                  <a:cubicBezTo>
                    <a:pt x="696293" y="1202877"/>
                    <a:pt x="656820" y="1239097"/>
                    <a:pt x="608435" y="12390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3820C36D-EEC5-CB1C-43D9-9D2908ABD347}"/>
                </a:ext>
              </a:extLst>
            </p:cNvPr>
            <p:cNvSpPr/>
            <p:nvPr/>
          </p:nvSpPr>
          <p:spPr>
            <a:xfrm>
              <a:off x="1067255" y="3421352"/>
              <a:ext cx="473481" cy="628444"/>
            </a:xfrm>
            <a:custGeom>
              <a:avLst/>
              <a:gdLst>
                <a:gd name="connsiteX0" fmla="*/ 461576 w 473481"/>
                <a:gd name="connsiteY0" fmla="*/ 628444 h 628444"/>
                <a:gd name="connsiteX1" fmla="*/ 449479 w 473481"/>
                <a:gd name="connsiteY1" fmla="*/ 618913 h 628444"/>
                <a:gd name="connsiteX2" fmla="*/ 327878 w 473481"/>
                <a:gd name="connsiteY2" fmla="*/ 124545 h 628444"/>
                <a:gd name="connsiteX3" fmla="*/ 199273 w 473481"/>
                <a:gd name="connsiteY3" fmla="*/ 24147 h 628444"/>
                <a:gd name="connsiteX4" fmla="*/ 12097 w 473481"/>
                <a:gd name="connsiteY4" fmla="*/ 24147 h 628444"/>
                <a:gd name="connsiteX5" fmla="*/ 0 w 473481"/>
                <a:gd name="connsiteY5" fmla="*/ 12073 h 628444"/>
                <a:gd name="connsiteX6" fmla="*/ 12097 w 473481"/>
                <a:gd name="connsiteY6" fmla="*/ 0 h 628444"/>
                <a:gd name="connsiteX7" fmla="*/ 199273 w 473481"/>
                <a:gd name="connsiteY7" fmla="*/ 0 h 628444"/>
                <a:gd name="connsiteX8" fmla="*/ 351434 w 473481"/>
                <a:gd name="connsiteY8" fmla="*/ 118826 h 628444"/>
                <a:gd name="connsiteX9" fmla="*/ 473036 w 473481"/>
                <a:gd name="connsiteY9" fmla="*/ 613194 h 628444"/>
                <a:gd name="connsiteX10" fmla="*/ 464122 w 473481"/>
                <a:gd name="connsiteY10" fmla="*/ 627809 h 628444"/>
                <a:gd name="connsiteX11" fmla="*/ 461576 w 473481"/>
                <a:gd name="connsiteY11" fmla="*/ 628444 h 62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3481" h="628444">
                  <a:moveTo>
                    <a:pt x="461576" y="628444"/>
                  </a:moveTo>
                  <a:cubicBezTo>
                    <a:pt x="455846" y="628444"/>
                    <a:pt x="451389" y="624632"/>
                    <a:pt x="449479" y="618913"/>
                  </a:cubicBezTo>
                  <a:lnTo>
                    <a:pt x="327878" y="124545"/>
                  </a:lnTo>
                  <a:cubicBezTo>
                    <a:pt x="313235" y="65450"/>
                    <a:pt x="260392" y="24147"/>
                    <a:pt x="199273" y="24147"/>
                  </a:cubicBezTo>
                  <a:lnTo>
                    <a:pt x="12097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199273" y="0"/>
                  </a:lnTo>
                  <a:cubicBezTo>
                    <a:pt x="271852" y="0"/>
                    <a:pt x="334244" y="48928"/>
                    <a:pt x="351434" y="118826"/>
                  </a:cubicBezTo>
                  <a:lnTo>
                    <a:pt x="473036" y="613194"/>
                  </a:lnTo>
                  <a:cubicBezTo>
                    <a:pt x="474946" y="619548"/>
                    <a:pt x="470489" y="626538"/>
                    <a:pt x="464122" y="627809"/>
                  </a:cubicBezTo>
                  <a:cubicBezTo>
                    <a:pt x="463486" y="628444"/>
                    <a:pt x="462212" y="628444"/>
                    <a:pt x="461576" y="6284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69FCD7DE-193F-0BE5-8D22-E01464572A1B}"/>
                </a:ext>
              </a:extLst>
            </p:cNvPr>
            <p:cNvSpPr/>
            <p:nvPr/>
          </p:nvSpPr>
          <p:spPr>
            <a:xfrm>
              <a:off x="1681628" y="3353361"/>
              <a:ext cx="733427" cy="725665"/>
            </a:xfrm>
            <a:custGeom>
              <a:avLst/>
              <a:gdLst>
                <a:gd name="connsiteX0" fmla="*/ 434836 w 733427"/>
                <a:gd name="connsiteY0" fmla="*/ 725666 h 725665"/>
                <a:gd name="connsiteX1" fmla="*/ 422740 w 733427"/>
                <a:gd name="connsiteY1" fmla="*/ 715499 h 725665"/>
                <a:gd name="connsiteX2" fmla="*/ 432289 w 733427"/>
                <a:gd name="connsiteY2" fmla="*/ 701519 h 725665"/>
                <a:gd name="connsiteX3" fmla="*/ 709235 w 733427"/>
                <a:gd name="connsiteY3" fmla="*/ 366010 h 725665"/>
                <a:gd name="connsiteX4" fmla="*/ 366714 w 733427"/>
                <a:gd name="connsiteY4" fmla="*/ 24146 h 725665"/>
                <a:gd name="connsiteX5" fmla="*/ 24193 w 733427"/>
                <a:gd name="connsiteY5" fmla="*/ 366010 h 725665"/>
                <a:gd name="connsiteX6" fmla="*/ 12096 w 733427"/>
                <a:gd name="connsiteY6" fmla="*/ 378083 h 725665"/>
                <a:gd name="connsiteX7" fmla="*/ 0 w 733427"/>
                <a:gd name="connsiteY7" fmla="*/ 366010 h 725665"/>
                <a:gd name="connsiteX8" fmla="*/ 366714 w 733427"/>
                <a:gd name="connsiteY8" fmla="*/ 0 h 725665"/>
                <a:gd name="connsiteX9" fmla="*/ 733428 w 733427"/>
                <a:gd name="connsiteY9" fmla="*/ 366010 h 725665"/>
                <a:gd name="connsiteX10" fmla="*/ 436109 w 733427"/>
                <a:gd name="connsiteY10" fmla="*/ 725666 h 725665"/>
                <a:gd name="connsiteX11" fmla="*/ 434836 w 733427"/>
                <a:gd name="connsiteY11" fmla="*/ 725666 h 725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33427" h="725665">
                  <a:moveTo>
                    <a:pt x="434836" y="725666"/>
                  </a:moveTo>
                  <a:cubicBezTo>
                    <a:pt x="429106" y="725666"/>
                    <a:pt x="424013" y="721853"/>
                    <a:pt x="422740" y="715499"/>
                  </a:cubicBezTo>
                  <a:cubicBezTo>
                    <a:pt x="421466" y="709145"/>
                    <a:pt x="425923" y="702790"/>
                    <a:pt x="432289" y="701519"/>
                  </a:cubicBezTo>
                  <a:cubicBezTo>
                    <a:pt x="592727" y="670383"/>
                    <a:pt x="709235" y="529317"/>
                    <a:pt x="709235" y="366010"/>
                  </a:cubicBezTo>
                  <a:cubicBezTo>
                    <a:pt x="709235" y="177286"/>
                    <a:pt x="555801" y="24146"/>
                    <a:pt x="366714" y="24146"/>
                  </a:cubicBezTo>
                  <a:cubicBezTo>
                    <a:pt x="177627" y="24146"/>
                    <a:pt x="24193" y="177286"/>
                    <a:pt x="24193" y="366010"/>
                  </a:cubicBezTo>
                  <a:cubicBezTo>
                    <a:pt x="24193" y="373000"/>
                    <a:pt x="18463" y="378083"/>
                    <a:pt x="12096" y="378083"/>
                  </a:cubicBezTo>
                  <a:cubicBezTo>
                    <a:pt x="5093" y="378083"/>
                    <a:pt x="0" y="372364"/>
                    <a:pt x="0" y="366010"/>
                  </a:cubicBezTo>
                  <a:cubicBezTo>
                    <a:pt x="0" y="163942"/>
                    <a:pt x="164894" y="0"/>
                    <a:pt x="366714" y="0"/>
                  </a:cubicBezTo>
                  <a:cubicBezTo>
                    <a:pt x="568534" y="0"/>
                    <a:pt x="733428" y="164577"/>
                    <a:pt x="733428" y="366010"/>
                  </a:cubicBezTo>
                  <a:cubicBezTo>
                    <a:pt x="733428" y="541390"/>
                    <a:pt x="608643" y="692623"/>
                    <a:pt x="436109" y="725666"/>
                  </a:cubicBezTo>
                  <a:lnTo>
                    <a:pt x="434836" y="725666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ADDF37E6-5484-F00D-7A78-ED225B169CFE}"/>
                </a:ext>
              </a:extLst>
            </p:cNvPr>
            <p:cNvSpPr/>
            <p:nvPr/>
          </p:nvSpPr>
          <p:spPr>
            <a:xfrm>
              <a:off x="1970033" y="3412456"/>
              <a:ext cx="179537" cy="229391"/>
            </a:xfrm>
            <a:custGeom>
              <a:avLst/>
              <a:gdLst>
                <a:gd name="connsiteX0" fmla="*/ 63666 w 179537"/>
                <a:gd name="connsiteY0" fmla="*/ 229392 h 229391"/>
                <a:gd name="connsiteX1" fmla="*/ 53479 w 179537"/>
                <a:gd name="connsiteY1" fmla="*/ 224308 h 229391"/>
                <a:gd name="connsiteX2" fmla="*/ 0 w 179537"/>
                <a:gd name="connsiteY2" fmla="*/ 89596 h 229391"/>
                <a:gd name="connsiteX3" fmla="*/ 89769 w 179537"/>
                <a:gd name="connsiteY3" fmla="*/ 0 h 229391"/>
                <a:gd name="connsiteX4" fmla="*/ 179537 w 179537"/>
                <a:gd name="connsiteY4" fmla="*/ 89596 h 229391"/>
                <a:gd name="connsiteX5" fmla="*/ 167441 w 179537"/>
                <a:gd name="connsiteY5" fmla="*/ 101669 h 229391"/>
                <a:gd name="connsiteX6" fmla="*/ 155344 w 179537"/>
                <a:gd name="connsiteY6" fmla="*/ 89596 h 229391"/>
                <a:gd name="connsiteX7" fmla="*/ 89769 w 179537"/>
                <a:gd name="connsiteY7" fmla="*/ 24147 h 229391"/>
                <a:gd name="connsiteX8" fmla="*/ 24193 w 179537"/>
                <a:gd name="connsiteY8" fmla="*/ 89596 h 229391"/>
                <a:gd name="connsiteX9" fmla="*/ 73215 w 179537"/>
                <a:gd name="connsiteY9" fmla="*/ 210329 h 229391"/>
                <a:gd name="connsiteX10" fmla="*/ 70032 w 179537"/>
                <a:gd name="connsiteY10" fmla="*/ 227485 h 229391"/>
                <a:gd name="connsiteX11" fmla="*/ 63666 w 179537"/>
                <a:gd name="connsiteY11" fmla="*/ 229392 h 229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9537" h="229391">
                  <a:moveTo>
                    <a:pt x="63666" y="229392"/>
                  </a:moveTo>
                  <a:cubicBezTo>
                    <a:pt x="59846" y="229392"/>
                    <a:pt x="56026" y="227485"/>
                    <a:pt x="53479" y="224308"/>
                  </a:cubicBezTo>
                  <a:cubicBezTo>
                    <a:pt x="14007" y="167119"/>
                    <a:pt x="0" y="116284"/>
                    <a:pt x="0" y="89596"/>
                  </a:cubicBezTo>
                  <a:cubicBezTo>
                    <a:pt x="0" y="40032"/>
                    <a:pt x="40109" y="0"/>
                    <a:pt x="89769" y="0"/>
                  </a:cubicBezTo>
                  <a:cubicBezTo>
                    <a:pt x="139428" y="0"/>
                    <a:pt x="179537" y="40032"/>
                    <a:pt x="179537" y="89596"/>
                  </a:cubicBezTo>
                  <a:cubicBezTo>
                    <a:pt x="179537" y="96586"/>
                    <a:pt x="173807" y="101669"/>
                    <a:pt x="167441" y="101669"/>
                  </a:cubicBezTo>
                  <a:cubicBezTo>
                    <a:pt x="160437" y="101669"/>
                    <a:pt x="155344" y="95951"/>
                    <a:pt x="155344" y="89596"/>
                  </a:cubicBezTo>
                  <a:cubicBezTo>
                    <a:pt x="155344" y="53376"/>
                    <a:pt x="126058" y="24147"/>
                    <a:pt x="89769" y="24147"/>
                  </a:cubicBezTo>
                  <a:cubicBezTo>
                    <a:pt x="53479" y="24147"/>
                    <a:pt x="24193" y="53376"/>
                    <a:pt x="24193" y="89596"/>
                  </a:cubicBezTo>
                  <a:cubicBezTo>
                    <a:pt x="24193" y="108024"/>
                    <a:pt x="34380" y="154411"/>
                    <a:pt x="73215" y="210329"/>
                  </a:cubicBezTo>
                  <a:cubicBezTo>
                    <a:pt x="77035" y="216048"/>
                    <a:pt x="75762" y="223673"/>
                    <a:pt x="70032" y="227485"/>
                  </a:cubicBezTo>
                  <a:cubicBezTo>
                    <a:pt x="68122" y="228756"/>
                    <a:pt x="66212" y="229392"/>
                    <a:pt x="63666" y="229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C6358788-334A-5E96-107E-036FC3A0EFC8}"/>
                </a:ext>
              </a:extLst>
            </p:cNvPr>
            <p:cNvSpPr/>
            <p:nvPr/>
          </p:nvSpPr>
          <p:spPr>
            <a:xfrm>
              <a:off x="1780879" y="3520502"/>
              <a:ext cx="141028" cy="130877"/>
            </a:xfrm>
            <a:custGeom>
              <a:avLst/>
              <a:gdLst>
                <a:gd name="connsiteX0" fmla="*/ 17893 w 141028"/>
                <a:gd name="connsiteY0" fmla="*/ 130878 h 130877"/>
                <a:gd name="connsiteX1" fmla="*/ 6434 w 141028"/>
                <a:gd name="connsiteY1" fmla="*/ 123252 h 130877"/>
                <a:gd name="connsiteX2" fmla="*/ 12163 w 141028"/>
                <a:gd name="connsiteY2" fmla="*/ 45094 h 130877"/>
                <a:gd name="connsiteX3" fmla="*/ 135038 w 141028"/>
                <a:gd name="connsiteY3" fmla="*/ 12051 h 130877"/>
                <a:gd name="connsiteX4" fmla="*/ 139495 w 141028"/>
                <a:gd name="connsiteY4" fmla="*/ 28573 h 130877"/>
                <a:gd name="connsiteX5" fmla="*/ 122942 w 141028"/>
                <a:gd name="connsiteY5" fmla="*/ 33021 h 130877"/>
                <a:gd name="connsiteX6" fmla="*/ 33173 w 141028"/>
                <a:gd name="connsiteY6" fmla="*/ 57167 h 130877"/>
                <a:gd name="connsiteX7" fmla="*/ 29353 w 141028"/>
                <a:gd name="connsiteY7" fmla="*/ 114356 h 130877"/>
                <a:gd name="connsiteX8" fmla="*/ 22350 w 141028"/>
                <a:gd name="connsiteY8" fmla="*/ 130242 h 130877"/>
                <a:gd name="connsiteX9" fmla="*/ 17893 w 141028"/>
                <a:gd name="connsiteY9" fmla="*/ 130878 h 130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1028" h="130877">
                  <a:moveTo>
                    <a:pt x="17893" y="130878"/>
                  </a:moveTo>
                  <a:cubicBezTo>
                    <a:pt x="12800" y="130878"/>
                    <a:pt x="8344" y="127700"/>
                    <a:pt x="6434" y="123252"/>
                  </a:cubicBezTo>
                  <a:cubicBezTo>
                    <a:pt x="-3753" y="97200"/>
                    <a:pt x="-1843" y="68605"/>
                    <a:pt x="12163" y="45094"/>
                  </a:cubicBezTo>
                  <a:cubicBezTo>
                    <a:pt x="36993" y="1884"/>
                    <a:pt x="92382" y="-12731"/>
                    <a:pt x="135038" y="12051"/>
                  </a:cubicBezTo>
                  <a:cubicBezTo>
                    <a:pt x="140768" y="15229"/>
                    <a:pt x="142678" y="22854"/>
                    <a:pt x="139495" y="28573"/>
                  </a:cubicBezTo>
                  <a:cubicBezTo>
                    <a:pt x="136311" y="34292"/>
                    <a:pt x="128671" y="36198"/>
                    <a:pt x="122942" y="33021"/>
                  </a:cubicBezTo>
                  <a:cubicBezTo>
                    <a:pt x="91746" y="15229"/>
                    <a:pt x="51636" y="26031"/>
                    <a:pt x="33173" y="57167"/>
                  </a:cubicBezTo>
                  <a:cubicBezTo>
                    <a:pt x="22987" y="74959"/>
                    <a:pt x="21713" y="95293"/>
                    <a:pt x="29353" y="114356"/>
                  </a:cubicBezTo>
                  <a:cubicBezTo>
                    <a:pt x="31900" y="120711"/>
                    <a:pt x="28717" y="127700"/>
                    <a:pt x="22350" y="130242"/>
                  </a:cubicBezTo>
                  <a:cubicBezTo>
                    <a:pt x="21077" y="130878"/>
                    <a:pt x="19167" y="130878"/>
                    <a:pt x="17893" y="1308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B2498C21-F27E-1000-FDFE-1E846A8F6F8C}"/>
                </a:ext>
              </a:extLst>
            </p:cNvPr>
            <p:cNvSpPr/>
            <p:nvPr/>
          </p:nvSpPr>
          <p:spPr>
            <a:xfrm>
              <a:off x="2081351" y="3810796"/>
              <a:ext cx="67582" cy="208499"/>
            </a:xfrm>
            <a:custGeom>
              <a:avLst/>
              <a:gdLst>
                <a:gd name="connsiteX0" fmla="*/ 12194 w 67582"/>
                <a:gd name="connsiteY0" fmla="*/ 208500 h 208499"/>
                <a:gd name="connsiteX1" fmla="*/ 1370 w 67582"/>
                <a:gd name="connsiteY1" fmla="*/ 201510 h 208499"/>
                <a:gd name="connsiteX2" fmla="*/ 7100 w 67582"/>
                <a:gd name="connsiteY2" fmla="*/ 184989 h 208499"/>
                <a:gd name="connsiteX3" fmla="*/ 44026 w 67582"/>
                <a:gd name="connsiteY3" fmla="*/ 125893 h 208499"/>
                <a:gd name="connsiteX4" fmla="*/ 3280 w 67582"/>
                <a:gd name="connsiteY4" fmla="*/ 18505 h 208499"/>
                <a:gd name="connsiteX5" fmla="*/ 7100 w 67582"/>
                <a:gd name="connsiteY5" fmla="*/ 1984 h 208499"/>
                <a:gd name="connsiteX6" fmla="*/ 23653 w 67582"/>
                <a:gd name="connsiteY6" fmla="*/ 5796 h 208499"/>
                <a:gd name="connsiteX7" fmla="*/ 67583 w 67582"/>
                <a:gd name="connsiteY7" fmla="*/ 126529 h 208499"/>
                <a:gd name="connsiteX8" fmla="*/ 16650 w 67582"/>
                <a:gd name="connsiteY8" fmla="*/ 207229 h 208499"/>
                <a:gd name="connsiteX9" fmla="*/ 12194 w 67582"/>
                <a:gd name="connsiteY9" fmla="*/ 208500 h 20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582" h="208499">
                  <a:moveTo>
                    <a:pt x="12194" y="208500"/>
                  </a:moveTo>
                  <a:cubicBezTo>
                    <a:pt x="7737" y="208500"/>
                    <a:pt x="3280" y="205958"/>
                    <a:pt x="1370" y="201510"/>
                  </a:cubicBezTo>
                  <a:cubicBezTo>
                    <a:pt x="-1813" y="195156"/>
                    <a:pt x="734" y="188166"/>
                    <a:pt x="7100" y="184989"/>
                  </a:cubicBezTo>
                  <a:cubicBezTo>
                    <a:pt x="29383" y="174186"/>
                    <a:pt x="44026" y="150675"/>
                    <a:pt x="44026" y="125893"/>
                  </a:cubicBezTo>
                  <a:cubicBezTo>
                    <a:pt x="44026" y="110007"/>
                    <a:pt x="35750" y="68704"/>
                    <a:pt x="3280" y="18505"/>
                  </a:cubicBezTo>
                  <a:cubicBezTo>
                    <a:pt x="-539" y="12786"/>
                    <a:pt x="1370" y="5161"/>
                    <a:pt x="7100" y="1984"/>
                  </a:cubicBezTo>
                  <a:cubicBezTo>
                    <a:pt x="12830" y="-1829"/>
                    <a:pt x="20470" y="77"/>
                    <a:pt x="23653" y="5796"/>
                  </a:cubicBezTo>
                  <a:cubicBezTo>
                    <a:pt x="56123" y="57266"/>
                    <a:pt x="67583" y="103018"/>
                    <a:pt x="67583" y="126529"/>
                  </a:cubicBezTo>
                  <a:cubicBezTo>
                    <a:pt x="67583" y="160842"/>
                    <a:pt x="47846" y="192614"/>
                    <a:pt x="16650" y="207229"/>
                  </a:cubicBezTo>
                  <a:cubicBezTo>
                    <a:pt x="16013" y="207864"/>
                    <a:pt x="14104" y="208500"/>
                    <a:pt x="12194" y="2085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E549926A-C120-B9CC-E9F0-9B2F4DD26AC8}"/>
                </a:ext>
              </a:extLst>
            </p:cNvPr>
            <p:cNvSpPr/>
            <p:nvPr/>
          </p:nvSpPr>
          <p:spPr>
            <a:xfrm>
              <a:off x="2136783" y="3727909"/>
              <a:ext cx="202534" cy="190352"/>
            </a:xfrm>
            <a:custGeom>
              <a:avLst/>
              <a:gdLst>
                <a:gd name="connsiteX0" fmla="*/ 112105 w 202534"/>
                <a:gd name="connsiteY0" fmla="*/ 190352 h 190352"/>
                <a:gd name="connsiteX1" fmla="*/ 67539 w 202534"/>
                <a:gd name="connsiteY1" fmla="*/ 178279 h 190352"/>
                <a:gd name="connsiteX2" fmla="*/ 63083 w 202534"/>
                <a:gd name="connsiteY2" fmla="*/ 161758 h 190352"/>
                <a:gd name="connsiteX3" fmla="*/ 79636 w 202534"/>
                <a:gd name="connsiteY3" fmla="*/ 157310 h 190352"/>
                <a:gd name="connsiteX4" fmla="*/ 129295 w 202534"/>
                <a:gd name="connsiteY4" fmla="*/ 163664 h 190352"/>
                <a:gd name="connsiteX5" fmla="*/ 169404 w 202534"/>
                <a:gd name="connsiteY5" fmla="*/ 133163 h 190352"/>
                <a:gd name="connsiteX6" fmla="*/ 175771 w 202534"/>
                <a:gd name="connsiteY6" fmla="*/ 83599 h 190352"/>
                <a:gd name="connsiteX7" fmla="*/ 145211 w 202534"/>
                <a:gd name="connsiteY7" fmla="*/ 43567 h 190352"/>
                <a:gd name="connsiteX8" fmla="*/ 13424 w 202534"/>
                <a:gd name="connsiteY8" fmla="*/ 25775 h 190352"/>
                <a:gd name="connsiteX9" fmla="*/ 54 w 202534"/>
                <a:gd name="connsiteY9" fmla="*/ 14973 h 190352"/>
                <a:gd name="connsiteX10" fmla="*/ 10877 w 202534"/>
                <a:gd name="connsiteY10" fmla="*/ 1628 h 190352"/>
                <a:gd name="connsiteX11" fmla="*/ 157308 w 202534"/>
                <a:gd name="connsiteY11" fmla="*/ 22598 h 190352"/>
                <a:gd name="connsiteX12" fmla="*/ 199327 w 202534"/>
                <a:gd name="connsiteY12" fmla="*/ 77245 h 190352"/>
                <a:gd name="connsiteX13" fmla="*/ 190414 w 202534"/>
                <a:gd name="connsiteY13" fmla="*/ 145237 h 190352"/>
                <a:gd name="connsiteX14" fmla="*/ 135662 w 202534"/>
                <a:gd name="connsiteY14" fmla="*/ 187175 h 190352"/>
                <a:gd name="connsiteX15" fmla="*/ 112105 w 202534"/>
                <a:gd name="connsiteY15" fmla="*/ 190352 h 19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2534" h="190352">
                  <a:moveTo>
                    <a:pt x="112105" y="190352"/>
                  </a:moveTo>
                  <a:cubicBezTo>
                    <a:pt x="96189" y="190352"/>
                    <a:pt x="80909" y="186540"/>
                    <a:pt x="67539" y="178279"/>
                  </a:cubicBezTo>
                  <a:cubicBezTo>
                    <a:pt x="61810" y="175102"/>
                    <a:pt x="59899" y="167477"/>
                    <a:pt x="63083" y="161758"/>
                  </a:cubicBezTo>
                  <a:cubicBezTo>
                    <a:pt x="66266" y="156039"/>
                    <a:pt x="73906" y="154133"/>
                    <a:pt x="79636" y="157310"/>
                  </a:cubicBezTo>
                  <a:cubicBezTo>
                    <a:pt x="94916" y="166206"/>
                    <a:pt x="112742" y="168112"/>
                    <a:pt x="129295" y="163664"/>
                  </a:cubicBezTo>
                  <a:cubicBezTo>
                    <a:pt x="146485" y="159216"/>
                    <a:pt x="160491" y="148414"/>
                    <a:pt x="169404" y="133163"/>
                  </a:cubicBezTo>
                  <a:cubicBezTo>
                    <a:pt x="178318" y="117913"/>
                    <a:pt x="180227" y="100121"/>
                    <a:pt x="175771" y="83599"/>
                  </a:cubicBezTo>
                  <a:cubicBezTo>
                    <a:pt x="171314" y="66443"/>
                    <a:pt x="160491" y="52463"/>
                    <a:pt x="145211" y="43567"/>
                  </a:cubicBezTo>
                  <a:cubicBezTo>
                    <a:pt x="128658" y="34036"/>
                    <a:pt x="82819" y="20056"/>
                    <a:pt x="13424" y="25775"/>
                  </a:cubicBezTo>
                  <a:cubicBezTo>
                    <a:pt x="7057" y="26410"/>
                    <a:pt x="691" y="21327"/>
                    <a:pt x="54" y="14973"/>
                  </a:cubicBezTo>
                  <a:cubicBezTo>
                    <a:pt x="-583" y="7983"/>
                    <a:pt x="4511" y="2264"/>
                    <a:pt x="10877" y="1628"/>
                  </a:cubicBezTo>
                  <a:cubicBezTo>
                    <a:pt x="81546" y="-4726"/>
                    <a:pt x="133752" y="8618"/>
                    <a:pt x="157308" y="22598"/>
                  </a:cubicBezTo>
                  <a:cubicBezTo>
                    <a:pt x="178318" y="34671"/>
                    <a:pt x="192961" y="53734"/>
                    <a:pt x="199327" y="77245"/>
                  </a:cubicBezTo>
                  <a:cubicBezTo>
                    <a:pt x="205694" y="100121"/>
                    <a:pt x="202510" y="124903"/>
                    <a:pt x="190414" y="145237"/>
                  </a:cubicBezTo>
                  <a:cubicBezTo>
                    <a:pt x="178318" y="166206"/>
                    <a:pt x="159218" y="180821"/>
                    <a:pt x="135662" y="187175"/>
                  </a:cubicBezTo>
                  <a:cubicBezTo>
                    <a:pt x="127385" y="189082"/>
                    <a:pt x="119745" y="190352"/>
                    <a:pt x="112105" y="1903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26EECE0F-36F9-7F12-7CE3-85498DECFD45}"/>
                </a:ext>
              </a:extLst>
            </p:cNvPr>
            <p:cNvSpPr/>
            <p:nvPr/>
          </p:nvSpPr>
          <p:spPr>
            <a:xfrm>
              <a:off x="2113184" y="3520456"/>
              <a:ext cx="225451" cy="169684"/>
            </a:xfrm>
            <a:custGeom>
              <a:avLst/>
              <a:gdLst>
                <a:gd name="connsiteX0" fmla="*/ 174541 w 225451"/>
                <a:gd name="connsiteY0" fmla="*/ 169685 h 169684"/>
                <a:gd name="connsiteX1" fmla="*/ 163718 w 225451"/>
                <a:gd name="connsiteY1" fmla="*/ 163331 h 169684"/>
                <a:gd name="connsiteX2" fmla="*/ 168174 w 225451"/>
                <a:gd name="connsiteY2" fmla="*/ 146809 h 169684"/>
                <a:gd name="connsiteX3" fmla="*/ 192367 w 225451"/>
                <a:gd name="connsiteY3" fmla="*/ 57213 h 169684"/>
                <a:gd name="connsiteX4" fmla="*/ 152258 w 225451"/>
                <a:gd name="connsiteY4" fmla="*/ 26712 h 169684"/>
                <a:gd name="connsiteX5" fmla="*/ 102599 w 225451"/>
                <a:gd name="connsiteY5" fmla="*/ 33067 h 169684"/>
                <a:gd name="connsiteX6" fmla="*/ 23653 w 225451"/>
                <a:gd name="connsiteY6" fmla="*/ 134101 h 169684"/>
                <a:gd name="connsiteX7" fmla="*/ 7100 w 225451"/>
                <a:gd name="connsiteY7" fmla="*/ 139820 h 169684"/>
                <a:gd name="connsiteX8" fmla="*/ 1370 w 225451"/>
                <a:gd name="connsiteY8" fmla="*/ 123298 h 169684"/>
                <a:gd name="connsiteX9" fmla="*/ 90502 w 225451"/>
                <a:gd name="connsiteY9" fmla="*/ 12097 h 169684"/>
                <a:gd name="connsiteX10" fmla="*/ 158625 w 225451"/>
                <a:gd name="connsiteY10" fmla="*/ 3201 h 169684"/>
                <a:gd name="connsiteX11" fmla="*/ 213377 w 225451"/>
                <a:gd name="connsiteY11" fmla="*/ 45140 h 169684"/>
                <a:gd name="connsiteX12" fmla="*/ 180271 w 225451"/>
                <a:gd name="connsiteY12" fmla="*/ 167779 h 169684"/>
                <a:gd name="connsiteX13" fmla="*/ 174541 w 225451"/>
                <a:gd name="connsiteY13" fmla="*/ 169685 h 169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5451" h="169684">
                  <a:moveTo>
                    <a:pt x="174541" y="169685"/>
                  </a:moveTo>
                  <a:cubicBezTo>
                    <a:pt x="170084" y="169685"/>
                    <a:pt x="166264" y="167779"/>
                    <a:pt x="163718" y="163331"/>
                  </a:cubicBezTo>
                  <a:cubicBezTo>
                    <a:pt x="160534" y="157612"/>
                    <a:pt x="162444" y="149986"/>
                    <a:pt x="168174" y="146809"/>
                  </a:cubicBezTo>
                  <a:cubicBezTo>
                    <a:pt x="199371" y="129017"/>
                    <a:pt x="210194" y="88349"/>
                    <a:pt x="192367" y="57213"/>
                  </a:cubicBezTo>
                  <a:cubicBezTo>
                    <a:pt x="183454" y="41963"/>
                    <a:pt x="169448" y="31160"/>
                    <a:pt x="152258" y="26712"/>
                  </a:cubicBezTo>
                  <a:cubicBezTo>
                    <a:pt x="135068" y="22264"/>
                    <a:pt x="117878" y="24806"/>
                    <a:pt x="102599" y="33067"/>
                  </a:cubicBezTo>
                  <a:cubicBezTo>
                    <a:pt x="86682" y="41963"/>
                    <a:pt x="52303" y="73734"/>
                    <a:pt x="23653" y="134101"/>
                  </a:cubicBezTo>
                  <a:cubicBezTo>
                    <a:pt x="20470" y="140455"/>
                    <a:pt x="13467" y="142997"/>
                    <a:pt x="7100" y="139820"/>
                  </a:cubicBezTo>
                  <a:cubicBezTo>
                    <a:pt x="734" y="136642"/>
                    <a:pt x="-1813" y="129653"/>
                    <a:pt x="1370" y="123298"/>
                  </a:cubicBezTo>
                  <a:cubicBezTo>
                    <a:pt x="30657" y="61661"/>
                    <a:pt x="67583" y="24806"/>
                    <a:pt x="90502" y="12097"/>
                  </a:cubicBezTo>
                  <a:cubicBezTo>
                    <a:pt x="111512" y="24"/>
                    <a:pt x="135705" y="-3153"/>
                    <a:pt x="158625" y="3201"/>
                  </a:cubicBezTo>
                  <a:cubicBezTo>
                    <a:pt x="181544" y="9555"/>
                    <a:pt x="201280" y="24170"/>
                    <a:pt x="213377" y="45140"/>
                  </a:cubicBezTo>
                  <a:cubicBezTo>
                    <a:pt x="238207" y="88349"/>
                    <a:pt x="223563" y="142997"/>
                    <a:pt x="180271" y="167779"/>
                  </a:cubicBezTo>
                  <a:cubicBezTo>
                    <a:pt x="178361" y="169049"/>
                    <a:pt x="176451" y="169685"/>
                    <a:pt x="174541" y="1696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150CDE42-8E76-F681-64CB-1EC0232254FA}"/>
                </a:ext>
              </a:extLst>
            </p:cNvPr>
            <p:cNvSpPr/>
            <p:nvPr/>
          </p:nvSpPr>
          <p:spPr>
            <a:xfrm>
              <a:off x="7802589" y="3596245"/>
              <a:ext cx="343496" cy="342986"/>
            </a:xfrm>
            <a:custGeom>
              <a:avLst/>
              <a:gdLst>
                <a:gd name="connsiteX0" fmla="*/ 31684 w 343496"/>
                <a:gd name="connsiteY0" fmla="*/ 30988 h 342986"/>
                <a:gd name="connsiteX1" fmla="*/ 141825 w 343496"/>
                <a:gd name="connsiteY1" fmla="*/ 201920 h 342986"/>
                <a:gd name="connsiteX2" fmla="*/ 313086 w 343496"/>
                <a:gd name="connsiteY2" fmla="*/ 311214 h 342986"/>
                <a:gd name="connsiteX3" fmla="*/ 309903 w 343496"/>
                <a:gd name="connsiteY3" fmla="*/ 33530 h 342986"/>
                <a:gd name="connsiteX4" fmla="*/ 31684 w 343496"/>
                <a:gd name="connsiteY4" fmla="*/ 30988 h 342986"/>
                <a:gd name="connsiteX5" fmla="*/ 331549 w 343496"/>
                <a:gd name="connsiteY5" fmla="*/ 342986 h 342986"/>
                <a:gd name="connsiteX6" fmla="*/ 327729 w 343496"/>
                <a:gd name="connsiteY6" fmla="*/ 342351 h 342986"/>
                <a:gd name="connsiteX7" fmla="*/ 123999 w 343496"/>
                <a:gd name="connsiteY7" fmla="*/ 219076 h 342986"/>
                <a:gd name="connsiteX8" fmla="*/ 488 w 343496"/>
                <a:gd name="connsiteY8" fmla="*/ 15737 h 342986"/>
                <a:gd name="connsiteX9" fmla="*/ 3671 w 343496"/>
                <a:gd name="connsiteY9" fmla="*/ 3664 h 342986"/>
                <a:gd name="connsiteX10" fmla="*/ 15767 w 343496"/>
                <a:gd name="connsiteY10" fmla="*/ 487 h 342986"/>
                <a:gd name="connsiteX11" fmla="*/ 323272 w 343496"/>
                <a:gd name="connsiteY11" fmla="*/ 4935 h 342986"/>
                <a:gd name="connsiteX12" fmla="*/ 335369 w 343496"/>
                <a:gd name="connsiteY12" fmla="*/ 8112 h 342986"/>
                <a:gd name="connsiteX13" fmla="*/ 338552 w 343496"/>
                <a:gd name="connsiteY13" fmla="*/ 20185 h 342986"/>
                <a:gd name="connsiteX14" fmla="*/ 343009 w 343496"/>
                <a:gd name="connsiteY14" fmla="*/ 327100 h 342986"/>
                <a:gd name="connsiteX15" fmla="*/ 339825 w 343496"/>
                <a:gd name="connsiteY15" fmla="*/ 339173 h 342986"/>
                <a:gd name="connsiteX16" fmla="*/ 331549 w 343496"/>
                <a:gd name="connsiteY16" fmla="*/ 342986 h 342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3496" h="342986">
                  <a:moveTo>
                    <a:pt x="31684" y="30988"/>
                  </a:moveTo>
                  <a:cubicBezTo>
                    <a:pt x="55240" y="95167"/>
                    <a:pt x="92803" y="153627"/>
                    <a:pt x="141825" y="201920"/>
                  </a:cubicBezTo>
                  <a:cubicBezTo>
                    <a:pt x="190211" y="250213"/>
                    <a:pt x="249421" y="287703"/>
                    <a:pt x="313086" y="311214"/>
                  </a:cubicBezTo>
                  <a:cubicBezTo>
                    <a:pt x="288256" y="220347"/>
                    <a:pt x="286983" y="125032"/>
                    <a:pt x="309903" y="33530"/>
                  </a:cubicBezTo>
                  <a:cubicBezTo>
                    <a:pt x="218224" y="56405"/>
                    <a:pt x="123362" y="55770"/>
                    <a:pt x="31684" y="30988"/>
                  </a:cubicBezTo>
                  <a:moveTo>
                    <a:pt x="331549" y="342986"/>
                  </a:moveTo>
                  <a:cubicBezTo>
                    <a:pt x="330276" y="342986"/>
                    <a:pt x="329003" y="342986"/>
                    <a:pt x="327729" y="342351"/>
                  </a:cubicBezTo>
                  <a:cubicBezTo>
                    <a:pt x="251330" y="318204"/>
                    <a:pt x="181298" y="275630"/>
                    <a:pt x="123999" y="219076"/>
                  </a:cubicBezTo>
                  <a:cubicBezTo>
                    <a:pt x="67337" y="162523"/>
                    <a:pt x="24681" y="91990"/>
                    <a:pt x="488" y="15737"/>
                  </a:cubicBezTo>
                  <a:cubicBezTo>
                    <a:pt x="-786" y="11289"/>
                    <a:pt x="488" y="6841"/>
                    <a:pt x="3671" y="3664"/>
                  </a:cubicBezTo>
                  <a:cubicBezTo>
                    <a:pt x="6855" y="487"/>
                    <a:pt x="11947" y="-784"/>
                    <a:pt x="15767" y="487"/>
                  </a:cubicBezTo>
                  <a:cubicBezTo>
                    <a:pt x="115723" y="32259"/>
                    <a:pt x="222044" y="33530"/>
                    <a:pt x="323272" y="4935"/>
                  </a:cubicBezTo>
                  <a:cubicBezTo>
                    <a:pt x="327729" y="3664"/>
                    <a:pt x="332186" y="4935"/>
                    <a:pt x="335369" y="8112"/>
                  </a:cubicBezTo>
                  <a:cubicBezTo>
                    <a:pt x="338552" y="11289"/>
                    <a:pt x="339825" y="15737"/>
                    <a:pt x="338552" y="20185"/>
                  </a:cubicBezTo>
                  <a:cubicBezTo>
                    <a:pt x="309266" y="121220"/>
                    <a:pt x="311176" y="227337"/>
                    <a:pt x="343009" y="327100"/>
                  </a:cubicBezTo>
                  <a:cubicBezTo>
                    <a:pt x="344282" y="331548"/>
                    <a:pt x="343009" y="335996"/>
                    <a:pt x="339825" y="339173"/>
                  </a:cubicBezTo>
                  <a:cubicBezTo>
                    <a:pt x="337916" y="341715"/>
                    <a:pt x="334733" y="342986"/>
                    <a:pt x="331549" y="3429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8B3705A0-F74A-0F2C-DE91-8F6EAAA0A090}"/>
                </a:ext>
              </a:extLst>
            </p:cNvPr>
            <p:cNvSpPr/>
            <p:nvPr/>
          </p:nvSpPr>
          <p:spPr>
            <a:xfrm>
              <a:off x="7780794" y="3013255"/>
              <a:ext cx="563510" cy="500870"/>
            </a:xfrm>
            <a:custGeom>
              <a:avLst/>
              <a:gdLst>
                <a:gd name="connsiteX0" fmla="*/ 24829 w 563510"/>
                <a:gd name="connsiteY0" fmla="*/ 436056 h 500870"/>
                <a:gd name="connsiteX1" fmla="*/ 472399 w 563510"/>
                <a:gd name="connsiteY1" fmla="*/ 366158 h 500870"/>
                <a:gd name="connsiteX2" fmla="*/ 475582 w 563510"/>
                <a:gd name="connsiteY2" fmla="*/ 362981 h 500870"/>
                <a:gd name="connsiteX3" fmla="*/ 476218 w 563510"/>
                <a:gd name="connsiteY3" fmla="*/ 362346 h 500870"/>
                <a:gd name="connsiteX4" fmla="*/ 481312 w 563510"/>
                <a:gd name="connsiteY4" fmla="*/ 356627 h 500870"/>
                <a:gd name="connsiteX5" fmla="*/ 486405 w 563510"/>
                <a:gd name="connsiteY5" fmla="*/ 97370 h 500870"/>
                <a:gd name="connsiteX6" fmla="*/ 475582 w 563510"/>
                <a:gd name="connsiteY6" fmla="*/ 85932 h 500870"/>
                <a:gd name="connsiteX7" fmla="*/ 220283 w 563510"/>
                <a:gd name="connsiteY7" fmla="*/ 64962 h 500870"/>
                <a:gd name="connsiteX8" fmla="*/ 162984 w 563510"/>
                <a:gd name="connsiteY8" fmla="*/ 113255 h 500870"/>
                <a:gd name="connsiteX9" fmla="*/ 24829 w 563510"/>
                <a:gd name="connsiteY9" fmla="*/ 436056 h 500870"/>
                <a:gd name="connsiteX10" fmla="*/ 199273 w 563510"/>
                <a:gd name="connsiteY10" fmla="*/ 500870 h 500870"/>
                <a:gd name="connsiteX11" fmla="*/ 6367 w 563510"/>
                <a:gd name="connsiteY11" fmla="*/ 453848 h 500870"/>
                <a:gd name="connsiteX12" fmla="*/ 0 w 563510"/>
                <a:gd name="connsiteY12" fmla="*/ 443046 h 500870"/>
                <a:gd name="connsiteX13" fmla="*/ 146431 w 563510"/>
                <a:gd name="connsiteY13" fmla="*/ 95463 h 500870"/>
                <a:gd name="connsiteX14" fmla="*/ 206913 w 563510"/>
                <a:gd name="connsiteY14" fmla="*/ 44628 h 500870"/>
                <a:gd name="connsiteX15" fmla="*/ 493408 w 563510"/>
                <a:gd name="connsiteY15" fmla="*/ 68140 h 500870"/>
                <a:gd name="connsiteX16" fmla="*/ 505504 w 563510"/>
                <a:gd name="connsiteY16" fmla="*/ 80848 h 500870"/>
                <a:gd name="connsiteX17" fmla="*/ 499775 w 563510"/>
                <a:gd name="connsiteY17" fmla="*/ 372513 h 500870"/>
                <a:gd name="connsiteX18" fmla="*/ 494045 w 563510"/>
                <a:gd name="connsiteY18" fmla="*/ 378867 h 500870"/>
                <a:gd name="connsiteX19" fmla="*/ 490225 w 563510"/>
                <a:gd name="connsiteY19" fmla="*/ 382679 h 500870"/>
                <a:gd name="connsiteX20" fmla="*/ 199273 w 563510"/>
                <a:gd name="connsiteY20" fmla="*/ 500870 h 50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63510" h="500870">
                  <a:moveTo>
                    <a:pt x="24829" y="436056"/>
                  </a:moveTo>
                  <a:cubicBezTo>
                    <a:pt x="174443" y="509766"/>
                    <a:pt x="353344" y="481807"/>
                    <a:pt x="472399" y="366158"/>
                  </a:cubicBezTo>
                  <a:lnTo>
                    <a:pt x="475582" y="362981"/>
                  </a:lnTo>
                  <a:lnTo>
                    <a:pt x="476218" y="362346"/>
                  </a:lnTo>
                  <a:cubicBezTo>
                    <a:pt x="477492" y="361075"/>
                    <a:pt x="479402" y="359168"/>
                    <a:pt x="481312" y="356627"/>
                  </a:cubicBezTo>
                  <a:cubicBezTo>
                    <a:pt x="570444" y="263853"/>
                    <a:pt x="539884" y="159007"/>
                    <a:pt x="486405" y="97370"/>
                  </a:cubicBezTo>
                  <a:cubicBezTo>
                    <a:pt x="483221" y="93557"/>
                    <a:pt x="479402" y="89744"/>
                    <a:pt x="475582" y="85932"/>
                  </a:cubicBezTo>
                  <a:cubicBezTo>
                    <a:pt x="420830" y="31284"/>
                    <a:pt x="320874" y="-7477"/>
                    <a:pt x="220283" y="64962"/>
                  </a:cubicBezTo>
                  <a:cubicBezTo>
                    <a:pt x="199909" y="79577"/>
                    <a:pt x="180810" y="96099"/>
                    <a:pt x="162984" y="113255"/>
                  </a:cubicBezTo>
                  <a:cubicBezTo>
                    <a:pt x="77035" y="199039"/>
                    <a:pt x="28012" y="313417"/>
                    <a:pt x="24829" y="436056"/>
                  </a:cubicBezTo>
                  <a:moveTo>
                    <a:pt x="199273" y="500870"/>
                  </a:moveTo>
                  <a:cubicBezTo>
                    <a:pt x="133698" y="500870"/>
                    <a:pt x="67485" y="485620"/>
                    <a:pt x="6367" y="453848"/>
                  </a:cubicBezTo>
                  <a:cubicBezTo>
                    <a:pt x="2546" y="451942"/>
                    <a:pt x="0" y="447494"/>
                    <a:pt x="0" y="443046"/>
                  </a:cubicBezTo>
                  <a:cubicBezTo>
                    <a:pt x="1273" y="311511"/>
                    <a:pt x="53478" y="188237"/>
                    <a:pt x="146431" y="95463"/>
                  </a:cubicBezTo>
                  <a:cubicBezTo>
                    <a:pt x="164893" y="77036"/>
                    <a:pt x="185267" y="59879"/>
                    <a:pt x="206913" y="44628"/>
                  </a:cubicBezTo>
                  <a:cubicBezTo>
                    <a:pt x="319601" y="-36707"/>
                    <a:pt x="431652" y="6502"/>
                    <a:pt x="493408" y="68140"/>
                  </a:cubicBezTo>
                  <a:cubicBezTo>
                    <a:pt x="497865" y="72588"/>
                    <a:pt x="501685" y="76400"/>
                    <a:pt x="505504" y="80848"/>
                  </a:cubicBezTo>
                  <a:cubicBezTo>
                    <a:pt x="565987" y="150111"/>
                    <a:pt x="600366" y="268301"/>
                    <a:pt x="499775" y="372513"/>
                  </a:cubicBezTo>
                  <a:cubicBezTo>
                    <a:pt x="497865" y="374419"/>
                    <a:pt x="495954" y="376325"/>
                    <a:pt x="494045" y="378867"/>
                  </a:cubicBezTo>
                  <a:lnTo>
                    <a:pt x="490225" y="382679"/>
                  </a:lnTo>
                  <a:cubicBezTo>
                    <a:pt x="410006" y="460838"/>
                    <a:pt x="304958" y="500870"/>
                    <a:pt x="199273" y="5008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70D2A0DA-BDE5-FA80-05EC-02ED666CCB83}"/>
                </a:ext>
              </a:extLst>
            </p:cNvPr>
            <p:cNvSpPr/>
            <p:nvPr/>
          </p:nvSpPr>
          <p:spPr>
            <a:xfrm>
              <a:off x="8229013" y="3400019"/>
              <a:ext cx="378273" cy="561452"/>
            </a:xfrm>
            <a:custGeom>
              <a:avLst/>
              <a:gdLst>
                <a:gd name="connsiteX0" fmla="*/ 57922 w 378273"/>
                <a:gd name="connsiteY0" fmla="*/ 561452 h 561452"/>
                <a:gd name="connsiteX1" fmla="*/ 47099 w 378273"/>
                <a:gd name="connsiteY1" fmla="*/ 555098 h 561452"/>
                <a:gd name="connsiteX2" fmla="*/ 117767 w 378273"/>
                <a:gd name="connsiteY2" fmla="*/ 73439 h 561452"/>
                <a:gd name="connsiteX3" fmla="*/ 120951 w 378273"/>
                <a:gd name="connsiteY3" fmla="*/ 69626 h 561452"/>
                <a:gd name="connsiteX4" fmla="*/ 121588 w 378273"/>
                <a:gd name="connsiteY4" fmla="*/ 68991 h 561452"/>
                <a:gd name="connsiteX5" fmla="*/ 127317 w 378273"/>
                <a:gd name="connsiteY5" fmla="*/ 63272 h 561452"/>
                <a:gd name="connsiteX6" fmla="*/ 371793 w 378273"/>
                <a:gd name="connsiteY6" fmla="*/ 25146 h 561452"/>
                <a:gd name="connsiteX7" fmla="*/ 376887 w 378273"/>
                <a:gd name="connsiteY7" fmla="*/ 41667 h 561452"/>
                <a:gd name="connsiteX8" fmla="*/ 360334 w 378273"/>
                <a:gd name="connsiteY8" fmla="*/ 46750 h 561452"/>
                <a:gd name="connsiteX9" fmla="*/ 144507 w 378273"/>
                <a:gd name="connsiteY9" fmla="*/ 81064 h 561452"/>
                <a:gd name="connsiteX10" fmla="*/ 138777 w 378273"/>
                <a:gd name="connsiteY10" fmla="*/ 86783 h 561452"/>
                <a:gd name="connsiteX11" fmla="*/ 138141 w 378273"/>
                <a:gd name="connsiteY11" fmla="*/ 87418 h 561452"/>
                <a:gd name="connsiteX12" fmla="*/ 134958 w 378273"/>
                <a:gd name="connsiteY12" fmla="*/ 90595 h 561452"/>
                <a:gd name="connsiteX13" fmla="*/ 68109 w 378273"/>
                <a:gd name="connsiteY13" fmla="*/ 544295 h 561452"/>
                <a:gd name="connsiteX14" fmla="*/ 63015 w 378273"/>
                <a:gd name="connsiteY14" fmla="*/ 560817 h 561452"/>
                <a:gd name="connsiteX15" fmla="*/ 57922 w 378273"/>
                <a:gd name="connsiteY15" fmla="*/ 561452 h 561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8273" h="561452">
                  <a:moveTo>
                    <a:pt x="57922" y="561452"/>
                  </a:moveTo>
                  <a:cubicBezTo>
                    <a:pt x="53465" y="561452"/>
                    <a:pt x="49009" y="558910"/>
                    <a:pt x="47099" y="555098"/>
                  </a:cubicBezTo>
                  <a:cubicBezTo>
                    <a:pt x="-35667" y="395604"/>
                    <a:pt x="-7654" y="201796"/>
                    <a:pt x="117767" y="73439"/>
                  </a:cubicBezTo>
                  <a:cubicBezTo>
                    <a:pt x="119041" y="72168"/>
                    <a:pt x="120314" y="70897"/>
                    <a:pt x="120951" y="69626"/>
                  </a:cubicBezTo>
                  <a:lnTo>
                    <a:pt x="121588" y="68991"/>
                  </a:lnTo>
                  <a:cubicBezTo>
                    <a:pt x="123497" y="67084"/>
                    <a:pt x="125408" y="65178"/>
                    <a:pt x="127317" y="63272"/>
                  </a:cubicBezTo>
                  <a:cubicBezTo>
                    <a:pt x="198623" y="-4720"/>
                    <a:pt x="287119" y="-18699"/>
                    <a:pt x="371793" y="25146"/>
                  </a:cubicBezTo>
                  <a:cubicBezTo>
                    <a:pt x="377523" y="28323"/>
                    <a:pt x="380070" y="35312"/>
                    <a:pt x="376887" y="41667"/>
                  </a:cubicBezTo>
                  <a:cubicBezTo>
                    <a:pt x="373704" y="47386"/>
                    <a:pt x="366701" y="49928"/>
                    <a:pt x="360334" y="46750"/>
                  </a:cubicBezTo>
                  <a:cubicBezTo>
                    <a:pt x="316405" y="23875"/>
                    <a:pt x="230456" y="-1543"/>
                    <a:pt x="144507" y="81064"/>
                  </a:cubicBezTo>
                  <a:cubicBezTo>
                    <a:pt x="142597" y="82970"/>
                    <a:pt x="140688" y="84876"/>
                    <a:pt x="138777" y="86783"/>
                  </a:cubicBezTo>
                  <a:lnTo>
                    <a:pt x="138141" y="87418"/>
                  </a:lnTo>
                  <a:cubicBezTo>
                    <a:pt x="136867" y="88689"/>
                    <a:pt x="136231" y="89324"/>
                    <a:pt x="134958" y="90595"/>
                  </a:cubicBezTo>
                  <a:cubicBezTo>
                    <a:pt x="17176" y="211328"/>
                    <a:pt x="-10200" y="393697"/>
                    <a:pt x="68109" y="544295"/>
                  </a:cubicBezTo>
                  <a:cubicBezTo>
                    <a:pt x="71292" y="550014"/>
                    <a:pt x="68745" y="557639"/>
                    <a:pt x="63015" y="560817"/>
                  </a:cubicBezTo>
                  <a:cubicBezTo>
                    <a:pt x="61742" y="560817"/>
                    <a:pt x="59832" y="561452"/>
                    <a:pt x="57922" y="5614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94FB21B5-C203-A31C-A370-621F52C349C8}"/>
                </a:ext>
              </a:extLst>
            </p:cNvPr>
            <p:cNvSpPr/>
            <p:nvPr/>
          </p:nvSpPr>
          <p:spPr>
            <a:xfrm>
              <a:off x="7471755" y="2879172"/>
              <a:ext cx="1393418" cy="1391755"/>
            </a:xfrm>
            <a:custGeom>
              <a:avLst/>
              <a:gdLst>
                <a:gd name="connsiteX0" fmla="*/ 77932 w 1393418"/>
                <a:gd name="connsiteY0" fmla="*/ 352820 h 1391755"/>
                <a:gd name="connsiteX1" fmla="*/ 58196 w 1393418"/>
                <a:gd name="connsiteY1" fmla="*/ 356633 h 1391755"/>
                <a:gd name="connsiteX2" fmla="*/ 28273 w 1393418"/>
                <a:gd name="connsiteY2" fmla="*/ 385228 h 1391755"/>
                <a:gd name="connsiteX3" fmla="*/ 27636 w 1393418"/>
                <a:gd name="connsiteY3" fmla="*/ 426531 h 1391755"/>
                <a:gd name="connsiteX4" fmla="*/ 49919 w 1393418"/>
                <a:gd name="connsiteY4" fmla="*/ 474188 h 1391755"/>
                <a:gd name="connsiteX5" fmla="*/ 136504 w 1393418"/>
                <a:gd name="connsiteY5" fmla="*/ 589202 h 1391755"/>
                <a:gd name="connsiteX6" fmla="*/ 200170 w 1393418"/>
                <a:gd name="connsiteY6" fmla="*/ 643214 h 1391755"/>
                <a:gd name="connsiteX7" fmla="*/ 205263 w 1393418"/>
                <a:gd name="connsiteY7" fmla="*/ 651475 h 1391755"/>
                <a:gd name="connsiteX8" fmla="*/ 379707 w 1393418"/>
                <a:gd name="connsiteY8" fmla="*/ 1012401 h 1391755"/>
                <a:gd name="connsiteX9" fmla="*/ 741328 w 1393418"/>
                <a:gd name="connsiteY9" fmla="*/ 1186510 h 1391755"/>
                <a:gd name="connsiteX10" fmla="*/ 749604 w 1393418"/>
                <a:gd name="connsiteY10" fmla="*/ 1191594 h 1391755"/>
                <a:gd name="connsiteX11" fmla="*/ 803720 w 1393418"/>
                <a:gd name="connsiteY11" fmla="*/ 1254502 h 1391755"/>
                <a:gd name="connsiteX12" fmla="*/ 918955 w 1393418"/>
                <a:gd name="connsiteY12" fmla="*/ 1340921 h 1391755"/>
                <a:gd name="connsiteX13" fmla="*/ 920229 w 1393418"/>
                <a:gd name="connsiteY13" fmla="*/ 1341556 h 1391755"/>
                <a:gd name="connsiteX14" fmla="*/ 966704 w 1393418"/>
                <a:gd name="connsiteY14" fmla="*/ 1363161 h 1391755"/>
                <a:gd name="connsiteX15" fmla="*/ 1008087 w 1393418"/>
                <a:gd name="connsiteY15" fmla="*/ 1362525 h 1391755"/>
                <a:gd name="connsiteX16" fmla="*/ 1036736 w 1393418"/>
                <a:gd name="connsiteY16" fmla="*/ 1332660 h 1391755"/>
                <a:gd name="connsiteX17" fmla="*/ 1036100 w 1393418"/>
                <a:gd name="connsiteY17" fmla="*/ 1291357 h 1391755"/>
                <a:gd name="connsiteX18" fmla="*/ 1006177 w 1393418"/>
                <a:gd name="connsiteY18" fmla="*/ 1262762 h 1391755"/>
                <a:gd name="connsiteX19" fmla="*/ 971161 w 1393418"/>
                <a:gd name="connsiteY19" fmla="*/ 1246876 h 1391755"/>
                <a:gd name="connsiteX20" fmla="*/ 908132 w 1393418"/>
                <a:gd name="connsiteY20" fmla="*/ 1203667 h 1391755"/>
                <a:gd name="connsiteX21" fmla="*/ 904312 w 1393418"/>
                <a:gd name="connsiteY21" fmla="*/ 1190958 h 1391755"/>
                <a:gd name="connsiteX22" fmla="*/ 913862 w 1393418"/>
                <a:gd name="connsiteY22" fmla="*/ 1182062 h 1391755"/>
                <a:gd name="connsiteX23" fmla="*/ 1240466 w 1393418"/>
                <a:gd name="connsiteY23" fmla="*/ 1013037 h 1391755"/>
                <a:gd name="connsiteX24" fmla="*/ 1302859 w 1393418"/>
                <a:gd name="connsiteY24" fmla="*/ 939326 h 1391755"/>
                <a:gd name="connsiteX25" fmla="*/ 1249379 w 1393418"/>
                <a:gd name="connsiteY25" fmla="*/ 496429 h 1391755"/>
                <a:gd name="connsiteX26" fmla="*/ 991534 w 1393418"/>
                <a:gd name="connsiteY26" fmla="*/ 415093 h 1391755"/>
                <a:gd name="connsiteX27" fmla="*/ 981347 w 1393418"/>
                <a:gd name="connsiteY27" fmla="*/ 411916 h 1391755"/>
                <a:gd name="connsiteX28" fmla="*/ 978164 w 1393418"/>
                <a:gd name="connsiteY28" fmla="*/ 401749 h 1391755"/>
                <a:gd name="connsiteX29" fmla="*/ 896672 w 1393418"/>
                <a:gd name="connsiteY29" fmla="*/ 144398 h 1391755"/>
                <a:gd name="connsiteX30" fmla="*/ 452923 w 1393418"/>
                <a:gd name="connsiteY30" fmla="*/ 91022 h 1391755"/>
                <a:gd name="connsiteX31" fmla="*/ 379707 w 1393418"/>
                <a:gd name="connsiteY31" fmla="*/ 153294 h 1391755"/>
                <a:gd name="connsiteX32" fmla="*/ 210357 w 1393418"/>
                <a:gd name="connsiteY32" fmla="*/ 479272 h 1391755"/>
                <a:gd name="connsiteX33" fmla="*/ 201444 w 1393418"/>
                <a:gd name="connsiteY33" fmla="*/ 488803 h 1391755"/>
                <a:gd name="connsiteX34" fmla="*/ 188711 w 1393418"/>
                <a:gd name="connsiteY34" fmla="*/ 484991 h 1391755"/>
                <a:gd name="connsiteX35" fmla="*/ 145418 w 1393418"/>
                <a:gd name="connsiteY35" fmla="*/ 422718 h 1391755"/>
                <a:gd name="connsiteX36" fmla="*/ 129501 w 1393418"/>
                <a:gd name="connsiteY36" fmla="*/ 387134 h 1391755"/>
                <a:gd name="connsiteX37" fmla="*/ 100852 w 1393418"/>
                <a:gd name="connsiteY37" fmla="*/ 357269 h 1391755"/>
                <a:gd name="connsiteX38" fmla="*/ 77932 w 1393418"/>
                <a:gd name="connsiteY38" fmla="*/ 352820 h 1391755"/>
                <a:gd name="connsiteX39" fmla="*/ 985804 w 1393418"/>
                <a:gd name="connsiteY39" fmla="*/ 1391755 h 1391755"/>
                <a:gd name="connsiteX40" fmla="*/ 957154 w 1393418"/>
                <a:gd name="connsiteY40" fmla="*/ 1386037 h 1391755"/>
                <a:gd name="connsiteX41" fmla="*/ 907495 w 1393418"/>
                <a:gd name="connsiteY41" fmla="*/ 1363161 h 1391755"/>
                <a:gd name="connsiteX42" fmla="*/ 906222 w 1393418"/>
                <a:gd name="connsiteY42" fmla="*/ 1362525 h 1391755"/>
                <a:gd name="connsiteX43" fmla="*/ 785893 w 1393418"/>
                <a:gd name="connsiteY43" fmla="*/ 1271658 h 1391755"/>
                <a:gd name="connsiteX44" fmla="*/ 732415 w 1393418"/>
                <a:gd name="connsiteY44" fmla="*/ 1210021 h 1391755"/>
                <a:gd name="connsiteX45" fmla="*/ 361881 w 1393418"/>
                <a:gd name="connsiteY45" fmla="*/ 1029558 h 1391755"/>
                <a:gd name="connsiteX46" fmla="*/ 181070 w 1393418"/>
                <a:gd name="connsiteY46" fmla="*/ 659735 h 1391755"/>
                <a:gd name="connsiteX47" fmla="*/ 119315 w 1393418"/>
                <a:gd name="connsiteY47" fmla="*/ 606359 h 1391755"/>
                <a:gd name="connsiteX48" fmla="*/ 28273 w 1393418"/>
                <a:gd name="connsiteY48" fmla="*/ 485626 h 1391755"/>
                <a:gd name="connsiteX49" fmla="*/ 5353 w 1393418"/>
                <a:gd name="connsiteY49" fmla="*/ 435427 h 1391755"/>
                <a:gd name="connsiteX50" fmla="*/ 6627 w 1393418"/>
                <a:gd name="connsiteY50" fmla="*/ 375061 h 1391755"/>
                <a:gd name="connsiteX51" fmla="*/ 49919 w 1393418"/>
                <a:gd name="connsiteY51" fmla="*/ 333122 h 1391755"/>
                <a:gd name="connsiteX52" fmla="*/ 110402 w 1393418"/>
                <a:gd name="connsiteY52" fmla="*/ 334393 h 1391755"/>
                <a:gd name="connsiteX53" fmla="*/ 152421 w 1393418"/>
                <a:gd name="connsiteY53" fmla="*/ 377602 h 1391755"/>
                <a:gd name="connsiteX54" fmla="*/ 167064 w 1393418"/>
                <a:gd name="connsiteY54" fmla="*/ 410010 h 1391755"/>
                <a:gd name="connsiteX55" fmla="*/ 191894 w 1393418"/>
                <a:gd name="connsiteY55" fmla="*/ 447500 h 1391755"/>
                <a:gd name="connsiteX56" fmla="*/ 362517 w 1393418"/>
                <a:gd name="connsiteY56" fmla="*/ 134867 h 1391755"/>
                <a:gd name="connsiteX57" fmla="*/ 438916 w 1393418"/>
                <a:gd name="connsiteY57" fmla="*/ 70052 h 1391755"/>
                <a:gd name="connsiteX58" fmla="*/ 915772 w 1393418"/>
                <a:gd name="connsiteY58" fmla="*/ 127241 h 1391755"/>
                <a:gd name="connsiteX59" fmla="*/ 1004267 w 1393418"/>
                <a:gd name="connsiteY59" fmla="*/ 388405 h 1391755"/>
                <a:gd name="connsiteX60" fmla="*/ 1265932 w 1393418"/>
                <a:gd name="connsiteY60" fmla="*/ 476730 h 1391755"/>
                <a:gd name="connsiteX61" fmla="*/ 1323231 w 1393418"/>
                <a:gd name="connsiteY61" fmla="*/ 952670 h 1391755"/>
                <a:gd name="connsiteX62" fmla="*/ 1258293 w 1393418"/>
                <a:gd name="connsiteY62" fmla="*/ 1028922 h 1391755"/>
                <a:gd name="connsiteX63" fmla="*/ 945058 w 1393418"/>
                <a:gd name="connsiteY63" fmla="*/ 1199219 h 1391755"/>
                <a:gd name="connsiteX64" fmla="*/ 983257 w 1393418"/>
                <a:gd name="connsiteY64" fmla="*/ 1224001 h 1391755"/>
                <a:gd name="connsiteX65" fmla="*/ 1015727 w 1393418"/>
                <a:gd name="connsiteY65" fmla="*/ 1238616 h 1391755"/>
                <a:gd name="connsiteX66" fmla="*/ 1059019 w 1393418"/>
                <a:gd name="connsiteY66" fmla="*/ 1280554 h 1391755"/>
                <a:gd name="connsiteX67" fmla="*/ 1060293 w 1393418"/>
                <a:gd name="connsiteY67" fmla="*/ 1340921 h 1391755"/>
                <a:gd name="connsiteX68" fmla="*/ 1018273 w 1393418"/>
                <a:gd name="connsiteY68" fmla="*/ 1384130 h 1391755"/>
                <a:gd name="connsiteX69" fmla="*/ 985804 w 1393418"/>
                <a:gd name="connsiteY69" fmla="*/ 1391755 h 1391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393418" h="1391755">
                  <a:moveTo>
                    <a:pt x="77932" y="352820"/>
                  </a:moveTo>
                  <a:cubicBezTo>
                    <a:pt x="70929" y="352820"/>
                    <a:pt x="64563" y="354091"/>
                    <a:pt x="58196" y="356633"/>
                  </a:cubicBezTo>
                  <a:cubicBezTo>
                    <a:pt x="44826" y="361717"/>
                    <a:pt x="34003" y="371883"/>
                    <a:pt x="28273" y="385228"/>
                  </a:cubicBezTo>
                  <a:cubicBezTo>
                    <a:pt x="22543" y="398572"/>
                    <a:pt x="21906" y="413187"/>
                    <a:pt x="27636" y="426531"/>
                  </a:cubicBezTo>
                  <a:cubicBezTo>
                    <a:pt x="34003" y="442417"/>
                    <a:pt x="41006" y="458303"/>
                    <a:pt x="49919" y="474188"/>
                  </a:cubicBezTo>
                  <a:cubicBezTo>
                    <a:pt x="49919" y="474824"/>
                    <a:pt x="83662" y="535826"/>
                    <a:pt x="136504" y="589202"/>
                  </a:cubicBezTo>
                  <a:cubicBezTo>
                    <a:pt x="156878" y="609536"/>
                    <a:pt x="177887" y="627328"/>
                    <a:pt x="200170" y="643214"/>
                  </a:cubicBezTo>
                  <a:cubicBezTo>
                    <a:pt x="202717" y="645120"/>
                    <a:pt x="204627" y="648297"/>
                    <a:pt x="205263" y="651475"/>
                  </a:cubicBezTo>
                  <a:cubicBezTo>
                    <a:pt x="221180" y="789364"/>
                    <a:pt x="281026" y="914544"/>
                    <a:pt x="379707" y="1012401"/>
                  </a:cubicBezTo>
                  <a:cubicBezTo>
                    <a:pt x="477753" y="1110258"/>
                    <a:pt x="603174" y="1170624"/>
                    <a:pt x="741328" y="1186510"/>
                  </a:cubicBezTo>
                  <a:cubicBezTo>
                    <a:pt x="744511" y="1187146"/>
                    <a:pt x="747694" y="1188416"/>
                    <a:pt x="749604" y="1191594"/>
                  </a:cubicBezTo>
                  <a:cubicBezTo>
                    <a:pt x="766157" y="1214469"/>
                    <a:pt x="784620" y="1235439"/>
                    <a:pt x="803720" y="1254502"/>
                  </a:cubicBezTo>
                  <a:cubicBezTo>
                    <a:pt x="855926" y="1306607"/>
                    <a:pt x="916408" y="1339650"/>
                    <a:pt x="918955" y="1340921"/>
                  </a:cubicBezTo>
                  <a:lnTo>
                    <a:pt x="920229" y="1341556"/>
                  </a:lnTo>
                  <a:cubicBezTo>
                    <a:pt x="935508" y="1349181"/>
                    <a:pt x="950788" y="1356806"/>
                    <a:pt x="966704" y="1363161"/>
                  </a:cubicBezTo>
                  <a:cubicBezTo>
                    <a:pt x="980074" y="1368244"/>
                    <a:pt x="994717" y="1368244"/>
                    <a:pt x="1008087" y="1362525"/>
                  </a:cubicBezTo>
                  <a:cubicBezTo>
                    <a:pt x="1021456" y="1356806"/>
                    <a:pt x="1031643" y="1346004"/>
                    <a:pt x="1036736" y="1332660"/>
                  </a:cubicBezTo>
                  <a:cubicBezTo>
                    <a:pt x="1041830" y="1319316"/>
                    <a:pt x="1041830" y="1304701"/>
                    <a:pt x="1036100" y="1291357"/>
                  </a:cubicBezTo>
                  <a:cubicBezTo>
                    <a:pt x="1030370" y="1278013"/>
                    <a:pt x="1019547" y="1267846"/>
                    <a:pt x="1006177" y="1262762"/>
                  </a:cubicBezTo>
                  <a:cubicBezTo>
                    <a:pt x="994081" y="1258314"/>
                    <a:pt x="982620" y="1252595"/>
                    <a:pt x="971161" y="1246876"/>
                  </a:cubicBezTo>
                  <a:cubicBezTo>
                    <a:pt x="965431" y="1243699"/>
                    <a:pt x="938054" y="1227813"/>
                    <a:pt x="908132" y="1203667"/>
                  </a:cubicBezTo>
                  <a:cubicBezTo>
                    <a:pt x="904312" y="1200490"/>
                    <a:pt x="903038" y="1196042"/>
                    <a:pt x="904312" y="1190958"/>
                  </a:cubicBezTo>
                  <a:cubicBezTo>
                    <a:pt x="905585" y="1186510"/>
                    <a:pt x="909405" y="1182698"/>
                    <a:pt x="913862" y="1182062"/>
                  </a:cubicBezTo>
                  <a:cubicBezTo>
                    <a:pt x="1038010" y="1160457"/>
                    <a:pt x="1151334" y="1102633"/>
                    <a:pt x="1240466" y="1013037"/>
                  </a:cubicBezTo>
                  <a:cubicBezTo>
                    <a:pt x="1263386" y="990161"/>
                    <a:pt x="1284396" y="965379"/>
                    <a:pt x="1302859" y="939326"/>
                  </a:cubicBezTo>
                  <a:cubicBezTo>
                    <a:pt x="1423823" y="771572"/>
                    <a:pt x="1360158" y="591744"/>
                    <a:pt x="1249379" y="496429"/>
                  </a:cubicBezTo>
                  <a:cubicBezTo>
                    <a:pt x="1177437" y="434156"/>
                    <a:pt x="1080666" y="403655"/>
                    <a:pt x="991534" y="415093"/>
                  </a:cubicBezTo>
                  <a:cubicBezTo>
                    <a:pt x="987714" y="415728"/>
                    <a:pt x="983894" y="414458"/>
                    <a:pt x="981347" y="411916"/>
                  </a:cubicBezTo>
                  <a:cubicBezTo>
                    <a:pt x="978801" y="409374"/>
                    <a:pt x="977528" y="405562"/>
                    <a:pt x="978164" y="401749"/>
                  </a:cubicBezTo>
                  <a:cubicBezTo>
                    <a:pt x="989623" y="312788"/>
                    <a:pt x="959701" y="216202"/>
                    <a:pt x="896672" y="144398"/>
                  </a:cubicBezTo>
                  <a:cubicBezTo>
                    <a:pt x="800537" y="33833"/>
                    <a:pt x="621000" y="-29711"/>
                    <a:pt x="452923" y="91022"/>
                  </a:cubicBezTo>
                  <a:cubicBezTo>
                    <a:pt x="426820" y="109449"/>
                    <a:pt x="401990" y="130419"/>
                    <a:pt x="379707" y="153294"/>
                  </a:cubicBezTo>
                  <a:cubicBezTo>
                    <a:pt x="290576" y="242255"/>
                    <a:pt x="232003" y="355362"/>
                    <a:pt x="210357" y="479272"/>
                  </a:cubicBezTo>
                  <a:cubicBezTo>
                    <a:pt x="209720" y="483720"/>
                    <a:pt x="205900" y="487533"/>
                    <a:pt x="201444" y="488803"/>
                  </a:cubicBezTo>
                  <a:cubicBezTo>
                    <a:pt x="196987" y="490074"/>
                    <a:pt x="191894" y="488168"/>
                    <a:pt x="188711" y="484991"/>
                  </a:cubicBezTo>
                  <a:cubicBezTo>
                    <a:pt x="162608" y="453219"/>
                    <a:pt x="146054" y="423989"/>
                    <a:pt x="145418" y="422718"/>
                  </a:cubicBezTo>
                  <a:cubicBezTo>
                    <a:pt x="139051" y="411280"/>
                    <a:pt x="133958" y="399207"/>
                    <a:pt x="129501" y="387134"/>
                  </a:cubicBezTo>
                  <a:cubicBezTo>
                    <a:pt x="124408" y="373790"/>
                    <a:pt x="114221" y="362987"/>
                    <a:pt x="100852" y="357269"/>
                  </a:cubicBezTo>
                  <a:cubicBezTo>
                    <a:pt x="92576" y="354091"/>
                    <a:pt x="84935" y="352820"/>
                    <a:pt x="77932" y="352820"/>
                  </a:cubicBezTo>
                  <a:moveTo>
                    <a:pt x="985804" y="1391755"/>
                  </a:moveTo>
                  <a:cubicBezTo>
                    <a:pt x="976254" y="1391755"/>
                    <a:pt x="966067" y="1389849"/>
                    <a:pt x="957154" y="1386037"/>
                  </a:cubicBezTo>
                  <a:cubicBezTo>
                    <a:pt x="940601" y="1379682"/>
                    <a:pt x="924048" y="1372057"/>
                    <a:pt x="907495" y="1363161"/>
                  </a:cubicBezTo>
                  <a:lnTo>
                    <a:pt x="906222" y="1362525"/>
                  </a:lnTo>
                  <a:cubicBezTo>
                    <a:pt x="899219" y="1358713"/>
                    <a:pt x="839373" y="1325035"/>
                    <a:pt x="785893" y="1271658"/>
                  </a:cubicBezTo>
                  <a:cubicBezTo>
                    <a:pt x="766794" y="1252595"/>
                    <a:pt x="748968" y="1232261"/>
                    <a:pt x="732415" y="1210021"/>
                  </a:cubicBezTo>
                  <a:cubicBezTo>
                    <a:pt x="590440" y="1192864"/>
                    <a:pt x="462473" y="1130592"/>
                    <a:pt x="361881" y="1029558"/>
                  </a:cubicBezTo>
                  <a:cubicBezTo>
                    <a:pt x="260652" y="928524"/>
                    <a:pt x="198260" y="800802"/>
                    <a:pt x="181070" y="659735"/>
                  </a:cubicBezTo>
                  <a:cubicBezTo>
                    <a:pt x="159424" y="643849"/>
                    <a:pt x="139051" y="626057"/>
                    <a:pt x="119315" y="606359"/>
                  </a:cubicBezTo>
                  <a:cubicBezTo>
                    <a:pt x="63926" y="551076"/>
                    <a:pt x="28273" y="486262"/>
                    <a:pt x="28273" y="485626"/>
                  </a:cubicBezTo>
                  <a:cubicBezTo>
                    <a:pt x="19360" y="468470"/>
                    <a:pt x="11720" y="452584"/>
                    <a:pt x="5353" y="435427"/>
                  </a:cubicBezTo>
                  <a:cubicBezTo>
                    <a:pt x="-2286" y="415728"/>
                    <a:pt x="-1650" y="394759"/>
                    <a:pt x="6627" y="375061"/>
                  </a:cubicBezTo>
                  <a:cubicBezTo>
                    <a:pt x="14903" y="355998"/>
                    <a:pt x="30183" y="340747"/>
                    <a:pt x="49919" y="333122"/>
                  </a:cubicBezTo>
                  <a:cubicBezTo>
                    <a:pt x="69655" y="325497"/>
                    <a:pt x="90665" y="326132"/>
                    <a:pt x="110402" y="334393"/>
                  </a:cubicBezTo>
                  <a:cubicBezTo>
                    <a:pt x="129501" y="342654"/>
                    <a:pt x="144781" y="357904"/>
                    <a:pt x="152421" y="377602"/>
                  </a:cubicBezTo>
                  <a:cubicBezTo>
                    <a:pt x="156878" y="389040"/>
                    <a:pt x="161970" y="399843"/>
                    <a:pt x="167064" y="410010"/>
                  </a:cubicBezTo>
                  <a:cubicBezTo>
                    <a:pt x="167701" y="410645"/>
                    <a:pt x="176614" y="426531"/>
                    <a:pt x="191894" y="447500"/>
                  </a:cubicBezTo>
                  <a:cubicBezTo>
                    <a:pt x="217360" y="328674"/>
                    <a:pt x="276569" y="221286"/>
                    <a:pt x="362517" y="134867"/>
                  </a:cubicBezTo>
                  <a:cubicBezTo>
                    <a:pt x="386074" y="111355"/>
                    <a:pt x="412177" y="89115"/>
                    <a:pt x="438916" y="70052"/>
                  </a:cubicBezTo>
                  <a:cubicBezTo>
                    <a:pt x="619726" y="-59576"/>
                    <a:pt x="812634" y="9051"/>
                    <a:pt x="915772" y="127241"/>
                  </a:cubicBezTo>
                  <a:cubicBezTo>
                    <a:pt x="979437" y="200316"/>
                    <a:pt x="1011906" y="296902"/>
                    <a:pt x="1004267" y="388405"/>
                  </a:cubicBezTo>
                  <a:cubicBezTo>
                    <a:pt x="1095946" y="380780"/>
                    <a:pt x="1192717" y="413187"/>
                    <a:pt x="1265932" y="476730"/>
                  </a:cubicBezTo>
                  <a:cubicBezTo>
                    <a:pt x="1384350" y="579671"/>
                    <a:pt x="1453109" y="772207"/>
                    <a:pt x="1323231" y="952670"/>
                  </a:cubicBezTo>
                  <a:cubicBezTo>
                    <a:pt x="1303495" y="979994"/>
                    <a:pt x="1281849" y="1005411"/>
                    <a:pt x="1258293" y="1028922"/>
                  </a:cubicBezTo>
                  <a:cubicBezTo>
                    <a:pt x="1171708" y="1115342"/>
                    <a:pt x="1064113" y="1173801"/>
                    <a:pt x="945058" y="1199219"/>
                  </a:cubicBezTo>
                  <a:cubicBezTo>
                    <a:pt x="964157" y="1213198"/>
                    <a:pt x="979437" y="1222094"/>
                    <a:pt x="983257" y="1224001"/>
                  </a:cubicBezTo>
                  <a:cubicBezTo>
                    <a:pt x="993444" y="1229084"/>
                    <a:pt x="1004267" y="1234168"/>
                    <a:pt x="1015727" y="1238616"/>
                  </a:cubicBezTo>
                  <a:cubicBezTo>
                    <a:pt x="1035463" y="1246241"/>
                    <a:pt x="1050743" y="1260856"/>
                    <a:pt x="1059019" y="1280554"/>
                  </a:cubicBezTo>
                  <a:cubicBezTo>
                    <a:pt x="1067296" y="1299617"/>
                    <a:pt x="1067932" y="1321222"/>
                    <a:pt x="1060293" y="1340921"/>
                  </a:cubicBezTo>
                  <a:cubicBezTo>
                    <a:pt x="1052653" y="1360619"/>
                    <a:pt x="1038010" y="1375870"/>
                    <a:pt x="1018273" y="1384130"/>
                  </a:cubicBezTo>
                  <a:cubicBezTo>
                    <a:pt x="1006814" y="1389214"/>
                    <a:pt x="996627" y="1391755"/>
                    <a:pt x="985804" y="139175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8C433580-B1C4-CED8-8FBD-12552205E330}"/>
                </a:ext>
              </a:extLst>
            </p:cNvPr>
            <p:cNvSpPr/>
            <p:nvPr/>
          </p:nvSpPr>
          <p:spPr>
            <a:xfrm>
              <a:off x="2597096" y="4096783"/>
              <a:ext cx="527238" cy="234510"/>
            </a:xfrm>
            <a:custGeom>
              <a:avLst/>
              <a:gdLst>
                <a:gd name="connsiteX0" fmla="*/ 24873 w 527238"/>
                <a:gd name="connsiteY0" fmla="*/ 134748 h 234510"/>
                <a:gd name="connsiteX1" fmla="*/ 29330 w 527238"/>
                <a:gd name="connsiteY1" fmla="*/ 136654 h 234510"/>
                <a:gd name="connsiteX2" fmla="*/ 263619 w 527238"/>
                <a:gd name="connsiteY2" fmla="*/ 209729 h 234510"/>
                <a:gd name="connsiteX3" fmla="*/ 280172 w 527238"/>
                <a:gd name="connsiteY3" fmla="*/ 208458 h 234510"/>
                <a:gd name="connsiteX4" fmla="*/ 499182 w 527238"/>
                <a:gd name="connsiteY4" fmla="*/ 102976 h 234510"/>
                <a:gd name="connsiteX5" fmla="*/ 503002 w 527238"/>
                <a:gd name="connsiteY5" fmla="*/ 100434 h 234510"/>
                <a:gd name="connsiteX6" fmla="*/ 498545 w 527238"/>
                <a:gd name="connsiteY6" fmla="*/ 98528 h 234510"/>
                <a:gd name="connsiteX7" fmla="*/ 264256 w 527238"/>
                <a:gd name="connsiteY7" fmla="*/ 25453 h 234510"/>
                <a:gd name="connsiteX8" fmla="*/ 247703 w 527238"/>
                <a:gd name="connsiteY8" fmla="*/ 26724 h 234510"/>
                <a:gd name="connsiteX9" fmla="*/ 28693 w 527238"/>
                <a:gd name="connsiteY9" fmla="*/ 132206 h 234510"/>
                <a:gd name="connsiteX10" fmla="*/ 24873 w 527238"/>
                <a:gd name="connsiteY10" fmla="*/ 134748 h 234510"/>
                <a:gd name="connsiteX11" fmla="*/ 24873 w 527238"/>
                <a:gd name="connsiteY11" fmla="*/ 134748 h 234510"/>
                <a:gd name="connsiteX12" fmla="*/ 269986 w 527238"/>
                <a:gd name="connsiteY12" fmla="*/ 234511 h 234510"/>
                <a:gd name="connsiteX13" fmla="*/ 255979 w 527238"/>
                <a:gd name="connsiteY13" fmla="*/ 232605 h 234510"/>
                <a:gd name="connsiteX14" fmla="*/ 21690 w 527238"/>
                <a:gd name="connsiteY14" fmla="*/ 159530 h 234510"/>
                <a:gd name="connsiteX15" fmla="*/ 44 w 527238"/>
                <a:gd name="connsiteY15" fmla="*/ 136019 h 234510"/>
                <a:gd name="connsiteX16" fmla="*/ 17233 w 527238"/>
                <a:gd name="connsiteY16" fmla="*/ 109966 h 234510"/>
                <a:gd name="connsiteX17" fmla="*/ 236243 w 527238"/>
                <a:gd name="connsiteY17" fmla="*/ 4484 h 234510"/>
                <a:gd name="connsiteX18" fmla="*/ 271259 w 527238"/>
                <a:gd name="connsiteY18" fmla="*/ 1942 h 234510"/>
                <a:gd name="connsiteX19" fmla="*/ 505549 w 527238"/>
                <a:gd name="connsiteY19" fmla="*/ 75017 h 234510"/>
                <a:gd name="connsiteX20" fmla="*/ 527195 w 527238"/>
                <a:gd name="connsiteY20" fmla="*/ 98528 h 234510"/>
                <a:gd name="connsiteX21" fmla="*/ 510005 w 527238"/>
                <a:gd name="connsiteY21" fmla="*/ 124581 h 234510"/>
                <a:gd name="connsiteX22" fmla="*/ 290996 w 527238"/>
                <a:gd name="connsiteY22" fmla="*/ 230063 h 234510"/>
                <a:gd name="connsiteX23" fmla="*/ 269986 w 527238"/>
                <a:gd name="connsiteY23" fmla="*/ 234511 h 234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7238" h="234510">
                  <a:moveTo>
                    <a:pt x="24873" y="134748"/>
                  </a:moveTo>
                  <a:cubicBezTo>
                    <a:pt x="25510" y="134748"/>
                    <a:pt x="26783" y="135383"/>
                    <a:pt x="29330" y="136654"/>
                  </a:cubicBezTo>
                  <a:lnTo>
                    <a:pt x="263619" y="209729"/>
                  </a:lnTo>
                  <a:cubicBezTo>
                    <a:pt x="268713" y="211635"/>
                    <a:pt x="275716" y="211000"/>
                    <a:pt x="280172" y="208458"/>
                  </a:cubicBezTo>
                  <a:lnTo>
                    <a:pt x="499182" y="102976"/>
                  </a:lnTo>
                  <a:cubicBezTo>
                    <a:pt x="501729" y="101705"/>
                    <a:pt x="502365" y="100434"/>
                    <a:pt x="503002" y="100434"/>
                  </a:cubicBezTo>
                  <a:cubicBezTo>
                    <a:pt x="503002" y="100434"/>
                    <a:pt x="501092" y="99799"/>
                    <a:pt x="498545" y="98528"/>
                  </a:cubicBezTo>
                  <a:lnTo>
                    <a:pt x="264256" y="25453"/>
                  </a:lnTo>
                  <a:cubicBezTo>
                    <a:pt x="259163" y="23547"/>
                    <a:pt x="252159" y="24182"/>
                    <a:pt x="247703" y="26724"/>
                  </a:cubicBezTo>
                  <a:lnTo>
                    <a:pt x="28693" y="132206"/>
                  </a:lnTo>
                  <a:cubicBezTo>
                    <a:pt x="26147" y="132841"/>
                    <a:pt x="25510" y="134112"/>
                    <a:pt x="24873" y="134748"/>
                  </a:cubicBezTo>
                  <a:lnTo>
                    <a:pt x="24873" y="134748"/>
                  </a:lnTo>
                  <a:moveTo>
                    <a:pt x="269986" y="234511"/>
                  </a:moveTo>
                  <a:cubicBezTo>
                    <a:pt x="265529" y="234511"/>
                    <a:pt x="260436" y="233876"/>
                    <a:pt x="255979" y="232605"/>
                  </a:cubicBezTo>
                  <a:lnTo>
                    <a:pt x="21690" y="159530"/>
                  </a:lnTo>
                  <a:cubicBezTo>
                    <a:pt x="8957" y="155717"/>
                    <a:pt x="1317" y="146821"/>
                    <a:pt x="44" y="136019"/>
                  </a:cubicBezTo>
                  <a:cubicBezTo>
                    <a:pt x="-593" y="125216"/>
                    <a:pt x="5774" y="115685"/>
                    <a:pt x="17233" y="109966"/>
                  </a:cubicBezTo>
                  <a:lnTo>
                    <a:pt x="236243" y="4484"/>
                  </a:lnTo>
                  <a:cubicBezTo>
                    <a:pt x="246430" y="-600"/>
                    <a:pt x="259799" y="-1235"/>
                    <a:pt x="271259" y="1942"/>
                  </a:cubicBezTo>
                  <a:lnTo>
                    <a:pt x="505549" y="75017"/>
                  </a:lnTo>
                  <a:cubicBezTo>
                    <a:pt x="518282" y="78830"/>
                    <a:pt x="525922" y="87726"/>
                    <a:pt x="527195" y="98528"/>
                  </a:cubicBezTo>
                  <a:cubicBezTo>
                    <a:pt x="527832" y="109330"/>
                    <a:pt x="521465" y="118862"/>
                    <a:pt x="510005" y="124581"/>
                  </a:cubicBezTo>
                  <a:lnTo>
                    <a:pt x="290996" y="230063"/>
                  </a:lnTo>
                  <a:cubicBezTo>
                    <a:pt x="284629" y="232605"/>
                    <a:pt x="277626" y="234511"/>
                    <a:pt x="269986" y="2345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CC53A0E2-7E2F-93FE-AC7B-17263FC32373}"/>
                </a:ext>
              </a:extLst>
            </p:cNvPr>
            <p:cNvSpPr/>
            <p:nvPr/>
          </p:nvSpPr>
          <p:spPr>
            <a:xfrm>
              <a:off x="2598359" y="4184455"/>
              <a:ext cx="533115" cy="246602"/>
            </a:xfrm>
            <a:custGeom>
              <a:avLst/>
              <a:gdLst>
                <a:gd name="connsiteX0" fmla="*/ 276363 w 533115"/>
                <a:gd name="connsiteY0" fmla="*/ 246602 h 246602"/>
                <a:gd name="connsiteX1" fmla="*/ 258536 w 533115"/>
                <a:gd name="connsiteY1" fmla="*/ 244060 h 246602"/>
                <a:gd name="connsiteX2" fmla="*/ 49713 w 533115"/>
                <a:gd name="connsiteY2" fmla="*/ 179246 h 246602"/>
                <a:gd name="connsiteX3" fmla="*/ 6420 w 533115"/>
                <a:gd name="connsiteY3" fmla="*/ 127776 h 246602"/>
                <a:gd name="connsiteX4" fmla="*/ 54 w 533115"/>
                <a:gd name="connsiteY4" fmla="*/ 50888 h 246602"/>
                <a:gd name="connsiteX5" fmla="*/ 10877 w 533115"/>
                <a:gd name="connsiteY5" fmla="*/ 37544 h 246602"/>
                <a:gd name="connsiteX6" fmla="*/ 24247 w 533115"/>
                <a:gd name="connsiteY6" fmla="*/ 48347 h 246602"/>
                <a:gd name="connsiteX7" fmla="*/ 30613 w 533115"/>
                <a:gd name="connsiteY7" fmla="*/ 125234 h 246602"/>
                <a:gd name="connsiteX8" fmla="*/ 56716 w 533115"/>
                <a:gd name="connsiteY8" fmla="*/ 155735 h 246602"/>
                <a:gd name="connsiteX9" fmla="*/ 266176 w 533115"/>
                <a:gd name="connsiteY9" fmla="*/ 219914 h 246602"/>
                <a:gd name="connsiteX10" fmla="*/ 292279 w 533115"/>
                <a:gd name="connsiteY10" fmla="*/ 218008 h 246602"/>
                <a:gd name="connsiteX11" fmla="*/ 488369 w 533115"/>
                <a:gd name="connsiteY11" fmla="*/ 123963 h 246602"/>
                <a:gd name="connsiteX12" fmla="*/ 508742 w 533115"/>
                <a:gd name="connsiteY12" fmla="*/ 90285 h 246602"/>
                <a:gd name="connsiteX13" fmla="*/ 502375 w 533115"/>
                <a:gd name="connsiteY13" fmla="*/ 13398 h 246602"/>
                <a:gd name="connsiteX14" fmla="*/ 513199 w 533115"/>
                <a:gd name="connsiteY14" fmla="*/ 54 h 246602"/>
                <a:gd name="connsiteX15" fmla="*/ 526569 w 533115"/>
                <a:gd name="connsiteY15" fmla="*/ 10856 h 246602"/>
                <a:gd name="connsiteX16" fmla="*/ 532935 w 533115"/>
                <a:gd name="connsiteY16" fmla="*/ 87744 h 246602"/>
                <a:gd name="connsiteX17" fmla="*/ 498556 w 533115"/>
                <a:gd name="connsiteY17" fmla="*/ 144933 h 246602"/>
                <a:gd name="connsiteX18" fmla="*/ 302466 w 533115"/>
                <a:gd name="connsiteY18" fmla="*/ 238977 h 246602"/>
                <a:gd name="connsiteX19" fmla="*/ 276363 w 533115"/>
                <a:gd name="connsiteY19" fmla="*/ 246602 h 246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33115" h="246602">
                  <a:moveTo>
                    <a:pt x="276363" y="246602"/>
                  </a:moveTo>
                  <a:cubicBezTo>
                    <a:pt x="270633" y="246602"/>
                    <a:pt x="264266" y="245967"/>
                    <a:pt x="258536" y="244060"/>
                  </a:cubicBezTo>
                  <a:lnTo>
                    <a:pt x="49713" y="179246"/>
                  </a:lnTo>
                  <a:cubicBezTo>
                    <a:pt x="25520" y="171621"/>
                    <a:pt x="8330" y="151287"/>
                    <a:pt x="6420" y="127776"/>
                  </a:cubicBezTo>
                  <a:lnTo>
                    <a:pt x="54" y="50888"/>
                  </a:lnTo>
                  <a:cubicBezTo>
                    <a:pt x="-583" y="43899"/>
                    <a:pt x="4511" y="38180"/>
                    <a:pt x="10877" y="37544"/>
                  </a:cubicBezTo>
                  <a:cubicBezTo>
                    <a:pt x="17244" y="36909"/>
                    <a:pt x="23610" y="41992"/>
                    <a:pt x="24247" y="48347"/>
                  </a:cubicBezTo>
                  <a:lnTo>
                    <a:pt x="30613" y="125234"/>
                  </a:lnTo>
                  <a:cubicBezTo>
                    <a:pt x="31887" y="139214"/>
                    <a:pt x="42073" y="151287"/>
                    <a:pt x="56716" y="155735"/>
                  </a:cubicBezTo>
                  <a:lnTo>
                    <a:pt x="266176" y="219914"/>
                  </a:lnTo>
                  <a:cubicBezTo>
                    <a:pt x="274453" y="222456"/>
                    <a:pt x="284003" y="221820"/>
                    <a:pt x="292279" y="218008"/>
                  </a:cubicBezTo>
                  <a:lnTo>
                    <a:pt x="488369" y="123963"/>
                  </a:lnTo>
                  <a:cubicBezTo>
                    <a:pt x="501739" y="117609"/>
                    <a:pt x="510015" y="104265"/>
                    <a:pt x="508742" y="90285"/>
                  </a:cubicBezTo>
                  <a:lnTo>
                    <a:pt x="502375" y="13398"/>
                  </a:lnTo>
                  <a:cubicBezTo>
                    <a:pt x="501739" y="6408"/>
                    <a:pt x="506832" y="689"/>
                    <a:pt x="513199" y="54"/>
                  </a:cubicBezTo>
                  <a:cubicBezTo>
                    <a:pt x="519565" y="-582"/>
                    <a:pt x="525932" y="4502"/>
                    <a:pt x="526569" y="10856"/>
                  </a:cubicBezTo>
                  <a:lnTo>
                    <a:pt x="532935" y="87744"/>
                  </a:lnTo>
                  <a:cubicBezTo>
                    <a:pt x="534845" y="111890"/>
                    <a:pt x="521475" y="134130"/>
                    <a:pt x="498556" y="144933"/>
                  </a:cubicBezTo>
                  <a:lnTo>
                    <a:pt x="302466" y="238977"/>
                  </a:lnTo>
                  <a:cubicBezTo>
                    <a:pt x="294189" y="244696"/>
                    <a:pt x="285276" y="246602"/>
                    <a:pt x="276363" y="24660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A542D76D-7697-AA70-0B9D-F0143E9946CB}"/>
                </a:ext>
              </a:extLst>
            </p:cNvPr>
            <p:cNvSpPr/>
            <p:nvPr/>
          </p:nvSpPr>
          <p:spPr>
            <a:xfrm>
              <a:off x="2860078" y="4313502"/>
              <a:ext cx="28066" cy="117555"/>
            </a:xfrm>
            <a:custGeom>
              <a:avLst/>
              <a:gdLst>
                <a:gd name="connsiteX0" fmla="*/ 15916 w 28066"/>
                <a:gd name="connsiteY0" fmla="*/ 117555 h 117555"/>
                <a:gd name="connsiteX1" fmla="*/ 3820 w 28066"/>
                <a:gd name="connsiteY1" fmla="*/ 106118 h 117555"/>
                <a:gd name="connsiteX2" fmla="*/ 0 w 28066"/>
                <a:gd name="connsiteY2" fmla="*/ 12709 h 117555"/>
                <a:gd name="connsiteX3" fmla="*/ 11460 w 28066"/>
                <a:gd name="connsiteY3" fmla="*/ 0 h 117555"/>
                <a:gd name="connsiteX4" fmla="*/ 24193 w 28066"/>
                <a:gd name="connsiteY4" fmla="*/ 11438 h 117555"/>
                <a:gd name="connsiteX5" fmla="*/ 28013 w 28066"/>
                <a:gd name="connsiteY5" fmla="*/ 104847 h 117555"/>
                <a:gd name="connsiteX6" fmla="*/ 15916 w 28066"/>
                <a:gd name="connsiteY6" fmla="*/ 117555 h 117555"/>
                <a:gd name="connsiteX7" fmla="*/ 15916 w 28066"/>
                <a:gd name="connsiteY7" fmla="*/ 117555 h 11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066" h="117555">
                  <a:moveTo>
                    <a:pt x="15916" y="117555"/>
                  </a:moveTo>
                  <a:cubicBezTo>
                    <a:pt x="9550" y="117555"/>
                    <a:pt x="3820" y="112472"/>
                    <a:pt x="3820" y="106118"/>
                  </a:cubicBezTo>
                  <a:lnTo>
                    <a:pt x="0" y="12709"/>
                  </a:lnTo>
                  <a:cubicBezTo>
                    <a:pt x="0" y="5719"/>
                    <a:pt x="5093" y="0"/>
                    <a:pt x="11460" y="0"/>
                  </a:cubicBezTo>
                  <a:cubicBezTo>
                    <a:pt x="18463" y="0"/>
                    <a:pt x="24193" y="5083"/>
                    <a:pt x="24193" y="11438"/>
                  </a:cubicBezTo>
                  <a:lnTo>
                    <a:pt x="28013" y="104847"/>
                  </a:lnTo>
                  <a:cubicBezTo>
                    <a:pt x="28650" y="111201"/>
                    <a:pt x="23556" y="116920"/>
                    <a:pt x="15916" y="117555"/>
                  </a:cubicBezTo>
                  <a:cubicBezTo>
                    <a:pt x="16343" y="117555"/>
                    <a:pt x="16343" y="117555"/>
                    <a:pt x="15916" y="11755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655CF80B-D742-0F4A-CEFA-9566F7457F92}"/>
                </a:ext>
              </a:extLst>
            </p:cNvPr>
            <p:cNvSpPr/>
            <p:nvPr/>
          </p:nvSpPr>
          <p:spPr>
            <a:xfrm>
              <a:off x="2345660" y="3979891"/>
              <a:ext cx="967727" cy="817811"/>
            </a:xfrm>
            <a:custGeom>
              <a:avLst/>
              <a:gdLst>
                <a:gd name="connsiteX0" fmla="*/ 385177 w 967727"/>
                <a:gd name="connsiteY0" fmla="*/ 685005 h 817811"/>
                <a:gd name="connsiteX1" fmla="*/ 396000 w 967727"/>
                <a:gd name="connsiteY1" fmla="*/ 691995 h 817811"/>
                <a:gd name="connsiteX2" fmla="*/ 541794 w 967727"/>
                <a:gd name="connsiteY2" fmla="*/ 793665 h 817811"/>
                <a:gd name="connsiteX3" fmla="*/ 543068 w 967727"/>
                <a:gd name="connsiteY3" fmla="*/ 793665 h 817811"/>
                <a:gd name="connsiteX4" fmla="*/ 695229 w 967727"/>
                <a:gd name="connsiteY4" fmla="*/ 680557 h 817811"/>
                <a:gd name="connsiteX5" fmla="*/ 707325 w 967727"/>
                <a:gd name="connsiteY5" fmla="*/ 672932 h 817811"/>
                <a:gd name="connsiteX6" fmla="*/ 716238 w 967727"/>
                <a:gd name="connsiteY6" fmla="*/ 672932 h 817811"/>
                <a:gd name="connsiteX7" fmla="*/ 943524 w 967727"/>
                <a:gd name="connsiteY7" fmla="*/ 420665 h 817811"/>
                <a:gd name="connsiteX8" fmla="*/ 943524 w 967727"/>
                <a:gd name="connsiteY8" fmla="*/ 405414 h 817811"/>
                <a:gd name="connsiteX9" fmla="*/ 869036 w 967727"/>
                <a:gd name="connsiteY9" fmla="*/ 214784 h 817811"/>
                <a:gd name="connsiteX10" fmla="*/ 718785 w 967727"/>
                <a:gd name="connsiteY10" fmla="*/ 149334 h 817811"/>
                <a:gd name="connsiteX11" fmla="*/ 711782 w 967727"/>
                <a:gd name="connsiteY11" fmla="*/ 149334 h 817811"/>
                <a:gd name="connsiteX12" fmla="*/ 700322 w 967727"/>
                <a:gd name="connsiteY12" fmla="*/ 141074 h 817811"/>
                <a:gd name="connsiteX13" fmla="*/ 548798 w 967727"/>
                <a:gd name="connsiteY13" fmla="*/ 26060 h 817811"/>
                <a:gd name="connsiteX14" fmla="*/ 547524 w 967727"/>
                <a:gd name="connsiteY14" fmla="*/ 26060 h 817811"/>
                <a:gd name="connsiteX15" fmla="*/ 401093 w 967727"/>
                <a:gd name="connsiteY15" fmla="*/ 125188 h 817811"/>
                <a:gd name="connsiteX16" fmla="*/ 388360 w 967727"/>
                <a:gd name="connsiteY16" fmla="*/ 132178 h 817811"/>
                <a:gd name="connsiteX17" fmla="*/ 370534 w 967727"/>
                <a:gd name="connsiteY17" fmla="*/ 130907 h 817811"/>
                <a:gd name="connsiteX18" fmla="*/ 369261 w 967727"/>
                <a:gd name="connsiteY18" fmla="*/ 130907 h 817811"/>
                <a:gd name="connsiteX19" fmla="*/ 233016 w 967727"/>
                <a:gd name="connsiteY19" fmla="*/ 235753 h 817811"/>
                <a:gd name="connsiteX20" fmla="*/ 226650 w 967727"/>
                <a:gd name="connsiteY20" fmla="*/ 242743 h 817811"/>
                <a:gd name="connsiteX21" fmla="*/ 217100 w 967727"/>
                <a:gd name="connsiteY21" fmla="*/ 243379 h 817811"/>
                <a:gd name="connsiteX22" fmla="*/ 172534 w 967727"/>
                <a:gd name="connsiteY22" fmla="*/ 235118 h 817811"/>
                <a:gd name="connsiteX23" fmla="*/ 171261 w 967727"/>
                <a:gd name="connsiteY23" fmla="*/ 235118 h 817811"/>
                <a:gd name="connsiteX24" fmla="*/ 24193 w 967727"/>
                <a:gd name="connsiteY24" fmla="*/ 398425 h 817811"/>
                <a:gd name="connsiteX25" fmla="*/ 24193 w 967727"/>
                <a:gd name="connsiteY25" fmla="*/ 413675 h 817811"/>
                <a:gd name="connsiteX26" fmla="*/ 72579 w 967727"/>
                <a:gd name="connsiteY26" fmla="*/ 536949 h 817811"/>
                <a:gd name="connsiteX27" fmla="*/ 169351 w 967727"/>
                <a:gd name="connsiteY27" fmla="*/ 578888 h 817811"/>
                <a:gd name="connsiteX28" fmla="*/ 213916 w 967727"/>
                <a:gd name="connsiteY28" fmla="*/ 571263 h 817811"/>
                <a:gd name="connsiteX29" fmla="*/ 223466 w 967727"/>
                <a:gd name="connsiteY29" fmla="*/ 571898 h 817811"/>
                <a:gd name="connsiteX30" fmla="*/ 229833 w 967727"/>
                <a:gd name="connsiteY30" fmla="*/ 578888 h 817811"/>
                <a:gd name="connsiteX31" fmla="*/ 365441 w 967727"/>
                <a:gd name="connsiteY31" fmla="*/ 685641 h 817811"/>
                <a:gd name="connsiteX32" fmla="*/ 383267 w 967727"/>
                <a:gd name="connsiteY32" fmla="*/ 684370 h 817811"/>
                <a:gd name="connsiteX33" fmla="*/ 385177 w 967727"/>
                <a:gd name="connsiteY33" fmla="*/ 685005 h 817811"/>
                <a:gd name="connsiteX34" fmla="*/ 543068 w 967727"/>
                <a:gd name="connsiteY34" fmla="*/ 817811 h 817811"/>
                <a:gd name="connsiteX35" fmla="*/ 541794 w 967727"/>
                <a:gd name="connsiteY35" fmla="*/ 817811 h 817811"/>
                <a:gd name="connsiteX36" fmla="*/ 377537 w 967727"/>
                <a:gd name="connsiteY36" fmla="*/ 709787 h 817811"/>
                <a:gd name="connsiteX37" fmla="*/ 365441 w 967727"/>
                <a:gd name="connsiteY37" fmla="*/ 710423 h 817811"/>
                <a:gd name="connsiteX38" fmla="*/ 210733 w 967727"/>
                <a:gd name="connsiteY38" fmla="*/ 597951 h 817811"/>
                <a:gd name="connsiteX39" fmla="*/ 169351 w 967727"/>
                <a:gd name="connsiteY39" fmla="*/ 603034 h 817811"/>
                <a:gd name="connsiteX40" fmla="*/ 55389 w 967727"/>
                <a:gd name="connsiteY40" fmla="*/ 553471 h 817811"/>
                <a:gd name="connsiteX41" fmla="*/ 0 w 967727"/>
                <a:gd name="connsiteY41" fmla="*/ 412404 h 817811"/>
                <a:gd name="connsiteX42" fmla="*/ 0 w 967727"/>
                <a:gd name="connsiteY42" fmla="*/ 396518 h 817811"/>
                <a:gd name="connsiteX43" fmla="*/ 171261 w 967727"/>
                <a:gd name="connsiteY43" fmla="*/ 209065 h 817811"/>
                <a:gd name="connsiteX44" fmla="*/ 172534 w 967727"/>
                <a:gd name="connsiteY44" fmla="*/ 209065 h 817811"/>
                <a:gd name="connsiteX45" fmla="*/ 213916 w 967727"/>
                <a:gd name="connsiteY45" fmla="*/ 214784 h 817811"/>
                <a:gd name="connsiteX46" fmla="*/ 369261 w 967727"/>
                <a:gd name="connsiteY46" fmla="*/ 104854 h 817811"/>
                <a:gd name="connsiteX47" fmla="*/ 370534 w 967727"/>
                <a:gd name="connsiteY47" fmla="*/ 104854 h 817811"/>
                <a:gd name="connsiteX48" fmla="*/ 382630 w 967727"/>
                <a:gd name="connsiteY48" fmla="*/ 105489 h 817811"/>
                <a:gd name="connsiteX49" fmla="*/ 548798 w 967727"/>
                <a:gd name="connsiteY49" fmla="*/ 7 h 817811"/>
                <a:gd name="connsiteX50" fmla="*/ 720058 w 967727"/>
                <a:gd name="connsiteY50" fmla="*/ 123282 h 817811"/>
                <a:gd name="connsiteX51" fmla="*/ 886225 w 967727"/>
                <a:gd name="connsiteY51" fmla="*/ 196357 h 817811"/>
                <a:gd name="connsiteX52" fmla="*/ 967717 w 967727"/>
                <a:gd name="connsiteY52" fmla="*/ 404144 h 817811"/>
                <a:gd name="connsiteX53" fmla="*/ 967717 w 967727"/>
                <a:gd name="connsiteY53" fmla="*/ 420029 h 817811"/>
                <a:gd name="connsiteX54" fmla="*/ 715602 w 967727"/>
                <a:gd name="connsiteY54" fmla="*/ 696443 h 817811"/>
                <a:gd name="connsiteX55" fmla="*/ 714328 w 967727"/>
                <a:gd name="connsiteY55" fmla="*/ 696443 h 817811"/>
                <a:gd name="connsiteX56" fmla="*/ 543068 w 967727"/>
                <a:gd name="connsiteY56" fmla="*/ 817811 h 817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967727" h="817811">
                  <a:moveTo>
                    <a:pt x="385177" y="685005"/>
                  </a:moveTo>
                  <a:cubicBezTo>
                    <a:pt x="389634" y="685005"/>
                    <a:pt x="394090" y="687547"/>
                    <a:pt x="396000" y="691995"/>
                  </a:cubicBezTo>
                  <a:cubicBezTo>
                    <a:pt x="424013" y="754268"/>
                    <a:pt x="480039" y="793029"/>
                    <a:pt x="541794" y="793665"/>
                  </a:cubicBezTo>
                  <a:lnTo>
                    <a:pt x="543068" y="793665"/>
                  </a:lnTo>
                  <a:cubicBezTo>
                    <a:pt x="609280" y="793665"/>
                    <a:pt x="669126" y="749820"/>
                    <a:pt x="695229" y="680557"/>
                  </a:cubicBezTo>
                  <a:cubicBezTo>
                    <a:pt x="697138" y="675474"/>
                    <a:pt x="701595" y="672297"/>
                    <a:pt x="707325" y="672932"/>
                  </a:cubicBezTo>
                  <a:lnTo>
                    <a:pt x="716238" y="672932"/>
                  </a:lnTo>
                  <a:cubicBezTo>
                    <a:pt x="840386" y="672932"/>
                    <a:pt x="942251" y="559825"/>
                    <a:pt x="943524" y="420665"/>
                  </a:cubicBezTo>
                  <a:lnTo>
                    <a:pt x="943524" y="405414"/>
                  </a:lnTo>
                  <a:cubicBezTo>
                    <a:pt x="944161" y="332975"/>
                    <a:pt x="917422" y="263077"/>
                    <a:pt x="869036" y="214784"/>
                  </a:cubicBezTo>
                  <a:cubicBezTo>
                    <a:pt x="827653" y="172846"/>
                    <a:pt x="774811" y="149970"/>
                    <a:pt x="718785" y="149334"/>
                  </a:cubicBezTo>
                  <a:lnTo>
                    <a:pt x="711782" y="149334"/>
                  </a:lnTo>
                  <a:cubicBezTo>
                    <a:pt x="706052" y="149334"/>
                    <a:pt x="701595" y="146157"/>
                    <a:pt x="700322" y="141074"/>
                  </a:cubicBezTo>
                  <a:cubicBezTo>
                    <a:pt x="674856" y="71811"/>
                    <a:pt x="615647" y="26060"/>
                    <a:pt x="548798" y="26060"/>
                  </a:cubicBezTo>
                  <a:lnTo>
                    <a:pt x="547524" y="26060"/>
                  </a:lnTo>
                  <a:cubicBezTo>
                    <a:pt x="485769" y="26060"/>
                    <a:pt x="429743" y="64186"/>
                    <a:pt x="401093" y="125188"/>
                  </a:cubicBezTo>
                  <a:cubicBezTo>
                    <a:pt x="398547" y="130271"/>
                    <a:pt x="393454" y="132813"/>
                    <a:pt x="388360" y="132178"/>
                  </a:cubicBezTo>
                  <a:cubicBezTo>
                    <a:pt x="382630" y="131542"/>
                    <a:pt x="376264" y="130907"/>
                    <a:pt x="370534" y="130907"/>
                  </a:cubicBezTo>
                  <a:lnTo>
                    <a:pt x="369261" y="130907"/>
                  </a:lnTo>
                  <a:cubicBezTo>
                    <a:pt x="309415" y="130907"/>
                    <a:pt x="254662" y="172846"/>
                    <a:pt x="233016" y="235753"/>
                  </a:cubicBezTo>
                  <a:cubicBezTo>
                    <a:pt x="231743" y="238931"/>
                    <a:pt x="229833" y="241472"/>
                    <a:pt x="226650" y="242743"/>
                  </a:cubicBezTo>
                  <a:cubicBezTo>
                    <a:pt x="223466" y="244014"/>
                    <a:pt x="220283" y="244014"/>
                    <a:pt x="217100" y="243379"/>
                  </a:cubicBezTo>
                  <a:cubicBezTo>
                    <a:pt x="203093" y="238295"/>
                    <a:pt x="187814" y="235118"/>
                    <a:pt x="172534" y="235118"/>
                  </a:cubicBezTo>
                  <a:lnTo>
                    <a:pt x="171261" y="235118"/>
                  </a:lnTo>
                  <a:cubicBezTo>
                    <a:pt x="91042" y="235118"/>
                    <a:pt x="25466" y="308193"/>
                    <a:pt x="24193" y="398425"/>
                  </a:cubicBezTo>
                  <a:lnTo>
                    <a:pt x="24193" y="413675"/>
                  </a:lnTo>
                  <a:cubicBezTo>
                    <a:pt x="23556" y="460697"/>
                    <a:pt x="41383" y="505813"/>
                    <a:pt x="72579" y="536949"/>
                  </a:cubicBezTo>
                  <a:cubicBezTo>
                    <a:pt x="99318" y="563637"/>
                    <a:pt x="133698" y="578888"/>
                    <a:pt x="169351" y="578888"/>
                  </a:cubicBezTo>
                  <a:cubicBezTo>
                    <a:pt x="183994" y="578888"/>
                    <a:pt x="199273" y="576346"/>
                    <a:pt x="213916" y="571263"/>
                  </a:cubicBezTo>
                  <a:cubicBezTo>
                    <a:pt x="217100" y="569992"/>
                    <a:pt x="220283" y="570627"/>
                    <a:pt x="223466" y="571898"/>
                  </a:cubicBezTo>
                  <a:cubicBezTo>
                    <a:pt x="226650" y="573169"/>
                    <a:pt x="228560" y="575711"/>
                    <a:pt x="229833" y="578888"/>
                  </a:cubicBezTo>
                  <a:cubicBezTo>
                    <a:pt x="250843" y="642431"/>
                    <a:pt x="304958" y="685005"/>
                    <a:pt x="365441" y="685641"/>
                  </a:cubicBezTo>
                  <a:cubicBezTo>
                    <a:pt x="371171" y="685641"/>
                    <a:pt x="377537" y="685005"/>
                    <a:pt x="383267" y="684370"/>
                  </a:cubicBezTo>
                  <a:cubicBezTo>
                    <a:pt x="383904" y="685005"/>
                    <a:pt x="384540" y="685005"/>
                    <a:pt x="385177" y="685005"/>
                  </a:cubicBezTo>
                  <a:moveTo>
                    <a:pt x="543068" y="817811"/>
                  </a:moveTo>
                  <a:lnTo>
                    <a:pt x="541794" y="817811"/>
                  </a:lnTo>
                  <a:cubicBezTo>
                    <a:pt x="473036" y="817176"/>
                    <a:pt x="410643" y="775873"/>
                    <a:pt x="377537" y="709787"/>
                  </a:cubicBezTo>
                  <a:cubicBezTo>
                    <a:pt x="373717" y="709787"/>
                    <a:pt x="369261" y="710423"/>
                    <a:pt x="365441" y="710423"/>
                  </a:cubicBezTo>
                  <a:cubicBezTo>
                    <a:pt x="298592" y="709787"/>
                    <a:pt x="237473" y="665307"/>
                    <a:pt x="210733" y="597951"/>
                  </a:cubicBezTo>
                  <a:cubicBezTo>
                    <a:pt x="197363" y="601764"/>
                    <a:pt x="183357" y="603034"/>
                    <a:pt x="169351" y="603034"/>
                  </a:cubicBezTo>
                  <a:cubicBezTo>
                    <a:pt x="127331" y="602399"/>
                    <a:pt x="86585" y="585242"/>
                    <a:pt x="55389" y="553471"/>
                  </a:cubicBezTo>
                  <a:cubicBezTo>
                    <a:pt x="19736" y="517251"/>
                    <a:pt x="0" y="465781"/>
                    <a:pt x="0" y="412404"/>
                  </a:cubicBezTo>
                  <a:lnTo>
                    <a:pt x="0" y="396518"/>
                  </a:lnTo>
                  <a:cubicBezTo>
                    <a:pt x="1273" y="292943"/>
                    <a:pt x="77672" y="209065"/>
                    <a:pt x="171261" y="209065"/>
                  </a:cubicBezTo>
                  <a:lnTo>
                    <a:pt x="172534" y="209065"/>
                  </a:lnTo>
                  <a:cubicBezTo>
                    <a:pt x="186540" y="209065"/>
                    <a:pt x="199910" y="210972"/>
                    <a:pt x="213916" y="214784"/>
                  </a:cubicBezTo>
                  <a:cubicBezTo>
                    <a:pt x="241929" y="148699"/>
                    <a:pt x="303048" y="104854"/>
                    <a:pt x="369261" y="104854"/>
                  </a:cubicBezTo>
                  <a:lnTo>
                    <a:pt x="370534" y="104854"/>
                  </a:lnTo>
                  <a:cubicBezTo>
                    <a:pt x="374354" y="104854"/>
                    <a:pt x="378810" y="104854"/>
                    <a:pt x="382630" y="105489"/>
                  </a:cubicBezTo>
                  <a:cubicBezTo>
                    <a:pt x="417010" y="40040"/>
                    <a:pt x="480039" y="-628"/>
                    <a:pt x="548798" y="7"/>
                  </a:cubicBezTo>
                  <a:cubicBezTo>
                    <a:pt x="623287" y="643"/>
                    <a:pt x="689499" y="48936"/>
                    <a:pt x="720058" y="123282"/>
                  </a:cubicBezTo>
                  <a:cubicBezTo>
                    <a:pt x="781814" y="123917"/>
                    <a:pt x="841023" y="149970"/>
                    <a:pt x="886225" y="196357"/>
                  </a:cubicBezTo>
                  <a:cubicBezTo>
                    <a:pt x="938431" y="249733"/>
                    <a:pt x="968354" y="325350"/>
                    <a:pt x="967717" y="404144"/>
                  </a:cubicBezTo>
                  <a:lnTo>
                    <a:pt x="967717" y="420029"/>
                  </a:lnTo>
                  <a:cubicBezTo>
                    <a:pt x="966444" y="573169"/>
                    <a:pt x="853756" y="696443"/>
                    <a:pt x="715602" y="696443"/>
                  </a:cubicBezTo>
                  <a:lnTo>
                    <a:pt x="714328" y="696443"/>
                  </a:lnTo>
                  <a:cubicBezTo>
                    <a:pt x="683769" y="771425"/>
                    <a:pt x="616920" y="817811"/>
                    <a:pt x="543068" y="8178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38FBE1A1-92BB-3306-2D93-95E7AB992706}"/>
                </a:ext>
              </a:extLst>
            </p:cNvPr>
            <p:cNvSpPr/>
            <p:nvPr/>
          </p:nvSpPr>
          <p:spPr>
            <a:xfrm>
              <a:off x="2719960" y="4390336"/>
              <a:ext cx="259729" cy="307603"/>
            </a:xfrm>
            <a:custGeom>
              <a:avLst/>
              <a:gdLst>
                <a:gd name="connsiteX0" fmla="*/ 12150 w 259729"/>
                <a:gd name="connsiteY0" fmla="*/ 307604 h 307603"/>
                <a:gd name="connsiteX1" fmla="*/ 54 w 259729"/>
                <a:gd name="connsiteY1" fmla="*/ 296166 h 307603"/>
                <a:gd name="connsiteX2" fmla="*/ 11513 w 259729"/>
                <a:gd name="connsiteY2" fmla="*/ 282822 h 307603"/>
                <a:gd name="connsiteX3" fmla="*/ 182137 w 259729"/>
                <a:gd name="connsiteY3" fmla="*/ 198945 h 307603"/>
                <a:gd name="connsiteX4" fmla="*/ 233706 w 259729"/>
                <a:gd name="connsiteY4" fmla="*/ 13398 h 307603"/>
                <a:gd name="connsiteX5" fmla="*/ 245166 w 259729"/>
                <a:gd name="connsiteY5" fmla="*/ 54 h 307603"/>
                <a:gd name="connsiteX6" fmla="*/ 258536 w 259729"/>
                <a:gd name="connsiteY6" fmla="*/ 11491 h 307603"/>
                <a:gd name="connsiteX7" fmla="*/ 201237 w 259729"/>
                <a:gd name="connsiteY7" fmla="*/ 214830 h 307603"/>
                <a:gd name="connsiteX8" fmla="*/ 14060 w 259729"/>
                <a:gd name="connsiteY8" fmla="*/ 306968 h 307603"/>
                <a:gd name="connsiteX9" fmla="*/ 12150 w 259729"/>
                <a:gd name="connsiteY9" fmla="*/ 307604 h 307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9729" h="307603">
                  <a:moveTo>
                    <a:pt x="12150" y="307604"/>
                  </a:moveTo>
                  <a:cubicBezTo>
                    <a:pt x="5784" y="307604"/>
                    <a:pt x="690" y="302520"/>
                    <a:pt x="54" y="296166"/>
                  </a:cubicBezTo>
                  <a:cubicBezTo>
                    <a:pt x="-583" y="289176"/>
                    <a:pt x="4510" y="283457"/>
                    <a:pt x="11513" y="282822"/>
                  </a:cubicBezTo>
                  <a:cubicBezTo>
                    <a:pt x="12787" y="282822"/>
                    <a:pt x="117198" y="273926"/>
                    <a:pt x="182137" y="198945"/>
                  </a:cubicBezTo>
                  <a:cubicBezTo>
                    <a:pt x="222247" y="152558"/>
                    <a:pt x="239436" y="90285"/>
                    <a:pt x="233706" y="13398"/>
                  </a:cubicBezTo>
                  <a:cubicBezTo>
                    <a:pt x="233070" y="6408"/>
                    <a:pt x="238163" y="689"/>
                    <a:pt x="245166" y="54"/>
                  </a:cubicBezTo>
                  <a:cubicBezTo>
                    <a:pt x="252170" y="-582"/>
                    <a:pt x="257899" y="4502"/>
                    <a:pt x="258536" y="11491"/>
                  </a:cubicBezTo>
                  <a:cubicBezTo>
                    <a:pt x="264903" y="94733"/>
                    <a:pt x="245803" y="163360"/>
                    <a:pt x="201237" y="214830"/>
                  </a:cubicBezTo>
                  <a:cubicBezTo>
                    <a:pt x="129295" y="298072"/>
                    <a:pt x="18517" y="306968"/>
                    <a:pt x="14060" y="306968"/>
                  </a:cubicBezTo>
                  <a:cubicBezTo>
                    <a:pt x="13213" y="307394"/>
                    <a:pt x="12577" y="307604"/>
                    <a:pt x="12150" y="30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79CE4BE0-CF38-C591-BCBC-5057709B29F9}"/>
                </a:ext>
              </a:extLst>
            </p:cNvPr>
            <p:cNvSpPr/>
            <p:nvPr/>
          </p:nvSpPr>
          <p:spPr>
            <a:xfrm>
              <a:off x="2171884" y="4356373"/>
              <a:ext cx="1434087" cy="813694"/>
            </a:xfrm>
            <a:custGeom>
              <a:avLst/>
              <a:gdLst>
                <a:gd name="connsiteX0" fmla="*/ 655725 w 1434087"/>
                <a:gd name="connsiteY0" fmla="*/ 813694 h 813694"/>
                <a:gd name="connsiteX1" fmla="*/ 1242 w 1434087"/>
                <a:gd name="connsiteY1" fmla="*/ 446413 h 813694"/>
                <a:gd name="connsiteX2" fmla="*/ 192876 w 1434087"/>
                <a:gd name="connsiteY2" fmla="*/ 94383 h 813694"/>
                <a:gd name="connsiteX3" fmla="*/ 210066 w 1434087"/>
                <a:gd name="connsiteY3" fmla="*/ 96925 h 813694"/>
                <a:gd name="connsiteX4" fmla="*/ 207519 w 1434087"/>
                <a:gd name="connsiteY4" fmla="*/ 114081 h 813694"/>
                <a:gd name="connsiteX5" fmla="*/ 26072 w 1434087"/>
                <a:gd name="connsiteY5" fmla="*/ 444507 h 813694"/>
                <a:gd name="connsiteX6" fmla="*/ 655725 w 1434087"/>
                <a:gd name="connsiteY6" fmla="*/ 789548 h 813694"/>
                <a:gd name="connsiteX7" fmla="*/ 760136 w 1434087"/>
                <a:gd name="connsiteY7" fmla="*/ 786371 h 813694"/>
                <a:gd name="connsiteX8" fmla="*/ 1332490 w 1434087"/>
                <a:gd name="connsiteY8" fmla="*/ 581761 h 813694"/>
                <a:gd name="connsiteX9" fmla="*/ 1408253 w 1434087"/>
                <a:gd name="connsiteY9" fmla="*/ 342202 h 813694"/>
                <a:gd name="connsiteX10" fmla="*/ 1121121 w 1434087"/>
                <a:gd name="connsiteY10" fmla="*/ 23214 h 813694"/>
                <a:gd name="connsiteX11" fmla="*/ 1114754 w 1434087"/>
                <a:gd name="connsiteY11" fmla="*/ 7328 h 813694"/>
                <a:gd name="connsiteX12" fmla="*/ 1130670 w 1434087"/>
                <a:gd name="connsiteY12" fmla="*/ 974 h 813694"/>
                <a:gd name="connsiteX13" fmla="*/ 1432445 w 1434087"/>
                <a:gd name="connsiteY13" fmla="*/ 340296 h 813694"/>
                <a:gd name="connsiteX14" fmla="*/ 1350317 w 1434087"/>
                <a:gd name="connsiteY14" fmla="*/ 597647 h 813694"/>
                <a:gd name="connsiteX15" fmla="*/ 761410 w 1434087"/>
                <a:gd name="connsiteY15" fmla="*/ 810517 h 813694"/>
                <a:gd name="connsiteX16" fmla="*/ 655725 w 1434087"/>
                <a:gd name="connsiteY16" fmla="*/ 813694 h 813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4087" h="813694">
                  <a:moveTo>
                    <a:pt x="655725" y="813694"/>
                  </a:moveTo>
                  <a:cubicBezTo>
                    <a:pt x="259088" y="813694"/>
                    <a:pt x="22889" y="682160"/>
                    <a:pt x="1242" y="446413"/>
                  </a:cubicBezTo>
                  <a:cubicBezTo>
                    <a:pt x="-10217" y="319962"/>
                    <a:pt x="57905" y="194781"/>
                    <a:pt x="192876" y="94383"/>
                  </a:cubicBezTo>
                  <a:cubicBezTo>
                    <a:pt x="197969" y="90570"/>
                    <a:pt x="205609" y="91206"/>
                    <a:pt x="210066" y="96925"/>
                  </a:cubicBezTo>
                  <a:cubicBezTo>
                    <a:pt x="213886" y="102008"/>
                    <a:pt x="213249" y="109633"/>
                    <a:pt x="207519" y="114081"/>
                  </a:cubicBezTo>
                  <a:cubicBezTo>
                    <a:pt x="79551" y="209396"/>
                    <a:pt x="15249" y="326952"/>
                    <a:pt x="26072" y="444507"/>
                  </a:cubicBezTo>
                  <a:cubicBezTo>
                    <a:pt x="46445" y="666274"/>
                    <a:pt x="273731" y="789548"/>
                    <a:pt x="655725" y="789548"/>
                  </a:cubicBezTo>
                  <a:cubicBezTo>
                    <a:pt x="689468" y="789548"/>
                    <a:pt x="723847" y="788277"/>
                    <a:pt x="760136" y="786371"/>
                  </a:cubicBezTo>
                  <a:cubicBezTo>
                    <a:pt x="1030715" y="771756"/>
                    <a:pt x="1228715" y="701223"/>
                    <a:pt x="1332490" y="581761"/>
                  </a:cubicBezTo>
                  <a:cubicBezTo>
                    <a:pt x="1391063" y="514405"/>
                    <a:pt x="1416529" y="433705"/>
                    <a:pt x="1408253" y="342202"/>
                  </a:cubicBezTo>
                  <a:cubicBezTo>
                    <a:pt x="1396793" y="214480"/>
                    <a:pt x="1291745" y="98195"/>
                    <a:pt x="1121121" y="23214"/>
                  </a:cubicBezTo>
                  <a:cubicBezTo>
                    <a:pt x="1114754" y="20672"/>
                    <a:pt x="1112207" y="13047"/>
                    <a:pt x="1114754" y="7328"/>
                  </a:cubicBezTo>
                  <a:cubicBezTo>
                    <a:pt x="1117301" y="974"/>
                    <a:pt x="1124941" y="-1568"/>
                    <a:pt x="1130670" y="974"/>
                  </a:cubicBezTo>
                  <a:cubicBezTo>
                    <a:pt x="1310207" y="79768"/>
                    <a:pt x="1419712" y="203677"/>
                    <a:pt x="1432445" y="340296"/>
                  </a:cubicBezTo>
                  <a:cubicBezTo>
                    <a:pt x="1441359" y="438153"/>
                    <a:pt x="1413982" y="525207"/>
                    <a:pt x="1350317" y="597647"/>
                  </a:cubicBezTo>
                  <a:cubicBezTo>
                    <a:pt x="1242085" y="722192"/>
                    <a:pt x="1038355" y="795902"/>
                    <a:pt x="761410" y="810517"/>
                  </a:cubicBezTo>
                  <a:cubicBezTo>
                    <a:pt x="725120" y="812424"/>
                    <a:pt x="690104" y="813694"/>
                    <a:pt x="655725" y="8136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D07CFB96-A6CB-57FA-861F-39FA31CD659B}"/>
                </a:ext>
              </a:extLst>
            </p:cNvPr>
            <p:cNvSpPr/>
            <p:nvPr/>
          </p:nvSpPr>
          <p:spPr>
            <a:xfrm>
              <a:off x="3281323" y="4675570"/>
              <a:ext cx="41255" cy="42067"/>
            </a:xfrm>
            <a:custGeom>
              <a:avLst/>
              <a:gdLst>
                <a:gd name="connsiteX0" fmla="*/ 21232 w 41255"/>
                <a:gd name="connsiteY0" fmla="*/ 42067 h 42067"/>
                <a:gd name="connsiteX1" fmla="*/ 16775 w 41255"/>
                <a:gd name="connsiteY1" fmla="*/ 41432 h 42067"/>
                <a:gd name="connsiteX2" fmla="*/ 3405 w 41255"/>
                <a:gd name="connsiteY2" fmla="*/ 32536 h 42067"/>
                <a:gd name="connsiteX3" fmla="*/ 222 w 41255"/>
                <a:gd name="connsiteY3" fmla="*/ 16650 h 42067"/>
                <a:gd name="connsiteX4" fmla="*/ 9135 w 41255"/>
                <a:gd name="connsiteY4" fmla="*/ 3306 h 42067"/>
                <a:gd name="connsiteX5" fmla="*/ 37785 w 41255"/>
                <a:gd name="connsiteY5" fmla="*/ 9660 h 42067"/>
                <a:gd name="connsiteX6" fmla="*/ 31418 w 41255"/>
                <a:gd name="connsiteY6" fmla="*/ 38890 h 42067"/>
                <a:gd name="connsiteX7" fmla="*/ 31418 w 41255"/>
                <a:gd name="connsiteY7" fmla="*/ 38890 h 42067"/>
                <a:gd name="connsiteX8" fmla="*/ 21232 w 41255"/>
                <a:gd name="connsiteY8" fmla="*/ 42067 h 4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255" h="42067">
                  <a:moveTo>
                    <a:pt x="21232" y="42067"/>
                  </a:moveTo>
                  <a:cubicBezTo>
                    <a:pt x="19958" y="42067"/>
                    <a:pt x="18048" y="42067"/>
                    <a:pt x="16775" y="41432"/>
                  </a:cubicBezTo>
                  <a:cubicBezTo>
                    <a:pt x="11045" y="40161"/>
                    <a:pt x="6588" y="36984"/>
                    <a:pt x="3405" y="32536"/>
                  </a:cubicBezTo>
                  <a:cubicBezTo>
                    <a:pt x="222" y="28088"/>
                    <a:pt x="-415" y="22369"/>
                    <a:pt x="222" y="16650"/>
                  </a:cubicBezTo>
                  <a:cubicBezTo>
                    <a:pt x="1495" y="10931"/>
                    <a:pt x="4678" y="6483"/>
                    <a:pt x="9135" y="3306"/>
                  </a:cubicBezTo>
                  <a:cubicBezTo>
                    <a:pt x="18685" y="-3048"/>
                    <a:pt x="32055" y="129"/>
                    <a:pt x="37785" y="9660"/>
                  </a:cubicBezTo>
                  <a:cubicBezTo>
                    <a:pt x="44151" y="19192"/>
                    <a:pt x="41604" y="32536"/>
                    <a:pt x="31418" y="38890"/>
                  </a:cubicBezTo>
                  <a:lnTo>
                    <a:pt x="31418" y="38890"/>
                  </a:lnTo>
                  <a:cubicBezTo>
                    <a:pt x="28871" y="40796"/>
                    <a:pt x="25052" y="42067"/>
                    <a:pt x="21232" y="420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ECD7486C-850B-D56B-AD2C-1C20AE120E69}"/>
                </a:ext>
              </a:extLst>
            </p:cNvPr>
            <p:cNvSpPr/>
            <p:nvPr/>
          </p:nvSpPr>
          <p:spPr>
            <a:xfrm>
              <a:off x="3257064" y="4834271"/>
              <a:ext cx="42594" cy="42225"/>
            </a:xfrm>
            <a:custGeom>
              <a:avLst/>
              <a:gdLst>
                <a:gd name="connsiteX0" fmla="*/ 21297 w 42594"/>
                <a:gd name="connsiteY0" fmla="*/ 42226 h 42225"/>
                <a:gd name="connsiteX1" fmla="*/ 3471 w 42594"/>
                <a:gd name="connsiteY1" fmla="*/ 32694 h 42225"/>
                <a:gd name="connsiteX2" fmla="*/ 9838 w 42594"/>
                <a:gd name="connsiteY2" fmla="*/ 3464 h 42225"/>
                <a:gd name="connsiteX3" fmla="*/ 39124 w 42594"/>
                <a:gd name="connsiteY3" fmla="*/ 9819 h 42225"/>
                <a:gd name="connsiteX4" fmla="*/ 32757 w 42594"/>
                <a:gd name="connsiteY4" fmla="*/ 39049 h 42225"/>
                <a:gd name="connsiteX5" fmla="*/ 32757 w 42594"/>
                <a:gd name="connsiteY5" fmla="*/ 39049 h 42225"/>
                <a:gd name="connsiteX6" fmla="*/ 21297 w 42594"/>
                <a:gd name="connsiteY6" fmla="*/ 42226 h 4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594" h="42225">
                  <a:moveTo>
                    <a:pt x="21297" y="42226"/>
                  </a:moveTo>
                  <a:cubicBezTo>
                    <a:pt x="14294" y="42226"/>
                    <a:pt x="7928" y="39049"/>
                    <a:pt x="3471" y="32694"/>
                  </a:cubicBezTo>
                  <a:cubicBezTo>
                    <a:pt x="-2896" y="23163"/>
                    <a:pt x="-349" y="9819"/>
                    <a:pt x="9838" y="3464"/>
                  </a:cubicBezTo>
                  <a:cubicBezTo>
                    <a:pt x="19387" y="-2890"/>
                    <a:pt x="32757" y="-348"/>
                    <a:pt x="39124" y="9819"/>
                  </a:cubicBezTo>
                  <a:cubicBezTo>
                    <a:pt x="45490" y="19350"/>
                    <a:pt x="42944" y="32694"/>
                    <a:pt x="32757" y="39049"/>
                  </a:cubicBezTo>
                  <a:lnTo>
                    <a:pt x="32757" y="39049"/>
                  </a:lnTo>
                  <a:cubicBezTo>
                    <a:pt x="29574" y="40955"/>
                    <a:pt x="25754" y="42226"/>
                    <a:pt x="21297" y="422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82F87B6F-FB79-8F31-7E74-3928D27839EC}"/>
                </a:ext>
              </a:extLst>
            </p:cNvPr>
            <p:cNvSpPr/>
            <p:nvPr/>
          </p:nvSpPr>
          <p:spPr>
            <a:xfrm>
              <a:off x="3402858" y="4780324"/>
              <a:ext cx="42528" cy="42160"/>
            </a:xfrm>
            <a:custGeom>
              <a:avLst/>
              <a:gdLst>
                <a:gd name="connsiteX0" fmla="*/ 21297 w 42528"/>
                <a:gd name="connsiteY0" fmla="*/ 42160 h 42160"/>
                <a:gd name="connsiteX1" fmla="*/ 3471 w 42528"/>
                <a:gd name="connsiteY1" fmla="*/ 32629 h 42160"/>
                <a:gd name="connsiteX2" fmla="*/ 9838 w 42528"/>
                <a:gd name="connsiteY2" fmla="*/ 3399 h 42160"/>
                <a:gd name="connsiteX3" fmla="*/ 25754 w 42528"/>
                <a:gd name="connsiteY3" fmla="*/ 221 h 42160"/>
                <a:gd name="connsiteX4" fmla="*/ 39124 w 42528"/>
                <a:gd name="connsiteY4" fmla="*/ 9117 h 42160"/>
                <a:gd name="connsiteX5" fmla="*/ 42307 w 42528"/>
                <a:gd name="connsiteY5" fmla="*/ 25003 h 42160"/>
                <a:gd name="connsiteX6" fmla="*/ 33394 w 42528"/>
                <a:gd name="connsiteY6" fmla="*/ 38347 h 42160"/>
                <a:gd name="connsiteX7" fmla="*/ 21297 w 42528"/>
                <a:gd name="connsiteY7" fmla="*/ 42160 h 4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528" h="42160">
                  <a:moveTo>
                    <a:pt x="21297" y="42160"/>
                  </a:moveTo>
                  <a:cubicBezTo>
                    <a:pt x="14294" y="42160"/>
                    <a:pt x="7927" y="38983"/>
                    <a:pt x="3471" y="32629"/>
                  </a:cubicBezTo>
                  <a:cubicBezTo>
                    <a:pt x="-2895" y="23097"/>
                    <a:pt x="-349" y="9753"/>
                    <a:pt x="9838" y="3399"/>
                  </a:cubicBezTo>
                  <a:cubicBezTo>
                    <a:pt x="14294" y="221"/>
                    <a:pt x="20024" y="-414"/>
                    <a:pt x="25754" y="221"/>
                  </a:cubicBezTo>
                  <a:cubicBezTo>
                    <a:pt x="31484" y="1492"/>
                    <a:pt x="35940" y="4669"/>
                    <a:pt x="39124" y="9117"/>
                  </a:cubicBezTo>
                  <a:cubicBezTo>
                    <a:pt x="42307" y="13566"/>
                    <a:pt x="42943" y="19284"/>
                    <a:pt x="42307" y="25003"/>
                  </a:cubicBezTo>
                  <a:cubicBezTo>
                    <a:pt x="41034" y="30722"/>
                    <a:pt x="37850" y="35170"/>
                    <a:pt x="33394" y="38347"/>
                  </a:cubicBezTo>
                  <a:cubicBezTo>
                    <a:pt x="28937" y="40889"/>
                    <a:pt x="25117" y="42160"/>
                    <a:pt x="21297" y="421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2773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 A | All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1">
            <a:extLst>
              <a:ext uri="{FF2B5EF4-FFF2-40B4-BE49-F238E27FC236}">
                <a16:creationId xmlns:a16="http://schemas.microsoft.com/office/drawing/2014/main" id="{87F434DA-A3C6-3C69-F53B-85DC5D9AB9DA}"/>
              </a:ext>
            </a:extLst>
          </p:cNvPr>
          <p:cNvGrpSpPr/>
          <p:nvPr/>
        </p:nvGrpSpPr>
        <p:grpSpPr>
          <a:xfrm>
            <a:off x="54620" y="2993667"/>
            <a:ext cx="12098727" cy="3313413"/>
            <a:chOff x="54620" y="2826325"/>
            <a:chExt cx="12098727" cy="3313413"/>
          </a:xfrm>
          <a:solidFill>
            <a:schemeClr val="tx2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E09FB0B-3809-0792-1CF1-80286201DCFD}"/>
                </a:ext>
              </a:extLst>
            </p:cNvPr>
            <p:cNvSpPr/>
            <p:nvPr/>
          </p:nvSpPr>
          <p:spPr>
            <a:xfrm>
              <a:off x="2815353" y="3078059"/>
              <a:ext cx="1349074" cy="1346643"/>
            </a:xfrm>
            <a:custGeom>
              <a:avLst/>
              <a:gdLst>
                <a:gd name="connsiteX0" fmla="*/ 942410 w 1349074"/>
                <a:gd name="connsiteY0" fmla="*/ 1346644 h 1346643"/>
                <a:gd name="connsiteX1" fmla="*/ 654642 w 1349074"/>
                <a:gd name="connsiteY1" fmla="*/ 1227818 h 1346643"/>
                <a:gd name="connsiteX2" fmla="*/ 3343 w 1349074"/>
                <a:gd name="connsiteY2" fmla="*/ 577769 h 1346643"/>
                <a:gd name="connsiteX3" fmla="*/ 3343 w 1349074"/>
                <a:gd name="connsiteY3" fmla="*/ 560612 h 1346643"/>
                <a:gd name="connsiteX4" fmla="*/ 20532 w 1349074"/>
                <a:gd name="connsiteY4" fmla="*/ 560612 h 1346643"/>
                <a:gd name="connsiteX5" fmla="*/ 671831 w 1349074"/>
                <a:gd name="connsiteY5" fmla="*/ 1210661 h 1346643"/>
                <a:gd name="connsiteX6" fmla="*/ 942410 w 1349074"/>
                <a:gd name="connsiteY6" fmla="*/ 1322497 h 1346643"/>
                <a:gd name="connsiteX7" fmla="*/ 1212989 w 1349074"/>
                <a:gd name="connsiteY7" fmla="*/ 1210661 h 1346643"/>
                <a:gd name="connsiteX8" fmla="*/ 1213626 w 1349074"/>
                <a:gd name="connsiteY8" fmla="*/ 670542 h 1346643"/>
                <a:gd name="connsiteX9" fmla="*/ 561690 w 1349074"/>
                <a:gd name="connsiteY9" fmla="*/ 20493 h 1346643"/>
                <a:gd name="connsiteX10" fmla="*/ 561690 w 1349074"/>
                <a:gd name="connsiteY10" fmla="*/ 3336 h 1346643"/>
                <a:gd name="connsiteX11" fmla="*/ 578880 w 1349074"/>
                <a:gd name="connsiteY11" fmla="*/ 3336 h 1346643"/>
                <a:gd name="connsiteX12" fmla="*/ 1230179 w 1349074"/>
                <a:gd name="connsiteY12" fmla="*/ 653385 h 1346643"/>
                <a:gd name="connsiteX13" fmla="*/ 1230179 w 1349074"/>
                <a:gd name="connsiteY13" fmla="*/ 1227182 h 1346643"/>
                <a:gd name="connsiteX14" fmla="*/ 942410 w 1349074"/>
                <a:gd name="connsiteY14" fmla="*/ 1346644 h 1346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49074" h="1346643">
                  <a:moveTo>
                    <a:pt x="942410" y="1346644"/>
                  </a:moveTo>
                  <a:cubicBezTo>
                    <a:pt x="833542" y="1346644"/>
                    <a:pt x="731677" y="1304705"/>
                    <a:pt x="654642" y="1227818"/>
                  </a:cubicBezTo>
                  <a:lnTo>
                    <a:pt x="3343" y="577769"/>
                  </a:lnTo>
                  <a:cubicBezTo>
                    <a:pt x="-1114" y="573320"/>
                    <a:pt x="-1114" y="565060"/>
                    <a:pt x="3343" y="560612"/>
                  </a:cubicBezTo>
                  <a:cubicBezTo>
                    <a:pt x="7799" y="556164"/>
                    <a:pt x="16076" y="556164"/>
                    <a:pt x="20532" y="560612"/>
                  </a:cubicBezTo>
                  <a:lnTo>
                    <a:pt x="671831" y="1210661"/>
                  </a:lnTo>
                  <a:cubicBezTo>
                    <a:pt x="743774" y="1282465"/>
                    <a:pt x="839909" y="1322497"/>
                    <a:pt x="942410" y="1322497"/>
                  </a:cubicBezTo>
                  <a:cubicBezTo>
                    <a:pt x="1044912" y="1322497"/>
                    <a:pt x="1140410" y="1283100"/>
                    <a:pt x="1212989" y="1210661"/>
                  </a:cubicBezTo>
                  <a:cubicBezTo>
                    <a:pt x="1362603" y="1061334"/>
                    <a:pt x="1362603" y="819233"/>
                    <a:pt x="1213626" y="670542"/>
                  </a:cubicBezTo>
                  <a:lnTo>
                    <a:pt x="561690" y="20493"/>
                  </a:lnTo>
                  <a:cubicBezTo>
                    <a:pt x="557233" y="16045"/>
                    <a:pt x="557233" y="7784"/>
                    <a:pt x="561690" y="3336"/>
                  </a:cubicBezTo>
                  <a:cubicBezTo>
                    <a:pt x="566146" y="-1112"/>
                    <a:pt x="574423" y="-1112"/>
                    <a:pt x="578880" y="3336"/>
                  </a:cubicBezTo>
                  <a:lnTo>
                    <a:pt x="1230179" y="653385"/>
                  </a:lnTo>
                  <a:cubicBezTo>
                    <a:pt x="1388706" y="811608"/>
                    <a:pt x="1388706" y="1068959"/>
                    <a:pt x="1230179" y="1227182"/>
                  </a:cubicBezTo>
                  <a:cubicBezTo>
                    <a:pt x="1153144" y="1304070"/>
                    <a:pt x="1050642" y="1346644"/>
                    <a:pt x="942410" y="1346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9917970-6276-98FC-FC58-7552DF704EE6}"/>
                </a:ext>
              </a:extLst>
            </p:cNvPr>
            <p:cNvSpPr/>
            <p:nvPr/>
          </p:nvSpPr>
          <p:spPr>
            <a:xfrm>
              <a:off x="2815990" y="3077423"/>
              <a:ext cx="666841" cy="666093"/>
            </a:xfrm>
            <a:custGeom>
              <a:avLst/>
              <a:gdLst>
                <a:gd name="connsiteX0" fmla="*/ 227445 w 666841"/>
                <a:gd name="connsiteY0" fmla="*/ 666094 h 666093"/>
                <a:gd name="connsiteX1" fmla="*/ 3343 w 666841"/>
                <a:gd name="connsiteY1" fmla="*/ 577769 h 666093"/>
                <a:gd name="connsiteX2" fmla="*/ 3343 w 666841"/>
                <a:gd name="connsiteY2" fmla="*/ 560612 h 666093"/>
                <a:gd name="connsiteX3" fmla="*/ 20532 w 666841"/>
                <a:gd name="connsiteY3" fmla="*/ 560612 h 666093"/>
                <a:gd name="connsiteX4" fmla="*/ 515851 w 666841"/>
                <a:gd name="connsiteY4" fmla="*/ 515496 h 666093"/>
                <a:gd name="connsiteX5" fmla="*/ 639362 w 666841"/>
                <a:gd name="connsiteY5" fmla="*/ 274031 h 666093"/>
                <a:gd name="connsiteX6" fmla="*/ 561053 w 666841"/>
                <a:gd name="connsiteY6" fmla="*/ 20493 h 666093"/>
                <a:gd name="connsiteX7" fmla="*/ 561053 w 666841"/>
                <a:gd name="connsiteY7" fmla="*/ 3336 h 666093"/>
                <a:gd name="connsiteX8" fmla="*/ 578243 w 666841"/>
                <a:gd name="connsiteY8" fmla="*/ 3336 h 666093"/>
                <a:gd name="connsiteX9" fmla="*/ 663555 w 666841"/>
                <a:gd name="connsiteY9" fmla="*/ 277208 h 666093"/>
                <a:gd name="connsiteX10" fmla="*/ 533040 w 666841"/>
                <a:gd name="connsiteY10" fmla="*/ 532653 h 666093"/>
                <a:gd name="connsiteX11" fmla="*/ 227445 w 666841"/>
                <a:gd name="connsiteY11" fmla="*/ 666094 h 666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6841" h="666093">
                  <a:moveTo>
                    <a:pt x="227445" y="666094"/>
                  </a:moveTo>
                  <a:cubicBezTo>
                    <a:pt x="142770" y="666094"/>
                    <a:pt x="63188" y="636864"/>
                    <a:pt x="3343" y="577769"/>
                  </a:cubicBezTo>
                  <a:cubicBezTo>
                    <a:pt x="-1114" y="573321"/>
                    <a:pt x="-1114" y="565060"/>
                    <a:pt x="3343" y="560612"/>
                  </a:cubicBezTo>
                  <a:cubicBezTo>
                    <a:pt x="7799" y="556164"/>
                    <a:pt x="16076" y="556164"/>
                    <a:pt x="20532" y="560612"/>
                  </a:cubicBezTo>
                  <a:cubicBezTo>
                    <a:pt x="144680" y="684522"/>
                    <a:pt x="366873" y="664188"/>
                    <a:pt x="515851" y="515496"/>
                  </a:cubicBezTo>
                  <a:cubicBezTo>
                    <a:pt x="583973" y="447505"/>
                    <a:pt x="627266" y="362356"/>
                    <a:pt x="639362" y="274031"/>
                  </a:cubicBezTo>
                  <a:cubicBezTo>
                    <a:pt x="652732" y="176174"/>
                    <a:pt x="624082" y="83401"/>
                    <a:pt x="561053" y="20493"/>
                  </a:cubicBezTo>
                  <a:cubicBezTo>
                    <a:pt x="556596" y="16045"/>
                    <a:pt x="556596" y="7784"/>
                    <a:pt x="561053" y="3336"/>
                  </a:cubicBezTo>
                  <a:cubicBezTo>
                    <a:pt x="565510" y="-1112"/>
                    <a:pt x="573786" y="-1112"/>
                    <a:pt x="578243" y="3336"/>
                  </a:cubicBezTo>
                  <a:cubicBezTo>
                    <a:pt x="646365" y="71327"/>
                    <a:pt x="677561" y="171091"/>
                    <a:pt x="663555" y="277208"/>
                  </a:cubicBezTo>
                  <a:cubicBezTo>
                    <a:pt x="650822" y="370617"/>
                    <a:pt x="604983" y="460849"/>
                    <a:pt x="533040" y="532653"/>
                  </a:cubicBezTo>
                  <a:cubicBezTo>
                    <a:pt x="445182" y="620978"/>
                    <a:pt x="333130" y="666094"/>
                    <a:pt x="227445" y="6660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0685573-621B-14C1-901A-51AF9E0A6519}"/>
                </a:ext>
              </a:extLst>
            </p:cNvPr>
            <p:cNvSpPr/>
            <p:nvPr/>
          </p:nvSpPr>
          <p:spPr>
            <a:xfrm>
              <a:off x="2774766" y="3036914"/>
              <a:ext cx="621535" cy="620819"/>
            </a:xfrm>
            <a:custGeom>
              <a:avLst/>
              <a:gdLst>
                <a:gd name="connsiteX0" fmla="*/ 52206 w 621535"/>
                <a:gd name="connsiteY0" fmla="*/ 620819 h 620819"/>
                <a:gd name="connsiteX1" fmla="*/ 43293 w 621535"/>
                <a:gd name="connsiteY1" fmla="*/ 617007 h 620819"/>
                <a:gd name="connsiteX2" fmla="*/ 0 w 621535"/>
                <a:gd name="connsiteY2" fmla="*/ 513431 h 620819"/>
                <a:gd name="connsiteX3" fmla="*/ 43293 w 621535"/>
                <a:gd name="connsiteY3" fmla="*/ 409855 h 620819"/>
                <a:gd name="connsiteX4" fmla="*/ 189723 w 621535"/>
                <a:gd name="connsiteY4" fmla="*/ 373000 h 620819"/>
                <a:gd name="connsiteX5" fmla="*/ 226649 w 621535"/>
                <a:gd name="connsiteY5" fmla="*/ 226850 h 620819"/>
                <a:gd name="connsiteX6" fmla="*/ 374354 w 621535"/>
                <a:gd name="connsiteY6" fmla="*/ 190630 h 620819"/>
                <a:gd name="connsiteX7" fmla="*/ 410643 w 621535"/>
                <a:gd name="connsiteY7" fmla="*/ 43210 h 620819"/>
                <a:gd name="connsiteX8" fmla="*/ 514418 w 621535"/>
                <a:gd name="connsiteY8" fmla="*/ 0 h 620819"/>
                <a:gd name="connsiteX9" fmla="*/ 618193 w 621535"/>
                <a:gd name="connsiteY9" fmla="*/ 43210 h 620819"/>
                <a:gd name="connsiteX10" fmla="*/ 618193 w 621535"/>
                <a:gd name="connsiteY10" fmla="*/ 60366 h 620819"/>
                <a:gd name="connsiteX11" fmla="*/ 601003 w 621535"/>
                <a:gd name="connsiteY11" fmla="*/ 60366 h 620819"/>
                <a:gd name="connsiteX12" fmla="*/ 427833 w 621535"/>
                <a:gd name="connsiteY12" fmla="*/ 60366 h 620819"/>
                <a:gd name="connsiteX13" fmla="*/ 408096 w 621535"/>
                <a:gd name="connsiteY13" fmla="*/ 207787 h 620819"/>
                <a:gd name="connsiteX14" fmla="*/ 406187 w 621535"/>
                <a:gd name="connsiteY14" fmla="*/ 222402 h 620819"/>
                <a:gd name="connsiteX15" fmla="*/ 391544 w 621535"/>
                <a:gd name="connsiteY15" fmla="*/ 224308 h 620819"/>
                <a:gd name="connsiteX16" fmla="*/ 243839 w 621535"/>
                <a:gd name="connsiteY16" fmla="*/ 244007 h 620819"/>
                <a:gd name="connsiteX17" fmla="*/ 223466 w 621535"/>
                <a:gd name="connsiteY17" fmla="*/ 390157 h 620819"/>
                <a:gd name="connsiteX18" fmla="*/ 221556 w 621535"/>
                <a:gd name="connsiteY18" fmla="*/ 404772 h 620819"/>
                <a:gd name="connsiteX19" fmla="*/ 206913 w 621535"/>
                <a:gd name="connsiteY19" fmla="*/ 406678 h 620819"/>
                <a:gd name="connsiteX20" fmla="*/ 60482 w 621535"/>
                <a:gd name="connsiteY20" fmla="*/ 427012 h 620819"/>
                <a:gd name="connsiteX21" fmla="*/ 60482 w 621535"/>
                <a:gd name="connsiteY21" fmla="*/ 599850 h 620819"/>
                <a:gd name="connsiteX22" fmla="*/ 60482 w 621535"/>
                <a:gd name="connsiteY22" fmla="*/ 617007 h 620819"/>
                <a:gd name="connsiteX23" fmla="*/ 52206 w 621535"/>
                <a:gd name="connsiteY23" fmla="*/ 620819 h 620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1535" h="620819">
                  <a:moveTo>
                    <a:pt x="52206" y="620819"/>
                  </a:moveTo>
                  <a:cubicBezTo>
                    <a:pt x="49022" y="620819"/>
                    <a:pt x="45839" y="619548"/>
                    <a:pt x="43293" y="617007"/>
                  </a:cubicBezTo>
                  <a:cubicBezTo>
                    <a:pt x="15280" y="589047"/>
                    <a:pt x="0" y="552192"/>
                    <a:pt x="0" y="513431"/>
                  </a:cubicBezTo>
                  <a:cubicBezTo>
                    <a:pt x="0" y="474669"/>
                    <a:pt x="15280" y="437179"/>
                    <a:pt x="43293" y="409855"/>
                  </a:cubicBezTo>
                  <a:cubicBezTo>
                    <a:pt x="82129" y="371094"/>
                    <a:pt x="138791" y="357749"/>
                    <a:pt x="189723" y="373000"/>
                  </a:cubicBezTo>
                  <a:cubicBezTo>
                    <a:pt x="174444" y="322165"/>
                    <a:pt x="187814" y="264976"/>
                    <a:pt x="226649" y="226850"/>
                  </a:cubicBezTo>
                  <a:cubicBezTo>
                    <a:pt x="265485" y="188089"/>
                    <a:pt x="322785" y="174744"/>
                    <a:pt x="374354" y="190630"/>
                  </a:cubicBezTo>
                  <a:cubicBezTo>
                    <a:pt x="358437" y="139160"/>
                    <a:pt x="371807" y="82606"/>
                    <a:pt x="410643" y="43210"/>
                  </a:cubicBezTo>
                  <a:cubicBezTo>
                    <a:pt x="438656" y="15250"/>
                    <a:pt x="475582" y="0"/>
                    <a:pt x="514418" y="0"/>
                  </a:cubicBezTo>
                  <a:cubicBezTo>
                    <a:pt x="553254" y="0"/>
                    <a:pt x="590817" y="15250"/>
                    <a:pt x="618193" y="43210"/>
                  </a:cubicBezTo>
                  <a:cubicBezTo>
                    <a:pt x="622650" y="47658"/>
                    <a:pt x="622650" y="55918"/>
                    <a:pt x="618193" y="60366"/>
                  </a:cubicBezTo>
                  <a:cubicBezTo>
                    <a:pt x="613736" y="64814"/>
                    <a:pt x="605460" y="64814"/>
                    <a:pt x="601003" y="60366"/>
                  </a:cubicBezTo>
                  <a:cubicBezTo>
                    <a:pt x="553254" y="12709"/>
                    <a:pt x="475582" y="12709"/>
                    <a:pt x="427833" y="60366"/>
                  </a:cubicBezTo>
                  <a:cubicBezTo>
                    <a:pt x="388997" y="99128"/>
                    <a:pt x="380720" y="160129"/>
                    <a:pt x="408096" y="207787"/>
                  </a:cubicBezTo>
                  <a:cubicBezTo>
                    <a:pt x="410643" y="212870"/>
                    <a:pt x="410007" y="218589"/>
                    <a:pt x="406187" y="222402"/>
                  </a:cubicBezTo>
                  <a:cubicBezTo>
                    <a:pt x="402367" y="226215"/>
                    <a:pt x="396000" y="226850"/>
                    <a:pt x="391544" y="224308"/>
                  </a:cubicBezTo>
                  <a:cubicBezTo>
                    <a:pt x="343794" y="196985"/>
                    <a:pt x="282675" y="204610"/>
                    <a:pt x="243839" y="244007"/>
                  </a:cubicBezTo>
                  <a:cubicBezTo>
                    <a:pt x="205640" y="282133"/>
                    <a:pt x="196727" y="342499"/>
                    <a:pt x="223466" y="390157"/>
                  </a:cubicBezTo>
                  <a:cubicBezTo>
                    <a:pt x="226013" y="395240"/>
                    <a:pt x="225376" y="400959"/>
                    <a:pt x="221556" y="404772"/>
                  </a:cubicBezTo>
                  <a:cubicBezTo>
                    <a:pt x="217736" y="408584"/>
                    <a:pt x="212006" y="409220"/>
                    <a:pt x="206913" y="406678"/>
                  </a:cubicBezTo>
                  <a:cubicBezTo>
                    <a:pt x="159164" y="379990"/>
                    <a:pt x="99318" y="388886"/>
                    <a:pt x="60482" y="427012"/>
                  </a:cubicBezTo>
                  <a:cubicBezTo>
                    <a:pt x="12733" y="474669"/>
                    <a:pt x="12733" y="552192"/>
                    <a:pt x="60482" y="599850"/>
                  </a:cubicBezTo>
                  <a:cubicBezTo>
                    <a:pt x="64939" y="604298"/>
                    <a:pt x="64939" y="612559"/>
                    <a:pt x="60482" y="617007"/>
                  </a:cubicBezTo>
                  <a:cubicBezTo>
                    <a:pt x="58572" y="619548"/>
                    <a:pt x="55389" y="620819"/>
                    <a:pt x="52206" y="6208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6C6D531D-7DAD-4913-F66E-D8736661052D}"/>
                </a:ext>
              </a:extLst>
            </p:cNvPr>
            <p:cNvSpPr/>
            <p:nvPr/>
          </p:nvSpPr>
          <p:spPr>
            <a:xfrm>
              <a:off x="3166143" y="3257556"/>
              <a:ext cx="315586" cy="457366"/>
            </a:xfrm>
            <a:custGeom>
              <a:avLst/>
              <a:gdLst>
                <a:gd name="connsiteX0" fmla="*/ 22450 w 315586"/>
                <a:gd name="connsiteY0" fmla="*/ 457366 h 457366"/>
                <a:gd name="connsiteX1" fmla="*/ 10990 w 315586"/>
                <a:gd name="connsiteY1" fmla="*/ 448470 h 457366"/>
                <a:gd name="connsiteX2" fmla="*/ 45370 w 315586"/>
                <a:gd name="connsiteY2" fmla="*/ 177140 h 457366"/>
                <a:gd name="connsiteX3" fmla="*/ 300669 w 315586"/>
                <a:gd name="connsiteY3" fmla="*/ 489 h 457366"/>
                <a:gd name="connsiteX4" fmla="*/ 315312 w 315586"/>
                <a:gd name="connsiteY4" fmla="*/ 9385 h 457366"/>
                <a:gd name="connsiteX5" fmla="*/ 306399 w 315586"/>
                <a:gd name="connsiteY5" fmla="*/ 24000 h 457366"/>
                <a:gd name="connsiteX6" fmla="*/ 66379 w 315586"/>
                <a:gd name="connsiteY6" fmla="*/ 189213 h 457366"/>
                <a:gd name="connsiteX7" fmla="*/ 34547 w 315586"/>
                <a:gd name="connsiteY7" fmla="*/ 442116 h 457366"/>
                <a:gd name="connsiteX8" fmla="*/ 26270 w 315586"/>
                <a:gd name="connsiteY8" fmla="*/ 457366 h 457366"/>
                <a:gd name="connsiteX9" fmla="*/ 22450 w 315586"/>
                <a:gd name="connsiteY9" fmla="*/ 457366 h 457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86" h="457366">
                  <a:moveTo>
                    <a:pt x="22450" y="457366"/>
                  </a:moveTo>
                  <a:cubicBezTo>
                    <a:pt x="17357" y="457366"/>
                    <a:pt x="12264" y="453554"/>
                    <a:pt x="10990" y="448470"/>
                  </a:cubicBezTo>
                  <a:cubicBezTo>
                    <a:pt x="9080" y="442751"/>
                    <a:pt x="-27846" y="304862"/>
                    <a:pt x="45370" y="177140"/>
                  </a:cubicBezTo>
                  <a:cubicBezTo>
                    <a:pt x="93756" y="91992"/>
                    <a:pt x="179704" y="32896"/>
                    <a:pt x="300669" y="489"/>
                  </a:cubicBezTo>
                  <a:cubicBezTo>
                    <a:pt x="307036" y="-1417"/>
                    <a:pt x="314039" y="2395"/>
                    <a:pt x="315312" y="9385"/>
                  </a:cubicBezTo>
                  <a:cubicBezTo>
                    <a:pt x="316585" y="16375"/>
                    <a:pt x="313402" y="22729"/>
                    <a:pt x="306399" y="24000"/>
                  </a:cubicBezTo>
                  <a:cubicBezTo>
                    <a:pt x="192438" y="54501"/>
                    <a:pt x="111582" y="109784"/>
                    <a:pt x="66379" y="189213"/>
                  </a:cubicBezTo>
                  <a:cubicBezTo>
                    <a:pt x="-1743" y="308039"/>
                    <a:pt x="33910" y="440845"/>
                    <a:pt x="34547" y="442116"/>
                  </a:cubicBezTo>
                  <a:cubicBezTo>
                    <a:pt x="36457" y="448470"/>
                    <a:pt x="32637" y="455460"/>
                    <a:pt x="26270" y="457366"/>
                  </a:cubicBezTo>
                  <a:cubicBezTo>
                    <a:pt x="24360" y="457366"/>
                    <a:pt x="23723" y="457366"/>
                    <a:pt x="22450" y="4573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BF21F5F-1B95-F075-2D56-ED04F1E83E86}"/>
                </a:ext>
              </a:extLst>
            </p:cNvPr>
            <p:cNvSpPr/>
            <p:nvPr/>
          </p:nvSpPr>
          <p:spPr>
            <a:xfrm>
              <a:off x="2888485" y="3515604"/>
              <a:ext cx="309818" cy="195505"/>
            </a:xfrm>
            <a:custGeom>
              <a:avLst/>
              <a:gdLst>
                <a:gd name="connsiteX0" fmla="*/ 12339 w 309818"/>
                <a:gd name="connsiteY0" fmla="*/ 195506 h 195505"/>
                <a:gd name="connsiteX1" fmla="*/ 7882 w 309818"/>
                <a:gd name="connsiteY1" fmla="*/ 194870 h 195505"/>
                <a:gd name="connsiteX2" fmla="*/ 879 w 309818"/>
                <a:gd name="connsiteY2" fmla="*/ 178984 h 195505"/>
                <a:gd name="connsiteX3" fmla="*/ 301381 w 309818"/>
                <a:gd name="connsiteY3" fmla="*/ 9959 h 195505"/>
                <a:gd name="connsiteX4" fmla="*/ 309021 w 309818"/>
                <a:gd name="connsiteY4" fmla="*/ 25209 h 195505"/>
                <a:gd name="connsiteX5" fmla="*/ 293741 w 309818"/>
                <a:gd name="connsiteY5" fmla="*/ 32835 h 195505"/>
                <a:gd name="connsiteX6" fmla="*/ 23799 w 309818"/>
                <a:gd name="connsiteY6" fmla="*/ 187245 h 195505"/>
                <a:gd name="connsiteX7" fmla="*/ 12339 w 309818"/>
                <a:gd name="connsiteY7" fmla="*/ 195506 h 19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9818" h="195505">
                  <a:moveTo>
                    <a:pt x="12339" y="195506"/>
                  </a:moveTo>
                  <a:cubicBezTo>
                    <a:pt x="11066" y="195506"/>
                    <a:pt x="9792" y="195506"/>
                    <a:pt x="7882" y="194870"/>
                  </a:cubicBezTo>
                  <a:cubicBezTo>
                    <a:pt x="1516" y="192329"/>
                    <a:pt x="-1668" y="185339"/>
                    <a:pt x="879" y="178984"/>
                  </a:cubicBezTo>
                  <a:cubicBezTo>
                    <a:pt x="70911" y="-9104"/>
                    <a:pt x="228165" y="-13552"/>
                    <a:pt x="301381" y="9959"/>
                  </a:cubicBezTo>
                  <a:cubicBezTo>
                    <a:pt x="307747" y="11865"/>
                    <a:pt x="311567" y="18855"/>
                    <a:pt x="309021" y="25209"/>
                  </a:cubicBezTo>
                  <a:cubicBezTo>
                    <a:pt x="307111" y="31564"/>
                    <a:pt x="300108" y="35376"/>
                    <a:pt x="293741" y="32835"/>
                  </a:cubicBezTo>
                  <a:cubicBezTo>
                    <a:pt x="286101" y="30293"/>
                    <a:pt x="102744" y="-25625"/>
                    <a:pt x="23799" y="187245"/>
                  </a:cubicBezTo>
                  <a:cubicBezTo>
                    <a:pt x="21889" y="192329"/>
                    <a:pt x="17432" y="195506"/>
                    <a:pt x="12339" y="19550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0CFB817-16F7-044B-D553-C43968BBCA69}"/>
                </a:ext>
              </a:extLst>
            </p:cNvPr>
            <p:cNvSpPr/>
            <p:nvPr/>
          </p:nvSpPr>
          <p:spPr>
            <a:xfrm>
              <a:off x="3243328" y="3378536"/>
              <a:ext cx="147963" cy="211841"/>
            </a:xfrm>
            <a:custGeom>
              <a:avLst/>
              <a:gdLst>
                <a:gd name="connsiteX0" fmla="*/ 12114 w 147963"/>
                <a:gd name="connsiteY0" fmla="*/ 211842 h 211841"/>
                <a:gd name="connsiteX1" fmla="*/ 17 w 147963"/>
                <a:gd name="connsiteY1" fmla="*/ 200404 h 211841"/>
                <a:gd name="connsiteX2" fmla="*/ 131168 w 147963"/>
                <a:gd name="connsiteY2" fmla="*/ 877 h 211841"/>
                <a:gd name="connsiteX3" fmla="*/ 147085 w 147963"/>
                <a:gd name="connsiteY3" fmla="*/ 7867 h 211841"/>
                <a:gd name="connsiteX4" fmla="*/ 140081 w 147963"/>
                <a:gd name="connsiteY4" fmla="*/ 23753 h 211841"/>
                <a:gd name="connsiteX5" fmla="*/ 24210 w 147963"/>
                <a:gd name="connsiteY5" fmla="*/ 199133 h 211841"/>
                <a:gd name="connsiteX6" fmla="*/ 12114 w 147963"/>
                <a:gd name="connsiteY6" fmla="*/ 211842 h 211841"/>
                <a:gd name="connsiteX7" fmla="*/ 12114 w 147963"/>
                <a:gd name="connsiteY7" fmla="*/ 211842 h 211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7963" h="211841">
                  <a:moveTo>
                    <a:pt x="12114" y="211842"/>
                  </a:moveTo>
                  <a:cubicBezTo>
                    <a:pt x="5747" y="211842"/>
                    <a:pt x="17" y="206758"/>
                    <a:pt x="17" y="200404"/>
                  </a:cubicBezTo>
                  <a:cubicBezTo>
                    <a:pt x="17" y="199133"/>
                    <a:pt x="-4440" y="55525"/>
                    <a:pt x="131168" y="877"/>
                  </a:cubicBezTo>
                  <a:cubicBezTo>
                    <a:pt x="137535" y="-1664"/>
                    <a:pt x="144538" y="1513"/>
                    <a:pt x="147085" y="7867"/>
                  </a:cubicBezTo>
                  <a:cubicBezTo>
                    <a:pt x="149631" y="14222"/>
                    <a:pt x="146448" y="21211"/>
                    <a:pt x="140081" y="23753"/>
                  </a:cubicBezTo>
                  <a:cubicBezTo>
                    <a:pt x="19753" y="72046"/>
                    <a:pt x="24210" y="197862"/>
                    <a:pt x="24210" y="199133"/>
                  </a:cubicBezTo>
                  <a:cubicBezTo>
                    <a:pt x="24210" y="206123"/>
                    <a:pt x="19117" y="211206"/>
                    <a:pt x="12114" y="211842"/>
                  </a:cubicBezTo>
                  <a:lnTo>
                    <a:pt x="12114" y="2118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049BC44-613E-161C-8E52-BBDB172AE751}"/>
                </a:ext>
              </a:extLst>
            </p:cNvPr>
            <p:cNvSpPr/>
            <p:nvPr/>
          </p:nvSpPr>
          <p:spPr>
            <a:xfrm>
              <a:off x="4724682" y="3964648"/>
              <a:ext cx="637454" cy="688810"/>
            </a:xfrm>
            <a:custGeom>
              <a:avLst/>
              <a:gdLst>
                <a:gd name="connsiteX0" fmla="*/ 26265 w 637454"/>
                <a:gd name="connsiteY0" fmla="*/ 24147 h 688810"/>
                <a:gd name="connsiteX1" fmla="*/ 91204 w 637454"/>
                <a:gd name="connsiteY1" fmla="*/ 554734 h 688810"/>
                <a:gd name="connsiteX2" fmla="*/ 221718 w 637454"/>
                <a:gd name="connsiteY2" fmla="*/ 664029 h 688810"/>
                <a:gd name="connsiteX3" fmla="*/ 416535 w 637454"/>
                <a:gd name="connsiteY3" fmla="*/ 664029 h 688810"/>
                <a:gd name="connsiteX4" fmla="*/ 547050 w 637454"/>
                <a:gd name="connsiteY4" fmla="*/ 554734 h 688810"/>
                <a:gd name="connsiteX5" fmla="*/ 611989 w 637454"/>
                <a:gd name="connsiteY5" fmla="*/ 24147 h 688810"/>
                <a:gd name="connsiteX6" fmla="*/ 26265 w 637454"/>
                <a:gd name="connsiteY6" fmla="*/ 24147 h 688810"/>
                <a:gd name="connsiteX7" fmla="*/ 221718 w 637454"/>
                <a:gd name="connsiteY7" fmla="*/ 688811 h 688810"/>
                <a:gd name="connsiteX8" fmla="*/ 67011 w 637454"/>
                <a:gd name="connsiteY8" fmla="*/ 557911 h 688810"/>
                <a:gd name="connsiteX9" fmla="*/ 162 w 637454"/>
                <a:gd name="connsiteY9" fmla="*/ 13344 h 688810"/>
                <a:gd name="connsiteX10" fmla="*/ 3345 w 637454"/>
                <a:gd name="connsiteY10" fmla="*/ 3813 h 688810"/>
                <a:gd name="connsiteX11" fmla="*/ 12259 w 637454"/>
                <a:gd name="connsiteY11" fmla="*/ 0 h 688810"/>
                <a:gd name="connsiteX12" fmla="*/ 625359 w 637454"/>
                <a:gd name="connsiteY12" fmla="*/ 0 h 688810"/>
                <a:gd name="connsiteX13" fmla="*/ 634272 w 637454"/>
                <a:gd name="connsiteY13" fmla="*/ 3813 h 688810"/>
                <a:gd name="connsiteX14" fmla="*/ 637455 w 637454"/>
                <a:gd name="connsiteY14" fmla="*/ 13344 h 688810"/>
                <a:gd name="connsiteX15" fmla="*/ 570606 w 637454"/>
                <a:gd name="connsiteY15" fmla="*/ 557911 h 688810"/>
                <a:gd name="connsiteX16" fmla="*/ 415899 w 637454"/>
                <a:gd name="connsiteY16" fmla="*/ 688811 h 688810"/>
                <a:gd name="connsiteX17" fmla="*/ 221718 w 637454"/>
                <a:gd name="connsiteY17" fmla="*/ 688811 h 688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7454" h="688810">
                  <a:moveTo>
                    <a:pt x="26265" y="24147"/>
                  </a:moveTo>
                  <a:lnTo>
                    <a:pt x="91204" y="554734"/>
                  </a:lnTo>
                  <a:cubicBezTo>
                    <a:pt x="98844" y="617007"/>
                    <a:pt x="154870" y="664029"/>
                    <a:pt x="221718" y="664029"/>
                  </a:cubicBezTo>
                  <a:lnTo>
                    <a:pt x="416535" y="664029"/>
                  </a:lnTo>
                  <a:cubicBezTo>
                    <a:pt x="483384" y="664029"/>
                    <a:pt x="539410" y="617007"/>
                    <a:pt x="547050" y="554734"/>
                  </a:cubicBezTo>
                  <a:lnTo>
                    <a:pt x="611989" y="24147"/>
                  </a:lnTo>
                  <a:lnTo>
                    <a:pt x="26265" y="24147"/>
                  </a:lnTo>
                  <a:close/>
                  <a:moveTo>
                    <a:pt x="221718" y="688811"/>
                  </a:moveTo>
                  <a:cubicBezTo>
                    <a:pt x="142773" y="688811"/>
                    <a:pt x="75924" y="632892"/>
                    <a:pt x="67011" y="557911"/>
                  </a:cubicBezTo>
                  <a:lnTo>
                    <a:pt x="162" y="13344"/>
                  </a:lnTo>
                  <a:cubicBezTo>
                    <a:pt x="-474" y="10167"/>
                    <a:pt x="799" y="6354"/>
                    <a:pt x="3345" y="3813"/>
                  </a:cubicBezTo>
                  <a:cubicBezTo>
                    <a:pt x="5892" y="1271"/>
                    <a:pt x="9076" y="0"/>
                    <a:pt x="12259" y="0"/>
                  </a:cubicBezTo>
                  <a:lnTo>
                    <a:pt x="625359" y="0"/>
                  </a:lnTo>
                  <a:cubicBezTo>
                    <a:pt x="628542" y="0"/>
                    <a:pt x="632362" y="1271"/>
                    <a:pt x="634272" y="3813"/>
                  </a:cubicBezTo>
                  <a:cubicBezTo>
                    <a:pt x="636818" y="6354"/>
                    <a:pt x="637455" y="10167"/>
                    <a:pt x="637455" y="13344"/>
                  </a:cubicBezTo>
                  <a:lnTo>
                    <a:pt x="570606" y="557911"/>
                  </a:lnTo>
                  <a:cubicBezTo>
                    <a:pt x="561693" y="632257"/>
                    <a:pt x="494844" y="688811"/>
                    <a:pt x="415899" y="688811"/>
                  </a:cubicBezTo>
                  <a:lnTo>
                    <a:pt x="221718" y="68881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65DA89D-EAC2-3B8A-BDE9-95D0B6B1A778}"/>
                </a:ext>
              </a:extLst>
            </p:cNvPr>
            <p:cNvSpPr/>
            <p:nvPr/>
          </p:nvSpPr>
          <p:spPr>
            <a:xfrm>
              <a:off x="4613996" y="3704120"/>
              <a:ext cx="860819" cy="284674"/>
            </a:xfrm>
            <a:custGeom>
              <a:avLst/>
              <a:gdLst>
                <a:gd name="connsiteX0" fmla="*/ 429813 w 860819"/>
                <a:gd name="connsiteY0" fmla="*/ 260528 h 284674"/>
                <a:gd name="connsiteX1" fmla="*/ 788250 w 860819"/>
                <a:gd name="connsiteY1" fmla="*/ 260528 h 284674"/>
                <a:gd name="connsiteX2" fmla="*/ 788887 w 860819"/>
                <a:gd name="connsiteY2" fmla="*/ 258622 h 284674"/>
                <a:gd name="connsiteX3" fmla="*/ 835363 w 860819"/>
                <a:gd name="connsiteY3" fmla="*/ 32407 h 284674"/>
                <a:gd name="connsiteX4" fmla="*/ 834726 w 860819"/>
                <a:gd name="connsiteY4" fmla="*/ 24147 h 284674"/>
                <a:gd name="connsiteX5" fmla="*/ 25536 w 860819"/>
                <a:gd name="connsiteY5" fmla="*/ 24147 h 284674"/>
                <a:gd name="connsiteX6" fmla="*/ 24899 w 860819"/>
                <a:gd name="connsiteY6" fmla="*/ 32407 h 284674"/>
                <a:gd name="connsiteX7" fmla="*/ 71375 w 860819"/>
                <a:gd name="connsiteY7" fmla="*/ 258622 h 284674"/>
                <a:gd name="connsiteX8" fmla="*/ 72012 w 860819"/>
                <a:gd name="connsiteY8" fmla="*/ 260528 h 284674"/>
                <a:gd name="connsiteX9" fmla="*/ 429813 w 860819"/>
                <a:gd name="connsiteY9" fmla="*/ 260528 h 284674"/>
                <a:gd name="connsiteX10" fmla="*/ 790797 w 860819"/>
                <a:gd name="connsiteY10" fmla="*/ 284675 h 284674"/>
                <a:gd name="connsiteX11" fmla="*/ 68829 w 860819"/>
                <a:gd name="connsiteY11" fmla="*/ 284675 h 284674"/>
                <a:gd name="connsiteX12" fmla="*/ 47182 w 860819"/>
                <a:gd name="connsiteY12" fmla="*/ 263070 h 284674"/>
                <a:gd name="connsiteX13" fmla="*/ 707 w 860819"/>
                <a:gd name="connsiteY13" fmla="*/ 36855 h 284674"/>
                <a:gd name="connsiteX14" fmla="*/ 7073 w 860819"/>
                <a:gd name="connsiteY14" fmla="*/ 7625 h 284674"/>
                <a:gd name="connsiteX15" fmla="*/ 22990 w 860819"/>
                <a:gd name="connsiteY15" fmla="*/ 0 h 284674"/>
                <a:gd name="connsiteX16" fmla="*/ 837909 w 860819"/>
                <a:gd name="connsiteY16" fmla="*/ 0 h 284674"/>
                <a:gd name="connsiteX17" fmla="*/ 853826 w 860819"/>
                <a:gd name="connsiteY17" fmla="*/ 7625 h 284674"/>
                <a:gd name="connsiteX18" fmla="*/ 860192 w 860819"/>
                <a:gd name="connsiteY18" fmla="*/ 36855 h 284674"/>
                <a:gd name="connsiteX19" fmla="*/ 813717 w 860819"/>
                <a:gd name="connsiteY19" fmla="*/ 263070 h 284674"/>
                <a:gd name="connsiteX20" fmla="*/ 790797 w 860819"/>
                <a:gd name="connsiteY20" fmla="*/ 284675 h 284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60819" h="284674">
                  <a:moveTo>
                    <a:pt x="429813" y="260528"/>
                  </a:moveTo>
                  <a:lnTo>
                    <a:pt x="788250" y="260528"/>
                  </a:lnTo>
                  <a:cubicBezTo>
                    <a:pt x="788250" y="259893"/>
                    <a:pt x="788887" y="259257"/>
                    <a:pt x="788887" y="258622"/>
                  </a:cubicBezTo>
                  <a:lnTo>
                    <a:pt x="835363" y="32407"/>
                  </a:lnTo>
                  <a:cubicBezTo>
                    <a:pt x="835999" y="29230"/>
                    <a:pt x="835363" y="26053"/>
                    <a:pt x="834726" y="24147"/>
                  </a:cubicBezTo>
                  <a:lnTo>
                    <a:pt x="25536" y="24147"/>
                  </a:lnTo>
                  <a:cubicBezTo>
                    <a:pt x="24899" y="26053"/>
                    <a:pt x="24263" y="28595"/>
                    <a:pt x="24899" y="32407"/>
                  </a:cubicBezTo>
                  <a:lnTo>
                    <a:pt x="71375" y="258622"/>
                  </a:lnTo>
                  <a:cubicBezTo>
                    <a:pt x="71375" y="259257"/>
                    <a:pt x="72012" y="259893"/>
                    <a:pt x="72012" y="260528"/>
                  </a:cubicBezTo>
                  <a:lnTo>
                    <a:pt x="429813" y="260528"/>
                  </a:lnTo>
                  <a:close/>
                  <a:moveTo>
                    <a:pt x="790797" y="284675"/>
                  </a:moveTo>
                  <a:lnTo>
                    <a:pt x="68829" y="284675"/>
                  </a:lnTo>
                  <a:cubicBezTo>
                    <a:pt x="58642" y="284675"/>
                    <a:pt x="49729" y="275778"/>
                    <a:pt x="47182" y="263070"/>
                  </a:cubicBezTo>
                  <a:lnTo>
                    <a:pt x="707" y="36855"/>
                  </a:lnTo>
                  <a:cubicBezTo>
                    <a:pt x="-1203" y="26053"/>
                    <a:pt x="707" y="14615"/>
                    <a:pt x="7073" y="7625"/>
                  </a:cubicBezTo>
                  <a:cubicBezTo>
                    <a:pt x="11530" y="2542"/>
                    <a:pt x="16623" y="0"/>
                    <a:pt x="22990" y="0"/>
                  </a:cubicBezTo>
                  <a:lnTo>
                    <a:pt x="837909" y="0"/>
                  </a:lnTo>
                  <a:cubicBezTo>
                    <a:pt x="843639" y="0"/>
                    <a:pt x="849369" y="2542"/>
                    <a:pt x="853826" y="7625"/>
                  </a:cubicBezTo>
                  <a:cubicBezTo>
                    <a:pt x="859555" y="15250"/>
                    <a:pt x="862102" y="26053"/>
                    <a:pt x="860192" y="36855"/>
                  </a:cubicBezTo>
                  <a:lnTo>
                    <a:pt x="813717" y="263070"/>
                  </a:lnTo>
                  <a:cubicBezTo>
                    <a:pt x="809896" y="275778"/>
                    <a:pt x="800983" y="284675"/>
                    <a:pt x="790797" y="28467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A8A3A45-866D-267D-0C80-F62777DD6E84}"/>
                </a:ext>
              </a:extLst>
            </p:cNvPr>
            <p:cNvSpPr/>
            <p:nvPr/>
          </p:nvSpPr>
          <p:spPr>
            <a:xfrm>
              <a:off x="4644495" y="2826325"/>
              <a:ext cx="795443" cy="902118"/>
            </a:xfrm>
            <a:custGeom>
              <a:avLst/>
              <a:gdLst>
                <a:gd name="connsiteX0" fmla="*/ 729738 w 795443"/>
                <a:gd name="connsiteY0" fmla="*/ 901941 h 902118"/>
                <a:gd name="connsiteX1" fmla="*/ 720188 w 795443"/>
                <a:gd name="connsiteY1" fmla="*/ 897493 h 902118"/>
                <a:gd name="connsiteX2" fmla="*/ 722098 w 795443"/>
                <a:gd name="connsiteY2" fmla="*/ 880337 h 902118"/>
                <a:gd name="connsiteX3" fmla="*/ 771757 w 795443"/>
                <a:gd name="connsiteY3" fmla="*/ 784386 h 902118"/>
                <a:gd name="connsiteX4" fmla="*/ 683899 w 795443"/>
                <a:gd name="connsiteY4" fmla="*/ 657299 h 902118"/>
                <a:gd name="connsiteX5" fmla="*/ 676259 w 795443"/>
                <a:gd name="connsiteY5" fmla="*/ 648403 h 902118"/>
                <a:gd name="connsiteX6" fmla="*/ 679442 w 795443"/>
                <a:gd name="connsiteY6" fmla="*/ 636965 h 902118"/>
                <a:gd name="connsiteX7" fmla="*/ 705545 w 795443"/>
                <a:gd name="connsiteY7" fmla="*/ 566432 h 902118"/>
                <a:gd name="connsiteX8" fmla="*/ 611320 w 795443"/>
                <a:gd name="connsiteY8" fmla="*/ 482555 h 902118"/>
                <a:gd name="connsiteX9" fmla="*/ 601770 w 795443"/>
                <a:gd name="connsiteY9" fmla="*/ 482555 h 902118"/>
                <a:gd name="connsiteX10" fmla="*/ 590310 w 795443"/>
                <a:gd name="connsiteY10" fmla="*/ 474930 h 902118"/>
                <a:gd name="connsiteX11" fmla="*/ 593493 w 795443"/>
                <a:gd name="connsiteY11" fmla="*/ 461585 h 902118"/>
                <a:gd name="connsiteX12" fmla="*/ 622780 w 795443"/>
                <a:gd name="connsiteY12" fmla="*/ 390417 h 902118"/>
                <a:gd name="connsiteX13" fmla="*/ 550201 w 795443"/>
                <a:gd name="connsiteY13" fmla="*/ 305904 h 902118"/>
                <a:gd name="connsiteX14" fmla="*/ 485899 w 795443"/>
                <a:gd name="connsiteY14" fmla="*/ 275403 h 902118"/>
                <a:gd name="connsiteX15" fmla="*/ 373211 w 795443"/>
                <a:gd name="connsiteY15" fmla="*/ 44105 h 902118"/>
                <a:gd name="connsiteX16" fmla="*/ 301905 w 795443"/>
                <a:gd name="connsiteY16" fmla="*/ 261424 h 902118"/>
                <a:gd name="connsiteX17" fmla="*/ 294902 w 795443"/>
                <a:gd name="connsiteY17" fmla="*/ 290654 h 902118"/>
                <a:gd name="connsiteX18" fmla="*/ 268162 w 795443"/>
                <a:gd name="connsiteY18" fmla="*/ 303362 h 902118"/>
                <a:gd name="connsiteX19" fmla="*/ 173937 w 795443"/>
                <a:gd name="connsiteY19" fmla="*/ 390417 h 902118"/>
                <a:gd name="connsiteX20" fmla="*/ 203223 w 795443"/>
                <a:gd name="connsiteY20" fmla="*/ 461585 h 902118"/>
                <a:gd name="connsiteX21" fmla="*/ 206407 w 795443"/>
                <a:gd name="connsiteY21" fmla="*/ 474930 h 902118"/>
                <a:gd name="connsiteX22" fmla="*/ 194947 w 795443"/>
                <a:gd name="connsiteY22" fmla="*/ 482555 h 902118"/>
                <a:gd name="connsiteX23" fmla="*/ 185397 w 795443"/>
                <a:gd name="connsiteY23" fmla="*/ 482555 h 902118"/>
                <a:gd name="connsiteX24" fmla="*/ 91172 w 795443"/>
                <a:gd name="connsiteY24" fmla="*/ 566432 h 902118"/>
                <a:gd name="connsiteX25" fmla="*/ 117275 w 795443"/>
                <a:gd name="connsiteY25" fmla="*/ 636965 h 902118"/>
                <a:gd name="connsiteX26" fmla="*/ 120458 w 795443"/>
                <a:gd name="connsiteY26" fmla="*/ 648403 h 902118"/>
                <a:gd name="connsiteX27" fmla="*/ 112818 w 795443"/>
                <a:gd name="connsiteY27" fmla="*/ 657299 h 902118"/>
                <a:gd name="connsiteX28" fmla="*/ 24960 w 795443"/>
                <a:gd name="connsiteY28" fmla="*/ 784386 h 902118"/>
                <a:gd name="connsiteX29" fmla="*/ 74619 w 795443"/>
                <a:gd name="connsiteY29" fmla="*/ 880337 h 902118"/>
                <a:gd name="connsiteX30" fmla="*/ 76529 w 795443"/>
                <a:gd name="connsiteY30" fmla="*/ 897493 h 902118"/>
                <a:gd name="connsiteX31" fmla="*/ 59339 w 795443"/>
                <a:gd name="connsiteY31" fmla="*/ 899400 h 902118"/>
                <a:gd name="connsiteX32" fmla="*/ 130 w 795443"/>
                <a:gd name="connsiteY32" fmla="*/ 785657 h 902118"/>
                <a:gd name="connsiteX33" fmla="*/ 87989 w 795443"/>
                <a:gd name="connsiteY33" fmla="*/ 640778 h 902118"/>
                <a:gd name="connsiteX34" fmla="*/ 66342 w 795443"/>
                <a:gd name="connsiteY34" fmla="*/ 565161 h 902118"/>
                <a:gd name="connsiteX35" fmla="*/ 168844 w 795443"/>
                <a:gd name="connsiteY35" fmla="*/ 459679 h 902118"/>
                <a:gd name="connsiteX36" fmla="*/ 149107 w 795443"/>
                <a:gd name="connsiteY36" fmla="*/ 389781 h 902118"/>
                <a:gd name="connsiteX37" fmla="*/ 268162 w 795443"/>
                <a:gd name="connsiteY37" fmla="*/ 279851 h 902118"/>
                <a:gd name="connsiteX38" fmla="*/ 275802 w 795443"/>
                <a:gd name="connsiteY38" fmla="*/ 276039 h 902118"/>
                <a:gd name="connsiteX39" fmla="*/ 277712 w 795443"/>
                <a:gd name="connsiteY39" fmla="*/ 267143 h 902118"/>
                <a:gd name="connsiteX40" fmla="*/ 376394 w 795443"/>
                <a:gd name="connsiteY40" fmla="*/ 3437 h 902118"/>
                <a:gd name="connsiteX41" fmla="*/ 389763 w 795443"/>
                <a:gd name="connsiteY41" fmla="*/ 896 h 902118"/>
                <a:gd name="connsiteX42" fmla="*/ 396767 w 795443"/>
                <a:gd name="connsiteY42" fmla="*/ 12333 h 902118"/>
                <a:gd name="connsiteX43" fmla="*/ 501178 w 795443"/>
                <a:gd name="connsiteY43" fmla="*/ 256976 h 902118"/>
                <a:gd name="connsiteX44" fmla="*/ 554658 w 795443"/>
                <a:gd name="connsiteY44" fmla="*/ 282393 h 902118"/>
                <a:gd name="connsiteX45" fmla="*/ 646336 w 795443"/>
                <a:gd name="connsiteY45" fmla="*/ 389146 h 902118"/>
                <a:gd name="connsiteX46" fmla="*/ 626600 w 795443"/>
                <a:gd name="connsiteY46" fmla="*/ 459044 h 902118"/>
                <a:gd name="connsiteX47" fmla="*/ 729101 w 795443"/>
                <a:gd name="connsiteY47" fmla="*/ 564526 h 902118"/>
                <a:gd name="connsiteX48" fmla="*/ 707455 w 795443"/>
                <a:gd name="connsiteY48" fmla="*/ 640142 h 902118"/>
                <a:gd name="connsiteX49" fmla="*/ 795313 w 795443"/>
                <a:gd name="connsiteY49" fmla="*/ 785021 h 902118"/>
                <a:gd name="connsiteX50" fmla="*/ 736105 w 795443"/>
                <a:gd name="connsiteY50" fmla="*/ 898764 h 902118"/>
                <a:gd name="connsiteX51" fmla="*/ 729738 w 795443"/>
                <a:gd name="connsiteY51" fmla="*/ 901941 h 90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95443" h="902118">
                  <a:moveTo>
                    <a:pt x="729738" y="901941"/>
                  </a:moveTo>
                  <a:cubicBezTo>
                    <a:pt x="725918" y="901941"/>
                    <a:pt x="722735" y="900035"/>
                    <a:pt x="720188" y="897493"/>
                  </a:cubicBezTo>
                  <a:cubicBezTo>
                    <a:pt x="715731" y="892410"/>
                    <a:pt x="717005" y="884785"/>
                    <a:pt x="722098" y="880337"/>
                  </a:cubicBezTo>
                  <a:cubicBezTo>
                    <a:pt x="752657" y="856825"/>
                    <a:pt x="770484" y="821877"/>
                    <a:pt x="771757" y="784386"/>
                  </a:cubicBezTo>
                  <a:cubicBezTo>
                    <a:pt x="773667" y="727197"/>
                    <a:pt x="738651" y="675727"/>
                    <a:pt x="683899" y="657299"/>
                  </a:cubicBezTo>
                  <a:cubicBezTo>
                    <a:pt x="680079" y="656028"/>
                    <a:pt x="676896" y="652851"/>
                    <a:pt x="676259" y="648403"/>
                  </a:cubicBezTo>
                  <a:cubicBezTo>
                    <a:pt x="674986" y="644591"/>
                    <a:pt x="676259" y="640142"/>
                    <a:pt x="679442" y="636965"/>
                  </a:cubicBezTo>
                  <a:cubicBezTo>
                    <a:pt x="697905" y="618538"/>
                    <a:pt x="707455" y="592485"/>
                    <a:pt x="705545" y="566432"/>
                  </a:cubicBezTo>
                  <a:cubicBezTo>
                    <a:pt x="702362" y="519410"/>
                    <a:pt x="660979" y="482555"/>
                    <a:pt x="611320" y="482555"/>
                  </a:cubicBezTo>
                  <a:lnTo>
                    <a:pt x="601770" y="482555"/>
                  </a:lnTo>
                  <a:cubicBezTo>
                    <a:pt x="596677" y="482555"/>
                    <a:pt x="592220" y="479378"/>
                    <a:pt x="590310" y="474930"/>
                  </a:cubicBezTo>
                  <a:cubicBezTo>
                    <a:pt x="588400" y="470482"/>
                    <a:pt x="589674" y="464763"/>
                    <a:pt x="593493" y="461585"/>
                  </a:cubicBezTo>
                  <a:cubicBezTo>
                    <a:pt x="613230" y="443158"/>
                    <a:pt x="624053" y="417740"/>
                    <a:pt x="622780" y="390417"/>
                  </a:cubicBezTo>
                  <a:cubicBezTo>
                    <a:pt x="620870" y="350384"/>
                    <a:pt x="590947" y="315436"/>
                    <a:pt x="550201" y="305904"/>
                  </a:cubicBezTo>
                  <a:cubicBezTo>
                    <a:pt x="524098" y="300185"/>
                    <a:pt x="502452" y="289383"/>
                    <a:pt x="485899" y="275403"/>
                  </a:cubicBezTo>
                  <a:cubicBezTo>
                    <a:pt x="445153" y="239819"/>
                    <a:pt x="378941" y="164838"/>
                    <a:pt x="373211" y="44105"/>
                  </a:cubicBezTo>
                  <a:cubicBezTo>
                    <a:pt x="340741" y="84138"/>
                    <a:pt x="282169" y="171192"/>
                    <a:pt x="301905" y="261424"/>
                  </a:cubicBezTo>
                  <a:cubicBezTo>
                    <a:pt x="304452" y="271591"/>
                    <a:pt x="301905" y="282393"/>
                    <a:pt x="294902" y="290654"/>
                  </a:cubicBezTo>
                  <a:cubicBezTo>
                    <a:pt x="288535" y="298914"/>
                    <a:pt x="278349" y="303362"/>
                    <a:pt x="268162" y="303362"/>
                  </a:cubicBezTo>
                  <a:cubicBezTo>
                    <a:pt x="217866" y="303362"/>
                    <a:pt x="175847" y="342124"/>
                    <a:pt x="173937" y="390417"/>
                  </a:cubicBezTo>
                  <a:cubicBezTo>
                    <a:pt x="172664" y="417105"/>
                    <a:pt x="183487" y="443158"/>
                    <a:pt x="203223" y="461585"/>
                  </a:cubicBezTo>
                  <a:cubicBezTo>
                    <a:pt x="207043" y="464763"/>
                    <a:pt x="208316" y="470482"/>
                    <a:pt x="206407" y="474930"/>
                  </a:cubicBezTo>
                  <a:cubicBezTo>
                    <a:pt x="204497" y="479378"/>
                    <a:pt x="200040" y="482555"/>
                    <a:pt x="194947" y="482555"/>
                  </a:cubicBezTo>
                  <a:lnTo>
                    <a:pt x="185397" y="482555"/>
                  </a:lnTo>
                  <a:cubicBezTo>
                    <a:pt x="136374" y="482555"/>
                    <a:pt x="94992" y="519410"/>
                    <a:pt x="91172" y="566432"/>
                  </a:cubicBezTo>
                  <a:cubicBezTo>
                    <a:pt x="89262" y="592485"/>
                    <a:pt x="98812" y="618538"/>
                    <a:pt x="117275" y="636965"/>
                  </a:cubicBezTo>
                  <a:cubicBezTo>
                    <a:pt x="120458" y="640142"/>
                    <a:pt x="121731" y="643955"/>
                    <a:pt x="120458" y="648403"/>
                  </a:cubicBezTo>
                  <a:cubicBezTo>
                    <a:pt x="119185" y="652216"/>
                    <a:pt x="116638" y="656028"/>
                    <a:pt x="112818" y="657299"/>
                  </a:cubicBezTo>
                  <a:cubicBezTo>
                    <a:pt x="58066" y="675727"/>
                    <a:pt x="23050" y="727197"/>
                    <a:pt x="24960" y="784386"/>
                  </a:cubicBezTo>
                  <a:cubicBezTo>
                    <a:pt x="26233" y="821877"/>
                    <a:pt x="44696" y="856190"/>
                    <a:pt x="74619" y="880337"/>
                  </a:cubicBezTo>
                  <a:cubicBezTo>
                    <a:pt x="79712" y="884149"/>
                    <a:pt x="80985" y="892410"/>
                    <a:pt x="76529" y="897493"/>
                  </a:cubicBezTo>
                  <a:cubicBezTo>
                    <a:pt x="72709" y="902577"/>
                    <a:pt x="64432" y="903848"/>
                    <a:pt x="59339" y="899400"/>
                  </a:cubicBezTo>
                  <a:cubicBezTo>
                    <a:pt x="23050" y="871441"/>
                    <a:pt x="1403" y="830137"/>
                    <a:pt x="130" y="785657"/>
                  </a:cubicBezTo>
                  <a:cubicBezTo>
                    <a:pt x="-2417" y="723384"/>
                    <a:pt x="32599" y="666831"/>
                    <a:pt x="87989" y="640778"/>
                  </a:cubicBezTo>
                  <a:cubicBezTo>
                    <a:pt x="72072" y="619173"/>
                    <a:pt x="64432" y="591849"/>
                    <a:pt x="66342" y="565161"/>
                  </a:cubicBezTo>
                  <a:cubicBezTo>
                    <a:pt x="70162" y="510514"/>
                    <a:pt x="114091" y="466669"/>
                    <a:pt x="168844" y="459679"/>
                  </a:cubicBezTo>
                  <a:cubicBezTo>
                    <a:pt x="154838" y="439345"/>
                    <a:pt x="147834" y="415199"/>
                    <a:pt x="149107" y="389781"/>
                  </a:cubicBezTo>
                  <a:cubicBezTo>
                    <a:pt x="151654" y="328780"/>
                    <a:pt x="205133" y="279851"/>
                    <a:pt x="268162" y="279851"/>
                  </a:cubicBezTo>
                  <a:cubicBezTo>
                    <a:pt x="272619" y="279851"/>
                    <a:pt x="275165" y="277310"/>
                    <a:pt x="275802" y="276039"/>
                  </a:cubicBezTo>
                  <a:cubicBezTo>
                    <a:pt x="277712" y="273497"/>
                    <a:pt x="278349" y="270320"/>
                    <a:pt x="277712" y="267143"/>
                  </a:cubicBezTo>
                  <a:cubicBezTo>
                    <a:pt x="247789" y="131160"/>
                    <a:pt x="370664" y="9156"/>
                    <a:pt x="376394" y="3437"/>
                  </a:cubicBezTo>
                  <a:cubicBezTo>
                    <a:pt x="380214" y="260"/>
                    <a:pt x="385307" y="-1011"/>
                    <a:pt x="389763" y="896"/>
                  </a:cubicBezTo>
                  <a:cubicBezTo>
                    <a:pt x="394220" y="2802"/>
                    <a:pt x="397403" y="7250"/>
                    <a:pt x="396767" y="12333"/>
                  </a:cubicBezTo>
                  <a:cubicBezTo>
                    <a:pt x="391674" y="142597"/>
                    <a:pt x="459796" y="221391"/>
                    <a:pt x="501178" y="256976"/>
                  </a:cubicBezTo>
                  <a:cubicBezTo>
                    <a:pt x="515185" y="269049"/>
                    <a:pt x="533011" y="277310"/>
                    <a:pt x="554658" y="282393"/>
                  </a:cubicBezTo>
                  <a:cubicBezTo>
                    <a:pt x="606227" y="294466"/>
                    <a:pt x="643789" y="338311"/>
                    <a:pt x="646336" y="389146"/>
                  </a:cubicBezTo>
                  <a:cubicBezTo>
                    <a:pt x="647609" y="413928"/>
                    <a:pt x="640606" y="438710"/>
                    <a:pt x="626600" y="459044"/>
                  </a:cubicBezTo>
                  <a:cubicBezTo>
                    <a:pt x="681352" y="466033"/>
                    <a:pt x="724645" y="509878"/>
                    <a:pt x="729101" y="564526"/>
                  </a:cubicBezTo>
                  <a:cubicBezTo>
                    <a:pt x="731011" y="591849"/>
                    <a:pt x="723371" y="618538"/>
                    <a:pt x="707455" y="640142"/>
                  </a:cubicBezTo>
                  <a:cubicBezTo>
                    <a:pt x="762844" y="666195"/>
                    <a:pt x="797860" y="722113"/>
                    <a:pt x="795313" y="785021"/>
                  </a:cubicBezTo>
                  <a:cubicBezTo>
                    <a:pt x="793404" y="829502"/>
                    <a:pt x="771757" y="870805"/>
                    <a:pt x="736105" y="898764"/>
                  </a:cubicBezTo>
                  <a:cubicBezTo>
                    <a:pt x="734831" y="901306"/>
                    <a:pt x="732285" y="901941"/>
                    <a:pt x="729738" y="9019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DAA941B-6C3A-2E88-CF38-EDCA76F7BB01}"/>
                </a:ext>
              </a:extLst>
            </p:cNvPr>
            <p:cNvSpPr/>
            <p:nvPr/>
          </p:nvSpPr>
          <p:spPr>
            <a:xfrm>
              <a:off x="4239075" y="4457269"/>
              <a:ext cx="460004" cy="389362"/>
            </a:xfrm>
            <a:custGeom>
              <a:avLst/>
              <a:gdLst>
                <a:gd name="connsiteX0" fmla="*/ 226013 w 460004"/>
                <a:gd name="connsiteY0" fmla="*/ 389362 h 389362"/>
                <a:gd name="connsiteX1" fmla="*/ 56662 w 460004"/>
                <a:gd name="connsiteY1" fmla="*/ 319465 h 389362"/>
                <a:gd name="connsiteX2" fmla="*/ 0 w 460004"/>
                <a:gd name="connsiteY2" fmla="*/ 182846 h 389362"/>
                <a:gd name="connsiteX3" fmla="*/ 56662 w 460004"/>
                <a:gd name="connsiteY3" fmla="*/ 46228 h 389362"/>
                <a:gd name="connsiteX4" fmla="*/ 279492 w 460004"/>
                <a:gd name="connsiteY4" fmla="*/ 46228 h 389362"/>
                <a:gd name="connsiteX5" fmla="*/ 279492 w 460004"/>
                <a:gd name="connsiteY5" fmla="*/ 63385 h 389362"/>
                <a:gd name="connsiteX6" fmla="*/ 262302 w 460004"/>
                <a:gd name="connsiteY6" fmla="*/ 63385 h 389362"/>
                <a:gd name="connsiteX7" fmla="*/ 73852 w 460004"/>
                <a:gd name="connsiteY7" fmla="*/ 63385 h 389362"/>
                <a:gd name="connsiteX8" fmla="*/ 24193 w 460004"/>
                <a:gd name="connsiteY8" fmla="*/ 182846 h 389362"/>
                <a:gd name="connsiteX9" fmla="*/ 73852 w 460004"/>
                <a:gd name="connsiteY9" fmla="*/ 302308 h 389362"/>
                <a:gd name="connsiteX10" fmla="*/ 226013 w 460004"/>
                <a:gd name="connsiteY10" fmla="*/ 365216 h 389362"/>
                <a:gd name="connsiteX11" fmla="*/ 378174 w 460004"/>
                <a:gd name="connsiteY11" fmla="*/ 302308 h 389362"/>
                <a:gd name="connsiteX12" fmla="*/ 436746 w 460004"/>
                <a:gd name="connsiteY12" fmla="*/ 215889 h 389362"/>
                <a:gd name="connsiteX13" fmla="*/ 452662 w 460004"/>
                <a:gd name="connsiteY13" fmla="*/ 209534 h 389362"/>
                <a:gd name="connsiteX14" fmla="*/ 459029 w 460004"/>
                <a:gd name="connsiteY14" fmla="*/ 225420 h 389362"/>
                <a:gd name="connsiteX15" fmla="*/ 395363 w 460004"/>
                <a:gd name="connsiteY15" fmla="*/ 319465 h 389362"/>
                <a:gd name="connsiteX16" fmla="*/ 226013 w 460004"/>
                <a:gd name="connsiteY16" fmla="*/ 389362 h 38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60004" h="389362">
                  <a:moveTo>
                    <a:pt x="226013" y="389362"/>
                  </a:moveTo>
                  <a:cubicBezTo>
                    <a:pt x="162347" y="389362"/>
                    <a:pt x="101865" y="364580"/>
                    <a:pt x="56662" y="319465"/>
                  </a:cubicBezTo>
                  <a:cubicBezTo>
                    <a:pt x="19736" y="282609"/>
                    <a:pt x="0" y="234316"/>
                    <a:pt x="0" y="182846"/>
                  </a:cubicBezTo>
                  <a:cubicBezTo>
                    <a:pt x="0" y="131376"/>
                    <a:pt x="20373" y="82448"/>
                    <a:pt x="56662" y="46228"/>
                  </a:cubicBezTo>
                  <a:cubicBezTo>
                    <a:pt x="118418" y="-15409"/>
                    <a:pt x="218373" y="-15409"/>
                    <a:pt x="279492" y="46228"/>
                  </a:cubicBezTo>
                  <a:cubicBezTo>
                    <a:pt x="283948" y="50676"/>
                    <a:pt x="283948" y="58937"/>
                    <a:pt x="279492" y="63385"/>
                  </a:cubicBezTo>
                  <a:cubicBezTo>
                    <a:pt x="275036" y="67833"/>
                    <a:pt x="266759" y="67833"/>
                    <a:pt x="262302" y="63385"/>
                  </a:cubicBezTo>
                  <a:cubicBezTo>
                    <a:pt x="210097" y="11279"/>
                    <a:pt x="126058" y="11279"/>
                    <a:pt x="73852" y="63385"/>
                  </a:cubicBezTo>
                  <a:cubicBezTo>
                    <a:pt x="42019" y="95156"/>
                    <a:pt x="24193" y="137730"/>
                    <a:pt x="24193" y="182846"/>
                  </a:cubicBezTo>
                  <a:cubicBezTo>
                    <a:pt x="24193" y="227962"/>
                    <a:pt x="42019" y="270536"/>
                    <a:pt x="73852" y="302308"/>
                  </a:cubicBezTo>
                  <a:cubicBezTo>
                    <a:pt x="114598" y="342976"/>
                    <a:pt x="168714" y="365216"/>
                    <a:pt x="226013" y="365216"/>
                  </a:cubicBezTo>
                  <a:cubicBezTo>
                    <a:pt x="283312" y="365216"/>
                    <a:pt x="337428" y="342976"/>
                    <a:pt x="378174" y="302308"/>
                  </a:cubicBezTo>
                  <a:cubicBezTo>
                    <a:pt x="403003" y="277526"/>
                    <a:pt x="422739" y="248296"/>
                    <a:pt x="436746" y="215889"/>
                  </a:cubicBezTo>
                  <a:cubicBezTo>
                    <a:pt x="439293" y="209534"/>
                    <a:pt x="446296" y="206993"/>
                    <a:pt x="452662" y="209534"/>
                  </a:cubicBezTo>
                  <a:cubicBezTo>
                    <a:pt x="459029" y="212076"/>
                    <a:pt x="461576" y="219066"/>
                    <a:pt x="459029" y="225420"/>
                  </a:cubicBezTo>
                  <a:cubicBezTo>
                    <a:pt x="444386" y="261004"/>
                    <a:pt x="422739" y="292776"/>
                    <a:pt x="395363" y="319465"/>
                  </a:cubicBezTo>
                  <a:cubicBezTo>
                    <a:pt x="350161" y="364580"/>
                    <a:pt x="290315" y="389362"/>
                    <a:pt x="226013" y="38936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A84A268E-EBD7-D98C-BD75-8E7B12DDE248}"/>
                </a:ext>
              </a:extLst>
            </p:cNvPr>
            <p:cNvSpPr/>
            <p:nvPr/>
          </p:nvSpPr>
          <p:spPr>
            <a:xfrm>
              <a:off x="3722747" y="3995784"/>
              <a:ext cx="1334431" cy="1411934"/>
            </a:xfrm>
            <a:custGeom>
              <a:avLst/>
              <a:gdLst>
                <a:gd name="connsiteX0" fmla="*/ 749344 w 1334431"/>
                <a:gd name="connsiteY0" fmla="*/ 1411935 h 1411934"/>
                <a:gd name="connsiteX1" fmla="*/ 167441 w 1334431"/>
                <a:gd name="connsiteY1" fmla="*/ 1128531 h 1411934"/>
                <a:gd name="connsiteX2" fmla="*/ 0 w 1334431"/>
                <a:gd name="connsiteY2" fmla="*/ 665935 h 1411934"/>
                <a:gd name="connsiteX3" fmla="*/ 667216 w 1334431"/>
                <a:gd name="connsiteY3" fmla="*/ 0 h 1411934"/>
                <a:gd name="connsiteX4" fmla="*/ 1334431 w 1334431"/>
                <a:gd name="connsiteY4" fmla="*/ 665935 h 1411934"/>
                <a:gd name="connsiteX5" fmla="*/ 1251666 w 1334431"/>
                <a:gd name="connsiteY5" fmla="*/ 953151 h 1411934"/>
                <a:gd name="connsiteX6" fmla="*/ 1234476 w 1334431"/>
                <a:gd name="connsiteY6" fmla="*/ 953151 h 1411934"/>
                <a:gd name="connsiteX7" fmla="*/ 1234476 w 1334431"/>
                <a:gd name="connsiteY7" fmla="*/ 935995 h 1411934"/>
                <a:gd name="connsiteX8" fmla="*/ 1310239 w 1334431"/>
                <a:gd name="connsiteY8" fmla="*/ 665935 h 1411934"/>
                <a:gd name="connsiteX9" fmla="*/ 667216 w 1334431"/>
                <a:gd name="connsiteY9" fmla="*/ 24147 h 1411934"/>
                <a:gd name="connsiteX10" fmla="*/ 24193 w 1334431"/>
                <a:gd name="connsiteY10" fmla="*/ 665935 h 1411934"/>
                <a:gd name="connsiteX11" fmla="*/ 185904 w 1334431"/>
                <a:gd name="connsiteY11" fmla="*/ 1112645 h 1411934"/>
                <a:gd name="connsiteX12" fmla="*/ 919968 w 1334431"/>
                <a:gd name="connsiteY12" fmla="*/ 1369361 h 1411934"/>
                <a:gd name="connsiteX13" fmla="*/ 1230657 w 1334431"/>
                <a:gd name="connsiteY13" fmla="*/ 1160303 h 1411934"/>
                <a:gd name="connsiteX14" fmla="*/ 1206463 w 1334431"/>
                <a:gd name="connsiteY14" fmla="*/ 1072613 h 1411934"/>
                <a:gd name="connsiteX15" fmla="*/ 1118605 w 1334431"/>
                <a:gd name="connsiteY15" fmla="*/ 1068800 h 1411934"/>
                <a:gd name="connsiteX16" fmla="*/ 1117332 w 1334431"/>
                <a:gd name="connsiteY16" fmla="*/ 1069436 h 1411934"/>
                <a:gd name="connsiteX17" fmla="*/ 391544 w 1334431"/>
                <a:gd name="connsiteY17" fmla="*/ 1005892 h 1411934"/>
                <a:gd name="connsiteX18" fmla="*/ 257846 w 1334431"/>
                <a:gd name="connsiteY18" fmla="*/ 683727 h 1411934"/>
                <a:gd name="connsiteX19" fmla="*/ 391544 w 1334431"/>
                <a:gd name="connsiteY19" fmla="*/ 361562 h 1411934"/>
                <a:gd name="connsiteX20" fmla="*/ 651300 w 1334431"/>
                <a:gd name="connsiteY20" fmla="*/ 254174 h 1411934"/>
                <a:gd name="connsiteX21" fmla="*/ 911055 w 1334431"/>
                <a:gd name="connsiteY21" fmla="*/ 361562 h 1411934"/>
                <a:gd name="connsiteX22" fmla="*/ 974721 w 1334431"/>
                <a:gd name="connsiteY22" fmla="*/ 685634 h 1411934"/>
                <a:gd name="connsiteX23" fmla="*/ 958804 w 1334431"/>
                <a:gd name="connsiteY23" fmla="*/ 691988 h 1411934"/>
                <a:gd name="connsiteX24" fmla="*/ 952438 w 1334431"/>
                <a:gd name="connsiteY24" fmla="*/ 676102 h 1411934"/>
                <a:gd name="connsiteX25" fmla="*/ 893865 w 1334431"/>
                <a:gd name="connsiteY25" fmla="*/ 378719 h 1411934"/>
                <a:gd name="connsiteX26" fmla="*/ 651300 w 1334431"/>
                <a:gd name="connsiteY26" fmla="*/ 278320 h 1411934"/>
                <a:gd name="connsiteX27" fmla="*/ 408733 w 1334431"/>
                <a:gd name="connsiteY27" fmla="*/ 378719 h 1411934"/>
                <a:gd name="connsiteX28" fmla="*/ 282039 w 1334431"/>
                <a:gd name="connsiteY28" fmla="*/ 683092 h 1411934"/>
                <a:gd name="connsiteX29" fmla="*/ 408733 w 1334431"/>
                <a:gd name="connsiteY29" fmla="*/ 987465 h 1411934"/>
                <a:gd name="connsiteX30" fmla="*/ 1103325 w 1334431"/>
                <a:gd name="connsiteY30" fmla="*/ 1048467 h 1411934"/>
                <a:gd name="connsiteX31" fmla="*/ 1104598 w 1334431"/>
                <a:gd name="connsiteY31" fmla="*/ 1047831 h 1411934"/>
                <a:gd name="connsiteX32" fmla="*/ 1221107 w 1334431"/>
                <a:gd name="connsiteY32" fmla="*/ 1052279 h 1411934"/>
                <a:gd name="connsiteX33" fmla="*/ 1252940 w 1334431"/>
                <a:gd name="connsiteY33" fmla="*/ 1167928 h 1411934"/>
                <a:gd name="connsiteX34" fmla="*/ 924425 w 1334431"/>
                <a:gd name="connsiteY34" fmla="*/ 1392236 h 1411934"/>
                <a:gd name="connsiteX35" fmla="*/ 749344 w 1334431"/>
                <a:gd name="connsiteY35" fmla="*/ 1411935 h 1411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34431" h="1411934">
                  <a:moveTo>
                    <a:pt x="749344" y="1411935"/>
                  </a:moveTo>
                  <a:cubicBezTo>
                    <a:pt x="563441" y="1411935"/>
                    <a:pt x="348251" y="1349662"/>
                    <a:pt x="167441" y="1128531"/>
                  </a:cubicBezTo>
                  <a:cubicBezTo>
                    <a:pt x="64303" y="1000809"/>
                    <a:pt x="0" y="824158"/>
                    <a:pt x="0" y="665935"/>
                  </a:cubicBezTo>
                  <a:cubicBezTo>
                    <a:pt x="0" y="298654"/>
                    <a:pt x="299228" y="0"/>
                    <a:pt x="667216" y="0"/>
                  </a:cubicBezTo>
                  <a:cubicBezTo>
                    <a:pt x="1035203" y="0"/>
                    <a:pt x="1334431" y="298654"/>
                    <a:pt x="1334431" y="665935"/>
                  </a:cubicBezTo>
                  <a:cubicBezTo>
                    <a:pt x="1334431" y="867368"/>
                    <a:pt x="1254849" y="949974"/>
                    <a:pt x="1251666" y="953151"/>
                  </a:cubicBezTo>
                  <a:cubicBezTo>
                    <a:pt x="1247210" y="957599"/>
                    <a:pt x="1238933" y="958235"/>
                    <a:pt x="1234476" y="953151"/>
                  </a:cubicBezTo>
                  <a:cubicBezTo>
                    <a:pt x="1230020" y="948703"/>
                    <a:pt x="1229383" y="940443"/>
                    <a:pt x="1234476" y="935995"/>
                  </a:cubicBezTo>
                  <a:cubicBezTo>
                    <a:pt x="1235750" y="934724"/>
                    <a:pt x="1310239" y="855930"/>
                    <a:pt x="1310239" y="665935"/>
                  </a:cubicBezTo>
                  <a:cubicBezTo>
                    <a:pt x="1310239" y="311998"/>
                    <a:pt x="1021833" y="24147"/>
                    <a:pt x="667216" y="24147"/>
                  </a:cubicBezTo>
                  <a:cubicBezTo>
                    <a:pt x="312598" y="24147"/>
                    <a:pt x="24193" y="311998"/>
                    <a:pt x="24193" y="665935"/>
                  </a:cubicBezTo>
                  <a:cubicBezTo>
                    <a:pt x="24193" y="818439"/>
                    <a:pt x="85949" y="989371"/>
                    <a:pt x="185904" y="1112645"/>
                  </a:cubicBezTo>
                  <a:cubicBezTo>
                    <a:pt x="420193" y="1398591"/>
                    <a:pt x="714965" y="1410029"/>
                    <a:pt x="919968" y="1369361"/>
                  </a:cubicBezTo>
                  <a:cubicBezTo>
                    <a:pt x="1127518" y="1323609"/>
                    <a:pt x="1203280" y="1230201"/>
                    <a:pt x="1230657" y="1160303"/>
                  </a:cubicBezTo>
                  <a:cubicBezTo>
                    <a:pt x="1245936" y="1121541"/>
                    <a:pt x="1226836" y="1089134"/>
                    <a:pt x="1206463" y="1072613"/>
                  </a:cubicBezTo>
                  <a:cubicBezTo>
                    <a:pt x="1185454" y="1056092"/>
                    <a:pt x="1151711" y="1046560"/>
                    <a:pt x="1118605" y="1068800"/>
                  </a:cubicBezTo>
                  <a:lnTo>
                    <a:pt x="1117332" y="1069436"/>
                  </a:lnTo>
                  <a:cubicBezTo>
                    <a:pt x="891955" y="1227024"/>
                    <a:pt x="586361" y="1200335"/>
                    <a:pt x="391544" y="1005892"/>
                  </a:cubicBezTo>
                  <a:cubicBezTo>
                    <a:pt x="305595" y="920109"/>
                    <a:pt x="257846" y="805731"/>
                    <a:pt x="257846" y="683727"/>
                  </a:cubicBezTo>
                  <a:cubicBezTo>
                    <a:pt x="257846" y="561724"/>
                    <a:pt x="305595" y="447981"/>
                    <a:pt x="391544" y="361562"/>
                  </a:cubicBezTo>
                  <a:cubicBezTo>
                    <a:pt x="460939" y="292300"/>
                    <a:pt x="553254" y="254174"/>
                    <a:pt x="651300" y="254174"/>
                  </a:cubicBezTo>
                  <a:cubicBezTo>
                    <a:pt x="749344" y="254174"/>
                    <a:pt x="841659" y="292300"/>
                    <a:pt x="911055" y="361562"/>
                  </a:cubicBezTo>
                  <a:cubicBezTo>
                    <a:pt x="996367" y="446710"/>
                    <a:pt x="1021833" y="574433"/>
                    <a:pt x="974721" y="685634"/>
                  </a:cubicBezTo>
                  <a:cubicBezTo>
                    <a:pt x="972174" y="691988"/>
                    <a:pt x="965171" y="694530"/>
                    <a:pt x="958804" y="691988"/>
                  </a:cubicBezTo>
                  <a:cubicBezTo>
                    <a:pt x="952438" y="689446"/>
                    <a:pt x="949891" y="682456"/>
                    <a:pt x="952438" y="676102"/>
                  </a:cubicBezTo>
                  <a:cubicBezTo>
                    <a:pt x="995730" y="573797"/>
                    <a:pt x="972811" y="457513"/>
                    <a:pt x="893865" y="378719"/>
                  </a:cubicBezTo>
                  <a:cubicBezTo>
                    <a:pt x="828926" y="313905"/>
                    <a:pt x="742978" y="278320"/>
                    <a:pt x="651300" y="278320"/>
                  </a:cubicBezTo>
                  <a:cubicBezTo>
                    <a:pt x="559621" y="278320"/>
                    <a:pt x="473672" y="313905"/>
                    <a:pt x="408733" y="378719"/>
                  </a:cubicBezTo>
                  <a:cubicBezTo>
                    <a:pt x="327241" y="460054"/>
                    <a:pt x="282039" y="568078"/>
                    <a:pt x="282039" y="683092"/>
                  </a:cubicBezTo>
                  <a:cubicBezTo>
                    <a:pt x="282039" y="798105"/>
                    <a:pt x="327241" y="906129"/>
                    <a:pt x="408733" y="987465"/>
                  </a:cubicBezTo>
                  <a:cubicBezTo>
                    <a:pt x="595273" y="1173647"/>
                    <a:pt x="887499" y="1199700"/>
                    <a:pt x="1103325" y="1048467"/>
                  </a:cubicBezTo>
                  <a:lnTo>
                    <a:pt x="1104598" y="1047831"/>
                  </a:lnTo>
                  <a:cubicBezTo>
                    <a:pt x="1140888" y="1023049"/>
                    <a:pt x="1186727" y="1024955"/>
                    <a:pt x="1221107" y="1052279"/>
                  </a:cubicBezTo>
                  <a:cubicBezTo>
                    <a:pt x="1256759" y="1080874"/>
                    <a:pt x="1269492" y="1125989"/>
                    <a:pt x="1252940" y="1167928"/>
                  </a:cubicBezTo>
                  <a:cubicBezTo>
                    <a:pt x="1223653" y="1243545"/>
                    <a:pt x="1142798" y="1343308"/>
                    <a:pt x="924425" y="1392236"/>
                  </a:cubicBezTo>
                  <a:cubicBezTo>
                    <a:pt x="872219" y="1404945"/>
                    <a:pt x="812373" y="1411935"/>
                    <a:pt x="749344" y="14119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28DA3ED-72E4-6878-FEFD-34DB257A1F76}"/>
                </a:ext>
              </a:extLst>
            </p:cNvPr>
            <p:cNvSpPr/>
            <p:nvPr/>
          </p:nvSpPr>
          <p:spPr>
            <a:xfrm>
              <a:off x="6114664" y="3710475"/>
              <a:ext cx="1403190" cy="292935"/>
            </a:xfrm>
            <a:custGeom>
              <a:avLst/>
              <a:gdLst>
                <a:gd name="connsiteX0" fmla="*/ 1319788 w 1403190"/>
                <a:gd name="connsiteY0" fmla="*/ 292935 h 292935"/>
                <a:gd name="connsiteX1" fmla="*/ 1308328 w 1403190"/>
                <a:gd name="connsiteY1" fmla="*/ 284675 h 292935"/>
                <a:gd name="connsiteX2" fmla="*/ 1315969 w 1403190"/>
                <a:gd name="connsiteY2" fmla="*/ 269424 h 292935"/>
                <a:gd name="connsiteX3" fmla="*/ 1378997 w 1403190"/>
                <a:gd name="connsiteY3" fmla="*/ 189359 h 292935"/>
                <a:gd name="connsiteX4" fmla="*/ 1378997 w 1403190"/>
                <a:gd name="connsiteY4" fmla="*/ 86419 h 292935"/>
                <a:gd name="connsiteX5" fmla="*/ 1317242 w 1403190"/>
                <a:gd name="connsiteY5" fmla="*/ 24782 h 292935"/>
                <a:gd name="connsiteX6" fmla="*/ 85949 w 1403190"/>
                <a:gd name="connsiteY6" fmla="*/ 24782 h 292935"/>
                <a:gd name="connsiteX7" fmla="*/ 24193 w 1403190"/>
                <a:gd name="connsiteY7" fmla="*/ 86419 h 292935"/>
                <a:gd name="connsiteX8" fmla="*/ 24193 w 1403190"/>
                <a:gd name="connsiteY8" fmla="*/ 189359 h 292935"/>
                <a:gd name="connsiteX9" fmla="*/ 87222 w 1403190"/>
                <a:gd name="connsiteY9" fmla="*/ 269424 h 292935"/>
                <a:gd name="connsiteX10" fmla="*/ 94862 w 1403190"/>
                <a:gd name="connsiteY10" fmla="*/ 284675 h 292935"/>
                <a:gd name="connsiteX11" fmla="*/ 79582 w 1403190"/>
                <a:gd name="connsiteY11" fmla="*/ 292300 h 292935"/>
                <a:gd name="connsiteX12" fmla="*/ 0 w 1403190"/>
                <a:gd name="connsiteY12" fmla="*/ 189359 h 292935"/>
                <a:gd name="connsiteX13" fmla="*/ 0 w 1403190"/>
                <a:gd name="connsiteY13" fmla="*/ 86419 h 292935"/>
                <a:gd name="connsiteX14" fmla="*/ 86585 w 1403190"/>
                <a:gd name="connsiteY14" fmla="*/ 0 h 292935"/>
                <a:gd name="connsiteX15" fmla="*/ 1316605 w 1403190"/>
                <a:gd name="connsiteY15" fmla="*/ 0 h 292935"/>
                <a:gd name="connsiteX16" fmla="*/ 1403190 w 1403190"/>
                <a:gd name="connsiteY16" fmla="*/ 86419 h 292935"/>
                <a:gd name="connsiteX17" fmla="*/ 1403190 w 1403190"/>
                <a:gd name="connsiteY17" fmla="*/ 189359 h 292935"/>
                <a:gd name="connsiteX18" fmla="*/ 1323608 w 1403190"/>
                <a:gd name="connsiteY18" fmla="*/ 292300 h 292935"/>
                <a:gd name="connsiteX19" fmla="*/ 1319788 w 1403190"/>
                <a:gd name="connsiteY19" fmla="*/ 292935 h 292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03190" h="292935">
                  <a:moveTo>
                    <a:pt x="1319788" y="292935"/>
                  </a:moveTo>
                  <a:cubicBezTo>
                    <a:pt x="1314695" y="292935"/>
                    <a:pt x="1310239" y="289758"/>
                    <a:pt x="1308328" y="284675"/>
                  </a:cubicBezTo>
                  <a:cubicBezTo>
                    <a:pt x="1306419" y="278320"/>
                    <a:pt x="1309602" y="271330"/>
                    <a:pt x="1315969" y="269424"/>
                  </a:cubicBezTo>
                  <a:cubicBezTo>
                    <a:pt x="1377724" y="248455"/>
                    <a:pt x="1378997" y="189995"/>
                    <a:pt x="1378997" y="189359"/>
                  </a:cubicBezTo>
                  <a:lnTo>
                    <a:pt x="1378997" y="86419"/>
                  </a:lnTo>
                  <a:cubicBezTo>
                    <a:pt x="1378997" y="52106"/>
                    <a:pt x="1350985" y="24782"/>
                    <a:pt x="1317242" y="24782"/>
                  </a:cubicBezTo>
                  <a:lnTo>
                    <a:pt x="85949" y="24782"/>
                  </a:lnTo>
                  <a:cubicBezTo>
                    <a:pt x="51569" y="24782"/>
                    <a:pt x="24193" y="52741"/>
                    <a:pt x="24193" y="86419"/>
                  </a:cubicBezTo>
                  <a:lnTo>
                    <a:pt x="24193" y="189359"/>
                  </a:lnTo>
                  <a:cubicBezTo>
                    <a:pt x="24193" y="191901"/>
                    <a:pt x="25466" y="248455"/>
                    <a:pt x="87222" y="269424"/>
                  </a:cubicBezTo>
                  <a:cubicBezTo>
                    <a:pt x="93589" y="271330"/>
                    <a:pt x="96772" y="278320"/>
                    <a:pt x="94862" y="284675"/>
                  </a:cubicBezTo>
                  <a:cubicBezTo>
                    <a:pt x="92952" y="291029"/>
                    <a:pt x="85949" y="294206"/>
                    <a:pt x="79582" y="292300"/>
                  </a:cubicBezTo>
                  <a:cubicBezTo>
                    <a:pt x="17190" y="270695"/>
                    <a:pt x="0" y="215412"/>
                    <a:pt x="0" y="189359"/>
                  </a:cubicBezTo>
                  <a:lnTo>
                    <a:pt x="0" y="86419"/>
                  </a:lnTo>
                  <a:cubicBezTo>
                    <a:pt x="0" y="38762"/>
                    <a:pt x="38836" y="0"/>
                    <a:pt x="86585" y="0"/>
                  </a:cubicBezTo>
                  <a:lnTo>
                    <a:pt x="1316605" y="0"/>
                  </a:lnTo>
                  <a:cubicBezTo>
                    <a:pt x="1364354" y="0"/>
                    <a:pt x="1403190" y="38762"/>
                    <a:pt x="1403190" y="86419"/>
                  </a:cubicBezTo>
                  <a:lnTo>
                    <a:pt x="1403190" y="189359"/>
                  </a:lnTo>
                  <a:cubicBezTo>
                    <a:pt x="1403190" y="215412"/>
                    <a:pt x="1386637" y="270695"/>
                    <a:pt x="1323608" y="292300"/>
                  </a:cubicBezTo>
                  <a:cubicBezTo>
                    <a:pt x="1322335" y="292935"/>
                    <a:pt x="1321061" y="292935"/>
                    <a:pt x="1319788" y="2929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EB3930E2-3E08-5218-C89B-845D544BE408}"/>
                </a:ext>
              </a:extLst>
            </p:cNvPr>
            <p:cNvSpPr/>
            <p:nvPr/>
          </p:nvSpPr>
          <p:spPr>
            <a:xfrm>
              <a:off x="6114028" y="4603734"/>
              <a:ext cx="1401946" cy="289918"/>
            </a:xfrm>
            <a:custGeom>
              <a:avLst/>
              <a:gdLst>
                <a:gd name="connsiteX0" fmla="*/ 1317242 w 1401946"/>
                <a:gd name="connsiteY0" fmla="*/ 289919 h 289918"/>
                <a:gd name="connsiteX1" fmla="*/ 86585 w 1401946"/>
                <a:gd name="connsiteY1" fmla="*/ 289919 h 289918"/>
                <a:gd name="connsiteX2" fmla="*/ 0 w 1401946"/>
                <a:gd name="connsiteY2" fmla="*/ 203500 h 289918"/>
                <a:gd name="connsiteX3" fmla="*/ 0 w 1401946"/>
                <a:gd name="connsiteY3" fmla="*/ 82767 h 289918"/>
                <a:gd name="connsiteX4" fmla="*/ 59845 w 1401946"/>
                <a:gd name="connsiteY4" fmla="*/ 796 h 289918"/>
                <a:gd name="connsiteX5" fmla="*/ 75125 w 1401946"/>
                <a:gd name="connsiteY5" fmla="*/ 8421 h 289918"/>
                <a:gd name="connsiteX6" fmla="*/ 67485 w 1401946"/>
                <a:gd name="connsiteY6" fmla="*/ 23672 h 289918"/>
                <a:gd name="connsiteX7" fmla="*/ 24193 w 1401946"/>
                <a:gd name="connsiteY7" fmla="*/ 82767 h 289918"/>
                <a:gd name="connsiteX8" fmla="*/ 24193 w 1401946"/>
                <a:gd name="connsiteY8" fmla="*/ 203500 h 289918"/>
                <a:gd name="connsiteX9" fmla="*/ 85949 w 1401946"/>
                <a:gd name="connsiteY9" fmla="*/ 265137 h 289918"/>
                <a:gd name="connsiteX10" fmla="*/ 1315968 w 1401946"/>
                <a:gd name="connsiteY10" fmla="*/ 265137 h 289918"/>
                <a:gd name="connsiteX11" fmla="*/ 1377724 w 1401946"/>
                <a:gd name="connsiteY11" fmla="*/ 203500 h 289918"/>
                <a:gd name="connsiteX12" fmla="*/ 1377724 w 1401946"/>
                <a:gd name="connsiteY12" fmla="*/ 82767 h 289918"/>
                <a:gd name="connsiteX13" fmla="*/ 1334431 w 1401946"/>
                <a:gd name="connsiteY13" fmla="*/ 23672 h 289918"/>
                <a:gd name="connsiteX14" fmla="*/ 1326792 w 1401946"/>
                <a:gd name="connsiteY14" fmla="*/ 8421 h 289918"/>
                <a:gd name="connsiteX15" fmla="*/ 1342071 w 1401946"/>
                <a:gd name="connsiteY15" fmla="*/ 796 h 289918"/>
                <a:gd name="connsiteX16" fmla="*/ 1401916 w 1401946"/>
                <a:gd name="connsiteY16" fmla="*/ 82767 h 289918"/>
                <a:gd name="connsiteX17" fmla="*/ 1401916 w 1401946"/>
                <a:gd name="connsiteY17" fmla="*/ 203500 h 289918"/>
                <a:gd name="connsiteX18" fmla="*/ 1317242 w 1401946"/>
                <a:gd name="connsiteY18" fmla="*/ 289919 h 289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01946" h="289918">
                  <a:moveTo>
                    <a:pt x="1317242" y="289919"/>
                  </a:moveTo>
                  <a:lnTo>
                    <a:pt x="86585" y="289919"/>
                  </a:lnTo>
                  <a:cubicBezTo>
                    <a:pt x="38836" y="289919"/>
                    <a:pt x="0" y="251157"/>
                    <a:pt x="0" y="203500"/>
                  </a:cubicBezTo>
                  <a:lnTo>
                    <a:pt x="0" y="82767"/>
                  </a:lnTo>
                  <a:cubicBezTo>
                    <a:pt x="0" y="45277"/>
                    <a:pt x="24193" y="12234"/>
                    <a:pt x="59845" y="796"/>
                  </a:cubicBezTo>
                  <a:cubicBezTo>
                    <a:pt x="66212" y="-1110"/>
                    <a:pt x="73215" y="2067"/>
                    <a:pt x="75125" y="8421"/>
                  </a:cubicBezTo>
                  <a:cubicBezTo>
                    <a:pt x="77035" y="14776"/>
                    <a:pt x="73852" y="21766"/>
                    <a:pt x="67485" y="23672"/>
                  </a:cubicBezTo>
                  <a:cubicBezTo>
                    <a:pt x="42019" y="31932"/>
                    <a:pt x="24193" y="55444"/>
                    <a:pt x="24193" y="82767"/>
                  </a:cubicBezTo>
                  <a:lnTo>
                    <a:pt x="24193" y="203500"/>
                  </a:lnTo>
                  <a:cubicBezTo>
                    <a:pt x="24193" y="237813"/>
                    <a:pt x="52206" y="265137"/>
                    <a:pt x="85949" y="265137"/>
                  </a:cubicBezTo>
                  <a:lnTo>
                    <a:pt x="1315968" y="265137"/>
                  </a:lnTo>
                  <a:cubicBezTo>
                    <a:pt x="1350348" y="265137"/>
                    <a:pt x="1377724" y="237178"/>
                    <a:pt x="1377724" y="203500"/>
                  </a:cubicBezTo>
                  <a:lnTo>
                    <a:pt x="1377724" y="82767"/>
                  </a:lnTo>
                  <a:cubicBezTo>
                    <a:pt x="1377724" y="55444"/>
                    <a:pt x="1360534" y="31932"/>
                    <a:pt x="1334431" y="23672"/>
                  </a:cubicBezTo>
                  <a:cubicBezTo>
                    <a:pt x="1328065" y="21766"/>
                    <a:pt x="1324245" y="14776"/>
                    <a:pt x="1326792" y="8421"/>
                  </a:cubicBezTo>
                  <a:cubicBezTo>
                    <a:pt x="1328701" y="2067"/>
                    <a:pt x="1335705" y="-1746"/>
                    <a:pt x="1342071" y="796"/>
                  </a:cubicBezTo>
                  <a:cubicBezTo>
                    <a:pt x="1377724" y="12234"/>
                    <a:pt x="1401916" y="45277"/>
                    <a:pt x="1401916" y="82767"/>
                  </a:cubicBezTo>
                  <a:lnTo>
                    <a:pt x="1401916" y="203500"/>
                  </a:lnTo>
                  <a:cubicBezTo>
                    <a:pt x="1403190" y="251157"/>
                    <a:pt x="1364354" y="289919"/>
                    <a:pt x="1317242" y="2899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589DC180-41B8-2CFF-203B-39FB826F2A4E}"/>
                </a:ext>
              </a:extLst>
            </p:cNvPr>
            <p:cNvSpPr/>
            <p:nvPr/>
          </p:nvSpPr>
          <p:spPr>
            <a:xfrm>
              <a:off x="6113391" y="4431057"/>
              <a:ext cx="1405736" cy="245436"/>
            </a:xfrm>
            <a:custGeom>
              <a:avLst/>
              <a:gdLst>
                <a:gd name="connsiteX0" fmla="*/ 978541 w 1405736"/>
                <a:gd name="connsiteY0" fmla="*/ 245278 h 245436"/>
                <a:gd name="connsiteX1" fmla="*/ 900869 w 1405736"/>
                <a:gd name="connsiteY1" fmla="*/ 213506 h 245436"/>
                <a:gd name="connsiteX2" fmla="*/ 780541 w 1405736"/>
                <a:gd name="connsiteY2" fmla="*/ 213506 h 245436"/>
                <a:gd name="connsiteX3" fmla="*/ 702869 w 1405736"/>
                <a:gd name="connsiteY3" fmla="*/ 245278 h 245436"/>
                <a:gd name="connsiteX4" fmla="*/ 625196 w 1405736"/>
                <a:gd name="connsiteY4" fmla="*/ 213506 h 245436"/>
                <a:gd name="connsiteX5" fmla="*/ 564714 w 1405736"/>
                <a:gd name="connsiteY5" fmla="*/ 188724 h 245436"/>
                <a:gd name="connsiteX6" fmla="*/ 504232 w 1405736"/>
                <a:gd name="connsiteY6" fmla="*/ 213506 h 245436"/>
                <a:gd name="connsiteX7" fmla="*/ 426560 w 1405736"/>
                <a:gd name="connsiteY7" fmla="*/ 245278 h 245436"/>
                <a:gd name="connsiteX8" fmla="*/ 348888 w 1405736"/>
                <a:gd name="connsiteY8" fmla="*/ 213506 h 245436"/>
                <a:gd name="connsiteX9" fmla="*/ 288406 w 1405736"/>
                <a:gd name="connsiteY9" fmla="*/ 188724 h 245436"/>
                <a:gd name="connsiteX10" fmla="*/ 227923 w 1405736"/>
                <a:gd name="connsiteY10" fmla="*/ 213506 h 245436"/>
                <a:gd name="connsiteX11" fmla="*/ 150251 w 1405736"/>
                <a:gd name="connsiteY11" fmla="*/ 245278 h 245436"/>
                <a:gd name="connsiteX12" fmla="*/ 72579 w 1405736"/>
                <a:gd name="connsiteY12" fmla="*/ 213506 h 245436"/>
                <a:gd name="connsiteX13" fmla="*/ 0 w 1405736"/>
                <a:gd name="connsiteY13" fmla="*/ 38762 h 245436"/>
                <a:gd name="connsiteX14" fmla="*/ 0 w 1405736"/>
                <a:gd name="connsiteY14" fmla="*/ 12073 h 245436"/>
                <a:gd name="connsiteX15" fmla="*/ 12097 w 1405736"/>
                <a:gd name="connsiteY15" fmla="*/ 0 h 245436"/>
                <a:gd name="connsiteX16" fmla="*/ 1000187 w 1405736"/>
                <a:gd name="connsiteY16" fmla="*/ 0 h 245436"/>
                <a:gd name="connsiteX17" fmla="*/ 1012284 w 1405736"/>
                <a:gd name="connsiteY17" fmla="*/ 12073 h 245436"/>
                <a:gd name="connsiteX18" fmla="*/ 1000187 w 1405736"/>
                <a:gd name="connsiteY18" fmla="*/ 24147 h 245436"/>
                <a:gd name="connsiteX19" fmla="*/ 25466 w 1405736"/>
                <a:gd name="connsiteY19" fmla="*/ 24147 h 245436"/>
                <a:gd name="connsiteX20" fmla="*/ 25466 w 1405736"/>
                <a:gd name="connsiteY20" fmla="*/ 38762 h 245436"/>
                <a:gd name="connsiteX21" fmla="*/ 91042 w 1405736"/>
                <a:gd name="connsiteY21" fmla="*/ 196349 h 245436"/>
                <a:gd name="connsiteX22" fmla="*/ 211370 w 1405736"/>
                <a:gd name="connsiteY22" fmla="*/ 196349 h 245436"/>
                <a:gd name="connsiteX23" fmla="*/ 289042 w 1405736"/>
                <a:gd name="connsiteY23" fmla="*/ 164578 h 245436"/>
                <a:gd name="connsiteX24" fmla="*/ 366714 w 1405736"/>
                <a:gd name="connsiteY24" fmla="*/ 196349 h 245436"/>
                <a:gd name="connsiteX25" fmla="*/ 427196 w 1405736"/>
                <a:gd name="connsiteY25" fmla="*/ 221131 h 245436"/>
                <a:gd name="connsiteX26" fmla="*/ 487679 w 1405736"/>
                <a:gd name="connsiteY26" fmla="*/ 196349 h 245436"/>
                <a:gd name="connsiteX27" fmla="*/ 565351 w 1405736"/>
                <a:gd name="connsiteY27" fmla="*/ 164578 h 245436"/>
                <a:gd name="connsiteX28" fmla="*/ 643023 w 1405736"/>
                <a:gd name="connsiteY28" fmla="*/ 196349 h 245436"/>
                <a:gd name="connsiteX29" fmla="*/ 703505 w 1405736"/>
                <a:gd name="connsiteY29" fmla="*/ 221131 h 245436"/>
                <a:gd name="connsiteX30" fmla="*/ 763988 w 1405736"/>
                <a:gd name="connsiteY30" fmla="*/ 196349 h 245436"/>
                <a:gd name="connsiteX31" fmla="*/ 919332 w 1405736"/>
                <a:gd name="connsiteY31" fmla="*/ 196349 h 245436"/>
                <a:gd name="connsiteX32" fmla="*/ 979814 w 1405736"/>
                <a:gd name="connsiteY32" fmla="*/ 221131 h 245436"/>
                <a:gd name="connsiteX33" fmla="*/ 1040297 w 1405736"/>
                <a:gd name="connsiteY33" fmla="*/ 196349 h 245436"/>
                <a:gd name="connsiteX34" fmla="*/ 1117968 w 1405736"/>
                <a:gd name="connsiteY34" fmla="*/ 164578 h 245436"/>
                <a:gd name="connsiteX35" fmla="*/ 1195640 w 1405736"/>
                <a:gd name="connsiteY35" fmla="*/ 196349 h 245436"/>
                <a:gd name="connsiteX36" fmla="*/ 1315968 w 1405736"/>
                <a:gd name="connsiteY36" fmla="*/ 196349 h 245436"/>
                <a:gd name="connsiteX37" fmla="*/ 1381544 w 1405736"/>
                <a:gd name="connsiteY37" fmla="*/ 38762 h 245436"/>
                <a:gd name="connsiteX38" fmla="*/ 1381544 w 1405736"/>
                <a:gd name="connsiteY38" fmla="*/ 24147 h 245436"/>
                <a:gd name="connsiteX39" fmla="*/ 1289866 w 1405736"/>
                <a:gd name="connsiteY39" fmla="*/ 24147 h 245436"/>
                <a:gd name="connsiteX40" fmla="*/ 1277769 w 1405736"/>
                <a:gd name="connsiteY40" fmla="*/ 12073 h 245436"/>
                <a:gd name="connsiteX41" fmla="*/ 1289866 w 1405736"/>
                <a:gd name="connsiteY41" fmla="*/ 0 h 245436"/>
                <a:gd name="connsiteX42" fmla="*/ 1393641 w 1405736"/>
                <a:gd name="connsiteY42" fmla="*/ 0 h 245436"/>
                <a:gd name="connsiteX43" fmla="*/ 1405737 w 1405736"/>
                <a:gd name="connsiteY43" fmla="*/ 12073 h 245436"/>
                <a:gd name="connsiteX44" fmla="*/ 1405737 w 1405736"/>
                <a:gd name="connsiteY44" fmla="*/ 38762 h 245436"/>
                <a:gd name="connsiteX45" fmla="*/ 1333158 w 1405736"/>
                <a:gd name="connsiteY45" fmla="*/ 213506 h 245436"/>
                <a:gd name="connsiteX46" fmla="*/ 1177814 w 1405736"/>
                <a:gd name="connsiteY46" fmla="*/ 213506 h 245436"/>
                <a:gd name="connsiteX47" fmla="*/ 1117332 w 1405736"/>
                <a:gd name="connsiteY47" fmla="*/ 188724 h 245436"/>
                <a:gd name="connsiteX48" fmla="*/ 1056850 w 1405736"/>
                <a:gd name="connsiteY48" fmla="*/ 213506 h 245436"/>
                <a:gd name="connsiteX49" fmla="*/ 978541 w 1405736"/>
                <a:gd name="connsiteY49" fmla="*/ 245278 h 24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405736" h="245436">
                  <a:moveTo>
                    <a:pt x="978541" y="245278"/>
                  </a:moveTo>
                  <a:cubicBezTo>
                    <a:pt x="949255" y="245278"/>
                    <a:pt x="921878" y="233840"/>
                    <a:pt x="900869" y="213506"/>
                  </a:cubicBezTo>
                  <a:cubicBezTo>
                    <a:pt x="867762" y="180463"/>
                    <a:pt x="813646" y="180463"/>
                    <a:pt x="780541" y="213506"/>
                  </a:cubicBezTo>
                  <a:cubicBezTo>
                    <a:pt x="759531" y="234475"/>
                    <a:pt x="732155" y="245278"/>
                    <a:pt x="702869" y="245278"/>
                  </a:cubicBezTo>
                  <a:cubicBezTo>
                    <a:pt x="673582" y="245278"/>
                    <a:pt x="646206" y="233840"/>
                    <a:pt x="625196" y="213506"/>
                  </a:cubicBezTo>
                  <a:cubicBezTo>
                    <a:pt x="609280" y="197620"/>
                    <a:pt x="587634" y="188724"/>
                    <a:pt x="564714" y="188724"/>
                  </a:cubicBezTo>
                  <a:cubicBezTo>
                    <a:pt x="541795" y="188724"/>
                    <a:pt x="520785" y="197620"/>
                    <a:pt x="504232" y="213506"/>
                  </a:cubicBezTo>
                  <a:cubicBezTo>
                    <a:pt x="483223" y="234475"/>
                    <a:pt x="455846" y="245278"/>
                    <a:pt x="426560" y="245278"/>
                  </a:cubicBezTo>
                  <a:cubicBezTo>
                    <a:pt x="397274" y="245278"/>
                    <a:pt x="369897" y="233840"/>
                    <a:pt x="348888" y="213506"/>
                  </a:cubicBezTo>
                  <a:cubicBezTo>
                    <a:pt x="332971" y="197620"/>
                    <a:pt x="311325" y="188724"/>
                    <a:pt x="288406" y="188724"/>
                  </a:cubicBezTo>
                  <a:cubicBezTo>
                    <a:pt x="265486" y="188724"/>
                    <a:pt x="244476" y="197620"/>
                    <a:pt x="227923" y="213506"/>
                  </a:cubicBezTo>
                  <a:cubicBezTo>
                    <a:pt x="206913" y="234475"/>
                    <a:pt x="179537" y="245278"/>
                    <a:pt x="150251" y="245278"/>
                  </a:cubicBezTo>
                  <a:cubicBezTo>
                    <a:pt x="120965" y="245278"/>
                    <a:pt x="93589" y="233840"/>
                    <a:pt x="72579" y="213506"/>
                  </a:cubicBezTo>
                  <a:cubicBezTo>
                    <a:pt x="26103" y="167119"/>
                    <a:pt x="0" y="104847"/>
                    <a:pt x="0" y="38762"/>
                  </a:cubicBezTo>
                  <a:lnTo>
                    <a:pt x="0" y="12073"/>
                  </a:lnTo>
                  <a:cubicBezTo>
                    <a:pt x="0" y="5083"/>
                    <a:pt x="5730" y="0"/>
                    <a:pt x="12097" y="0"/>
                  </a:cubicBezTo>
                  <a:lnTo>
                    <a:pt x="1000187" y="0"/>
                  </a:lnTo>
                  <a:cubicBezTo>
                    <a:pt x="1007190" y="0"/>
                    <a:pt x="1012284" y="5719"/>
                    <a:pt x="1012284" y="12073"/>
                  </a:cubicBezTo>
                  <a:cubicBezTo>
                    <a:pt x="1012284" y="19063"/>
                    <a:pt x="1006554" y="24147"/>
                    <a:pt x="1000187" y="24147"/>
                  </a:cubicBezTo>
                  <a:lnTo>
                    <a:pt x="25466" y="24147"/>
                  </a:lnTo>
                  <a:lnTo>
                    <a:pt x="25466" y="38762"/>
                  </a:lnTo>
                  <a:cubicBezTo>
                    <a:pt x="25466" y="98492"/>
                    <a:pt x="48386" y="154411"/>
                    <a:pt x="91042" y="196349"/>
                  </a:cubicBezTo>
                  <a:cubicBezTo>
                    <a:pt x="124148" y="229392"/>
                    <a:pt x="178264" y="229392"/>
                    <a:pt x="211370" y="196349"/>
                  </a:cubicBezTo>
                  <a:cubicBezTo>
                    <a:pt x="232379" y="175380"/>
                    <a:pt x="259756" y="164578"/>
                    <a:pt x="289042" y="164578"/>
                  </a:cubicBezTo>
                  <a:cubicBezTo>
                    <a:pt x="318328" y="164578"/>
                    <a:pt x="345705" y="176015"/>
                    <a:pt x="366714" y="196349"/>
                  </a:cubicBezTo>
                  <a:cubicBezTo>
                    <a:pt x="382631" y="212235"/>
                    <a:pt x="404277" y="221131"/>
                    <a:pt x="427196" y="221131"/>
                  </a:cubicBezTo>
                  <a:cubicBezTo>
                    <a:pt x="450116" y="221131"/>
                    <a:pt x="471126" y="212235"/>
                    <a:pt x="487679" y="196349"/>
                  </a:cubicBezTo>
                  <a:cubicBezTo>
                    <a:pt x="508689" y="175380"/>
                    <a:pt x="536065" y="164578"/>
                    <a:pt x="565351" y="164578"/>
                  </a:cubicBezTo>
                  <a:cubicBezTo>
                    <a:pt x="594637" y="164578"/>
                    <a:pt x="622013" y="176015"/>
                    <a:pt x="643023" y="196349"/>
                  </a:cubicBezTo>
                  <a:cubicBezTo>
                    <a:pt x="658939" y="212235"/>
                    <a:pt x="680586" y="221131"/>
                    <a:pt x="703505" y="221131"/>
                  </a:cubicBezTo>
                  <a:cubicBezTo>
                    <a:pt x="726425" y="221131"/>
                    <a:pt x="747435" y="212235"/>
                    <a:pt x="763988" y="196349"/>
                  </a:cubicBezTo>
                  <a:cubicBezTo>
                    <a:pt x="806643" y="153775"/>
                    <a:pt x="876676" y="153775"/>
                    <a:pt x="919332" y="196349"/>
                  </a:cubicBezTo>
                  <a:cubicBezTo>
                    <a:pt x="935248" y="212235"/>
                    <a:pt x="956894" y="221131"/>
                    <a:pt x="979814" y="221131"/>
                  </a:cubicBezTo>
                  <a:cubicBezTo>
                    <a:pt x="1002734" y="221131"/>
                    <a:pt x="1023743" y="212235"/>
                    <a:pt x="1040297" y="196349"/>
                  </a:cubicBezTo>
                  <a:cubicBezTo>
                    <a:pt x="1061306" y="175380"/>
                    <a:pt x="1088682" y="164578"/>
                    <a:pt x="1117968" y="164578"/>
                  </a:cubicBezTo>
                  <a:cubicBezTo>
                    <a:pt x="1147254" y="164578"/>
                    <a:pt x="1174631" y="176015"/>
                    <a:pt x="1195640" y="196349"/>
                  </a:cubicBezTo>
                  <a:cubicBezTo>
                    <a:pt x="1228747" y="229392"/>
                    <a:pt x="1282863" y="229392"/>
                    <a:pt x="1315968" y="196349"/>
                  </a:cubicBezTo>
                  <a:cubicBezTo>
                    <a:pt x="1357987" y="154411"/>
                    <a:pt x="1381544" y="98492"/>
                    <a:pt x="1381544" y="38762"/>
                  </a:cubicBezTo>
                  <a:lnTo>
                    <a:pt x="1381544" y="24147"/>
                  </a:lnTo>
                  <a:lnTo>
                    <a:pt x="1289866" y="24147"/>
                  </a:lnTo>
                  <a:cubicBezTo>
                    <a:pt x="1282863" y="24147"/>
                    <a:pt x="1277769" y="18428"/>
                    <a:pt x="1277769" y="12073"/>
                  </a:cubicBezTo>
                  <a:cubicBezTo>
                    <a:pt x="1277769" y="5083"/>
                    <a:pt x="1283499" y="0"/>
                    <a:pt x="1289866" y="0"/>
                  </a:cubicBezTo>
                  <a:lnTo>
                    <a:pt x="1393641" y="0"/>
                  </a:lnTo>
                  <a:cubicBezTo>
                    <a:pt x="1400644" y="0"/>
                    <a:pt x="1405737" y="5719"/>
                    <a:pt x="1405737" y="12073"/>
                  </a:cubicBezTo>
                  <a:lnTo>
                    <a:pt x="1405737" y="38762"/>
                  </a:lnTo>
                  <a:cubicBezTo>
                    <a:pt x="1405737" y="104847"/>
                    <a:pt x="1380270" y="166484"/>
                    <a:pt x="1333158" y="213506"/>
                  </a:cubicBezTo>
                  <a:cubicBezTo>
                    <a:pt x="1290502" y="256080"/>
                    <a:pt x="1221106" y="256080"/>
                    <a:pt x="1177814" y="213506"/>
                  </a:cubicBezTo>
                  <a:cubicBezTo>
                    <a:pt x="1161898" y="197620"/>
                    <a:pt x="1140251" y="188724"/>
                    <a:pt x="1117332" y="188724"/>
                  </a:cubicBezTo>
                  <a:cubicBezTo>
                    <a:pt x="1094412" y="188724"/>
                    <a:pt x="1073402" y="197620"/>
                    <a:pt x="1056850" y="213506"/>
                  </a:cubicBezTo>
                  <a:cubicBezTo>
                    <a:pt x="1035203" y="233840"/>
                    <a:pt x="1007827" y="245278"/>
                    <a:pt x="978541" y="2452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2BDC45C-A7CF-369F-C7C3-3154B39C43F9}"/>
                </a:ext>
              </a:extLst>
            </p:cNvPr>
            <p:cNvSpPr/>
            <p:nvPr/>
          </p:nvSpPr>
          <p:spPr>
            <a:xfrm>
              <a:off x="6114028" y="3978628"/>
              <a:ext cx="1403190" cy="514701"/>
            </a:xfrm>
            <a:custGeom>
              <a:avLst/>
              <a:gdLst>
                <a:gd name="connsiteX0" fmla="*/ 83402 w 1403190"/>
                <a:gd name="connsiteY0" fmla="*/ 24782 h 514701"/>
                <a:gd name="connsiteX1" fmla="*/ 24829 w 1403190"/>
                <a:gd name="connsiteY1" fmla="*/ 83242 h 514701"/>
                <a:gd name="connsiteX2" fmla="*/ 83402 w 1403190"/>
                <a:gd name="connsiteY2" fmla="*/ 141702 h 514701"/>
                <a:gd name="connsiteX3" fmla="*/ 730244 w 1403190"/>
                <a:gd name="connsiteY3" fmla="*/ 141702 h 514701"/>
                <a:gd name="connsiteX4" fmla="*/ 1031383 w 1403190"/>
                <a:gd name="connsiteY4" fmla="*/ 303738 h 514701"/>
                <a:gd name="connsiteX5" fmla="*/ 1147891 w 1403190"/>
                <a:gd name="connsiteY5" fmla="*/ 480388 h 514701"/>
                <a:gd name="connsiteX6" fmla="*/ 1342708 w 1403190"/>
                <a:gd name="connsiteY6" fmla="*/ 201433 h 514701"/>
                <a:gd name="connsiteX7" fmla="*/ 1378361 w 1403190"/>
                <a:gd name="connsiteY7" fmla="*/ 88325 h 514701"/>
                <a:gd name="connsiteX8" fmla="*/ 1378361 w 1403190"/>
                <a:gd name="connsiteY8" fmla="*/ 83242 h 514701"/>
                <a:gd name="connsiteX9" fmla="*/ 1319788 w 1403190"/>
                <a:gd name="connsiteY9" fmla="*/ 24782 h 514701"/>
                <a:gd name="connsiteX10" fmla="*/ 83402 w 1403190"/>
                <a:gd name="connsiteY10" fmla="*/ 24782 h 514701"/>
                <a:gd name="connsiteX11" fmla="*/ 1147891 w 1403190"/>
                <a:gd name="connsiteY11" fmla="*/ 514702 h 514701"/>
                <a:gd name="connsiteX12" fmla="*/ 1147891 w 1403190"/>
                <a:gd name="connsiteY12" fmla="*/ 514702 h 514701"/>
                <a:gd name="connsiteX13" fmla="*/ 1137704 w 1403190"/>
                <a:gd name="connsiteY13" fmla="*/ 508983 h 514701"/>
                <a:gd name="connsiteX14" fmla="*/ 1011647 w 1403190"/>
                <a:gd name="connsiteY14" fmla="*/ 317717 h 514701"/>
                <a:gd name="connsiteX15" fmla="*/ 730882 w 1403190"/>
                <a:gd name="connsiteY15" fmla="*/ 166484 h 514701"/>
                <a:gd name="connsiteX16" fmla="*/ 83402 w 1403190"/>
                <a:gd name="connsiteY16" fmla="*/ 166484 h 514701"/>
                <a:gd name="connsiteX17" fmla="*/ 0 w 1403190"/>
                <a:gd name="connsiteY17" fmla="*/ 83242 h 514701"/>
                <a:gd name="connsiteX18" fmla="*/ 83402 w 1403190"/>
                <a:gd name="connsiteY18" fmla="*/ 0 h 514701"/>
                <a:gd name="connsiteX19" fmla="*/ 1319788 w 1403190"/>
                <a:gd name="connsiteY19" fmla="*/ 0 h 514701"/>
                <a:gd name="connsiteX20" fmla="*/ 1403190 w 1403190"/>
                <a:gd name="connsiteY20" fmla="*/ 83242 h 514701"/>
                <a:gd name="connsiteX21" fmla="*/ 1403190 w 1403190"/>
                <a:gd name="connsiteY21" fmla="*/ 88325 h 514701"/>
                <a:gd name="connsiteX22" fmla="*/ 1363081 w 1403190"/>
                <a:gd name="connsiteY22" fmla="*/ 215412 h 514701"/>
                <a:gd name="connsiteX23" fmla="*/ 1158078 w 1403190"/>
                <a:gd name="connsiteY23" fmla="*/ 509618 h 514701"/>
                <a:gd name="connsiteX24" fmla="*/ 1147891 w 1403190"/>
                <a:gd name="connsiteY24" fmla="*/ 514702 h 514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3190" h="514701">
                  <a:moveTo>
                    <a:pt x="83402" y="24782"/>
                  </a:moveTo>
                  <a:cubicBezTo>
                    <a:pt x="50932" y="24782"/>
                    <a:pt x="24829" y="50835"/>
                    <a:pt x="24829" y="83242"/>
                  </a:cubicBezTo>
                  <a:cubicBezTo>
                    <a:pt x="24829" y="115649"/>
                    <a:pt x="50932" y="141702"/>
                    <a:pt x="83402" y="141702"/>
                  </a:cubicBezTo>
                  <a:lnTo>
                    <a:pt x="730244" y="141702"/>
                  </a:lnTo>
                  <a:cubicBezTo>
                    <a:pt x="851846" y="141702"/>
                    <a:pt x="964534" y="202068"/>
                    <a:pt x="1031383" y="303738"/>
                  </a:cubicBezTo>
                  <a:lnTo>
                    <a:pt x="1147891" y="480388"/>
                  </a:lnTo>
                  <a:lnTo>
                    <a:pt x="1342708" y="201433"/>
                  </a:lnTo>
                  <a:cubicBezTo>
                    <a:pt x="1366264" y="168390"/>
                    <a:pt x="1378361" y="128993"/>
                    <a:pt x="1378361" y="88325"/>
                  </a:cubicBezTo>
                  <a:lnTo>
                    <a:pt x="1378361" y="83242"/>
                  </a:lnTo>
                  <a:cubicBezTo>
                    <a:pt x="1378361" y="50835"/>
                    <a:pt x="1352258" y="24782"/>
                    <a:pt x="1319788" y="24782"/>
                  </a:cubicBezTo>
                  <a:lnTo>
                    <a:pt x="83402" y="24782"/>
                  </a:lnTo>
                  <a:close/>
                  <a:moveTo>
                    <a:pt x="1147891" y="514702"/>
                  </a:moveTo>
                  <a:lnTo>
                    <a:pt x="1147891" y="514702"/>
                  </a:lnTo>
                  <a:cubicBezTo>
                    <a:pt x="1143434" y="514702"/>
                    <a:pt x="1140251" y="512795"/>
                    <a:pt x="1137704" y="508983"/>
                  </a:cubicBezTo>
                  <a:lnTo>
                    <a:pt x="1011647" y="317717"/>
                  </a:lnTo>
                  <a:cubicBezTo>
                    <a:pt x="949254" y="223037"/>
                    <a:pt x="844206" y="166484"/>
                    <a:pt x="730882" y="166484"/>
                  </a:cubicBezTo>
                  <a:lnTo>
                    <a:pt x="83402" y="166484"/>
                  </a:lnTo>
                  <a:cubicBezTo>
                    <a:pt x="37562" y="166484"/>
                    <a:pt x="0" y="128993"/>
                    <a:pt x="0" y="83242"/>
                  </a:cubicBezTo>
                  <a:cubicBezTo>
                    <a:pt x="0" y="37491"/>
                    <a:pt x="37562" y="0"/>
                    <a:pt x="83402" y="0"/>
                  </a:cubicBezTo>
                  <a:lnTo>
                    <a:pt x="1319788" y="0"/>
                  </a:lnTo>
                  <a:cubicBezTo>
                    <a:pt x="1365627" y="0"/>
                    <a:pt x="1403190" y="37491"/>
                    <a:pt x="1403190" y="83242"/>
                  </a:cubicBezTo>
                  <a:lnTo>
                    <a:pt x="1403190" y="88325"/>
                  </a:lnTo>
                  <a:cubicBezTo>
                    <a:pt x="1403190" y="134077"/>
                    <a:pt x="1389183" y="177922"/>
                    <a:pt x="1363081" y="215412"/>
                  </a:cubicBezTo>
                  <a:lnTo>
                    <a:pt x="1158078" y="509618"/>
                  </a:lnTo>
                  <a:cubicBezTo>
                    <a:pt x="1156167" y="512795"/>
                    <a:pt x="1152348" y="514702"/>
                    <a:pt x="1147891" y="51470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EA275D58-1FFC-6B1C-C511-1FADF960327C}"/>
                </a:ext>
              </a:extLst>
            </p:cNvPr>
            <p:cNvSpPr/>
            <p:nvPr/>
          </p:nvSpPr>
          <p:spPr>
            <a:xfrm>
              <a:off x="6114028" y="4248052"/>
              <a:ext cx="492771" cy="85783"/>
            </a:xfrm>
            <a:custGeom>
              <a:avLst/>
              <a:gdLst>
                <a:gd name="connsiteX0" fmla="*/ 480675 w 492771"/>
                <a:gd name="connsiteY0" fmla="*/ 85784 h 85783"/>
                <a:gd name="connsiteX1" fmla="*/ 468579 w 492771"/>
                <a:gd name="connsiteY1" fmla="*/ 73710 h 85783"/>
                <a:gd name="connsiteX2" fmla="*/ 418920 w 492771"/>
                <a:gd name="connsiteY2" fmla="*/ 24146 h 85783"/>
                <a:gd name="connsiteX3" fmla="*/ 73852 w 492771"/>
                <a:gd name="connsiteY3" fmla="*/ 24146 h 85783"/>
                <a:gd name="connsiteX4" fmla="*/ 24193 w 492771"/>
                <a:gd name="connsiteY4" fmla="*/ 73710 h 85783"/>
                <a:gd name="connsiteX5" fmla="*/ 12096 w 492771"/>
                <a:gd name="connsiteY5" fmla="*/ 85784 h 85783"/>
                <a:gd name="connsiteX6" fmla="*/ 0 w 492771"/>
                <a:gd name="connsiteY6" fmla="*/ 73710 h 85783"/>
                <a:gd name="connsiteX7" fmla="*/ 73852 w 492771"/>
                <a:gd name="connsiteY7" fmla="*/ 0 h 85783"/>
                <a:gd name="connsiteX8" fmla="*/ 418920 w 492771"/>
                <a:gd name="connsiteY8" fmla="*/ 0 h 85783"/>
                <a:gd name="connsiteX9" fmla="*/ 492772 w 492771"/>
                <a:gd name="connsiteY9" fmla="*/ 73710 h 85783"/>
                <a:gd name="connsiteX10" fmla="*/ 480675 w 492771"/>
                <a:gd name="connsiteY10" fmla="*/ 85784 h 85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92771" h="85783">
                  <a:moveTo>
                    <a:pt x="480675" y="85784"/>
                  </a:moveTo>
                  <a:cubicBezTo>
                    <a:pt x="473672" y="85784"/>
                    <a:pt x="468579" y="80065"/>
                    <a:pt x="468579" y="73710"/>
                  </a:cubicBezTo>
                  <a:cubicBezTo>
                    <a:pt x="468579" y="46387"/>
                    <a:pt x="446296" y="24146"/>
                    <a:pt x="418920" y="24146"/>
                  </a:cubicBezTo>
                  <a:lnTo>
                    <a:pt x="73852" y="24146"/>
                  </a:lnTo>
                  <a:cubicBezTo>
                    <a:pt x="46476" y="24146"/>
                    <a:pt x="24193" y="46387"/>
                    <a:pt x="24193" y="73710"/>
                  </a:cubicBezTo>
                  <a:cubicBezTo>
                    <a:pt x="24193" y="80700"/>
                    <a:pt x="18463" y="85784"/>
                    <a:pt x="12096" y="85784"/>
                  </a:cubicBezTo>
                  <a:cubicBezTo>
                    <a:pt x="5093" y="85784"/>
                    <a:pt x="0" y="80065"/>
                    <a:pt x="0" y="73710"/>
                  </a:cubicBezTo>
                  <a:cubicBezTo>
                    <a:pt x="0" y="33043"/>
                    <a:pt x="33106" y="0"/>
                    <a:pt x="73852" y="0"/>
                  </a:cubicBezTo>
                  <a:lnTo>
                    <a:pt x="418920" y="0"/>
                  </a:lnTo>
                  <a:cubicBezTo>
                    <a:pt x="459666" y="0"/>
                    <a:pt x="492772" y="33043"/>
                    <a:pt x="492772" y="73710"/>
                  </a:cubicBezTo>
                  <a:cubicBezTo>
                    <a:pt x="492772" y="80065"/>
                    <a:pt x="487678" y="85784"/>
                    <a:pt x="480675" y="8578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38A97E30-FB57-AC1E-3259-C11C7B820E4D}"/>
                </a:ext>
              </a:extLst>
            </p:cNvPr>
            <p:cNvSpPr/>
            <p:nvPr/>
          </p:nvSpPr>
          <p:spPr>
            <a:xfrm>
              <a:off x="6662825" y="4248052"/>
              <a:ext cx="358437" cy="85783"/>
            </a:xfrm>
            <a:custGeom>
              <a:avLst/>
              <a:gdLst>
                <a:gd name="connsiteX0" fmla="*/ 12097 w 358437"/>
                <a:gd name="connsiteY0" fmla="*/ 85784 h 85783"/>
                <a:gd name="connsiteX1" fmla="*/ 0 w 358437"/>
                <a:gd name="connsiteY1" fmla="*/ 73710 h 85783"/>
                <a:gd name="connsiteX2" fmla="*/ 73853 w 358437"/>
                <a:gd name="connsiteY2" fmla="*/ 0 h 85783"/>
                <a:gd name="connsiteX3" fmla="*/ 346341 w 358437"/>
                <a:gd name="connsiteY3" fmla="*/ 0 h 85783"/>
                <a:gd name="connsiteX4" fmla="*/ 358438 w 358437"/>
                <a:gd name="connsiteY4" fmla="*/ 12073 h 85783"/>
                <a:gd name="connsiteX5" fmla="*/ 346341 w 358437"/>
                <a:gd name="connsiteY5" fmla="*/ 24146 h 85783"/>
                <a:gd name="connsiteX6" fmla="*/ 73853 w 358437"/>
                <a:gd name="connsiteY6" fmla="*/ 24146 h 85783"/>
                <a:gd name="connsiteX7" fmla="*/ 24193 w 358437"/>
                <a:gd name="connsiteY7" fmla="*/ 73710 h 85783"/>
                <a:gd name="connsiteX8" fmla="*/ 12097 w 358437"/>
                <a:gd name="connsiteY8" fmla="*/ 85784 h 85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8437" h="85783">
                  <a:moveTo>
                    <a:pt x="12097" y="85784"/>
                  </a:moveTo>
                  <a:cubicBezTo>
                    <a:pt x="5094" y="85784"/>
                    <a:pt x="0" y="80065"/>
                    <a:pt x="0" y="73710"/>
                  </a:cubicBezTo>
                  <a:cubicBezTo>
                    <a:pt x="0" y="33043"/>
                    <a:pt x="33107" y="0"/>
                    <a:pt x="73853" y="0"/>
                  </a:cubicBezTo>
                  <a:lnTo>
                    <a:pt x="346341" y="0"/>
                  </a:lnTo>
                  <a:cubicBezTo>
                    <a:pt x="353344" y="0"/>
                    <a:pt x="358438" y="5719"/>
                    <a:pt x="358438" y="12073"/>
                  </a:cubicBezTo>
                  <a:cubicBezTo>
                    <a:pt x="358438" y="18428"/>
                    <a:pt x="352708" y="24146"/>
                    <a:pt x="346341" y="24146"/>
                  </a:cubicBezTo>
                  <a:lnTo>
                    <a:pt x="73853" y="24146"/>
                  </a:lnTo>
                  <a:cubicBezTo>
                    <a:pt x="46476" y="24146"/>
                    <a:pt x="24193" y="46387"/>
                    <a:pt x="24193" y="73710"/>
                  </a:cubicBezTo>
                  <a:cubicBezTo>
                    <a:pt x="24193" y="80065"/>
                    <a:pt x="19100" y="85784"/>
                    <a:pt x="12097" y="8578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8883A76-22ED-C2BD-384B-0895F4F9283E}"/>
                </a:ext>
              </a:extLst>
            </p:cNvPr>
            <p:cNvSpPr/>
            <p:nvPr/>
          </p:nvSpPr>
          <p:spPr>
            <a:xfrm>
              <a:off x="7385112" y="4442495"/>
              <a:ext cx="1452848" cy="1460863"/>
            </a:xfrm>
            <a:custGeom>
              <a:avLst/>
              <a:gdLst>
                <a:gd name="connsiteX0" fmla="*/ 183675 w 1452848"/>
                <a:gd name="connsiteY0" fmla="*/ 1196523 h 1460863"/>
                <a:gd name="connsiteX1" fmla="*/ 195135 w 1452848"/>
                <a:gd name="connsiteY1" fmla="*/ 1204148 h 1460863"/>
                <a:gd name="connsiteX2" fmla="*/ 191315 w 1452848"/>
                <a:gd name="connsiteY2" fmla="*/ 1218127 h 1460863"/>
                <a:gd name="connsiteX3" fmla="*/ 182402 w 1452848"/>
                <a:gd name="connsiteY3" fmla="*/ 1226388 h 1460863"/>
                <a:gd name="connsiteX4" fmla="*/ 182402 w 1452848"/>
                <a:gd name="connsiteY4" fmla="*/ 1400497 h 1460863"/>
                <a:gd name="connsiteX5" fmla="*/ 268987 w 1452848"/>
                <a:gd name="connsiteY5" fmla="*/ 1436717 h 1460863"/>
                <a:gd name="connsiteX6" fmla="*/ 355572 w 1452848"/>
                <a:gd name="connsiteY6" fmla="*/ 1400497 h 1460863"/>
                <a:gd name="connsiteX7" fmla="*/ 388042 w 1452848"/>
                <a:gd name="connsiteY7" fmla="*/ 1285483 h 1460863"/>
                <a:gd name="connsiteX8" fmla="*/ 393772 w 1452848"/>
                <a:gd name="connsiteY8" fmla="*/ 1272139 h 1460863"/>
                <a:gd name="connsiteX9" fmla="*/ 428788 w 1452848"/>
                <a:gd name="connsiteY9" fmla="*/ 1251805 h 1460863"/>
                <a:gd name="connsiteX10" fmla="*/ 898640 w 1452848"/>
                <a:gd name="connsiteY10" fmla="*/ 903587 h 1460863"/>
                <a:gd name="connsiteX11" fmla="*/ 1244981 w 1452848"/>
                <a:gd name="connsiteY11" fmla="*/ 430824 h 1460863"/>
                <a:gd name="connsiteX12" fmla="*/ 1265354 w 1452848"/>
                <a:gd name="connsiteY12" fmla="*/ 395876 h 1460863"/>
                <a:gd name="connsiteX13" fmla="*/ 1278724 w 1452848"/>
                <a:gd name="connsiteY13" fmla="*/ 390157 h 1460863"/>
                <a:gd name="connsiteX14" fmla="*/ 1392685 w 1452848"/>
                <a:gd name="connsiteY14" fmla="*/ 357750 h 1460863"/>
                <a:gd name="connsiteX15" fmla="*/ 1392685 w 1452848"/>
                <a:gd name="connsiteY15" fmla="*/ 183640 h 1460863"/>
                <a:gd name="connsiteX16" fmla="*/ 1306100 w 1452848"/>
                <a:gd name="connsiteY16" fmla="*/ 147421 h 1460863"/>
                <a:gd name="connsiteX17" fmla="*/ 1219514 w 1452848"/>
                <a:gd name="connsiteY17" fmla="*/ 183640 h 1460863"/>
                <a:gd name="connsiteX18" fmla="*/ 1219514 w 1452848"/>
                <a:gd name="connsiteY18" fmla="*/ 183640 h 1460863"/>
                <a:gd name="connsiteX19" fmla="*/ 1211238 w 1452848"/>
                <a:gd name="connsiteY19" fmla="*/ 193172 h 1460863"/>
                <a:gd name="connsiteX20" fmla="*/ 1197231 w 1452848"/>
                <a:gd name="connsiteY20" fmla="*/ 196985 h 1460863"/>
                <a:gd name="connsiteX21" fmla="*/ 1189592 w 1452848"/>
                <a:gd name="connsiteY21" fmla="*/ 184911 h 1460863"/>
                <a:gd name="connsiteX22" fmla="*/ 1153939 w 1452848"/>
                <a:gd name="connsiteY22" fmla="*/ 91502 h 1460863"/>
                <a:gd name="connsiteX23" fmla="*/ 1067354 w 1452848"/>
                <a:gd name="connsiteY23" fmla="*/ 55283 h 1460863"/>
                <a:gd name="connsiteX24" fmla="*/ 980768 w 1452848"/>
                <a:gd name="connsiteY24" fmla="*/ 91502 h 1460863"/>
                <a:gd name="connsiteX25" fmla="*/ 959759 w 1452848"/>
                <a:gd name="connsiteY25" fmla="*/ 120097 h 1460863"/>
                <a:gd name="connsiteX26" fmla="*/ 947662 w 1452848"/>
                <a:gd name="connsiteY26" fmla="*/ 126451 h 1460863"/>
                <a:gd name="connsiteX27" fmla="*/ 937476 w 1452848"/>
                <a:gd name="connsiteY27" fmla="*/ 117555 h 1460863"/>
                <a:gd name="connsiteX28" fmla="*/ 905643 w 1452848"/>
                <a:gd name="connsiteY28" fmla="*/ 61637 h 1460863"/>
                <a:gd name="connsiteX29" fmla="*/ 819058 w 1452848"/>
                <a:gd name="connsiteY29" fmla="*/ 25417 h 1460863"/>
                <a:gd name="connsiteX30" fmla="*/ 732472 w 1452848"/>
                <a:gd name="connsiteY30" fmla="*/ 61637 h 1460863"/>
                <a:gd name="connsiteX31" fmla="*/ 696820 w 1452848"/>
                <a:gd name="connsiteY31" fmla="*/ 146785 h 1460863"/>
                <a:gd name="connsiteX32" fmla="*/ 687906 w 1452848"/>
                <a:gd name="connsiteY32" fmla="*/ 158223 h 1460863"/>
                <a:gd name="connsiteX33" fmla="*/ 674537 w 1452848"/>
                <a:gd name="connsiteY33" fmla="*/ 153775 h 1460863"/>
                <a:gd name="connsiteX34" fmla="*/ 661167 w 1452848"/>
                <a:gd name="connsiteY34" fmla="*/ 137889 h 1460863"/>
                <a:gd name="connsiteX35" fmla="*/ 574582 w 1452848"/>
                <a:gd name="connsiteY35" fmla="*/ 101669 h 1460863"/>
                <a:gd name="connsiteX36" fmla="*/ 487997 w 1452848"/>
                <a:gd name="connsiteY36" fmla="*/ 137889 h 1460863"/>
                <a:gd name="connsiteX37" fmla="*/ 457437 w 1452848"/>
                <a:gd name="connsiteY37" fmla="*/ 260528 h 1460863"/>
                <a:gd name="connsiteX38" fmla="*/ 452981 w 1452848"/>
                <a:gd name="connsiteY38" fmla="*/ 273872 h 1460863"/>
                <a:gd name="connsiteX39" fmla="*/ 438974 w 1452848"/>
                <a:gd name="connsiteY39" fmla="*/ 273872 h 1460863"/>
                <a:gd name="connsiteX40" fmla="*/ 284904 w 1452848"/>
                <a:gd name="connsiteY40" fmla="*/ 289123 h 1460863"/>
                <a:gd name="connsiteX41" fmla="*/ 269624 w 1452848"/>
                <a:gd name="connsiteY41" fmla="*/ 444168 h 1460863"/>
                <a:gd name="connsiteX42" fmla="*/ 268987 w 1452848"/>
                <a:gd name="connsiteY42" fmla="*/ 458148 h 1460863"/>
                <a:gd name="connsiteX43" fmla="*/ 255618 w 1452848"/>
                <a:gd name="connsiteY43" fmla="*/ 462596 h 1460863"/>
                <a:gd name="connsiteX44" fmla="*/ 134016 w 1452848"/>
                <a:gd name="connsiteY44" fmla="*/ 493097 h 1460863"/>
                <a:gd name="connsiteX45" fmla="*/ 134016 w 1452848"/>
                <a:gd name="connsiteY45" fmla="*/ 667206 h 1460863"/>
                <a:gd name="connsiteX46" fmla="*/ 149932 w 1452848"/>
                <a:gd name="connsiteY46" fmla="*/ 680550 h 1460863"/>
                <a:gd name="connsiteX47" fmla="*/ 154389 w 1452848"/>
                <a:gd name="connsiteY47" fmla="*/ 693894 h 1460863"/>
                <a:gd name="connsiteX48" fmla="*/ 142929 w 1452848"/>
                <a:gd name="connsiteY48" fmla="*/ 702155 h 1460863"/>
                <a:gd name="connsiteX49" fmla="*/ 58254 w 1452848"/>
                <a:gd name="connsiteY49" fmla="*/ 737739 h 1460863"/>
                <a:gd name="connsiteX50" fmla="*/ 58254 w 1452848"/>
                <a:gd name="connsiteY50" fmla="*/ 911848 h 1460863"/>
                <a:gd name="connsiteX51" fmla="*/ 113643 w 1452848"/>
                <a:gd name="connsiteY51" fmla="*/ 943620 h 1460863"/>
                <a:gd name="connsiteX52" fmla="*/ 122556 w 1452848"/>
                <a:gd name="connsiteY52" fmla="*/ 953787 h 1460863"/>
                <a:gd name="connsiteX53" fmla="*/ 116190 w 1452848"/>
                <a:gd name="connsiteY53" fmla="*/ 965860 h 1460863"/>
                <a:gd name="connsiteX54" fmla="*/ 88177 w 1452848"/>
                <a:gd name="connsiteY54" fmla="*/ 986829 h 1460863"/>
                <a:gd name="connsiteX55" fmla="*/ 88177 w 1452848"/>
                <a:gd name="connsiteY55" fmla="*/ 1160938 h 1460863"/>
                <a:gd name="connsiteX56" fmla="*/ 181128 w 1452848"/>
                <a:gd name="connsiteY56" fmla="*/ 1196523 h 1460863"/>
                <a:gd name="connsiteX57" fmla="*/ 183675 w 1452848"/>
                <a:gd name="connsiteY57" fmla="*/ 1196523 h 1460863"/>
                <a:gd name="connsiteX58" fmla="*/ 268987 w 1452848"/>
                <a:gd name="connsiteY58" fmla="*/ 1460863 h 1460863"/>
                <a:gd name="connsiteX59" fmla="*/ 165212 w 1452848"/>
                <a:gd name="connsiteY59" fmla="*/ 1417654 h 1460863"/>
                <a:gd name="connsiteX60" fmla="*/ 155662 w 1452848"/>
                <a:gd name="connsiteY60" fmla="*/ 1220034 h 1460863"/>
                <a:gd name="connsiteX61" fmla="*/ 72897 w 1452848"/>
                <a:gd name="connsiteY61" fmla="*/ 1178730 h 1460863"/>
                <a:gd name="connsiteX62" fmla="*/ 72897 w 1452848"/>
                <a:gd name="connsiteY62" fmla="*/ 970308 h 1460863"/>
                <a:gd name="connsiteX63" fmla="*/ 85630 w 1452848"/>
                <a:gd name="connsiteY63" fmla="*/ 958870 h 1460863"/>
                <a:gd name="connsiteX64" fmla="*/ 42974 w 1452848"/>
                <a:gd name="connsiteY64" fmla="*/ 929005 h 1460863"/>
                <a:gd name="connsiteX65" fmla="*/ 42974 w 1452848"/>
                <a:gd name="connsiteY65" fmla="*/ 720582 h 1460863"/>
                <a:gd name="connsiteX66" fmla="*/ 116190 w 1452848"/>
                <a:gd name="connsiteY66" fmla="*/ 680550 h 1460863"/>
                <a:gd name="connsiteX67" fmla="*/ 118737 w 1452848"/>
                <a:gd name="connsiteY67" fmla="*/ 475305 h 1460863"/>
                <a:gd name="connsiteX68" fmla="*/ 238427 w 1452848"/>
                <a:gd name="connsiteY68" fmla="*/ 432731 h 1460863"/>
                <a:gd name="connsiteX69" fmla="*/ 269624 w 1452848"/>
                <a:gd name="connsiteY69" fmla="*/ 270695 h 1460863"/>
                <a:gd name="connsiteX70" fmla="*/ 430698 w 1452848"/>
                <a:gd name="connsiteY70" fmla="*/ 239559 h 1460863"/>
                <a:gd name="connsiteX71" fmla="*/ 472717 w 1452848"/>
                <a:gd name="connsiteY71" fmla="*/ 119462 h 1460863"/>
                <a:gd name="connsiteX72" fmla="*/ 576492 w 1452848"/>
                <a:gd name="connsiteY72" fmla="*/ 76252 h 1460863"/>
                <a:gd name="connsiteX73" fmla="*/ 576492 w 1452848"/>
                <a:gd name="connsiteY73" fmla="*/ 76252 h 1460863"/>
                <a:gd name="connsiteX74" fmla="*/ 677084 w 1452848"/>
                <a:gd name="connsiteY74" fmla="*/ 116285 h 1460863"/>
                <a:gd name="connsiteX75" fmla="*/ 716556 w 1452848"/>
                <a:gd name="connsiteY75" fmla="*/ 43210 h 1460863"/>
                <a:gd name="connsiteX76" fmla="*/ 820331 w 1452848"/>
                <a:gd name="connsiteY76" fmla="*/ 0 h 1460863"/>
                <a:gd name="connsiteX77" fmla="*/ 924107 w 1452848"/>
                <a:gd name="connsiteY77" fmla="*/ 43210 h 1460863"/>
                <a:gd name="connsiteX78" fmla="*/ 953393 w 1452848"/>
                <a:gd name="connsiteY78" fmla="*/ 85784 h 1460863"/>
                <a:gd name="connsiteX79" fmla="*/ 964215 w 1452848"/>
                <a:gd name="connsiteY79" fmla="*/ 73075 h 1460863"/>
                <a:gd name="connsiteX80" fmla="*/ 1067991 w 1452848"/>
                <a:gd name="connsiteY80" fmla="*/ 29865 h 1460863"/>
                <a:gd name="connsiteX81" fmla="*/ 1171765 w 1452848"/>
                <a:gd name="connsiteY81" fmla="*/ 73075 h 1460863"/>
                <a:gd name="connsiteX82" fmla="*/ 1213148 w 1452848"/>
                <a:gd name="connsiteY82" fmla="*/ 156317 h 1460863"/>
                <a:gd name="connsiteX83" fmla="*/ 1306100 w 1452848"/>
                <a:gd name="connsiteY83" fmla="*/ 122639 h 1460863"/>
                <a:gd name="connsiteX84" fmla="*/ 1409875 w 1452848"/>
                <a:gd name="connsiteY84" fmla="*/ 165848 h 1460863"/>
                <a:gd name="connsiteX85" fmla="*/ 1409875 w 1452848"/>
                <a:gd name="connsiteY85" fmla="*/ 374271 h 1460863"/>
                <a:gd name="connsiteX86" fmla="*/ 1281907 w 1452848"/>
                <a:gd name="connsiteY86" fmla="*/ 415574 h 1460863"/>
                <a:gd name="connsiteX87" fmla="*/ 1265991 w 1452848"/>
                <a:gd name="connsiteY87" fmla="*/ 442898 h 1460863"/>
                <a:gd name="connsiteX88" fmla="*/ 915830 w 1452848"/>
                <a:gd name="connsiteY88" fmla="*/ 920744 h 1460863"/>
                <a:gd name="connsiteX89" fmla="*/ 440884 w 1452848"/>
                <a:gd name="connsiteY89" fmla="*/ 1272775 h 1460863"/>
                <a:gd name="connsiteX90" fmla="*/ 413508 w 1452848"/>
                <a:gd name="connsiteY90" fmla="*/ 1288661 h 1460863"/>
                <a:gd name="connsiteX91" fmla="*/ 372762 w 1452848"/>
                <a:gd name="connsiteY91" fmla="*/ 1417018 h 1460863"/>
                <a:gd name="connsiteX92" fmla="*/ 268987 w 1452848"/>
                <a:gd name="connsiteY92" fmla="*/ 1460863 h 1460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452848" h="1460863">
                  <a:moveTo>
                    <a:pt x="183675" y="1196523"/>
                  </a:moveTo>
                  <a:cubicBezTo>
                    <a:pt x="188769" y="1196523"/>
                    <a:pt x="193225" y="1199700"/>
                    <a:pt x="195135" y="1204148"/>
                  </a:cubicBezTo>
                  <a:cubicBezTo>
                    <a:pt x="197045" y="1209231"/>
                    <a:pt x="195772" y="1214950"/>
                    <a:pt x="191315" y="1218127"/>
                  </a:cubicBezTo>
                  <a:cubicBezTo>
                    <a:pt x="188131" y="1220669"/>
                    <a:pt x="184948" y="1223211"/>
                    <a:pt x="182402" y="1226388"/>
                  </a:cubicBezTo>
                  <a:cubicBezTo>
                    <a:pt x="134653" y="1274046"/>
                    <a:pt x="134653" y="1352204"/>
                    <a:pt x="182402" y="1400497"/>
                  </a:cubicBezTo>
                  <a:cubicBezTo>
                    <a:pt x="205322" y="1424008"/>
                    <a:pt x="235881" y="1436717"/>
                    <a:pt x="268987" y="1436717"/>
                  </a:cubicBezTo>
                  <a:cubicBezTo>
                    <a:pt x="302093" y="1436717"/>
                    <a:pt x="332016" y="1424008"/>
                    <a:pt x="355572" y="1400497"/>
                  </a:cubicBezTo>
                  <a:cubicBezTo>
                    <a:pt x="385495" y="1370632"/>
                    <a:pt x="397591" y="1327422"/>
                    <a:pt x="388042" y="1285483"/>
                  </a:cubicBezTo>
                  <a:cubicBezTo>
                    <a:pt x="386769" y="1280400"/>
                    <a:pt x="389315" y="1274681"/>
                    <a:pt x="393772" y="1272139"/>
                  </a:cubicBezTo>
                  <a:cubicBezTo>
                    <a:pt x="404595" y="1265785"/>
                    <a:pt x="416055" y="1258795"/>
                    <a:pt x="428788" y="1251805"/>
                  </a:cubicBezTo>
                  <a:cubicBezTo>
                    <a:pt x="536383" y="1190168"/>
                    <a:pt x="717193" y="1085957"/>
                    <a:pt x="898640" y="903587"/>
                  </a:cubicBezTo>
                  <a:cubicBezTo>
                    <a:pt x="1080087" y="720582"/>
                    <a:pt x="1183225" y="538848"/>
                    <a:pt x="1244981" y="430824"/>
                  </a:cubicBezTo>
                  <a:cubicBezTo>
                    <a:pt x="1251984" y="418116"/>
                    <a:pt x="1258988" y="406678"/>
                    <a:pt x="1265354" y="395876"/>
                  </a:cubicBezTo>
                  <a:cubicBezTo>
                    <a:pt x="1267901" y="391428"/>
                    <a:pt x="1273630" y="388886"/>
                    <a:pt x="1278724" y="390157"/>
                  </a:cubicBezTo>
                  <a:cubicBezTo>
                    <a:pt x="1320106" y="399688"/>
                    <a:pt x="1362762" y="387615"/>
                    <a:pt x="1392685" y="357750"/>
                  </a:cubicBezTo>
                  <a:cubicBezTo>
                    <a:pt x="1440435" y="310092"/>
                    <a:pt x="1440435" y="231933"/>
                    <a:pt x="1392685" y="183640"/>
                  </a:cubicBezTo>
                  <a:cubicBezTo>
                    <a:pt x="1369766" y="160129"/>
                    <a:pt x="1339206" y="147421"/>
                    <a:pt x="1306100" y="147421"/>
                  </a:cubicBezTo>
                  <a:cubicBezTo>
                    <a:pt x="1272994" y="147421"/>
                    <a:pt x="1243071" y="160129"/>
                    <a:pt x="1219514" y="183640"/>
                  </a:cubicBezTo>
                  <a:lnTo>
                    <a:pt x="1219514" y="183640"/>
                  </a:lnTo>
                  <a:cubicBezTo>
                    <a:pt x="1216331" y="186818"/>
                    <a:pt x="1213785" y="189995"/>
                    <a:pt x="1211238" y="193172"/>
                  </a:cubicBezTo>
                  <a:cubicBezTo>
                    <a:pt x="1208055" y="196985"/>
                    <a:pt x="1202325" y="198891"/>
                    <a:pt x="1197231" y="196985"/>
                  </a:cubicBezTo>
                  <a:cubicBezTo>
                    <a:pt x="1192139" y="195078"/>
                    <a:pt x="1188955" y="189995"/>
                    <a:pt x="1189592" y="184911"/>
                  </a:cubicBezTo>
                  <a:cubicBezTo>
                    <a:pt x="1191502" y="149963"/>
                    <a:pt x="1178769" y="115649"/>
                    <a:pt x="1153939" y="91502"/>
                  </a:cubicBezTo>
                  <a:cubicBezTo>
                    <a:pt x="1131020" y="68627"/>
                    <a:pt x="1100460" y="55283"/>
                    <a:pt x="1067354" y="55283"/>
                  </a:cubicBezTo>
                  <a:cubicBezTo>
                    <a:pt x="1034248" y="55283"/>
                    <a:pt x="1004325" y="67992"/>
                    <a:pt x="980768" y="91502"/>
                  </a:cubicBezTo>
                  <a:cubicBezTo>
                    <a:pt x="972492" y="99763"/>
                    <a:pt x="965489" y="109295"/>
                    <a:pt x="959759" y="120097"/>
                  </a:cubicBezTo>
                  <a:cubicBezTo>
                    <a:pt x="957212" y="124545"/>
                    <a:pt x="952756" y="127087"/>
                    <a:pt x="947662" y="126451"/>
                  </a:cubicBezTo>
                  <a:cubicBezTo>
                    <a:pt x="942569" y="125816"/>
                    <a:pt x="938749" y="122003"/>
                    <a:pt x="937476" y="117555"/>
                  </a:cubicBezTo>
                  <a:cubicBezTo>
                    <a:pt x="931746" y="96586"/>
                    <a:pt x="920923" y="76888"/>
                    <a:pt x="905643" y="61637"/>
                  </a:cubicBezTo>
                  <a:cubicBezTo>
                    <a:pt x="882724" y="38126"/>
                    <a:pt x="852164" y="25417"/>
                    <a:pt x="819058" y="25417"/>
                  </a:cubicBezTo>
                  <a:cubicBezTo>
                    <a:pt x="785952" y="25417"/>
                    <a:pt x="756029" y="38126"/>
                    <a:pt x="732472" y="61637"/>
                  </a:cubicBezTo>
                  <a:cubicBezTo>
                    <a:pt x="709553" y="84513"/>
                    <a:pt x="697456" y="114378"/>
                    <a:pt x="696820" y="146785"/>
                  </a:cubicBezTo>
                  <a:cubicBezTo>
                    <a:pt x="696820" y="151869"/>
                    <a:pt x="693000" y="156952"/>
                    <a:pt x="687906" y="158223"/>
                  </a:cubicBezTo>
                  <a:cubicBezTo>
                    <a:pt x="682814" y="159494"/>
                    <a:pt x="677084" y="158223"/>
                    <a:pt x="674537" y="153775"/>
                  </a:cubicBezTo>
                  <a:cubicBezTo>
                    <a:pt x="670081" y="147421"/>
                    <a:pt x="665624" y="142337"/>
                    <a:pt x="661167" y="137889"/>
                  </a:cubicBezTo>
                  <a:cubicBezTo>
                    <a:pt x="638248" y="114378"/>
                    <a:pt x="607688" y="101669"/>
                    <a:pt x="574582" y="101669"/>
                  </a:cubicBezTo>
                  <a:cubicBezTo>
                    <a:pt x="541476" y="101669"/>
                    <a:pt x="511553" y="114378"/>
                    <a:pt x="487997" y="137889"/>
                  </a:cubicBezTo>
                  <a:cubicBezTo>
                    <a:pt x="456164" y="170296"/>
                    <a:pt x="444704" y="217319"/>
                    <a:pt x="457437" y="260528"/>
                  </a:cubicBezTo>
                  <a:cubicBezTo>
                    <a:pt x="458710" y="265612"/>
                    <a:pt x="457437" y="270695"/>
                    <a:pt x="452981" y="273872"/>
                  </a:cubicBezTo>
                  <a:cubicBezTo>
                    <a:pt x="448524" y="277049"/>
                    <a:pt x="443431" y="277049"/>
                    <a:pt x="438974" y="273872"/>
                  </a:cubicBezTo>
                  <a:cubicBezTo>
                    <a:pt x="390588" y="241465"/>
                    <a:pt x="326286" y="247819"/>
                    <a:pt x="284904" y="289123"/>
                  </a:cubicBezTo>
                  <a:cubicBezTo>
                    <a:pt x="243521" y="330426"/>
                    <a:pt x="237154" y="395876"/>
                    <a:pt x="269624" y="444168"/>
                  </a:cubicBezTo>
                  <a:cubicBezTo>
                    <a:pt x="272171" y="448617"/>
                    <a:pt x="272171" y="454335"/>
                    <a:pt x="268987" y="458148"/>
                  </a:cubicBezTo>
                  <a:cubicBezTo>
                    <a:pt x="265804" y="462596"/>
                    <a:pt x="260710" y="463867"/>
                    <a:pt x="255618" y="462596"/>
                  </a:cubicBezTo>
                  <a:cubicBezTo>
                    <a:pt x="212325" y="449252"/>
                    <a:pt x="165848" y="461325"/>
                    <a:pt x="134016" y="493097"/>
                  </a:cubicBezTo>
                  <a:cubicBezTo>
                    <a:pt x="86266" y="540755"/>
                    <a:pt x="86266" y="618913"/>
                    <a:pt x="134016" y="667206"/>
                  </a:cubicBezTo>
                  <a:cubicBezTo>
                    <a:pt x="138473" y="671654"/>
                    <a:pt x="143565" y="676102"/>
                    <a:pt x="149932" y="680550"/>
                  </a:cubicBezTo>
                  <a:cubicBezTo>
                    <a:pt x="154389" y="683727"/>
                    <a:pt x="156299" y="688811"/>
                    <a:pt x="154389" y="693894"/>
                  </a:cubicBezTo>
                  <a:cubicBezTo>
                    <a:pt x="153115" y="698978"/>
                    <a:pt x="148023" y="702155"/>
                    <a:pt x="142929" y="702155"/>
                  </a:cubicBezTo>
                  <a:cubicBezTo>
                    <a:pt x="111096" y="702790"/>
                    <a:pt x="80537" y="715499"/>
                    <a:pt x="58254" y="737739"/>
                  </a:cubicBezTo>
                  <a:cubicBezTo>
                    <a:pt x="10505" y="785397"/>
                    <a:pt x="10505" y="863555"/>
                    <a:pt x="58254" y="911848"/>
                  </a:cubicBezTo>
                  <a:cubicBezTo>
                    <a:pt x="73533" y="927098"/>
                    <a:pt x="92633" y="937901"/>
                    <a:pt x="113643" y="943620"/>
                  </a:cubicBezTo>
                  <a:cubicBezTo>
                    <a:pt x="118737" y="944891"/>
                    <a:pt x="121920" y="948703"/>
                    <a:pt x="122556" y="953787"/>
                  </a:cubicBezTo>
                  <a:cubicBezTo>
                    <a:pt x="123193" y="958870"/>
                    <a:pt x="120646" y="963318"/>
                    <a:pt x="116190" y="965860"/>
                  </a:cubicBezTo>
                  <a:cubicBezTo>
                    <a:pt x="106003" y="971579"/>
                    <a:pt x="96454" y="978569"/>
                    <a:pt x="88177" y="986829"/>
                  </a:cubicBezTo>
                  <a:cubicBezTo>
                    <a:pt x="40428" y="1034487"/>
                    <a:pt x="40428" y="1112645"/>
                    <a:pt x="88177" y="1160938"/>
                  </a:cubicBezTo>
                  <a:cubicBezTo>
                    <a:pt x="112370" y="1185720"/>
                    <a:pt x="146749" y="1198429"/>
                    <a:pt x="181128" y="1196523"/>
                  </a:cubicBezTo>
                  <a:lnTo>
                    <a:pt x="183675" y="1196523"/>
                  </a:lnTo>
                  <a:moveTo>
                    <a:pt x="268987" y="1460863"/>
                  </a:moveTo>
                  <a:cubicBezTo>
                    <a:pt x="230151" y="1460863"/>
                    <a:pt x="193225" y="1445613"/>
                    <a:pt x="165212" y="1417654"/>
                  </a:cubicBezTo>
                  <a:cubicBezTo>
                    <a:pt x="111733" y="1363642"/>
                    <a:pt x="108549" y="1277858"/>
                    <a:pt x="155662" y="1220034"/>
                  </a:cubicBezTo>
                  <a:cubicBezTo>
                    <a:pt x="124466" y="1215586"/>
                    <a:pt x="95180" y="1200971"/>
                    <a:pt x="72897" y="1178730"/>
                  </a:cubicBezTo>
                  <a:cubicBezTo>
                    <a:pt x="15598" y="1121541"/>
                    <a:pt x="15598" y="1028133"/>
                    <a:pt x="72897" y="970308"/>
                  </a:cubicBezTo>
                  <a:cubicBezTo>
                    <a:pt x="76717" y="966495"/>
                    <a:pt x="81174" y="962683"/>
                    <a:pt x="85630" y="958870"/>
                  </a:cubicBezTo>
                  <a:cubicBezTo>
                    <a:pt x="69714" y="951881"/>
                    <a:pt x="55071" y="941714"/>
                    <a:pt x="42974" y="929005"/>
                  </a:cubicBezTo>
                  <a:cubicBezTo>
                    <a:pt x="-14325" y="871816"/>
                    <a:pt x="-14325" y="778407"/>
                    <a:pt x="42974" y="720582"/>
                  </a:cubicBezTo>
                  <a:cubicBezTo>
                    <a:pt x="63347" y="700249"/>
                    <a:pt x="88177" y="686269"/>
                    <a:pt x="116190" y="680550"/>
                  </a:cubicBezTo>
                  <a:cubicBezTo>
                    <a:pt x="62074" y="622726"/>
                    <a:pt x="62710" y="531859"/>
                    <a:pt x="118737" y="475305"/>
                  </a:cubicBezTo>
                  <a:cubicBezTo>
                    <a:pt x="150569" y="443533"/>
                    <a:pt x="194498" y="428283"/>
                    <a:pt x="238427" y="432731"/>
                  </a:cubicBezTo>
                  <a:cubicBezTo>
                    <a:pt x="215508" y="378083"/>
                    <a:pt x="226968" y="313904"/>
                    <a:pt x="269624" y="270695"/>
                  </a:cubicBezTo>
                  <a:cubicBezTo>
                    <a:pt x="312279" y="227486"/>
                    <a:pt x="376582" y="216048"/>
                    <a:pt x="430698" y="239559"/>
                  </a:cubicBezTo>
                  <a:cubicBezTo>
                    <a:pt x="425604" y="195714"/>
                    <a:pt x="440884" y="151233"/>
                    <a:pt x="472717" y="119462"/>
                  </a:cubicBezTo>
                  <a:cubicBezTo>
                    <a:pt x="500093" y="91502"/>
                    <a:pt x="537019" y="76252"/>
                    <a:pt x="576492" y="76252"/>
                  </a:cubicBezTo>
                  <a:lnTo>
                    <a:pt x="576492" y="76252"/>
                  </a:lnTo>
                  <a:cubicBezTo>
                    <a:pt x="614055" y="76252"/>
                    <a:pt x="649707" y="90232"/>
                    <a:pt x="677084" y="116285"/>
                  </a:cubicBezTo>
                  <a:cubicBezTo>
                    <a:pt x="682814" y="88961"/>
                    <a:pt x="696183" y="63543"/>
                    <a:pt x="716556" y="43210"/>
                  </a:cubicBezTo>
                  <a:cubicBezTo>
                    <a:pt x="743933" y="15250"/>
                    <a:pt x="780859" y="0"/>
                    <a:pt x="820331" y="0"/>
                  </a:cubicBezTo>
                  <a:cubicBezTo>
                    <a:pt x="859804" y="0"/>
                    <a:pt x="896093" y="15250"/>
                    <a:pt x="924107" y="43210"/>
                  </a:cubicBezTo>
                  <a:cubicBezTo>
                    <a:pt x="936202" y="55283"/>
                    <a:pt x="946389" y="69898"/>
                    <a:pt x="953393" y="85784"/>
                  </a:cubicBezTo>
                  <a:cubicBezTo>
                    <a:pt x="956576" y="81336"/>
                    <a:pt x="960396" y="76888"/>
                    <a:pt x="964215" y="73075"/>
                  </a:cubicBezTo>
                  <a:cubicBezTo>
                    <a:pt x="991592" y="45116"/>
                    <a:pt x="1028518" y="29865"/>
                    <a:pt x="1067991" y="29865"/>
                  </a:cubicBezTo>
                  <a:cubicBezTo>
                    <a:pt x="1107463" y="29865"/>
                    <a:pt x="1143753" y="45116"/>
                    <a:pt x="1171765" y="73075"/>
                  </a:cubicBezTo>
                  <a:cubicBezTo>
                    <a:pt x="1194048" y="95951"/>
                    <a:pt x="1208692" y="125181"/>
                    <a:pt x="1213148" y="156317"/>
                  </a:cubicBezTo>
                  <a:cubicBezTo>
                    <a:pt x="1239251" y="134712"/>
                    <a:pt x="1271721" y="122639"/>
                    <a:pt x="1306100" y="122639"/>
                  </a:cubicBezTo>
                  <a:cubicBezTo>
                    <a:pt x="1344936" y="122639"/>
                    <a:pt x="1381862" y="137889"/>
                    <a:pt x="1409875" y="165848"/>
                  </a:cubicBezTo>
                  <a:cubicBezTo>
                    <a:pt x="1467174" y="223037"/>
                    <a:pt x="1467174" y="316446"/>
                    <a:pt x="1409875" y="374271"/>
                  </a:cubicBezTo>
                  <a:cubicBezTo>
                    <a:pt x="1376132" y="407949"/>
                    <a:pt x="1329020" y="423199"/>
                    <a:pt x="1281907" y="415574"/>
                  </a:cubicBezTo>
                  <a:cubicBezTo>
                    <a:pt x="1276813" y="424470"/>
                    <a:pt x="1271721" y="433366"/>
                    <a:pt x="1265991" y="442898"/>
                  </a:cubicBezTo>
                  <a:cubicBezTo>
                    <a:pt x="1203598" y="552192"/>
                    <a:pt x="1099823" y="735833"/>
                    <a:pt x="915830" y="920744"/>
                  </a:cubicBezTo>
                  <a:cubicBezTo>
                    <a:pt x="731836" y="1105656"/>
                    <a:pt x="549752" y="1210502"/>
                    <a:pt x="440884" y="1272775"/>
                  </a:cubicBezTo>
                  <a:cubicBezTo>
                    <a:pt x="431335" y="1278494"/>
                    <a:pt x="421785" y="1283577"/>
                    <a:pt x="413508" y="1288661"/>
                  </a:cubicBezTo>
                  <a:cubicBezTo>
                    <a:pt x="421148" y="1335683"/>
                    <a:pt x="406505" y="1383340"/>
                    <a:pt x="372762" y="1417018"/>
                  </a:cubicBezTo>
                  <a:cubicBezTo>
                    <a:pt x="344749" y="1445613"/>
                    <a:pt x="307823" y="1460863"/>
                    <a:pt x="268987" y="14608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4A3E76E-899C-55CA-7F0B-920D86ED8357}"/>
                </a:ext>
              </a:extLst>
            </p:cNvPr>
            <p:cNvSpPr/>
            <p:nvPr/>
          </p:nvSpPr>
          <p:spPr>
            <a:xfrm>
              <a:off x="7556473" y="5511734"/>
              <a:ext cx="138568" cy="152700"/>
            </a:xfrm>
            <a:custGeom>
              <a:avLst/>
              <a:gdLst>
                <a:gd name="connsiteX0" fmla="*/ 12314 w 138568"/>
                <a:gd name="connsiteY0" fmla="*/ 152065 h 152700"/>
                <a:gd name="connsiteX1" fmla="*/ 218 w 138568"/>
                <a:gd name="connsiteY1" fmla="*/ 141898 h 152700"/>
                <a:gd name="connsiteX2" fmla="*/ 9768 w 138568"/>
                <a:gd name="connsiteY2" fmla="*/ 127918 h 152700"/>
                <a:gd name="connsiteX3" fmla="*/ 114179 w 138568"/>
                <a:gd name="connsiteY3" fmla="*/ 10363 h 152700"/>
                <a:gd name="connsiteX4" fmla="*/ 128185 w 138568"/>
                <a:gd name="connsiteY4" fmla="*/ 196 h 152700"/>
                <a:gd name="connsiteX5" fmla="*/ 138373 w 138568"/>
                <a:gd name="connsiteY5" fmla="*/ 14176 h 152700"/>
                <a:gd name="connsiteX6" fmla="*/ 14225 w 138568"/>
                <a:gd name="connsiteY6" fmla="*/ 152700 h 152700"/>
                <a:gd name="connsiteX7" fmla="*/ 12314 w 138568"/>
                <a:gd name="connsiteY7" fmla="*/ 152065 h 15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568" h="152700">
                  <a:moveTo>
                    <a:pt x="12314" y="152065"/>
                  </a:moveTo>
                  <a:cubicBezTo>
                    <a:pt x="6584" y="152065"/>
                    <a:pt x="1491" y="148252"/>
                    <a:pt x="218" y="141898"/>
                  </a:cubicBezTo>
                  <a:cubicBezTo>
                    <a:pt x="-1055" y="135543"/>
                    <a:pt x="3401" y="129189"/>
                    <a:pt x="9768" y="127918"/>
                  </a:cubicBezTo>
                  <a:cubicBezTo>
                    <a:pt x="13587" y="127283"/>
                    <a:pt x="100173" y="109491"/>
                    <a:pt x="114179" y="10363"/>
                  </a:cubicBezTo>
                  <a:cubicBezTo>
                    <a:pt x="114816" y="4009"/>
                    <a:pt x="121182" y="-1075"/>
                    <a:pt x="128185" y="196"/>
                  </a:cubicBezTo>
                  <a:cubicBezTo>
                    <a:pt x="134552" y="831"/>
                    <a:pt x="139646" y="7186"/>
                    <a:pt x="138373" y="14176"/>
                  </a:cubicBezTo>
                  <a:cubicBezTo>
                    <a:pt x="121819" y="131095"/>
                    <a:pt x="15498" y="152065"/>
                    <a:pt x="14225" y="152700"/>
                  </a:cubicBezTo>
                  <a:cubicBezTo>
                    <a:pt x="13587" y="152065"/>
                    <a:pt x="12951" y="152065"/>
                    <a:pt x="12314" y="1520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9ACAD3AB-A62A-F854-8D40-54AD7302E378}"/>
                </a:ext>
              </a:extLst>
            </p:cNvPr>
            <p:cNvSpPr/>
            <p:nvPr/>
          </p:nvSpPr>
          <p:spPr>
            <a:xfrm>
              <a:off x="7485325" y="5294698"/>
              <a:ext cx="165504" cy="116833"/>
            </a:xfrm>
            <a:custGeom>
              <a:avLst/>
              <a:gdLst>
                <a:gd name="connsiteX0" fmla="*/ 19796 w 165504"/>
                <a:gd name="connsiteY0" fmla="*/ 116834 h 116833"/>
                <a:gd name="connsiteX1" fmla="*/ 10883 w 165504"/>
                <a:gd name="connsiteY1" fmla="*/ 116198 h 116833"/>
                <a:gd name="connsiteX2" fmla="*/ 60 w 165504"/>
                <a:gd name="connsiteY2" fmla="*/ 102854 h 116833"/>
                <a:gd name="connsiteX3" fmla="*/ 13430 w 165504"/>
                <a:gd name="connsiteY3" fmla="*/ 92052 h 116833"/>
                <a:gd name="connsiteX4" fmla="*/ 142034 w 165504"/>
                <a:gd name="connsiteY4" fmla="*/ 8175 h 116833"/>
                <a:gd name="connsiteX5" fmla="*/ 157314 w 165504"/>
                <a:gd name="connsiteY5" fmla="*/ 549 h 116833"/>
                <a:gd name="connsiteX6" fmla="*/ 164954 w 165504"/>
                <a:gd name="connsiteY6" fmla="*/ 15800 h 116833"/>
                <a:gd name="connsiteX7" fmla="*/ 19796 w 165504"/>
                <a:gd name="connsiteY7" fmla="*/ 116834 h 11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5504" h="116833">
                  <a:moveTo>
                    <a:pt x="19796" y="116834"/>
                  </a:moveTo>
                  <a:cubicBezTo>
                    <a:pt x="14066" y="116834"/>
                    <a:pt x="10883" y="116834"/>
                    <a:pt x="10883" y="116198"/>
                  </a:cubicBezTo>
                  <a:cubicBezTo>
                    <a:pt x="3880" y="115563"/>
                    <a:pt x="-576" y="109209"/>
                    <a:pt x="60" y="102854"/>
                  </a:cubicBezTo>
                  <a:cubicBezTo>
                    <a:pt x="697" y="95865"/>
                    <a:pt x="6427" y="91416"/>
                    <a:pt x="13430" y="92052"/>
                  </a:cubicBezTo>
                  <a:cubicBezTo>
                    <a:pt x="17250" y="92687"/>
                    <a:pt x="110201" y="100948"/>
                    <a:pt x="142034" y="8175"/>
                  </a:cubicBezTo>
                  <a:cubicBezTo>
                    <a:pt x="143944" y="1820"/>
                    <a:pt x="150947" y="-1357"/>
                    <a:pt x="157314" y="549"/>
                  </a:cubicBezTo>
                  <a:cubicBezTo>
                    <a:pt x="163681" y="2456"/>
                    <a:pt x="166864" y="9446"/>
                    <a:pt x="164954" y="15800"/>
                  </a:cubicBezTo>
                  <a:cubicBezTo>
                    <a:pt x="133122" y="108573"/>
                    <a:pt x="47810" y="116834"/>
                    <a:pt x="19796" y="1168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432B9A4B-E194-4C5A-283D-AD36D0F2C192}"/>
                </a:ext>
              </a:extLst>
            </p:cNvPr>
            <p:cNvSpPr/>
            <p:nvPr/>
          </p:nvSpPr>
          <p:spPr>
            <a:xfrm>
              <a:off x="7690714" y="5000146"/>
              <a:ext cx="1072700" cy="1004881"/>
            </a:xfrm>
            <a:custGeom>
              <a:avLst/>
              <a:gdLst>
                <a:gd name="connsiteX0" fmla="*/ 91989 w 1072700"/>
                <a:gd name="connsiteY0" fmla="*/ 1004881 h 1004881"/>
                <a:gd name="connsiteX1" fmla="*/ 4768 w 1072700"/>
                <a:gd name="connsiteY1" fmla="*/ 975651 h 1004881"/>
                <a:gd name="connsiteX2" fmla="*/ 2221 w 1072700"/>
                <a:gd name="connsiteY2" fmla="*/ 958494 h 1004881"/>
                <a:gd name="connsiteX3" fmla="*/ 19410 w 1072700"/>
                <a:gd name="connsiteY3" fmla="*/ 955953 h 1004881"/>
                <a:gd name="connsiteX4" fmla="*/ 178574 w 1072700"/>
                <a:gd name="connsiteY4" fmla="*/ 944515 h 1004881"/>
                <a:gd name="connsiteX5" fmla="*/ 211045 w 1072700"/>
                <a:gd name="connsiteY5" fmla="*/ 829501 h 1004881"/>
                <a:gd name="connsiteX6" fmla="*/ 216774 w 1072700"/>
                <a:gd name="connsiteY6" fmla="*/ 816157 h 1004881"/>
                <a:gd name="connsiteX7" fmla="*/ 251790 w 1072700"/>
                <a:gd name="connsiteY7" fmla="*/ 795823 h 1004881"/>
                <a:gd name="connsiteX8" fmla="*/ 722279 w 1072700"/>
                <a:gd name="connsiteY8" fmla="*/ 446970 h 1004881"/>
                <a:gd name="connsiteX9" fmla="*/ 1050157 w 1072700"/>
                <a:gd name="connsiteY9" fmla="*/ 5979 h 1004881"/>
                <a:gd name="connsiteX10" fmla="*/ 1066710 w 1072700"/>
                <a:gd name="connsiteY10" fmla="*/ 1531 h 1004881"/>
                <a:gd name="connsiteX11" fmla="*/ 1071167 w 1072700"/>
                <a:gd name="connsiteY11" fmla="*/ 18052 h 1004881"/>
                <a:gd name="connsiteX12" fmla="*/ 739469 w 1072700"/>
                <a:gd name="connsiteY12" fmla="*/ 464127 h 1004881"/>
                <a:gd name="connsiteX13" fmla="*/ 263887 w 1072700"/>
                <a:gd name="connsiteY13" fmla="*/ 816793 h 1004881"/>
                <a:gd name="connsiteX14" fmla="*/ 236511 w 1072700"/>
                <a:gd name="connsiteY14" fmla="*/ 832679 h 1004881"/>
                <a:gd name="connsiteX15" fmla="*/ 195765 w 1072700"/>
                <a:gd name="connsiteY15" fmla="*/ 961036 h 1004881"/>
                <a:gd name="connsiteX16" fmla="*/ 91989 w 1072700"/>
                <a:gd name="connsiteY16" fmla="*/ 1004881 h 1004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72700" h="1004881">
                  <a:moveTo>
                    <a:pt x="91989" y="1004881"/>
                  </a:moveTo>
                  <a:cubicBezTo>
                    <a:pt x="61430" y="1004881"/>
                    <a:pt x="30234" y="995350"/>
                    <a:pt x="4768" y="975651"/>
                  </a:cubicBezTo>
                  <a:cubicBezTo>
                    <a:pt x="-326" y="971839"/>
                    <a:pt x="-1599" y="964213"/>
                    <a:pt x="2221" y="958494"/>
                  </a:cubicBezTo>
                  <a:cubicBezTo>
                    <a:pt x="6041" y="953411"/>
                    <a:pt x="13681" y="952140"/>
                    <a:pt x="19410" y="955953"/>
                  </a:cubicBezTo>
                  <a:cubicBezTo>
                    <a:pt x="67797" y="992172"/>
                    <a:pt x="135919" y="987089"/>
                    <a:pt x="178574" y="944515"/>
                  </a:cubicBezTo>
                  <a:cubicBezTo>
                    <a:pt x="208498" y="914650"/>
                    <a:pt x="220594" y="871440"/>
                    <a:pt x="211045" y="829501"/>
                  </a:cubicBezTo>
                  <a:cubicBezTo>
                    <a:pt x="209771" y="824418"/>
                    <a:pt x="212318" y="818699"/>
                    <a:pt x="216774" y="816157"/>
                  </a:cubicBezTo>
                  <a:cubicBezTo>
                    <a:pt x="227597" y="809803"/>
                    <a:pt x="239057" y="803449"/>
                    <a:pt x="251790" y="795823"/>
                  </a:cubicBezTo>
                  <a:cubicBezTo>
                    <a:pt x="360021" y="733551"/>
                    <a:pt x="540195" y="629975"/>
                    <a:pt x="722279" y="446970"/>
                  </a:cubicBezTo>
                  <a:cubicBezTo>
                    <a:pt x="879534" y="288747"/>
                    <a:pt x="976305" y="135607"/>
                    <a:pt x="1050157" y="5979"/>
                  </a:cubicBezTo>
                  <a:cubicBezTo>
                    <a:pt x="1053340" y="260"/>
                    <a:pt x="1060981" y="-1647"/>
                    <a:pt x="1066710" y="1531"/>
                  </a:cubicBezTo>
                  <a:cubicBezTo>
                    <a:pt x="1072440" y="4708"/>
                    <a:pt x="1074350" y="12333"/>
                    <a:pt x="1071167" y="18052"/>
                  </a:cubicBezTo>
                  <a:cubicBezTo>
                    <a:pt x="996678" y="148316"/>
                    <a:pt x="898633" y="303362"/>
                    <a:pt x="739469" y="464127"/>
                  </a:cubicBezTo>
                  <a:cubicBezTo>
                    <a:pt x="555475" y="649673"/>
                    <a:pt x="372755" y="753885"/>
                    <a:pt x="263887" y="816793"/>
                  </a:cubicBezTo>
                  <a:cubicBezTo>
                    <a:pt x="254337" y="822512"/>
                    <a:pt x="245423" y="827595"/>
                    <a:pt x="236511" y="832679"/>
                  </a:cubicBezTo>
                  <a:cubicBezTo>
                    <a:pt x="244150" y="879701"/>
                    <a:pt x="229507" y="927358"/>
                    <a:pt x="195765" y="961036"/>
                  </a:cubicBezTo>
                  <a:cubicBezTo>
                    <a:pt x="167752" y="990266"/>
                    <a:pt x="130189" y="1004881"/>
                    <a:pt x="91989" y="100488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C71E89E0-DF45-019C-08D6-C14CA51D9F30}"/>
                </a:ext>
              </a:extLst>
            </p:cNvPr>
            <p:cNvSpPr/>
            <p:nvPr/>
          </p:nvSpPr>
          <p:spPr>
            <a:xfrm>
              <a:off x="8172448" y="4785386"/>
              <a:ext cx="101998" cy="143851"/>
            </a:xfrm>
            <a:custGeom>
              <a:avLst/>
              <a:gdLst>
                <a:gd name="connsiteX0" fmla="*/ 15169 w 101998"/>
                <a:gd name="connsiteY0" fmla="*/ 143852 h 143851"/>
                <a:gd name="connsiteX1" fmla="*/ 3073 w 101998"/>
                <a:gd name="connsiteY1" fmla="*/ 134320 h 143851"/>
                <a:gd name="connsiteX2" fmla="*/ 17079 w 101998"/>
                <a:gd name="connsiteY2" fmla="*/ 49807 h 143851"/>
                <a:gd name="connsiteX3" fmla="*/ 87111 w 101998"/>
                <a:gd name="connsiteY3" fmla="*/ 243 h 143851"/>
                <a:gd name="connsiteX4" fmla="*/ 101755 w 101998"/>
                <a:gd name="connsiteY4" fmla="*/ 9140 h 143851"/>
                <a:gd name="connsiteX5" fmla="*/ 92841 w 101998"/>
                <a:gd name="connsiteY5" fmla="*/ 23755 h 143851"/>
                <a:gd name="connsiteX6" fmla="*/ 38089 w 101998"/>
                <a:gd name="connsiteY6" fmla="*/ 62516 h 143851"/>
                <a:gd name="connsiteX7" fmla="*/ 27265 w 101998"/>
                <a:gd name="connsiteY7" fmla="*/ 128601 h 143851"/>
                <a:gd name="connsiteX8" fmla="*/ 18352 w 101998"/>
                <a:gd name="connsiteY8" fmla="*/ 143216 h 143851"/>
                <a:gd name="connsiteX9" fmla="*/ 15169 w 101998"/>
                <a:gd name="connsiteY9" fmla="*/ 143852 h 143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998" h="143851">
                  <a:moveTo>
                    <a:pt x="15169" y="143852"/>
                  </a:moveTo>
                  <a:cubicBezTo>
                    <a:pt x="9439" y="143852"/>
                    <a:pt x="4346" y="140039"/>
                    <a:pt x="3073" y="134320"/>
                  </a:cubicBezTo>
                  <a:cubicBezTo>
                    <a:pt x="-3931" y="105090"/>
                    <a:pt x="1163" y="75225"/>
                    <a:pt x="17079" y="49807"/>
                  </a:cubicBezTo>
                  <a:cubicBezTo>
                    <a:pt x="32995" y="24390"/>
                    <a:pt x="57825" y="6598"/>
                    <a:pt x="87111" y="243"/>
                  </a:cubicBezTo>
                  <a:cubicBezTo>
                    <a:pt x="93478" y="-1027"/>
                    <a:pt x="100481" y="2785"/>
                    <a:pt x="101755" y="9140"/>
                  </a:cubicBezTo>
                  <a:cubicBezTo>
                    <a:pt x="103028" y="15494"/>
                    <a:pt x="99208" y="22484"/>
                    <a:pt x="92841" y="23755"/>
                  </a:cubicBezTo>
                  <a:cubicBezTo>
                    <a:pt x="69922" y="28838"/>
                    <a:pt x="50822" y="42818"/>
                    <a:pt x="38089" y="62516"/>
                  </a:cubicBezTo>
                  <a:cubicBezTo>
                    <a:pt x="25356" y="82214"/>
                    <a:pt x="21535" y="105726"/>
                    <a:pt x="27265" y="128601"/>
                  </a:cubicBezTo>
                  <a:cubicBezTo>
                    <a:pt x="28539" y="134956"/>
                    <a:pt x="24719" y="141945"/>
                    <a:pt x="18352" y="143216"/>
                  </a:cubicBezTo>
                  <a:cubicBezTo>
                    <a:pt x="16442" y="143852"/>
                    <a:pt x="15806" y="143852"/>
                    <a:pt x="15169" y="1438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58BDE07F-746C-F3E6-42C3-D43FC12FA3A0}"/>
                </a:ext>
              </a:extLst>
            </p:cNvPr>
            <p:cNvSpPr/>
            <p:nvPr/>
          </p:nvSpPr>
          <p:spPr>
            <a:xfrm>
              <a:off x="7890409" y="4874982"/>
              <a:ext cx="101998" cy="143851"/>
            </a:xfrm>
            <a:custGeom>
              <a:avLst/>
              <a:gdLst>
                <a:gd name="connsiteX0" fmla="*/ 15169 w 101998"/>
                <a:gd name="connsiteY0" fmla="*/ 143852 h 143851"/>
                <a:gd name="connsiteX1" fmla="*/ 3072 w 101998"/>
                <a:gd name="connsiteY1" fmla="*/ 134320 h 143851"/>
                <a:gd name="connsiteX2" fmla="*/ 17079 w 101998"/>
                <a:gd name="connsiteY2" fmla="*/ 49807 h 143851"/>
                <a:gd name="connsiteX3" fmla="*/ 87111 w 101998"/>
                <a:gd name="connsiteY3" fmla="*/ 244 h 143851"/>
                <a:gd name="connsiteX4" fmla="*/ 101754 w 101998"/>
                <a:gd name="connsiteY4" fmla="*/ 9140 h 143851"/>
                <a:gd name="connsiteX5" fmla="*/ 92841 w 101998"/>
                <a:gd name="connsiteY5" fmla="*/ 23755 h 143851"/>
                <a:gd name="connsiteX6" fmla="*/ 38089 w 101998"/>
                <a:gd name="connsiteY6" fmla="*/ 62516 h 143851"/>
                <a:gd name="connsiteX7" fmla="*/ 27266 w 101998"/>
                <a:gd name="connsiteY7" fmla="*/ 128601 h 143851"/>
                <a:gd name="connsiteX8" fmla="*/ 18352 w 101998"/>
                <a:gd name="connsiteY8" fmla="*/ 143216 h 143851"/>
                <a:gd name="connsiteX9" fmla="*/ 15169 w 101998"/>
                <a:gd name="connsiteY9" fmla="*/ 143852 h 143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998" h="143851">
                  <a:moveTo>
                    <a:pt x="15169" y="143852"/>
                  </a:moveTo>
                  <a:cubicBezTo>
                    <a:pt x="9439" y="143852"/>
                    <a:pt x="4345" y="140039"/>
                    <a:pt x="3072" y="134320"/>
                  </a:cubicBezTo>
                  <a:cubicBezTo>
                    <a:pt x="-3931" y="105090"/>
                    <a:pt x="1162" y="75225"/>
                    <a:pt x="17079" y="49807"/>
                  </a:cubicBezTo>
                  <a:cubicBezTo>
                    <a:pt x="32995" y="24390"/>
                    <a:pt x="57825" y="6598"/>
                    <a:pt x="87111" y="244"/>
                  </a:cubicBezTo>
                  <a:cubicBezTo>
                    <a:pt x="93477" y="-1027"/>
                    <a:pt x="100481" y="2785"/>
                    <a:pt x="101754" y="9140"/>
                  </a:cubicBezTo>
                  <a:cubicBezTo>
                    <a:pt x="103027" y="15494"/>
                    <a:pt x="99207" y="22484"/>
                    <a:pt x="92841" y="23755"/>
                  </a:cubicBezTo>
                  <a:cubicBezTo>
                    <a:pt x="69921" y="28838"/>
                    <a:pt x="50822" y="42818"/>
                    <a:pt x="38089" y="62516"/>
                  </a:cubicBezTo>
                  <a:cubicBezTo>
                    <a:pt x="25355" y="82214"/>
                    <a:pt x="21536" y="105726"/>
                    <a:pt x="27266" y="128601"/>
                  </a:cubicBezTo>
                  <a:cubicBezTo>
                    <a:pt x="28539" y="134956"/>
                    <a:pt x="24719" y="141945"/>
                    <a:pt x="18352" y="143216"/>
                  </a:cubicBezTo>
                  <a:cubicBezTo>
                    <a:pt x="17079" y="143852"/>
                    <a:pt x="15806" y="143852"/>
                    <a:pt x="15169" y="1438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8ADFE3CC-4F2E-D17C-F559-6765F7A117D5}"/>
                </a:ext>
              </a:extLst>
            </p:cNvPr>
            <p:cNvSpPr/>
            <p:nvPr/>
          </p:nvSpPr>
          <p:spPr>
            <a:xfrm>
              <a:off x="8032383" y="5122801"/>
              <a:ext cx="101998" cy="143851"/>
            </a:xfrm>
            <a:custGeom>
              <a:avLst/>
              <a:gdLst>
                <a:gd name="connsiteX0" fmla="*/ 15169 w 101998"/>
                <a:gd name="connsiteY0" fmla="*/ 143852 h 143851"/>
                <a:gd name="connsiteX1" fmla="*/ 3073 w 101998"/>
                <a:gd name="connsiteY1" fmla="*/ 134320 h 143851"/>
                <a:gd name="connsiteX2" fmla="*/ 17079 w 101998"/>
                <a:gd name="connsiteY2" fmla="*/ 49807 h 143851"/>
                <a:gd name="connsiteX3" fmla="*/ 87111 w 101998"/>
                <a:gd name="connsiteY3" fmla="*/ 244 h 143851"/>
                <a:gd name="connsiteX4" fmla="*/ 101755 w 101998"/>
                <a:gd name="connsiteY4" fmla="*/ 9140 h 143851"/>
                <a:gd name="connsiteX5" fmla="*/ 92841 w 101998"/>
                <a:gd name="connsiteY5" fmla="*/ 23755 h 143851"/>
                <a:gd name="connsiteX6" fmla="*/ 38089 w 101998"/>
                <a:gd name="connsiteY6" fmla="*/ 62516 h 143851"/>
                <a:gd name="connsiteX7" fmla="*/ 27265 w 101998"/>
                <a:gd name="connsiteY7" fmla="*/ 128601 h 143851"/>
                <a:gd name="connsiteX8" fmla="*/ 18352 w 101998"/>
                <a:gd name="connsiteY8" fmla="*/ 143216 h 143851"/>
                <a:gd name="connsiteX9" fmla="*/ 15169 w 101998"/>
                <a:gd name="connsiteY9" fmla="*/ 143852 h 143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998" h="143851">
                  <a:moveTo>
                    <a:pt x="15169" y="143852"/>
                  </a:moveTo>
                  <a:cubicBezTo>
                    <a:pt x="9439" y="143852"/>
                    <a:pt x="4346" y="140039"/>
                    <a:pt x="3073" y="134320"/>
                  </a:cubicBezTo>
                  <a:cubicBezTo>
                    <a:pt x="-3931" y="105090"/>
                    <a:pt x="1163" y="75225"/>
                    <a:pt x="17079" y="49807"/>
                  </a:cubicBezTo>
                  <a:cubicBezTo>
                    <a:pt x="32995" y="24390"/>
                    <a:pt x="57825" y="6598"/>
                    <a:pt x="87111" y="244"/>
                  </a:cubicBezTo>
                  <a:cubicBezTo>
                    <a:pt x="93478" y="-1027"/>
                    <a:pt x="100481" y="2785"/>
                    <a:pt x="101755" y="9140"/>
                  </a:cubicBezTo>
                  <a:cubicBezTo>
                    <a:pt x="103028" y="15494"/>
                    <a:pt x="99208" y="22484"/>
                    <a:pt x="92841" y="23755"/>
                  </a:cubicBezTo>
                  <a:cubicBezTo>
                    <a:pt x="69922" y="28838"/>
                    <a:pt x="50822" y="42818"/>
                    <a:pt x="38089" y="62516"/>
                  </a:cubicBezTo>
                  <a:cubicBezTo>
                    <a:pt x="25356" y="82214"/>
                    <a:pt x="21535" y="105726"/>
                    <a:pt x="27265" y="128601"/>
                  </a:cubicBezTo>
                  <a:cubicBezTo>
                    <a:pt x="28539" y="134956"/>
                    <a:pt x="24719" y="141945"/>
                    <a:pt x="18352" y="143216"/>
                  </a:cubicBezTo>
                  <a:cubicBezTo>
                    <a:pt x="16442" y="143852"/>
                    <a:pt x="15806" y="143852"/>
                    <a:pt x="15169" y="1438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C088EBE6-50D6-62DC-688D-57967BC281C0}"/>
                </a:ext>
              </a:extLst>
            </p:cNvPr>
            <p:cNvSpPr/>
            <p:nvPr/>
          </p:nvSpPr>
          <p:spPr>
            <a:xfrm>
              <a:off x="4864272" y="5415344"/>
              <a:ext cx="1364990" cy="724394"/>
            </a:xfrm>
            <a:custGeom>
              <a:avLst/>
              <a:gdLst>
                <a:gd name="connsiteX0" fmla="*/ 682495 w 1364990"/>
                <a:gd name="connsiteY0" fmla="*/ 724395 h 724394"/>
                <a:gd name="connsiteX1" fmla="*/ 130515 w 1364990"/>
                <a:gd name="connsiteY1" fmla="*/ 653862 h 724394"/>
                <a:gd name="connsiteX2" fmla="*/ 0 w 1364990"/>
                <a:gd name="connsiteY2" fmla="*/ 485472 h 724394"/>
                <a:gd name="connsiteX3" fmla="*/ 0 w 1364990"/>
                <a:gd name="connsiteY3" fmla="*/ 12073 h 724394"/>
                <a:gd name="connsiteX4" fmla="*/ 12096 w 1364990"/>
                <a:gd name="connsiteY4" fmla="*/ 0 h 724394"/>
                <a:gd name="connsiteX5" fmla="*/ 24193 w 1364990"/>
                <a:gd name="connsiteY5" fmla="*/ 12073 h 724394"/>
                <a:gd name="connsiteX6" fmla="*/ 24193 w 1364990"/>
                <a:gd name="connsiteY6" fmla="*/ 485472 h 724394"/>
                <a:gd name="connsiteX7" fmla="*/ 136881 w 1364990"/>
                <a:gd name="connsiteY7" fmla="*/ 630351 h 724394"/>
                <a:gd name="connsiteX8" fmla="*/ 1228109 w 1364990"/>
                <a:gd name="connsiteY8" fmla="*/ 630351 h 724394"/>
                <a:gd name="connsiteX9" fmla="*/ 1340798 w 1364990"/>
                <a:gd name="connsiteY9" fmla="*/ 485472 h 724394"/>
                <a:gd name="connsiteX10" fmla="*/ 1340798 w 1364990"/>
                <a:gd name="connsiteY10" fmla="*/ 12073 h 724394"/>
                <a:gd name="connsiteX11" fmla="*/ 1352894 w 1364990"/>
                <a:gd name="connsiteY11" fmla="*/ 0 h 724394"/>
                <a:gd name="connsiteX12" fmla="*/ 1364991 w 1364990"/>
                <a:gd name="connsiteY12" fmla="*/ 12073 h 724394"/>
                <a:gd name="connsiteX13" fmla="*/ 1364991 w 1364990"/>
                <a:gd name="connsiteY13" fmla="*/ 485472 h 724394"/>
                <a:gd name="connsiteX14" fmla="*/ 1234476 w 1364990"/>
                <a:gd name="connsiteY14" fmla="*/ 653862 h 724394"/>
                <a:gd name="connsiteX15" fmla="*/ 682495 w 1364990"/>
                <a:gd name="connsiteY15" fmla="*/ 724395 h 72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64990" h="724394">
                  <a:moveTo>
                    <a:pt x="682495" y="724395"/>
                  </a:moveTo>
                  <a:cubicBezTo>
                    <a:pt x="496592" y="724395"/>
                    <a:pt x="311325" y="700884"/>
                    <a:pt x="130515" y="653862"/>
                  </a:cubicBezTo>
                  <a:cubicBezTo>
                    <a:pt x="53479" y="633528"/>
                    <a:pt x="0" y="564265"/>
                    <a:pt x="0" y="485472"/>
                  </a:cubicBezTo>
                  <a:lnTo>
                    <a:pt x="0" y="12073"/>
                  </a:lnTo>
                  <a:cubicBezTo>
                    <a:pt x="0" y="5083"/>
                    <a:pt x="5730" y="0"/>
                    <a:pt x="12096" y="0"/>
                  </a:cubicBezTo>
                  <a:cubicBezTo>
                    <a:pt x="19100" y="0"/>
                    <a:pt x="24193" y="5719"/>
                    <a:pt x="24193" y="12073"/>
                  </a:cubicBezTo>
                  <a:lnTo>
                    <a:pt x="24193" y="485472"/>
                  </a:lnTo>
                  <a:cubicBezTo>
                    <a:pt x="24193" y="553463"/>
                    <a:pt x="70669" y="613194"/>
                    <a:pt x="136881" y="630351"/>
                  </a:cubicBezTo>
                  <a:cubicBezTo>
                    <a:pt x="494045" y="723760"/>
                    <a:pt x="870946" y="723760"/>
                    <a:pt x="1228109" y="630351"/>
                  </a:cubicBezTo>
                  <a:cubicBezTo>
                    <a:pt x="1294322" y="613194"/>
                    <a:pt x="1340798" y="553463"/>
                    <a:pt x="1340798" y="485472"/>
                  </a:cubicBezTo>
                  <a:lnTo>
                    <a:pt x="1340798" y="12073"/>
                  </a:lnTo>
                  <a:cubicBezTo>
                    <a:pt x="1340798" y="5083"/>
                    <a:pt x="1346528" y="0"/>
                    <a:pt x="1352894" y="0"/>
                  </a:cubicBezTo>
                  <a:cubicBezTo>
                    <a:pt x="1359897" y="0"/>
                    <a:pt x="1364991" y="5719"/>
                    <a:pt x="1364991" y="12073"/>
                  </a:cubicBezTo>
                  <a:lnTo>
                    <a:pt x="1364991" y="485472"/>
                  </a:lnTo>
                  <a:cubicBezTo>
                    <a:pt x="1364991" y="564901"/>
                    <a:pt x="1311512" y="634163"/>
                    <a:pt x="1234476" y="653862"/>
                  </a:cubicBezTo>
                  <a:cubicBezTo>
                    <a:pt x="1053666" y="700884"/>
                    <a:pt x="868399" y="724395"/>
                    <a:pt x="682495" y="72439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CF58BF3F-9833-EDA7-91B0-CE910F341346}"/>
                </a:ext>
              </a:extLst>
            </p:cNvPr>
            <p:cNvSpPr/>
            <p:nvPr/>
          </p:nvSpPr>
          <p:spPr>
            <a:xfrm>
              <a:off x="4863635" y="5295194"/>
              <a:ext cx="1364353" cy="562412"/>
            </a:xfrm>
            <a:custGeom>
              <a:avLst/>
              <a:gdLst>
                <a:gd name="connsiteX0" fmla="*/ 1161261 w 1364353"/>
                <a:gd name="connsiteY0" fmla="*/ 561777 h 562412"/>
                <a:gd name="connsiteX1" fmla="*/ 1104598 w 1364353"/>
                <a:gd name="connsiteY1" fmla="*/ 538902 h 562412"/>
                <a:gd name="connsiteX2" fmla="*/ 1079769 w 1364353"/>
                <a:gd name="connsiteY2" fmla="*/ 480442 h 562412"/>
                <a:gd name="connsiteX3" fmla="*/ 1079769 w 1364353"/>
                <a:gd name="connsiteY3" fmla="*/ 281551 h 562412"/>
                <a:gd name="connsiteX4" fmla="*/ 1069582 w 1364353"/>
                <a:gd name="connsiteY4" fmla="*/ 259946 h 562412"/>
                <a:gd name="connsiteX5" fmla="*/ 1046663 w 1364353"/>
                <a:gd name="connsiteY5" fmla="*/ 252956 h 562412"/>
                <a:gd name="connsiteX6" fmla="*/ 1019923 w 1364353"/>
                <a:gd name="connsiteY6" fmla="*/ 282186 h 562412"/>
                <a:gd name="connsiteX7" fmla="*/ 1019923 w 1364353"/>
                <a:gd name="connsiteY7" fmla="*/ 394023 h 562412"/>
                <a:gd name="connsiteX8" fmla="*/ 996367 w 1364353"/>
                <a:gd name="connsiteY8" fmla="*/ 449941 h 562412"/>
                <a:gd name="connsiteX9" fmla="*/ 939705 w 1364353"/>
                <a:gd name="connsiteY9" fmla="*/ 472181 h 562412"/>
                <a:gd name="connsiteX10" fmla="*/ 863942 w 1364353"/>
                <a:gd name="connsiteY10" fmla="*/ 391481 h 562412"/>
                <a:gd name="connsiteX11" fmla="*/ 863942 w 1364353"/>
                <a:gd name="connsiteY11" fmla="*/ 299978 h 562412"/>
                <a:gd name="connsiteX12" fmla="*/ 855029 w 1364353"/>
                <a:gd name="connsiteY12" fmla="*/ 279009 h 562412"/>
                <a:gd name="connsiteX13" fmla="*/ 833383 w 1364353"/>
                <a:gd name="connsiteY13" fmla="*/ 270749 h 562412"/>
                <a:gd name="connsiteX14" fmla="*/ 682495 w 1364353"/>
                <a:gd name="connsiteY14" fmla="*/ 273926 h 562412"/>
                <a:gd name="connsiteX15" fmla="*/ 0 w 1364353"/>
                <a:gd name="connsiteY15" fmla="*/ 132859 h 562412"/>
                <a:gd name="connsiteX16" fmla="*/ 439293 w 1364353"/>
                <a:gd name="connsiteY16" fmla="*/ 54 h 562412"/>
                <a:gd name="connsiteX17" fmla="*/ 452663 w 1364353"/>
                <a:gd name="connsiteY17" fmla="*/ 11491 h 562412"/>
                <a:gd name="connsiteX18" fmla="*/ 441203 w 1364353"/>
                <a:gd name="connsiteY18" fmla="*/ 24836 h 562412"/>
                <a:gd name="connsiteX19" fmla="*/ 24193 w 1364353"/>
                <a:gd name="connsiteY19" fmla="*/ 132859 h 562412"/>
                <a:gd name="connsiteX20" fmla="*/ 681859 w 1364353"/>
                <a:gd name="connsiteY20" fmla="*/ 249779 h 562412"/>
                <a:gd name="connsiteX21" fmla="*/ 831473 w 1364353"/>
                <a:gd name="connsiteY21" fmla="*/ 246602 h 562412"/>
                <a:gd name="connsiteX22" fmla="*/ 870946 w 1364353"/>
                <a:gd name="connsiteY22" fmla="*/ 261217 h 562412"/>
                <a:gd name="connsiteX23" fmla="*/ 887499 w 1364353"/>
                <a:gd name="connsiteY23" fmla="*/ 299978 h 562412"/>
                <a:gd name="connsiteX24" fmla="*/ 887499 w 1364353"/>
                <a:gd name="connsiteY24" fmla="*/ 391481 h 562412"/>
                <a:gd name="connsiteX25" fmla="*/ 939705 w 1364353"/>
                <a:gd name="connsiteY25" fmla="*/ 448035 h 562412"/>
                <a:gd name="connsiteX26" fmla="*/ 978541 w 1364353"/>
                <a:gd name="connsiteY26" fmla="*/ 432784 h 562412"/>
                <a:gd name="connsiteX27" fmla="*/ 995093 w 1364353"/>
                <a:gd name="connsiteY27" fmla="*/ 394658 h 562412"/>
                <a:gd name="connsiteX28" fmla="*/ 995093 w 1364353"/>
                <a:gd name="connsiteY28" fmla="*/ 282822 h 562412"/>
                <a:gd name="connsiteX29" fmla="*/ 1042206 w 1364353"/>
                <a:gd name="connsiteY29" fmla="*/ 229445 h 562412"/>
                <a:gd name="connsiteX30" fmla="*/ 1084862 w 1364353"/>
                <a:gd name="connsiteY30" fmla="*/ 242154 h 562412"/>
                <a:gd name="connsiteX31" fmla="*/ 1102689 w 1364353"/>
                <a:gd name="connsiteY31" fmla="*/ 282186 h 562412"/>
                <a:gd name="connsiteX32" fmla="*/ 1102689 w 1364353"/>
                <a:gd name="connsiteY32" fmla="*/ 481077 h 562412"/>
                <a:gd name="connsiteX33" fmla="*/ 1119878 w 1364353"/>
                <a:gd name="connsiteY33" fmla="*/ 521745 h 562412"/>
                <a:gd name="connsiteX34" fmla="*/ 1161261 w 1364353"/>
                <a:gd name="connsiteY34" fmla="*/ 537631 h 562412"/>
                <a:gd name="connsiteX35" fmla="*/ 1216650 w 1364353"/>
                <a:gd name="connsiteY35" fmla="*/ 477900 h 562412"/>
                <a:gd name="connsiteX36" fmla="*/ 1216650 w 1364353"/>
                <a:gd name="connsiteY36" fmla="*/ 237706 h 562412"/>
                <a:gd name="connsiteX37" fmla="*/ 1253576 w 1364353"/>
                <a:gd name="connsiteY37" fmla="*/ 186871 h 562412"/>
                <a:gd name="connsiteX38" fmla="*/ 1339525 w 1364353"/>
                <a:gd name="connsiteY38" fmla="*/ 132224 h 562412"/>
                <a:gd name="connsiteX39" fmla="*/ 961988 w 1364353"/>
                <a:gd name="connsiteY39" fmla="*/ 27377 h 562412"/>
                <a:gd name="connsiteX40" fmla="*/ 951164 w 1364353"/>
                <a:gd name="connsiteY40" fmla="*/ 14033 h 562412"/>
                <a:gd name="connsiteX41" fmla="*/ 964534 w 1364353"/>
                <a:gd name="connsiteY41" fmla="*/ 3231 h 562412"/>
                <a:gd name="connsiteX42" fmla="*/ 1364354 w 1364353"/>
                <a:gd name="connsiteY42" fmla="*/ 132224 h 562412"/>
                <a:gd name="connsiteX43" fmla="*/ 1261216 w 1364353"/>
                <a:gd name="connsiteY43" fmla="*/ 209747 h 562412"/>
                <a:gd name="connsiteX44" fmla="*/ 1240843 w 1364353"/>
                <a:gd name="connsiteY44" fmla="*/ 237706 h 562412"/>
                <a:gd name="connsiteX45" fmla="*/ 1240843 w 1364353"/>
                <a:gd name="connsiteY45" fmla="*/ 477900 h 562412"/>
                <a:gd name="connsiteX46" fmla="*/ 1161897 w 1364353"/>
                <a:gd name="connsiteY46" fmla="*/ 562413 h 562412"/>
                <a:gd name="connsiteX47" fmla="*/ 1161261 w 1364353"/>
                <a:gd name="connsiteY47" fmla="*/ 561777 h 562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364353" h="562412">
                  <a:moveTo>
                    <a:pt x="1161261" y="561777"/>
                  </a:moveTo>
                  <a:cubicBezTo>
                    <a:pt x="1139614" y="561777"/>
                    <a:pt x="1119878" y="553517"/>
                    <a:pt x="1104598" y="538902"/>
                  </a:cubicBezTo>
                  <a:cubicBezTo>
                    <a:pt x="1088682" y="523651"/>
                    <a:pt x="1079769" y="502682"/>
                    <a:pt x="1079769" y="480442"/>
                  </a:cubicBezTo>
                  <a:lnTo>
                    <a:pt x="1079769" y="281551"/>
                  </a:lnTo>
                  <a:cubicBezTo>
                    <a:pt x="1079769" y="273290"/>
                    <a:pt x="1075949" y="265030"/>
                    <a:pt x="1069582" y="259946"/>
                  </a:cubicBezTo>
                  <a:cubicBezTo>
                    <a:pt x="1063216" y="254227"/>
                    <a:pt x="1054939" y="251686"/>
                    <a:pt x="1046663" y="252956"/>
                  </a:cubicBezTo>
                  <a:cubicBezTo>
                    <a:pt x="1031383" y="254863"/>
                    <a:pt x="1019923" y="267571"/>
                    <a:pt x="1019923" y="282186"/>
                  </a:cubicBezTo>
                  <a:lnTo>
                    <a:pt x="1019923" y="394023"/>
                  </a:lnTo>
                  <a:cubicBezTo>
                    <a:pt x="1019923" y="414992"/>
                    <a:pt x="1011647" y="435326"/>
                    <a:pt x="996367" y="449941"/>
                  </a:cubicBezTo>
                  <a:cubicBezTo>
                    <a:pt x="981087" y="464556"/>
                    <a:pt x="960714" y="472181"/>
                    <a:pt x="939705" y="472181"/>
                  </a:cubicBezTo>
                  <a:cubicBezTo>
                    <a:pt x="897685" y="470910"/>
                    <a:pt x="863942" y="434691"/>
                    <a:pt x="863942" y="391481"/>
                  </a:cubicBezTo>
                  <a:lnTo>
                    <a:pt x="863942" y="299978"/>
                  </a:lnTo>
                  <a:cubicBezTo>
                    <a:pt x="863942" y="291718"/>
                    <a:pt x="860759" y="284728"/>
                    <a:pt x="855029" y="279009"/>
                  </a:cubicBezTo>
                  <a:cubicBezTo>
                    <a:pt x="849299" y="273290"/>
                    <a:pt x="841659" y="270749"/>
                    <a:pt x="833383" y="270749"/>
                  </a:cubicBezTo>
                  <a:cubicBezTo>
                    <a:pt x="784360" y="272655"/>
                    <a:pt x="733428" y="273926"/>
                    <a:pt x="682495" y="273926"/>
                  </a:cubicBezTo>
                  <a:cubicBezTo>
                    <a:pt x="351434" y="273926"/>
                    <a:pt x="0" y="224362"/>
                    <a:pt x="0" y="132859"/>
                  </a:cubicBezTo>
                  <a:cubicBezTo>
                    <a:pt x="0" y="41357"/>
                    <a:pt x="336154" y="8314"/>
                    <a:pt x="439293" y="54"/>
                  </a:cubicBezTo>
                  <a:cubicBezTo>
                    <a:pt x="446296" y="-582"/>
                    <a:pt x="452026" y="4502"/>
                    <a:pt x="452663" y="11491"/>
                  </a:cubicBezTo>
                  <a:cubicBezTo>
                    <a:pt x="453299" y="18481"/>
                    <a:pt x="448206" y="24200"/>
                    <a:pt x="441203" y="24836"/>
                  </a:cubicBezTo>
                  <a:cubicBezTo>
                    <a:pt x="170624" y="45169"/>
                    <a:pt x="24193" y="95369"/>
                    <a:pt x="24193" y="132859"/>
                  </a:cubicBezTo>
                  <a:cubicBezTo>
                    <a:pt x="24193" y="180517"/>
                    <a:pt x="258483" y="249779"/>
                    <a:pt x="681859" y="249779"/>
                  </a:cubicBezTo>
                  <a:cubicBezTo>
                    <a:pt x="732155" y="249779"/>
                    <a:pt x="782451" y="248508"/>
                    <a:pt x="831473" y="246602"/>
                  </a:cubicBezTo>
                  <a:cubicBezTo>
                    <a:pt x="846116" y="245967"/>
                    <a:pt x="860123" y="251050"/>
                    <a:pt x="870946" y="261217"/>
                  </a:cubicBezTo>
                  <a:cubicBezTo>
                    <a:pt x="881769" y="271384"/>
                    <a:pt x="887499" y="285364"/>
                    <a:pt x="887499" y="299978"/>
                  </a:cubicBezTo>
                  <a:lnTo>
                    <a:pt x="887499" y="391481"/>
                  </a:lnTo>
                  <a:cubicBezTo>
                    <a:pt x="887499" y="421346"/>
                    <a:pt x="911055" y="446764"/>
                    <a:pt x="939705" y="448035"/>
                  </a:cubicBezTo>
                  <a:cubicBezTo>
                    <a:pt x="954348" y="448670"/>
                    <a:pt x="968354" y="442951"/>
                    <a:pt x="978541" y="432784"/>
                  </a:cubicBezTo>
                  <a:cubicBezTo>
                    <a:pt x="989364" y="422617"/>
                    <a:pt x="995093" y="409273"/>
                    <a:pt x="995093" y="394658"/>
                  </a:cubicBezTo>
                  <a:lnTo>
                    <a:pt x="995093" y="282822"/>
                  </a:lnTo>
                  <a:cubicBezTo>
                    <a:pt x="995093" y="256134"/>
                    <a:pt x="1015467" y="233258"/>
                    <a:pt x="1042206" y="229445"/>
                  </a:cubicBezTo>
                  <a:cubicBezTo>
                    <a:pt x="1058123" y="227539"/>
                    <a:pt x="1073402" y="231987"/>
                    <a:pt x="1084862" y="242154"/>
                  </a:cubicBezTo>
                  <a:cubicBezTo>
                    <a:pt x="1096322" y="252321"/>
                    <a:pt x="1102689" y="266936"/>
                    <a:pt x="1102689" y="282186"/>
                  </a:cubicBezTo>
                  <a:lnTo>
                    <a:pt x="1102689" y="481077"/>
                  </a:lnTo>
                  <a:cubicBezTo>
                    <a:pt x="1102689" y="496328"/>
                    <a:pt x="1109055" y="510943"/>
                    <a:pt x="1119878" y="521745"/>
                  </a:cubicBezTo>
                  <a:cubicBezTo>
                    <a:pt x="1131338" y="532547"/>
                    <a:pt x="1145981" y="538266"/>
                    <a:pt x="1161261" y="537631"/>
                  </a:cubicBezTo>
                  <a:cubicBezTo>
                    <a:pt x="1191820" y="536996"/>
                    <a:pt x="1216650" y="509672"/>
                    <a:pt x="1216650" y="477900"/>
                  </a:cubicBezTo>
                  <a:lnTo>
                    <a:pt x="1216650" y="237706"/>
                  </a:lnTo>
                  <a:cubicBezTo>
                    <a:pt x="1216650" y="214195"/>
                    <a:pt x="1231293" y="193861"/>
                    <a:pt x="1253576" y="186871"/>
                  </a:cubicBezTo>
                  <a:cubicBezTo>
                    <a:pt x="1333158" y="161454"/>
                    <a:pt x="1339525" y="138578"/>
                    <a:pt x="1339525" y="132224"/>
                  </a:cubicBezTo>
                  <a:cubicBezTo>
                    <a:pt x="1339525" y="96640"/>
                    <a:pt x="1209647" y="49617"/>
                    <a:pt x="961988" y="27377"/>
                  </a:cubicBezTo>
                  <a:cubicBezTo>
                    <a:pt x="954984" y="26742"/>
                    <a:pt x="950528" y="21023"/>
                    <a:pt x="951164" y="14033"/>
                  </a:cubicBezTo>
                  <a:cubicBezTo>
                    <a:pt x="951801" y="7043"/>
                    <a:pt x="957531" y="2595"/>
                    <a:pt x="964534" y="3231"/>
                  </a:cubicBezTo>
                  <a:cubicBezTo>
                    <a:pt x="1084862" y="14033"/>
                    <a:pt x="1364354" y="47711"/>
                    <a:pt x="1364354" y="132224"/>
                  </a:cubicBezTo>
                  <a:cubicBezTo>
                    <a:pt x="1364354" y="162089"/>
                    <a:pt x="1330611" y="187507"/>
                    <a:pt x="1261216" y="209747"/>
                  </a:cubicBezTo>
                  <a:cubicBezTo>
                    <a:pt x="1249119" y="213560"/>
                    <a:pt x="1240843" y="224997"/>
                    <a:pt x="1240843" y="237706"/>
                  </a:cubicBezTo>
                  <a:lnTo>
                    <a:pt x="1240843" y="477900"/>
                  </a:lnTo>
                  <a:cubicBezTo>
                    <a:pt x="1240843" y="523016"/>
                    <a:pt x="1205190" y="561142"/>
                    <a:pt x="1161897" y="562413"/>
                  </a:cubicBezTo>
                  <a:cubicBezTo>
                    <a:pt x="1162534" y="561777"/>
                    <a:pt x="1161897" y="561777"/>
                    <a:pt x="1161261" y="5617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89CBC20F-655D-75EE-4A7B-E6D0E243FDDC}"/>
                </a:ext>
              </a:extLst>
            </p:cNvPr>
            <p:cNvSpPr/>
            <p:nvPr/>
          </p:nvSpPr>
          <p:spPr>
            <a:xfrm>
              <a:off x="5274158" y="4321127"/>
              <a:ext cx="799384" cy="1040205"/>
            </a:xfrm>
            <a:custGeom>
              <a:avLst/>
              <a:gdLst>
                <a:gd name="connsiteX0" fmla="*/ 108989 w 799384"/>
                <a:gd name="connsiteY0" fmla="*/ 832419 h 1040205"/>
                <a:gd name="connsiteX1" fmla="*/ 129362 w 799384"/>
                <a:gd name="connsiteY1" fmla="*/ 834961 h 1040205"/>
                <a:gd name="connsiteX2" fmla="*/ 173291 w 799384"/>
                <a:gd name="connsiteY2" fmla="*/ 869909 h 1040205"/>
                <a:gd name="connsiteX3" fmla="*/ 191117 w 799384"/>
                <a:gd name="connsiteY3" fmla="*/ 902316 h 1040205"/>
                <a:gd name="connsiteX4" fmla="*/ 200667 w 799384"/>
                <a:gd name="connsiteY4" fmla="*/ 958870 h 1040205"/>
                <a:gd name="connsiteX5" fmla="*/ 212127 w 799384"/>
                <a:gd name="connsiteY5" fmla="*/ 997632 h 1040205"/>
                <a:gd name="connsiteX6" fmla="*/ 266880 w 799384"/>
                <a:gd name="connsiteY6" fmla="*/ 1013517 h 1040205"/>
                <a:gd name="connsiteX7" fmla="*/ 299349 w 799384"/>
                <a:gd name="connsiteY7" fmla="*/ 983652 h 1040205"/>
                <a:gd name="connsiteX8" fmla="*/ 296803 w 799384"/>
                <a:gd name="connsiteY8" fmla="*/ 940442 h 1040205"/>
                <a:gd name="connsiteX9" fmla="*/ 271973 w 799384"/>
                <a:gd name="connsiteY9" fmla="*/ 918202 h 1040205"/>
                <a:gd name="connsiteX10" fmla="*/ 230590 w 799384"/>
                <a:gd name="connsiteY10" fmla="*/ 880712 h 1040205"/>
                <a:gd name="connsiteX11" fmla="*/ 212764 w 799384"/>
                <a:gd name="connsiteY11" fmla="*/ 848305 h 1040205"/>
                <a:gd name="connsiteX12" fmla="*/ 241413 w 799384"/>
                <a:gd name="connsiteY12" fmla="*/ 749177 h 1040205"/>
                <a:gd name="connsiteX13" fmla="*/ 268153 w 799384"/>
                <a:gd name="connsiteY13" fmla="*/ 734562 h 1040205"/>
                <a:gd name="connsiteX14" fmla="*/ 303806 w 799384"/>
                <a:gd name="connsiteY14" fmla="*/ 730749 h 1040205"/>
                <a:gd name="connsiteX15" fmla="*/ 331819 w 799384"/>
                <a:gd name="connsiteY15" fmla="*/ 752989 h 1040205"/>
                <a:gd name="connsiteX16" fmla="*/ 341369 w 799384"/>
                <a:gd name="connsiteY16" fmla="*/ 809543 h 1040205"/>
                <a:gd name="connsiteX17" fmla="*/ 352828 w 799384"/>
                <a:gd name="connsiteY17" fmla="*/ 848305 h 1040205"/>
                <a:gd name="connsiteX18" fmla="*/ 407581 w 799384"/>
                <a:gd name="connsiteY18" fmla="*/ 864190 h 1040205"/>
                <a:gd name="connsiteX19" fmla="*/ 440050 w 799384"/>
                <a:gd name="connsiteY19" fmla="*/ 834325 h 1040205"/>
                <a:gd name="connsiteX20" fmla="*/ 437503 w 799384"/>
                <a:gd name="connsiteY20" fmla="*/ 791115 h 1040205"/>
                <a:gd name="connsiteX21" fmla="*/ 415857 w 799384"/>
                <a:gd name="connsiteY21" fmla="*/ 770146 h 1040205"/>
                <a:gd name="connsiteX22" fmla="*/ 370018 w 799384"/>
                <a:gd name="connsiteY22" fmla="*/ 728208 h 1040205"/>
                <a:gd name="connsiteX23" fmla="*/ 366198 w 799384"/>
                <a:gd name="connsiteY23" fmla="*/ 695800 h 1040205"/>
                <a:gd name="connsiteX24" fmla="*/ 386571 w 799384"/>
                <a:gd name="connsiteY24" fmla="*/ 670383 h 1040205"/>
                <a:gd name="connsiteX25" fmla="*/ 436867 w 799384"/>
                <a:gd name="connsiteY25" fmla="*/ 642424 h 1040205"/>
                <a:gd name="connsiteX26" fmla="*/ 527909 w 799384"/>
                <a:gd name="connsiteY26" fmla="*/ 668477 h 1040205"/>
                <a:gd name="connsiteX27" fmla="*/ 566108 w 799384"/>
                <a:gd name="connsiteY27" fmla="*/ 789209 h 1040205"/>
                <a:gd name="connsiteX28" fmla="*/ 576931 w 799384"/>
                <a:gd name="connsiteY28" fmla="*/ 813991 h 1040205"/>
                <a:gd name="connsiteX29" fmla="*/ 631684 w 799384"/>
                <a:gd name="connsiteY29" fmla="*/ 829877 h 1040205"/>
                <a:gd name="connsiteX30" fmla="*/ 664153 w 799384"/>
                <a:gd name="connsiteY30" fmla="*/ 800012 h 1040205"/>
                <a:gd name="connsiteX31" fmla="*/ 661606 w 799384"/>
                <a:gd name="connsiteY31" fmla="*/ 756802 h 1040205"/>
                <a:gd name="connsiteX32" fmla="*/ 649510 w 799384"/>
                <a:gd name="connsiteY32" fmla="*/ 742187 h 1040205"/>
                <a:gd name="connsiteX33" fmla="*/ 560378 w 799384"/>
                <a:gd name="connsiteY33" fmla="*/ 633528 h 1040205"/>
                <a:gd name="connsiteX34" fmla="*/ 555921 w 799384"/>
                <a:gd name="connsiteY34" fmla="*/ 594131 h 1040205"/>
                <a:gd name="connsiteX35" fmla="*/ 580751 w 799384"/>
                <a:gd name="connsiteY35" fmla="*/ 562995 h 1040205"/>
                <a:gd name="connsiteX36" fmla="*/ 774931 w 799384"/>
                <a:gd name="connsiteY36" fmla="*/ 455606 h 1040205"/>
                <a:gd name="connsiteX37" fmla="*/ 139548 w 799384"/>
                <a:gd name="connsiteY37" fmla="*/ 25417 h 1040205"/>
                <a:gd name="connsiteX38" fmla="*/ 31317 w 799384"/>
                <a:gd name="connsiteY38" fmla="*/ 867368 h 1040205"/>
                <a:gd name="connsiteX39" fmla="*/ 77793 w 799384"/>
                <a:gd name="connsiteY39" fmla="*/ 841950 h 1040205"/>
                <a:gd name="connsiteX40" fmla="*/ 108989 w 799384"/>
                <a:gd name="connsiteY40" fmla="*/ 832419 h 1040205"/>
                <a:gd name="connsiteX41" fmla="*/ 250963 w 799384"/>
                <a:gd name="connsiteY41" fmla="*/ 1040206 h 1040205"/>
                <a:gd name="connsiteX42" fmla="*/ 193027 w 799384"/>
                <a:gd name="connsiteY42" fmla="*/ 1012882 h 1040205"/>
                <a:gd name="connsiteX43" fmla="*/ 176474 w 799384"/>
                <a:gd name="connsiteY43" fmla="*/ 955693 h 1040205"/>
                <a:gd name="connsiteX44" fmla="*/ 169471 w 799384"/>
                <a:gd name="connsiteY44" fmla="*/ 914390 h 1040205"/>
                <a:gd name="connsiteX45" fmla="*/ 151645 w 799384"/>
                <a:gd name="connsiteY45" fmla="*/ 881983 h 1040205"/>
                <a:gd name="connsiteX46" fmla="*/ 122359 w 799384"/>
                <a:gd name="connsiteY46" fmla="*/ 859107 h 1040205"/>
                <a:gd name="connsiteX47" fmla="*/ 85433 w 799384"/>
                <a:gd name="connsiteY47" fmla="*/ 863555 h 1040205"/>
                <a:gd name="connsiteX48" fmla="*/ 17947 w 799384"/>
                <a:gd name="connsiteY48" fmla="*/ 901046 h 1040205"/>
                <a:gd name="connsiteX49" fmla="*/ 5214 w 799384"/>
                <a:gd name="connsiteY49" fmla="*/ 900410 h 1040205"/>
                <a:gd name="connsiteX50" fmla="*/ 121 w 799384"/>
                <a:gd name="connsiteY50" fmla="*/ 888972 h 1040205"/>
                <a:gd name="connsiteX51" fmla="*/ 112809 w 799384"/>
                <a:gd name="connsiteY51" fmla="*/ 10802 h 1040205"/>
                <a:gd name="connsiteX52" fmla="*/ 117265 w 799384"/>
                <a:gd name="connsiteY52" fmla="*/ 2542 h 1040205"/>
                <a:gd name="connsiteX53" fmla="*/ 126178 w 799384"/>
                <a:gd name="connsiteY53" fmla="*/ 0 h 1040205"/>
                <a:gd name="connsiteX54" fmla="*/ 797851 w 799384"/>
                <a:gd name="connsiteY54" fmla="*/ 454971 h 1040205"/>
                <a:gd name="connsiteX55" fmla="*/ 793394 w 799384"/>
                <a:gd name="connsiteY55" fmla="*/ 471492 h 1040205"/>
                <a:gd name="connsiteX56" fmla="*/ 588391 w 799384"/>
                <a:gd name="connsiteY56" fmla="*/ 585235 h 1040205"/>
                <a:gd name="connsiteX57" fmla="*/ 575021 w 799384"/>
                <a:gd name="connsiteY57" fmla="*/ 601756 h 1040205"/>
                <a:gd name="connsiteX58" fmla="*/ 577568 w 799384"/>
                <a:gd name="connsiteY58" fmla="*/ 622725 h 1040205"/>
                <a:gd name="connsiteX59" fmla="*/ 660970 w 799384"/>
                <a:gd name="connsiteY59" fmla="*/ 724395 h 1040205"/>
                <a:gd name="connsiteX60" fmla="*/ 679433 w 799384"/>
                <a:gd name="connsiteY60" fmla="*/ 746000 h 1040205"/>
                <a:gd name="connsiteX61" fmla="*/ 683889 w 799384"/>
                <a:gd name="connsiteY61" fmla="*/ 810178 h 1040205"/>
                <a:gd name="connsiteX62" fmla="*/ 636777 w 799384"/>
                <a:gd name="connsiteY62" fmla="*/ 854659 h 1040205"/>
                <a:gd name="connsiteX63" fmla="*/ 555921 w 799384"/>
                <a:gd name="connsiteY63" fmla="*/ 830512 h 1040205"/>
                <a:gd name="connsiteX64" fmla="*/ 539368 w 799384"/>
                <a:gd name="connsiteY64" fmla="*/ 793657 h 1040205"/>
                <a:gd name="connsiteX65" fmla="*/ 504352 w 799384"/>
                <a:gd name="connsiteY65" fmla="*/ 681185 h 1040205"/>
                <a:gd name="connsiteX66" fmla="*/ 446417 w 799384"/>
                <a:gd name="connsiteY66" fmla="*/ 664664 h 1040205"/>
                <a:gd name="connsiteX67" fmla="*/ 396121 w 799384"/>
                <a:gd name="connsiteY67" fmla="*/ 692623 h 1040205"/>
                <a:gd name="connsiteX68" fmla="*/ 387207 w 799384"/>
                <a:gd name="connsiteY68" fmla="*/ 704061 h 1040205"/>
                <a:gd name="connsiteX69" fmla="*/ 389118 w 799384"/>
                <a:gd name="connsiteY69" fmla="*/ 718041 h 1040205"/>
                <a:gd name="connsiteX70" fmla="*/ 424134 w 799384"/>
                <a:gd name="connsiteY70" fmla="*/ 749812 h 1040205"/>
                <a:gd name="connsiteX71" fmla="*/ 456603 w 799384"/>
                <a:gd name="connsiteY71" fmla="*/ 780949 h 1040205"/>
                <a:gd name="connsiteX72" fmla="*/ 461060 w 799384"/>
                <a:gd name="connsiteY72" fmla="*/ 845127 h 1040205"/>
                <a:gd name="connsiteX73" fmla="*/ 413311 w 799384"/>
                <a:gd name="connsiteY73" fmla="*/ 889608 h 1040205"/>
                <a:gd name="connsiteX74" fmla="*/ 332455 w 799384"/>
                <a:gd name="connsiteY74" fmla="*/ 865461 h 1040205"/>
                <a:gd name="connsiteX75" fmla="*/ 315902 w 799384"/>
                <a:gd name="connsiteY75" fmla="*/ 808272 h 1040205"/>
                <a:gd name="connsiteX76" fmla="*/ 308899 w 799384"/>
                <a:gd name="connsiteY76" fmla="*/ 766969 h 1040205"/>
                <a:gd name="connsiteX77" fmla="*/ 295529 w 799384"/>
                <a:gd name="connsiteY77" fmla="*/ 756167 h 1040205"/>
                <a:gd name="connsiteX78" fmla="*/ 278339 w 799384"/>
                <a:gd name="connsiteY78" fmla="*/ 758073 h 1040205"/>
                <a:gd name="connsiteX79" fmla="*/ 251600 w 799384"/>
                <a:gd name="connsiteY79" fmla="*/ 772688 h 1040205"/>
                <a:gd name="connsiteX80" fmla="*/ 232500 w 799384"/>
                <a:gd name="connsiteY80" fmla="*/ 838773 h 1040205"/>
                <a:gd name="connsiteX81" fmla="*/ 250326 w 799384"/>
                <a:gd name="connsiteY81" fmla="*/ 871180 h 1040205"/>
                <a:gd name="connsiteX82" fmla="*/ 279613 w 799384"/>
                <a:gd name="connsiteY82" fmla="*/ 897869 h 1040205"/>
                <a:gd name="connsiteX83" fmla="*/ 315902 w 799384"/>
                <a:gd name="connsiteY83" fmla="*/ 930276 h 1040205"/>
                <a:gd name="connsiteX84" fmla="*/ 320359 w 799384"/>
                <a:gd name="connsiteY84" fmla="*/ 994454 h 1040205"/>
                <a:gd name="connsiteX85" fmla="*/ 273246 w 799384"/>
                <a:gd name="connsiteY85" fmla="*/ 1038935 h 1040205"/>
                <a:gd name="connsiteX86" fmla="*/ 250963 w 799384"/>
                <a:gd name="connsiteY86" fmla="*/ 1040206 h 1040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799384" h="1040205">
                  <a:moveTo>
                    <a:pt x="108989" y="832419"/>
                  </a:moveTo>
                  <a:cubicBezTo>
                    <a:pt x="115992" y="832419"/>
                    <a:pt x="122359" y="833054"/>
                    <a:pt x="129362" y="834961"/>
                  </a:cubicBezTo>
                  <a:cubicBezTo>
                    <a:pt x="147825" y="840044"/>
                    <a:pt x="163741" y="852753"/>
                    <a:pt x="173291" y="869909"/>
                  </a:cubicBezTo>
                  <a:lnTo>
                    <a:pt x="191117" y="902316"/>
                  </a:lnTo>
                  <a:cubicBezTo>
                    <a:pt x="200031" y="918202"/>
                    <a:pt x="203214" y="937901"/>
                    <a:pt x="200667" y="958870"/>
                  </a:cubicBezTo>
                  <a:cubicBezTo>
                    <a:pt x="198757" y="972850"/>
                    <a:pt x="202577" y="986829"/>
                    <a:pt x="212127" y="997632"/>
                  </a:cubicBezTo>
                  <a:cubicBezTo>
                    <a:pt x="224860" y="1013517"/>
                    <a:pt x="247143" y="1019872"/>
                    <a:pt x="266880" y="1013517"/>
                  </a:cubicBezTo>
                  <a:cubicBezTo>
                    <a:pt x="282159" y="1008434"/>
                    <a:pt x="293619" y="998267"/>
                    <a:pt x="299349" y="983652"/>
                  </a:cubicBezTo>
                  <a:cubicBezTo>
                    <a:pt x="305079" y="969673"/>
                    <a:pt x="303806" y="953787"/>
                    <a:pt x="296803" y="940442"/>
                  </a:cubicBezTo>
                  <a:cubicBezTo>
                    <a:pt x="291073" y="930276"/>
                    <a:pt x="282796" y="922650"/>
                    <a:pt x="271973" y="918202"/>
                  </a:cubicBezTo>
                  <a:cubicBezTo>
                    <a:pt x="254783" y="910577"/>
                    <a:pt x="240140" y="897869"/>
                    <a:pt x="230590" y="880712"/>
                  </a:cubicBezTo>
                  <a:lnTo>
                    <a:pt x="212764" y="848305"/>
                  </a:lnTo>
                  <a:cubicBezTo>
                    <a:pt x="193027" y="813356"/>
                    <a:pt x="205760" y="768875"/>
                    <a:pt x="241413" y="749177"/>
                  </a:cubicBezTo>
                  <a:lnTo>
                    <a:pt x="268153" y="734562"/>
                  </a:lnTo>
                  <a:cubicBezTo>
                    <a:pt x="278976" y="728843"/>
                    <a:pt x="291709" y="726937"/>
                    <a:pt x="303806" y="730749"/>
                  </a:cubicBezTo>
                  <a:cubicBezTo>
                    <a:pt x="315902" y="733926"/>
                    <a:pt x="325452" y="742187"/>
                    <a:pt x="331819" y="752989"/>
                  </a:cubicBezTo>
                  <a:cubicBezTo>
                    <a:pt x="340732" y="768875"/>
                    <a:pt x="343915" y="788574"/>
                    <a:pt x="341369" y="809543"/>
                  </a:cubicBezTo>
                  <a:cubicBezTo>
                    <a:pt x="339458" y="823523"/>
                    <a:pt x="343278" y="837502"/>
                    <a:pt x="352828" y="848305"/>
                  </a:cubicBezTo>
                  <a:cubicBezTo>
                    <a:pt x="365561" y="864190"/>
                    <a:pt x="387844" y="870545"/>
                    <a:pt x="407581" y="864190"/>
                  </a:cubicBezTo>
                  <a:cubicBezTo>
                    <a:pt x="422860" y="859107"/>
                    <a:pt x="434320" y="848940"/>
                    <a:pt x="440050" y="834325"/>
                  </a:cubicBezTo>
                  <a:cubicBezTo>
                    <a:pt x="445780" y="820345"/>
                    <a:pt x="444506" y="804460"/>
                    <a:pt x="437503" y="791115"/>
                  </a:cubicBezTo>
                  <a:cubicBezTo>
                    <a:pt x="432410" y="782219"/>
                    <a:pt x="424770" y="774594"/>
                    <a:pt x="415857" y="770146"/>
                  </a:cubicBezTo>
                  <a:cubicBezTo>
                    <a:pt x="395484" y="759979"/>
                    <a:pt x="379568" y="745364"/>
                    <a:pt x="370018" y="728208"/>
                  </a:cubicBezTo>
                  <a:cubicBezTo>
                    <a:pt x="364288" y="718041"/>
                    <a:pt x="363015" y="706603"/>
                    <a:pt x="366198" y="695800"/>
                  </a:cubicBezTo>
                  <a:cubicBezTo>
                    <a:pt x="369381" y="684998"/>
                    <a:pt x="376385" y="675467"/>
                    <a:pt x="386571" y="670383"/>
                  </a:cubicBezTo>
                  <a:lnTo>
                    <a:pt x="436867" y="642424"/>
                  </a:lnTo>
                  <a:cubicBezTo>
                    <a:pt x="469336" y="624632"/>
                    <a:pt x="510082" y="636070"/>
                    <a:pt x="527909" y="668477"/>
                  </a:cubicBezTo>
                  <a:cubicBezTo>
                    <a:pt x="546371" y="701519"/>
                    <a:pt x="559105" y="741552"/>
                    <a:pt x="566108" y="789209"/>
                  </a:cubicBezTo>
                  <a:cubicBezTo>
                    <a:pt x="567381" y="798105"/>
                    <a:pt x="571201" y="807001"/>
                    <a:pt x="576931" y="813991"/>
                  </a:cubicBezTo>
                  <a:cubicBezTo>
                    <a:pt x="589664" y="829877"/>
                    <a:pt x="611947" y="836231"/>
                    <a:pt x="631684" y="829877"/>
                  </a:cubicBezTo>
                  <a:cubicBezTo>
                    <a:pt x="646963" y="824794"/>
                    <a:pt x="658423" y="814627"/>
                    <a:pt x="664153" y="800012"/>
                  </a:cubicBezTo>
                  <a:cubicBezTo>
                    <a:pt x="669883" y="786032"/>
                    <a:pt x="668610" y="770146"/>
                    <a:pt x="661606" y="756802"/>
                  </a:cubicBezTo>
                  <a:cubicBezTo>
                    <a:pt x="658423" y="751083"/>
                    <a:pt x="654603" y="746000"/>
                    <a:pt x="649510" y="742187"/>
                  </a:cubicBezTo>
                  <a:cubicBezTo>
                    <a:pt x="614494" y="713593"/>
                    <a:pt x="584571" y="677373"/>
                    <a:pt x="560378" y="633528"/>
                  </a:cubicBezTo>
                  <a:cubicBezTo>
                    <a:pt x="553375" y="621455"/>
                    <a:pt x="552102" y="607475"/>
                    <a:pt x="555921" y="594131"/>
                  </a:cubicBezTo>
                  <a:cubicBezTo>
                    <a:pt x="559742" y="580787"/>
                    <a:pt x="568654" y="569984"/>
                    <a:pt x="580751" y="562995"/>
                  </a:cubicBezTo>
                  <a:lnTo>
                    <a:pt x="774931" y="455606"/>
                  </a:lnTo>
                  <a:cubicBezTo>
                    <a:pt x="641233" y="223037"/>
                    <a:pt x="405671" y="63543"/>
                    <a:pt x="139548" y="25417"/>
                  </a:cubicBezTo>
                  <a:lnTo>
                    <a:pt x="31317" y="867368"/>
                  </a:lnTo>
                  <a:lnTo>
                    <a:pt x="77793" y="841950"/>
                  </a:lnTo>
                  <a:cubicBezTo>
                    <a:pt x="84796" y="834961"/>
                    <a:pt x="96892" y="832419"/>
                    <a:pt x="108989" y="832419"/>
                  </a:cubicBezTo>
                  <a:moveTo>
                    <a:pt x="250963" y="1040206"/>
                  </a:moveTo>
                  <a:cubicBezTo>
                    <a:pt x="228680" y="1040206"/>
                    <a:pt x="207034" y="1030039"/>
                    <a:pt x="193027" y="1012882"/>
                  </a:cubicBezTo>
                  <a:cubicBezTo>
                    <a:pt x="179658" y="996361"/>
                    <a:pt x="173928" y="976027"/>
                    <a:pt x="176474" y="955693"/>
                  </a:cubicBezTo>
                  <a:cubicBezTo>
                    <a:pt x="178384" y="940442"/>
                    <a:pt x="175838" y="925828"/>
                    <a:pt x="169471" y="914390"/>
                  </a:cubicBezTo>
                  <a:lnTo>
                    <a:pt x="151645" y="881983"/>
                  </a:lnTo>
                  <a:cubicBezTo>
                    <a:pt x="145278" y="870545"/>
                    <a:pt x="135092" y="862284"/>
                    <a:pt x="122359" y="859107"/>
                  </a:cubicBezTo>
                  <a:cubicBezTo>
                    <a:pt x="109626" y="855294"/>
                    <a:pt x="96892" y="857201"/>
                    <a:pt x="85433" y="863555"/>
                  </a:cubicBezTo>
                  <a:lnTo>
                    <a:pt x="17947" y="901046"/>
                  </a:lnTo>
                  <a:cubicBezTo>
                    <a:pt x="14127" y="903587"/>
                    <a:pt x="9034" y="902952"/>
                    <a:pt x="5214" y="900410"/>
                  </a:cubicBezTo>
                  <a:cubicBezTo>
                    <a:pt x="1394" y="897869"/>
                    <a:pt x="-516" y="893420"/>
                    <a:pt x="121" y="888972"/>
                  </a:cubicBezTo>
                  <a:lnTo>
                    <a:pt x="112809" y="10802"/>
                  </a:lnTo>
                  <a:cubicBezTo>
                    <a:pt x="113445" y="7625"/>
                    <a:pt x="114719" y="4448"/>
                    <a:pt x="117265" y="2542"/>
                  </a:cubicBezTo>
                  <a:cubicBezTo>
                    <a:pt x="119812" y="635"/>
                    <a:pt x="122995" y="0"/>
                    <a:pt x="126178" y="0"/>
                  </a:cubicBezTo>
                  <a:cubicBezTo>
                    <a:pt x="408854" y="36220"/>
                    <a:pt x="660333" y="206516"/>
                    <a:pt x="797851" y="454971"/>
                  </a:cubicBezTo>
                  <a:cubicBezTo>
                    <a:pt x="801034" y="460690"/>
                    <a:pt x="799124" y="468315"/>
                    <a:pt x="793394" y="471492"/>
                  </a:cubicBezTo>
                  <a:lnTo>
                    <a:pt x="588391" y="585235"/>
                  </a:lnTo>
                  <a:cubicBezTo>
                    <a:pt x="582024" y="589047"/>
                    <a:pt x="577568" y="594766"/>
                    <a:pt x="575021" y="601756"/>
                  </a:cubicBezTo>
                  <a:cubicBezTo>
                    <a:pt x="573111" y="608746"/>
                    <a:pt x="573748" y="616371"/>
                    <a:pt x="577568" y="622725"/>
                  </a:cubicBezTo>
                  <a:cubicBezTo>
                    <a:pt x="600487" y="664029"/>
                    <a:pt x="628500" y="697707"/>
                    <a:pt x="660970" y="724395"/>
                  </a:cubicBezTo>
                  <a:cubicBezTo>
                    <a:pt x="668610" y="730114"/>
                    <a:pt x="674340" y="737739"/>
                    <a:pt x="679433" y="746000"/>
                  </a:cubicBezTo>
                  <a:cubicBezTo>
                    <a:pt x="690256" y="765698"/>
                    <a:pt x="692166" y="789209"/>
                    <a:pt x="683889" y="810178"/>
                  </a:cubicBezTo>
                  <a:cubicBezTo>
                    <a:pt x="675613" y="831148"/>
                    <a:pt x="658423" y="847034"/>
                    <a:pt x="636777" y="854659"/>
                  </a:cubicBezTo>
                  <a:cubicBezTo>
                    <a:pt x="607491" y="864190"/>
                    <a:pt x="575021" y="854659"/>
                    <a:pt x="555921" y="830512"/>
                  </a:cubicBezTo>
                  <a:cubicBezTo>
                    <a:pt x="547008" y="819710"/>
                    <a:pt x="541278" y="807001"/>
                    <a:pt x="539368" y="793657"/>
                  </a:cubicBezTo>
                  <a:cubicBezTo>
                    <a:pt x="533002" y="748541"/>
                    <a:pt x="520905" y="711686"/>
                    <a:pt x="504352" y="681185"/>
                  </a:cubicBezTo>
                  <a:cubicBezTo>
                    <a:pt x="492893" y="660851"/>
                    <a:pt x="466789" y="653226"/>
                    <a:pt x="446417" y="664664"/>
                  </a:cubicBezTo>
                  <a:lnTo>
                    <a:pt x="396121" y="692623"/>
                  </a:lnTo>
                  <a:cubicBezTo>
                    <a:pt x="391664" y="695165"/>
                    <a:pt x="388481" y="698978"/>
                    <a:pt x="387207" y="704061"/>
                  </a:cubicBezTo>
                  <a:cubicBezTo>
                    <a:pt x="385934" y="709145"/>
                    <a:pt x="386571" y="713593"/>
                    <a:pt x="389118" y="718041"/>
                  </a:cubicBezTo>
                  <a:cubicBezTo>
                    <a:pt x="396121" y="731385"/>
                    <a:pt x="408217" y="741552"/>
                    <a:pt x="424134" y="749812"/>
                  </a:cubicBezTo>
                  <a:cubicBezTo>
                    <a:pt x="438140" y="756802"/>
                    <a:pt x="448963" y="766969"/>
                    <a:pt x="456603" y="780949"/>
                  </a:cubicBezTo>
                  <a:cubicBezTo>
                    <a:pt x="467426" y="800647"/>
                    <a:pt x="469336" y="824158"/>
                    <a:pt x="461060" y="845127"/>
                  </a:cubicBezTo>
                  <a:cubicBezTo>
                    <a:pt x="452783" y="866097"/>
                    <a:pt x="435594" y="881983"/>
                    <a:pt x="413311" y="889608"/>
                  </a:cubicBezTo>
                  <a:cubicBezTo>
                    <a:pt x="384024" y="899139"/>
                    <a:pt x="351555" y="889608"/>
                    <a:pt x="332455" y="865461"/>
                  </a:cubicBezTo>
                  <a:cubicBezTo>
                    <a:pt x="319086" y="848940"/>
                    <a:pt x="313355" y="828606"/>
                    <a:pt x="315902" y="808272"/>
                  </a:cubicBezTo>
                  <a:cubicBezTo>
                    <a:pt x="317812" y="793022"/>
                    <a:pt x="315265" y="778407"/>
                    <a:pt x="308899" y="766969"/>
                  </a:cubicBezTo>
                  <a:cubicBezTo>
                    <a:pt x="305716" y="761886"/>
                    <a:pt x="301259" y="758073"/>
                    <a:pt x="295529" y="756167"/>
                  </a:cubicBezTo>
                  <a:cubicBezTo>
                    <a:pt x="289799" y="754260"/>
                    <a:pt x="284069" y="754896"/>
                    <a:pt x="278339" y="758073"/>
                  </a:cubicBezTo>
                  <a:lnTo>
                    <a:pt x="251600" y="772688"/>
                  </a:lnTo>
                  <a:cubicBezTo>
                    <a:pt x="228043" y="785397"/>
                    <a:pt x="219767" y="815262"/>
                    <a:pt x="232500" y="838773"/>
                  </a:cubicBezTo>
                  <a:lnTo>
                    <a:pt x="250326" y="871180"/>
                  </a:lnTo>
                  <a:cubicBezTo>
                    <a:pt x="256693" y="883253"/>
                    <a:pt x="267516" y="892785"/>
                    <a:pt x="279613" y="897869"/>
                  </a:cubicBezTo>
                  <a:cubicBezTo>
                    <a:pt x="294892" y="904223"/>
                    <a:pt x="307625" y="915661"/>
                    <a:pt x="315902" y="930276"/>
                  </a:cubicBezTo>
                  <a:cubicBezTo>
                    <a:pt x="326725" y="949974"/>
                    <a:pt x="328635" y="973485"/>
                    <a:pt x="320359" y="994454"/>
                  </a:cubicBezTo>
                  <a:cubicBezTo>
                    <a:pt x="312082" y="1015424"/>
                    <a:pt x="294892" y="1031310"/>
                    <a:pt x="273246" y="1038935"/>
                  </a:cubicBezTo>
                  <a:cubicBezTo>
                    <a:pt x="266243" y="1038935"/>
                    <a:pt x="258603" y="1040206"/>
                    <a:pt x="250963" y="104020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724A1EB-D050-124D-7B1B-E89C4D275B4B}"/>
                </a:ext>
              </a:extLst>
            </p:cNvPr>
            <p:cNvSpPr/>
            <p:nvPr/>
          </p:nvSpPr>
          <p:spPr>
            <a:xfrm>
              <a:off x="5576468" y="4589628"/>
              <a:ext cx="41892" cy="42225"/>
            </a:xfrm>
            <a:custGeom>
              <a:avLst/>
              <a:gdLst>
                <a:gd name="connsiteX0" fmla="*/ 21231 w 41892"/>
                <a:gd name="connsiteY0" fmla="*/ 42226 h 42225"/>
                <a:gd name="connsiteX1" fmla="*/ 16775 w 41892"/>
                <a:gd name="connsiteY1" fmla="*/ 41590 h 42225"/>
                <a:gd name="connsiteX2" fmla="*/ 3405 w 41892"/>
                <a:gd name="connsiteY2" fmla="*/ 32694 h 42225"/>
                <a:gd name="connsiteX3" fmla="*/ 222 w 41892"/>
                <a:gd name="connsiteY3" fmla="*/ 16809 h 42225"/>
                <a:gd name="connsiteX4" fmla="*/ 9135 w 41892"/>
                <a:gd name="connsiteY4" fmla="*/ 3464 h 42225"/>
                <a:gd name="connsiteX5" fmla="*/ 38421 w 41892"/>
                <a:gd name="connsiteY5" fmla="*/ 9819 h 42225"/>
                <a:gd name="connsiteX6" fmla="*/ 32055 w 41892"/>
                <a:gd name="connsiteY6" fmla="*/ 39049 h 42225"/>
                <a:gd name="connsiteX7" fmla="*/ 32055 w 41892"/>
                <a:gd name="connsiteY7" fmla="*/ 39049 h 42225"/>
                <a:gd name="connsiteX8" fmla="*/ 21231 w 41892"/>
                <a:gd name="connsiteY8" fmla="*/ 42226 h 4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892" h="42225">
                  <a:moveTo>
                    <a:pt x="21231" y="42226"/>
                  </a:moveTo>
                  <a:cubicBezTo>
                    <a:pt x="19958" y="42226"/>
                    <a:pt x="18048" y="42226"/>
                    <a:pt x="16775" y="41590"/>
                  </a:cubicBezTo>
                  <a:cubicBezTo>
                    <a:pt x="11045" y="40319"/>
                    <a:pt x="6588" y="37142"/>
                    <a:pt x="3405" y="32694"/>
                  </a:cubicBezTo>
                  <a:cubicBezTo>
                    <a:pt x="222" y="28246"/>
                    <a:pt x="-415" y="22527"/>
                    <a:pt x="222" y="16809"/>
                  </a:cubicBezTo>
                  <a:cubicBezTo>
                    <a:pt x="1495" y="11089"/>
                    <a:pt x="4678" y="6642"/>
                    <a:pt x="9135" y="3464"/>
                  </a:cubicBezTo>
                  <a:cubicBezTo>
                    <a:pt x="18685" y="-2890"/>
                    <a:pt x="32055" y="-348"/>
                    <a:pt x="38421" y="9819"/>
                  </a:cubicBezTo>
                  <a:cubicBezTo>
                    <a:pt x="44788" y="19350"/>
                    <a:pt x="42241" y="32694"/>
                    <a:pt x="32055" y="39049"/>
                  </a:cubicBezTo>
                  <a:lnTo>
                    <a:pt x="32055" y="39049"/>
                  </a:lnTo>
                  <a:cubicBezTo>
                    <a:pt x="28871" y="40955"/>
                    <a:pt x="25052" y="42226"/>
                    <a:pt x="21231" y="422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52EA7F2B-F50C-5C42-60C4-3F9E45D3CC28}"/>
                </a:ext>
              </a:extLst>
            </p:cNvPr>
            <p:cNvSpPr/>
            <p:nvPr/>
          </p:nvSpPr>
          <p:spPr>
            <a:xfrm>
              <a:off x="5552846" y="4748487"/>
              <a:ext cx="42594" cy="42225"/>
            </a:xfrm>
            <a:custGeom>
              <a:avLst/>
              <a:gdLst>
                <a:gd name="connsiteX0" fmla="*/ 21298 w 42594"/>
                <a:gd name="connsiteY0" fmla="*/ 42226 h 42225"/>
                <a:gd name="connsiteX1" fmla="*/ 3471 w 42594"/>
                <a:gd name="connsiteY1" fmla="*/ 32694 h 42225"/>
                <a:gd name="connsiteX2" fmla="*/ 9838 w 42594"/>
                <a:gd name="connsiteY2" fmla="*/ 3464 h 42225"/>
                <a:gd name="connsiteX3" fmla="*/ 39124 w 42594"/>
                <a:gd name="connsiteY3" fmla="*/ 9819 h 42225"/>
                <a:gd name="connsiteX4" fmla="*/ 32757 w 42594"/>
                <a:gd name="connsiteY4" fmla="*/ 39049 h 42225"/>
                <a:gd name="connsiteX5" fmla="*/ 32757 w 42594"/>
                <a:gd name="connsiteY5" fmla="*/ 39049 h 42225"/>
                <a:gd name="connsiteX6" fmla="*/ 21298 w 42594"/>
                <a:gd name="connsiteY6" fmla="*/ 42226 h 4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594" h="42225">
                  <a:moveTo>
                    <a:pt x="21298" y="42226"/>
                  </a:moveTo>
                  <a:cubicBezTo>
                    <a:pt x="14294" y="42226"/>
                    <a:pt x="7928" y="39049"/>
                    <a:pt x="3471" y="32694"/>
                  </a:cubicBezTo>
                  <a:cubicBezTo>
                    <a:pt x="-2896" y="23163"/>
                    <a:pt x="-349" y="9819"/>
                    <a:pt x="9838" y="3464"/>
                  </a:cubicBezTo>
                  <a:cubicBezTo>
                    <a:pt x="19387" y="-2890"/>
                    <a:pt x="32757" y="-348"/>
                    <a:pt x="39124" y="9819"/>
                  </a:cubicBezTo>
                  <a:cubicBezTo>
                    <a:pt x="45491" y="19350"/>
                    <a:pt x="42944" y="32694"/>
                    <a:pt x="32757" y="39049"/>
                  </a:cubicBezTo>
                  <a:lnTo>
                    <a:pt x="32757" y="39049"/>
                  </a:lnTo>
                  <a:cubicBezTo>
                    <a:pt x="28937" y="40955"/>
                    <a:pt x="25117" y="42226"/>
                    <a:pt x="21298" y="422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71C9B944-05D7-AA95-0ABB-9BEC0ABA8045}"/>
                </a:ext>
              </a:extLst>
            </p:cNvPr>
            <p:cNvSpPr/>
            <p:nvPr/>
          </p:nvSpPr>
          <p:spPr>
            <a:xfrm>
              <a:off x="5698004" y="4694541"/>
              <a:ext cx="42528" cy="42160"/>
            </a:xfrm>
            <a:custGeom>
              <a:avLst/>
              <a:gdLst>
                <a:gd name="connsiteX0" fmla="*/ 21297 w 42528"/>
                <a:gd name="connsiteY0" fmla="*/ 42160 h 42160"/>
                <a:gd name="connsiteX1" fmla="*/ 3471 w 42528"/>
                <a:gd name="connsiteY1" fmla="*/ 32629 h 42160"/>
                <a:gd name="connsiteX2" fmla="*/ 9838 w 42528"/>
                <a:gd name="connsiteY2" fmla="*/ 3399 h 42160"/>
                <a:gd name="connsiteX3" fmla="*/ 25754 w 42528"/>
                <a:gd name="connsiteY3" fmla="*/ 221 h 42160"/>
                <a:gd name="connsiteX4" fmla="*/ 39124 w 42528"/>
                <a:gd name="connsiteY4" fmla="*/ 9117 h 42160"/>
                <a:gd name="connsiteX5" fmla="*/ 42307 w 42528"/>
                <a:gd name="connsiteY5" fmla="*/ 25003 h 42160"/>
                <a:gd name="connsiteX6" fmla="*/ 33394 w 42528"/>
                <a:gd name="connsiteY6" fmla="*/ 38347 h 42160"/>
                <a:gd name="connsiteX7" fmla="*/ 33394 w 42528"/>
                <a:gd name="connsiteY7" fmla="*/ 38347 h 42160"/>
                <a:gd name="connsiteX8" fmla="*/ 21297 w 42528"/>
                <a:gd name="connsiteY8" fmla="*/ 42160 h 4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28" h="42160">
                  <a:moveTo>
                    <a:pt x="21297" y="42160"/>
                  </a:moveTo>
                  <a:cubicBezTo>
                    <a:pt x="14294" y="42160"/>
                    <a:pt x="7927" y="38983"/>
                    <a:pt x="3471" y="32629"/>
                  </a:cubicBezTo>
                  <a:cubicBezTo>
                    <a:pt x="-2895" y="23097"/>
                    <a:pt x="-349" y="9753"/>
                    <a:pt x="9838" y="3399"/>
                  </a:cubicBezTo>
                  <a:cubicBezTo>
                    <a:pt x="14294" y="221"/>
                    <a:pt x="20024" y="-414"/>
                    <a:pt x="25754" y="221"/>
                  </a:cubicBezTo>
                  <a:cubicBezTo>
                    <a:pt x="31484" y="1492"/>
                    <a:pt x="35940" y="4669"/>
                    <a:pt x="39124" y="9117"/>
                  </a:cubicBezTo>
                  <a:cubicBezTo>
                    <a:pt x="42307" y="13566"/>
                    <a:pt x="42943" y="19284"/>
                    <a:pt x="42307" y="25003"/>
                  </a:cubicBezTo>
                  <a:cubicBezTo>
                    <a:pt x="41034" y="30722"/>
                    <a:pt x="37850" y="35170"/>
                    <a:pt x="33394" y="38347"/>
                  </a:cubicBezTo>
                  <a:lnTo>
                    <a:pt x="33394" y="38347"/>
                  </a:lnTo>
                  <a:cubicBezTo>
                    <a:pt x="28937" y="40889"/>
                    <a:pt x="25117" y="42160"/>
                    <a:pt x="21297" y="421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B4E86E35-224A-C3D6-397D-984818737729}"/>
                </a:ext>
              </a:extLst>
            </p:cNvPr>
            <p:cNvSpPr/>
            <p:nvPr/>
          </p:nvSpPr>
          <p:spPr>
            <a:xfrm>
              <a:off x="8871882" y="4514299"/>
              <a:ext cx="1127160" cy="751083"/>
            </a:xfrm>
            <a:custGeom>
              <a:avLst/>
              <a:gdLst>
                <a:gd name="connsiteX0" fmla="*/ 68899 w 1127160"/>
                <a:gd name="connsiteY0" fmla="*/ 24782 h 751083"/>
                <a:gd name="connsiteX1" fmla="*/ 33246 w 1127160"/>
                <a:gd name="connsiteY1" fmla="*/ 41939 h 751083"/>
                <a:gd name="connsiteX2" fmla="*/ 24969 w 1127160"/>
                <a:gd name="connsiteY2" fmla="*/ 80065 h 751083"/>
                <a:gd name="connsiteX3" fmla="*/ 175857 w 1127160"/>
                <a:gd name="connsiteY3" fmla="*/ 690081 h 751083"/>
                <a:gd name="connsiteX4" fmla="*/ 223606 w 1127160"/>
                <a:gd name="connsiteY4" fmla="*/ 726937 h 751083"/>
                <a:gd name="connsiteX5" fmla="*/ 901645 w 1127160"/>
                <a:gd name="connsiteY5" fmla="*/ 726937 h 751083"/>
                <a:gd name="connsiteX6" fmla="*/ 949394 w 1127160"/>
                <a:gd name="connsiteY6" fmla="*/ 690081 h 751083"/>
                <a:gd name="connsiteX7" fmla="*/ 1100281 w 1127160"/>
                <a:gd name="connsiteY7" fmla="*/ 80065 h 751083"/>
                <a:gd name="connsiteX8" fmla="*/ 1092005 w 1127160"/>
                <a:gd name="connsiteY8" fmla="*/ 41939 h 751083"/>
                <a:gd name="connsiteX9" fmla="*/ 1056352 w 1127160"/>
                <a:gd name="connsiteY9" fmla="*/ 24782 h 751083"/>
                <a:gd name="connsiteX10" fmla="*/ 932204 w 1127160"/>
                <a:gd name="connsiteY10" fmla="*/ 24782 h 751083"/>
                <a:gd name="connsiteX11" fmla="*/ 885091 w 1127160"/>
                <a:gd name="connsiteY11" fmla="*/ 61002 h 751083"/>
                <a:gd name="connsiteX12" fmla="*/ 562307 w 1127160"/>
                <a:gd name="connsiteY12" fmla="*/ 284039 h 751083"/>
                <a:gd name="connsiteX13" fmla="*/ 239523 w 1127160"/>
                <a:gd name="connsiteY13" fmla="*/ 61002 h 751083"/>
                <a:gd name="connsiteX14" fmla="*/ 192410 w 1127160"/>
                <a:gd name="connsiteY14" fmla="*/ 24782 h 751083"/>
                <a:gd name="connsiteX15" fmla="*/ 68899 w 1127160"/>
                <a:gd name="connsiteY15" fmla="*/ 24782 h 751083"/>
                <a:gd name="connsiteX16" fmla="*/ 902282 w 1127160"/>
                <a:gd name="connsiteY16" fmla="*/ 751083 h 751083"/>
                <a:gd name="connsiteX17" fmla="*/ 224243 w 1127160"/>
                <a:gd name="connsiteY17" fmla="*/ 751083 h 751083"/>
                <a:gd name="connsiteX18" fmla="*/ 152937 w 1127160"/>
                <a:gd name="connsiteY18" fmla="*/ 695800 h 751083"/>
                <a:gd name="connsiteX19" fmla="*/ 2050 w 1127160"/>
                <a:gd name="connsiteY19" fmla="*/ 85784 h 751083"/>
                <a:gd name="connsiteX20" fmla="*/ 14783 w 1127160"/>
                <a:gd name="connsiteY20" fmla="*/ 26688 h 751083"/>
                <a:gd name="connsiteX21" fmla="*/ 69535 w 1127160"/>
                <a:gd name="connsiteY21" fmla="*/ 0 h 751083"/>
                <a:gd name="connsiteX22" fmla="*/ 193683 w 1127160"/>
                <a:gd name="connsiteY22" fmla="*/ 0 h 751083"/>
                <a:gd name="connsiteX23" fmla="*/ 264352 w 1127160"/>
                <a:gd name="connsiteY23" fmla="*/ 53376 h 751083"/>
                <a:gd name="connsiteX24" fmla="*/ 563580 w 1127160"/>
                <a:gd name="connsiteY24" fmla="*/ 259257 h 751083"/>
                <a:gd name="connsiteX25" fmla="*/ 862808 w 1127160"/>
                <a:gd name="connsiteY25" fmla="*/ 53376 h 751083"/>
                <a:gd name="connsiteX26" fmla="*/ 933478 w 1127160"/>
                <a:gd name="connsiteY26" fmla="*/ 0 h 751083"/>
                <a:gd name="connsiteX27" fmla="*/ 1057626 w 1127160"/>
                <a:gd name="connsiteY27" fmla="*/ 0 h 751083"/>
                <a:gd name="connsiteX28" fmla="*/ 1112378 w 1127160"/>
                <a:gd name="connsiteY28" fmla="*/ 26688 h 751083"/>
                <a:gd name="connsiteX29" fmla="*/ 1125111 w 1127160"/>
                <a:gd name="connsiteY29" fmla="*/ 85784 h 751083"/>
                <a:gd name="connsiteX30" fmla="*/ 974223 w 1127160"/>
                <a:gd name="connsiteY30" fmla="*/ 695800 h 751083"/>
                <a:gd name="connsiteX31" fmla="*/ 902282 w 1127160"/>
                <a:gd name="connsiteY31" fmla="*/ 751083 h 75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27160" h="751083">
                  <a:moveTo>
                    <a:pt x="68899" y="24782"/>
                  </a:moveTo>
                  <a:cubicBezTo>
                    <a:pt x="54892" y="24782"/>
                    <a:pt x="41522" y="31136"/>
                    <a:pt x="33246" y="41939"/>
                  </a:cubicBezTo>
                  <a:cubicBezTo>
                    <a:pt x="24969" y="52741"/>
                    <a:pt x="21786" y="66721"/>
                    <a:pt x="24969" y="80065"/>
                  </a:cubicBezTo>
                  <a:lnTo>
                    <a:pt x="175857" y="690081"/>
                  </a:lnTo>
                  <a:cubicBezTo>
                    <a:pt x="180950" y="711686"/>
                    <a:pt x="200686" y="726937"/>
                    <a:pt x="223606" y="726937"/>
                  </a:cubicBezTo>
                  <a:lnTo>
                    <a:pt x="901645" y="726937"/>
                  </a:lnTo>
                  <a:cubicBezTo>
                    <a:pt x="924565" y="726937"/>
                    <a:pt x="943664" y="711686"/>
                    <a:pt x="949394" y="690081"/>
                  </a:cubicBezTo>
                  <a:lnTo>
                    <a:pt x="1100281" y="80065"/>
                  </a:lnTo>
                  <a:cubicBezTo>
                    <a:pt x="1103465" y="66721"/>
                    <a:pt x="1100918" y="52741"/>
                    <a:pt x="1092005" y="41939"/>
                  </a:cubicBezTo>
                  <a:cubicBezTo>
                    <a:pt x="1083092" y="31136"/>
                    <a:pt x="1070359" y="24782"/>
                    <a:pt x="1056352" y="24782"/>
                  </a:cubicBezTo>
                  <a:lnTo>
                    <a:pt x="932204" y="24782"/>
                  </a:lnTo>
                  <a:cubicBezTo>
                    <a:pt x="910558" y="24782"/>
                    <a:pt x="891458" y="39397"/>
                    <a:pt x="885091" y="61002"/>
                  </a:cubicBezTo>
                  <a:cubicBezTo>
                    <a:pt x="846256" y="192536"/>
                    <a:pt x="713832" y="284039"/>
                    <a:pt x="562307" y="284039"/>
                  </a:cubicBezTo>
                  <a:cubicBezTo>
                    <a:pt x="410783" y="284039"/>
                    <a:pt x="278359" y="192536"/>
                    <a:pt x="239523" y="61002"/>
                  </a:cubicBezTo>
                  <a:cubicBezTo>
                    <a:pt x="233156" y="39397"/>
                    <a:pt x="214056" y="24782"/>
                    <a:pt x="192410" y="24782"/>
                  </a:cubicBezTo>
                  <a:lnTo>
                    <a:pt x="68899" y="24782"/>
                  </a:lnTo>
                  <a:close/>
                  <a:moveTo>
                    <a:pt x="902282" y="751083"/>
                  </a:moveTo>
                  <a:lnTo>
                    <a:pt x="224243" y="751083"/>
                  </a:lnTo>
                  <a:cubicBezTo>
                    <a:pt x="190500" y="751083"/>
                    <a:pt x="161214" y="728207"/>
                    <a:pt x="152937" y="695800"/>
                  </a:cubicBezTo>
                  <a:lnTo>
                    <a:pt x="2050" y="85784"/>
                  </a:lnTo>
                  <a:cubicBezTo>
                    <a:pt x="-3044" y="65450"/>
                    <a:pt x="1413" y="43845"/>
                    <a:pt x="14783" y="26688"/>
                  </a:cubicBezTo>
                  <a:cubicBezTo>
                    <a:pt x="28152" y="9532"/>
                    <a:pt x="47889" y="0"/>
                    <a:pt x="69535" y="0"/>
                  </a:cubicBezTo>
                  <a:lnTo>
                    <a:pt x="193683" y="0"/>
                  </a:lnTo>
                  <a:cubicBezTo>
                    <a:pt x="226152" y="0"/>
                    <a:pt x="254802" y="21605"/>
                    <a:pt x="264352" y="53376"/>
                  </a:cubicBezTo>
                  <a:cubicBezTo>
                    <a:pt x="300005" y="174744"/>
                    <a:pt x="423516" y="259257"/>
                    <a:pt x="563580" y="259257"/>
                  </a:cubicBezTo>
                  <a:cubicBezTo>
                    <a:pt x="703644" y="259257"/>
                    <a:pt x="827156" y="174744"/>
                    <a:pt x="862808" y="53376"/>
                  </a:cubicBezTo>
                  <a:cubicBezTo>
                    <a:pt x="872358" y="21605"/>
                    <a:pt x="900371" y="0"/>
                    <a:pt x="933478" y="0"/>
                  </a:cubicBezTo>
                  <a:lnTo>
                    <a:pt x="1057626" y="0"/>
                  </a:lnTo>
                  <a:cubicBezTo>
                    <a:pt x="1079272" y="0"/>
                    <a:pt x="1099008" y="9532"/>
                    <a:pt x="1112378" y="26688"/>
                  </a:cubicBezTo>
                  <a:cubicBezTo>
                    <a:pt x="1125748" y="43209"/>
                    <a:pt x="1130204" y="64814"/>
                    <a:pt x="1125111" y="85784"/>
                  </a:cubicBezTo>
                  <a:lnTo>
                    <a:pt x="974223" y="695800"/>
                  </a:lnTo>
                  <a:cubicBezTo>
                    <a:pt x="965311" y="728207"/>
                    <a:pt x="936024" y="751083"/>
                    <a:pt x="902282" y="751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540A39F4-DDDC-441E-F3F6-E7762E3AF7E0}"/>
                </a:ext>
              </a:extLst>
            </p:cNvPr>
            <p:cNvSpPr/>
            <p:nvPr/>
          </p:nvSpPr>
          <p:spPr>
            <a:xfrm>
              <a:off x="9045746" y="5097627"/>
              <a:ext cx="779433" cy="154493"/>
            </a:xfrm>
            <a:custGeom>
              <a:avLst/>
              <a:gdLst>
                <a:gd name="connsiteX0" fmla="*/ 766617 w 779433"/>
                <a:gd name="connsiteY0" fmla="*/ 154410 h 154493"/>
                <a:gd name="connsiteX1" fmla="*/ 757704 w 779433"/>
                <a:gd name="connsiteY1" fmla="*/ 150598 h 154493"/>
                <a:gd name="connsiteX2" fmla="*/ 662206 w 779433"/>
                <a:gd name="connsiteY2" fmla="*/ 45751 h 154493"/>
                <a:gd name="connsiteX3" fmla="*/ 613184 w 779433"/>
                <a:gd name="connsiteY3" fmla="*/ 24146 h 154493"/>
                <a:gd name="connsiteX4" fmla="*/ 165614 w 779433"/>
                <a:gd name="connsiteY4" fmla="*/ 24146 h 154493"/>
                <a:gd name="connsiteX5" fmla="*/ 116592 w 779433"/>
                <a:gd name="connsiteY5" fmla="*/ 45751 h 154493"/>
                <a:gd name="connsiteX6" fmla="*/ 21093 w 779433"/>
                <a:gd name="connsiteY6" fmla="*/ 150598 h 154493"/>
                <a:gd name="connsiteX7" fmla="*/ 3903 w 779433"/>
                <a:gd name="connsiteY7" fmla="*/ 151233 h 154493"/>
                <a:gd name="connsiteX8" fmla="*/ 3267 w 779433"/>
                <a:gd name="connsiteY8" fmla="*/ 134077 h 154493"/>
                <a:gd name="connsiteX9" fmla="*/ 98765 w 779433"/>
                <a:gd name="connsiteY9" fmla="*/ 29230 h 154493"/>
                <a:gd name="connsiteX10" fmla="*/ 166250 w 779433"/>
                <a:gd name="connsiteY10" fmla="*/ 0 h 154493"/>
                <a:gd name="connsiteX11" fmla="*/ 613820 w 779433"/>
                <a:gd name="connsiteY11" fmla="*/ 0 h 154493"/>
                <a:gd name="connsiteX12" fmla="*/ 680669 w 779433"/>
                <a:gd name="connsiteY12" fmla="*/ 29230 h 154493"/>
                <a:gd name="connsiteX13" fmla="*/ 776167 w 779433"/>
                <a:gd name="connsiteY13" fmla="*/ 134077 h 154493"/>
                <a:gd name="connsiteX14" fmla="*/ 775531 w 779433"/>
                <a:gd name="connsiteY14" fmla="*/ 151233 h 154493"/>
                <a:gd name="connsiteX15" fmla="*/ 766617 w 779433"/>
                <a:gd name="connsiteY15" fmla="*/ 154410 h 154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9433" h="154493">
                  <a:moveTo>
                    <a:pt x="766617" y="154410"/>
                  </a:moveTo>
                  <a:cubicBezTo>
                    <a:pt x="763434" y="154410"/>
                    <a:pt x="760251" y="153140"/>
                    <a:pt x="757704" y="150598"/>
                  </a:cubicBezTo>
                  <a:lnTo>
                    <a:pt x="662206" y="45751"/>
                  </a:lnTo>
                  <a:cubicBezTo>
                    <a:pt x="649473" y="31772"/>
                    <a:pt x="631646" y="24146"/>
                    <a:pt x="613184" y="24146"/>
                  </a:cubicBezTo>
                  <a:lnTo>
                    <a:pt x="165614" y="24146"/>
                  </a:lnTo>
                  <a:cubicBezTo>
                    <a:pt x="147151" y="24146"/>
                    <a:pt x="128688" y="31772"/>
                    <a:pt x="116592" y="45751"/>
                  </a:cubicBezTo>
                  <a:lnTo>
                    <a:pt x="21093" y="150598"/>
                  </a:lnTo>
                  <a:cubicBezTo>
                    <a:pt x="16636" y="155681"/>
                    <a:pt x="8997" y="155681"/>
                    <a:pt x="3903" y="151233"/>
                  </a:cubicBezTo>
                  <a:cubicBezTo>
                    <a:pt x="-1190" y="146785"/>
                    <a:pt x="-1190" y="139160"/>
                    <a:pt x="3267" y="134077"/>
                  </a:cubicBezTo>
                  <a:lnTo>
                    <a:pt x="98765" y="29230"/>
                  </a:lnTo>
                  <a:cubicBezTo>
                    <a:pt x="115954" y="10167"/>
                    <a:pt x="140148" y="0"/>
                    <a:pt x="166250" y="0"/>
                  </a:cubicBezTo>
                  <a:lnTo>
                    <a:pt x="613820" y="0"/>
                  </a:lnTo>
                  <a:cubicBezTo>
                    <a:pt x="639286" y="0"/>
                    <a:pt x="664116" y="10802"/>
                    <a:pt x="680669" y="29230"/>
                  </a:cubicBezTo>
                  <a:lnTo>
                    <a:pt x="776167" y="134077"/>
                  </a:lnTo>
                  <a:cubicBezTo>
                    <a:pt x="780624" y="139160"/>
                    <a:pt x="780624" y="146785"/>
                    <a:pt x="775531" y="151233"/>
                  </a:cubicBezTo>
                  <a:cubicBezTo>
                    <a:pt x="772348" y="153140"/>
                    <a:pt x="769801" y="154410"/>
                    <a:pt x="766617" y="1544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12E35E7-A55C-3D67-C08C-CF3CF1757C9E}"/>
                </a:ext>
              </a:extLst>
            </p:cNvPr>
            <p:cNvSpPr/>
            <p:nvPr/>
          </p:nvSpPr>
          <p:spPr>
            <a:xfrm>
              <a:off x="8891287" y="3703557"/>
              <a:ext cx="570135" cy="447909"/>
            </a:xfrm>
            <a:custGeom>
              <a:avLst/>
              <a:gdLst>
                <a:gd name="connsiteX0" fmla="*/ 303520 w 570135"/>
                <a:gd name="connsiteY0" fmla="*/ 24075 h 447909"/>
                <a:gd name="connsiteX1" fmla="*/ 269140 w 570135"/>
                <a:gd name="connsiteY1" fmla="*/ 25981 h 447909"/>
                <a:gd name="connsiteX2" fmla="*/ 89603 w 570135"/>
                <a:gd name="connsiteY2" fmla="*/ 73639 h 447909"/>
                <a:gd name="connsiteX3" fmla="*/ 24664 w 570135"/>
                <a:gd name="connsiteY3" fmla="*/ 156881 h 447909"/>
                <a:gd name="connsiteX4" fmla="*/ 41217 w 570135"/>
                <a:gd name="connsiteY4" fmla="*/ 336073 h 447909"/>
                <a:gd name="connsiteX5" fmla="*/ 121436 w 570135"/>
                <a:gd name="connsiteY5" fmla="*/ 406606 h 447909"/>
                <a:gd name="connsiteX6" fmla="*/ 303520 w 570135"/>
                <a:gd name="connsiteY6" fmla="*/ 423127 h 447909"/>
                <a:gd name="connsiteX7" fmla="*/ 479873 w 570135"/>
                <a:gd name="connsiteY7" fmla="*/ 373564 h 447909"/>
                <a:gd name="connsiteX8" fmla="*/ 545449 w 570135"/>
                <a:gd name="connsiteY8" fmla="*/ 290322 h 447909"/>
                <a:gd name="connsiteX9" fmla="*/ 528896 w 570135"/>
                <a:gd name="connsiteY9" fmla="*/ 111129 h 447909"/>
                <a:gd name="connsiteX10" fmla="*/ 449314 w 570135"/>
                <a:gd name="connsiteY10" fmla="*/ 41231 h 447909"/>
                <a:gd name="connsiteX11" fmla="*/ 303520 w 570135"/>
                <a:gd name="connsiteY11" fmla="*/ 24075 h 447909"/>
                <a:gd name="connsiteX12" fmla="*/ 271687 w 570135"/>
                <a:gd name="connsiteY12" fmla="*/ 447909 h 447909"/>
                <a:gd name="connsiteX13" fmla="*/ 115070 w 570135"/>
                <a:gd name="connsiteY13" fmla="*/ 429482 h 447909"/>
                <a:gd name="connsiteX14" fmla="*/ 17024 w 570135"/>
                <a:gd name="connsiteY14" fmla="*/ 337979 h 447909"/>
                <a:gd name="connsiteX15" fmla="*/ 471 w 570135"/>
                <a:gd name="connsiteY15" fmla="*/ 158787 h 447909"/>
                <a:gd name="connsiteX16" fmla="*/ 80690 w 570135"/>
                <a:gd name="connsiteY16" fmla="*/ 50763 h 447909"/>
                <a:gd name="connsiteX17" fmla="*/ 267230 w 570135"/>
                <a:gd name="connsiteY17" fmla="*/ 1835 h 447909"/>
                <a:gd name="connsiteX18" fmla="*/ 454407 w 570135"/>
                <a:gd name="connsiteY18" fmla="*/ 17085 h 447909"/>
                <a:gd name="connsiteX19" fmla="*/ 553089 w 570135"/>
                <a:gd name="connsiteY19" fmla="*/ 108588 h 447909"/>
                <a:gd name="connsiteX20" fmla="*/ 569641 w 570135"/>
                <a:gd name="connsiteY20" fmla="*/ 287780 h 447909"/>
                <a:gd name="connsiteX21" fmla="*/ 490059 w 570135"/>
                <a:gd name="connsiteY21" fmla="*/ 395168 h 447909"/>
                <a:gd name="connsiteX22" fmla="*/ 305429 w 570135"/>
                <a:gd name="connsiteY22" fmla="*/ 446639 h 447909"/>
                <a:gd name="connsiteX23" fmla="*/ 271687 w 570135"/>
                <a:gd name="connsiteY23" fmla="*/ 447909 h 447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70135" h="447909">
                  <a:moveTo>
                    <a:pt x="303520" y="24075"/>
                  </a:moveTo>
                  <a:cubicBezTo>
                    <a:pt x="291423" y="24075"/>
                    <a:pt x="279963" y="24710"/>
                    <a:pt x="269140" y="25981"/>
                  </a:cubicBezTo>
                  <a:cubicBezTo>
                    <a:pt x="183828" y="34877"/>
                    <a:pt x="90240" y="73003"/>
                    <a:pt x="89603" y="73639"/>
                  </a:cubicBezTo>
                  <a:cubicBezTo>
                    <a:pt x="42491" y="92702"/>
                    <a:pt x="20844" y="119390"/>
                    <a:pt x="24664" y="156881"/>
                  </a:cubicBezTo>
                  <a:lnTo>
                    <a:pt x="41217" y="336073"/>
                  </a:lnTo>
                  <a:cubicBezTo>
                    <a:pt x="45037" y="375470"/>
                    <a:pt x="76233" y="392627"/>
                    <a:pt x="121436" y="406606"/>
                  </a:cubicBezTo>
                  <a:cubicBezTo>
                    <a:pt x="122073" y="406606"/>
                    <a:pt x="216935" y="429482"/>
                    <a:pt x="303520" y="423127"/>
                  </a:cubicBezTo>
                  <a:cubicBezTo>
                    <a:pt x="376735" y="418044"/>
                    <a:pt x="478600" y="374199"/>
                    <a:pt x="479873" y="373564"/>
                  </a:cubicBezTo>
                  <a:cubicBezTo>
                    <a:pt x="529533" y="350053"/>
                    <a:pt x="548632" y="325906"/>
                    <a:pt x="545449" y="290322"/>
                  </a:cubicBezTo>
                  <a:lnTo>
                    <a:pt x="528896" y="111129"/>
                  </a:lnTo>
                  <a:cubicBezTo>
                    <a:pt x="525713" y="74910"/>
                    <a:pt x="501520" y="53940"/>
                    <a:pt x="449314" y="41231"/>
                  </a:cubicBezTo>
                  <a:cubicBezTo>
                    <a:pt x="447404" y="39961"/>
                    <a:pt x="371642" y="24075"/>
                    <a:pt x="303520" y="24075"/>
                  </a:cubicBezTo>
                  <a:moveTo>
                    <a:pt x="271687" y="447909"/>
                  </a:moveTo>
                  <a:cubicBezTo>
                    <a:pt x="192741" y="447909"/>
                    <a:pt x="118253" y="430117"/>
                    <a:pt x="115070" y="429482"/>
                  </a:cubicBezTo>
                  <a:cubicBezTo>
                    <a:pt x="69230" y="415502"/>
                    <a:pt x="22117" y="393897"/>
                    <a:pt x="17024" y="337979"/>
                  </a:cubicBezTo>
                  <a:lnTo>
                    <a:pt x="471" y="158787"/>
                  </a:lnTo>
                  <a:cubicBezTo>
                    <a:pt x="-2712" y="125109"/>
                    <a:pt x="8748" y="79358"/>
                    <a:pt x="80690" y="50763"/>
                  </a:cubicBezTo>
                  <a:cubicBezTo>
                    <a:pt x="84510" y="49492"/>
                    <a:pt x="178098" y="10731"/>
                    <a:pt x="267230" y="1835"/>
                  </a:cubicBezTo>
                  <a:cubicBezTo>
                    <a:pt x="345539" y="-6426"/>
                    <a:pt x="449951" y="15814"/>
                    <a:pt x="454407" y="17085"/>
                  </a:cubicBezTo>
                  <a:cubicBezTo>
                    <a:pt x="493880" y="27252"/>
                    <a:pt x="547358" y="47586"/>
                    <a:pt x="553089" y="108588"/>
                  </a:cubicBezTo>
                  <a:lnTo>
                    <a:pt x="569641" y="287780"/>
                  </a:lnTo>
                  <a:cubicBezTo>
                    <a:pt x="575372" y="347511"/>
                    <a:pt x="530169" y="376741"/>
                    <a:pt x="490059" y="395168"/>
                  </a:cubicBezTo>
                  <a:cubicBezTo>
                    <a:pt x="485603" y="397075"/>
                    <a:pt x="383102" y="441555"/>
                    <a:pt x="305429" y="446639"/>
                  </a:cubicBezTo>
                  <a:cubicBezTo>
                    <a:pt x="293970" y="447274"/>
                    <a:pt x="282510" y="447909"/>
                    <a:pt x="271687" y="44790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D87D88D9-26A8-6CC4-9E0D-BD5E0CBC939A}"/>
                </a:ext>
              </a:extLst>
            </p:cNvPr>
            <p:cNvSpPr/>
            <p:nvPr/>
          </p:nvSpPr>
          <p:spPr>
            <a:xfrm>
              <a:off x="9178885" y="3998957"/>
              <a:ext cx="17836" cy="17802"/>
            </a:xfrm>
            <a:custGeom>
              <a:avLst/>
              <a:gdLst>
                <a:gd name="connsiteX0" fmla="*/ 5735 w 17836"/>
                <a:gd name="connsiteY0" fmla="*/ 640 h 17802"/>
                <a:gd name="connsiteX1" fmla="*/ 17195 w 17836"/>
                <a:gd name="connsiteY1" fmla="*/ 5724 h 17802"/>
                <a:gd name="connsiteX2" fmla="*/ 12102 w 17836"/>
                <a:gd name="connsiteY2" fmla="*/ 17162 h 17802"/>
                <a:gd name="connsiteX3" fmla="*/ 642 w 17836"/>
                <a:gd name="connsiteY3" fmla="*/ 12078 h 17802"/>
                <a:gd name="connsiteX4" fmla="*/ 5735 w 17836"/>
                <a:gd name="connsiteY4" fmla="*/ 640 h 1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36" h="17802">
                  <a:moveTo>
                    <a:pt x="5735" y="640"/>
                  </a:moveTo>
                  <a:cubicBezTo>
                    <a:pt x="10192" y="-1266"/>
                    <a:pt x="15285" y="1276"/>
                    <a:pt x="17195" y="5724"/>
                  </a:cubicBezTo>
                  <a:cubicBezTo>
                    <a:pt x="19105" y="10172"/>
                    <a:pt x="16558" y="15255"/>
                    <a:pt x="12102" y="17162"/>
                  </a:cubicBezTo>
                  <a:cubicBezTo>
                    <a:pt x="7645" y="19068"/>
                    <a:pt x="2552" y="16526"/>
                    <a:pt x="642" y="12078"/>
                  </a:cubicBezTo>
                  <a:cubicBezTo>
                    <a:pt x="-1269" y="6995"/>
                    <a:pt x="1278" y="1911"/>
                    <a:pt x="5735" y="64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F734F4CE-E0D6-3CDD-3FBD-DE4BEA26902E}"/>
                </a:ext>
              </a:extLst>
            </p:cNvPr>
            <p:cNvSpPr/>
            <p:nvPr/>
          </p:nvSpPr>
          <p:spPr>
            <a:xfrm>
              <a:off x="9166706" y="3986901"/>
              <a:ext cx="41458" cy="41291"/>
            </a:xfrm>
            <a:custGeom>
              <a:avLst/>
              <a:gdLst>
                <a:gd name="connsiteX0" fmla="*/ 21098 w 41458"/>
                <a:gd name="connsiteY0" fmla="*/ 41291 h 41291"/>
                <a:gd name="connsiteX1" fmla="*/ 12185 w 41458"/>
                <a:gd name="connsiteY1" fmla="*/ 39385 h 41291"/>
                <a:gd name="connsiteX2" fmla="*/ 1361 w 41458"/>
                <a:gd name="connsiteY2" fmla="*/ 27947 h 41291"/>
                <a:gd name="connsiteX3" fmla="*/ 1998 w 41458"/>
                <a:gd name="connsiteY3" fmla="*/ 12061 h 41291"/>
                <a:gd name="connsiteX4" fmla="*/ 13458 w 41458"/>
                <a:gd name="connsiteY4" fmla="*/ 1259 h 41291"/>
                <a:gd name="connsiteX5" fmla="*/ 40198 w 41458"/>
                <a:gd name="connsiteY5" fmla="*/ 13332 h 41291"/>
                <a:gd name="connsiteX6" fmla="*/ 28101 w 41458"/>
                <a:gd name="connsiteY6" fmla="*/ 40020 h 41291"/>
                <a:gd name="connsiteX7" fmla="*/ 21098 w 41458"/>
                <a:gd name="connsiteY7" fmla="*/ 41291 h 4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458" h="41291">
                  <a:moveTo>
                    <a:pt x="21098" y="41291"/>
                  </a:moveTo>
                  <a:cubicBezTo>
                    <a:pt x="17915" y="41291"/>
                    <a:pt x="15368" y="40656"/>
                    <a:pt x="12185" y="39385"/>
                  </a:cubicBezTo>
                  <a:cubicBezTo>
                    <a:pt x="7091" y="36843"/>
                    <a:pt x="3271" y="33030"/>
                    <a:pt x="1361" y="27947"/>
                  </a:cubicBezTo>
                  <a:cubicBezTo>
                    <a:pt x="-548" y="22863"/>
                    <a:pt x="-548" y="17145"/>
                    <a:pt x="1998" y="12061"/>
                  </a:cubicBezTo>
                  <a:cubicBezTo>
                    <a:pt x="4544" y="6978"/>
                    <a:pt x="8365" y="3165"/>
                    <a:pt x="13458" y="1259"/>
                  </a:cubicBezTo>
                  <a:cubicBezTo>
                    <a:pt x="24281" y="-2554"/>
                    <a:pt x="36377" y="2530"/>
                    <a:pt x="40198" y="13332"/>
                  </a:cubicBezTo>
                  <a:cubicBezTo>
                    <a:pt x="44017" y="24134"/>
                    <a:pt x="38924" y="36208"/>
                    <a:pt x="28101" y="40020"/>
                  </a:cubicBezTo>
                  <a:cubicBezTo>
                    <a:pt x="25554" y="41291"/>
                    <a:pt x="23008" y="41291"/>
                    <a:pt x="21098" y="412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8B4A381A-8EF6-401F-CF51-AB69EA0E83C8}"/>
                </a:ext>
              </a:extLst>
            </p:cNvPr>
            <p:cNvSpPr/>
            <p:nvPr/>
          </p:nvSpPr>
          <p:spPr>
            <a:xfrm>
              <a:off x="9224105" y="3836838"/>
              <a:ext cx="41458" cy="41391"/>
            </a:xfrm>
            <a:custGeom>
              <a:avLst/>
              <a:gdLst>
                <a:gd name="connsiteX0" fmla="*/ 20998 w 41458"/>
                <a:gd name="connsiteY0" fmla="*/ 41391 h 41391"/>
                <a:gd name="connsiteX1" fmla="*/ 12085 w 41458"/>
                <a:gd name="connsiteY1" fmla="*/ 39485 h 41391"/>
                <a:gd name="connsiteX2" fmla="*/ 1261 w 41458"/>
                <a:gd name="connsiteY2" fmla="*/ 28047 h 41391"/>
                <a:gd name="connsiteX3" fmla="*/ 13358 w 41458"/>
                <a:gd name="connsiteY3" fmla="*/ 1359 h 41391"/>
                <a:gd name="connsiteX4" fmla="*/ 13358 w 41458"/>
                <a:gd name="connsiteY4" fmla="*/ 1359 h 41391"/>
                <a:gd name="connsiteX5" fmla="*/ 29274 w 41458"/>
                <a:gd name="connsiteY5" fmla="*/ 1994 h 41391"/>
                <a:gd name="connsiteX6" fmla="*/ 40098 w 41458"/>
                <a:gd name="connsiteY6" fmla="*/ 13432 h 41391"/>
                <a:gd name="connsiteX7" fmla="*/ 39460 w 41458"/>
                <a:gd name="connsiteY7" fmla="*/ 29318 h 41391"/>
                <a:gd name="connsiteX8" fmla="*/ 28001 w 41458"/>
                <a:gd name="connsiteY8" fmla="*/ 40120 h 41391"/>
                <a:gd name="connsiteX9" fmla="*/ 20998 w 41458"/>
                <a:gd name="connsiteY9" fmla="*/ 41391 h 4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458" h="41391">
                  <a:moveTo>
                    <a:pt x="20998" y="41391"/>
                  </a:moveTo>
                  <a:cubicBezTo>
                    <a:pt x="17815" y="41391"/>
                    <a:pt x="15268" y="40756"/>
                    <a:pt x="12085" y="39485"/>
                  </a:cubicBezTo>
                  <a:cubicBezTo>
                    <a:pt x="6991" y="36943"/>
                    <a:pt x="3171" y="33131"/>
                    <a:pt x="1261" y="28047"/>
                  </a:cubicBezTo>
                  <a:cubicBezTo>
                    <a:pt x="-2559" y="17245"/>
                    <a:pt x="2535" y="5171"/>
                    <a:pt x="13358" y="1359"/>
                  </a:cubicBezTo>
                  <a:lnTo>
                    <a:pt x="13358" y="1359"/>
                  </a:lnTo>
                  <a:cubicBezTo>
                    <a:pt x="18451" y="-547"/>
                    <a:pt x="24181" y="-547"/>
                    <a:pt x="29274" y="1994"/>
                  </a:cubicBezTo>
                  <a:cubicBezTo>
                    <a:pt x="34368" y="4536"/>
                    <a:pt x="38187" y="8349"/>
                    <a:pt x="40098" y="13432"/>
                  </a:cubicBezTo>
                  <a:cubicBezTo>
                    <a:pt x="42007" y="18516"/>
                    <a:pt x="42007" y="24234"/>
                    <a:pt x="39460" y="29318"/>
                  </a:cubicBezTo>
                  <a:cubicBezTo>
                    <a:pt x="36914" y="34401"/>
                    <a:pt x="33094" y="38214"/>
                    <a:pt x="28001" y="40120"/>
                  </a:cubicBezTo>
                  <a:cubicBezTo>
                    <a:pt x="26091" y="40756"/>
                    <a:pt x="23544" y="41391"/>
                    <a:pt x="20998" y="41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B3A21BA5-7975-40C7-2000-DD2ECEAF339F}"/>
                </a:ext>
              </a:extLst>
            </p:cNvPr>
            <p:cNvSpPr/>
            <p:nvPr/>
          </p:nvSpPr>
          <p:spPr>
            <a:xfrm>
              <a:off x="9241442" y="3854083"/>
              <a:ext cx="4934" cy="6830"/>
            </a:xfrm>
            <a:custGeom>
              <a:avLst/>
              <a:gdLst>
                <a:gd name="connsiteX0" fmla="*/ 2387 w 4934"/>
                <a:gd name="connsiteY0" fmla="*/ 0 h 6830"/>
                <a:gd name="connsiteX1" fmla="*/ 2387 w 4934"/>
                <a:gd name="connsiteY1" fmla="*/ 0 h 6830"/>
                <a:gd name="connsiteX2" fmla="*/ 478 w 4934"/>
                <a:gd name="connsiteY2" fmla="*/ 1906 h 6830"/>
                <a:gd name="connsiteX3" fmla="*/ 478 w 4934"/>
                <a:gd name="connsiteY3" fmla="*/ 4448 h 6830"/>
                <a:gd name="connsiteX4" fmla="*/ 2387 w 4934"/>
                <a:gd name="connsiteY4" fmla="*/ 6354 h 6830"/>
                <a:gd name="connsiteX5" fmla="*/ 4934 w 4934"/>
                <a:gd name="connsiteY5" fmla="*/ 6354 h 6830"/>
                <a:gd name="connsiteX6" fmla="*/ 2387 w 4934"/>
                <a:gd name="connsiteY6" fmla="*/ 0 h 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34" h="6830">
                  <a:moveTo>
                    <a:pt x="2387" y="0"/>
                  </a:moveTo>
                  <a:lnTo>
                    <a:pt x="2387" y="0"/>
                  </a:lnTo>
                  <a:cubicBezTo>
                    <a:pt x="1751" y="635"/>
                    <a:pt x="1114" y="1271"/>
                    <a:pt x="478" y="1906"/>
                  </a:cubicBezTo>
                  <a:cubicBezTo>
                    <a:pt x="-159" y="2542"/>
                    <a:pt x="-159" y="3813"/>
                    <a:pt x="478" y="4448"/>
                  </a:cubicBezTo>
                  <a:cubicBezTo>
                    <a:pt x="478" y="5083"/>
                    <a:pt x="1751" y="5719"/>
                    <a:pt x="2387" y="6354"/>
                  </a:cubicBezTo>
                  <a:cubicBezTo>
                    <a:pt x="3024" y="6990"/>
                    <a:pt x="4298" y="6990"/>
                    <a:pt x="4934" y="6354"/>
                  </a:cubicBezTo>
                  <a:lnTo>
                    <a:pt x="2387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1ED706C0-9DA9-48D5-A836-E3C88D35DDE4}"/>
                </a:ext>
              </a:extLst>
            </p:cNvPr>
            <p:cNvSpPr/>
            <p:nvPr/>
          </p:nvSpPr>
          <p:spPr>
            <a:xfrm>
              <a:off x="9082750" y="3869964"/>
              <a:ext cx="17836" cy="17802"/>
            </a:xfrm>
            <a:custGeom>
              <a:avLst/>
              <a:gdLst>
                <a:gd name="connsiteX0" fmla="*/ 5735 w 17836"/>
                <a:gd name="connsiteY0" fmla="*/ 640 h 17802"/>
                <a:gd name="connsiteX1" fmla="*/ 17195 w 17836"/>
                <a:gd name="connsiteY1" fmla="*/ 5724 h 17802"/>
                <a:gd name="connsiteX2" fmla="*/ 12101 w 17836"/>
                <a:gd name="connsiteY2" fmla="*/ 17162 h 17802"/>
                <a:gd name="connsiteX3" fmla="*/ 642 w 17836"/>
                <a:gd name="connsiteY3" fmla="*/ 12078 h 17802"/>
                <a:gd name="connsiteX4" fmla="*/ 5735 w 17836"/>
                <a:gd name="connsiteY4" fmla="*/ 640 h 1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36" h="17802">
                  <a:moveTo>
                    <a:pt x="5735" y="640"/>
                  </a:moveTo>
                  <a:cubicBezTo>
                    <a:pt x="10192" y="-1266"/>
                    <a:pt x="15284" y="1276"/>
                    <a:pt x="17195" y="5724"/>
                  </a:cubicBezTo>
                  <a:cubicBezTo>
                    <a:pt x="19105" y="10172"/>
                    <a:pt x="16558" y="15255"/>
                    <a:pt x="12101" y="17162"/>
                  </a:cubicBezTo>
                  <a:cubicBezTo>
                    <a:pt x="7645" y="19068"/>
                    <a:pt x="2551" y="16526"/>
                    <a:pt x="642" y="12078"/>
                  </a:cubicBezTo>
                  <a:cubicBezTo>
                    <a:pt x="-1269" y="6995"/>
                    <a:pt x="1278" y="1911"/>
                    <a:pt x="5735" y="64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7AF3F007-B636-EC3F-CE0C-0C835EA50A30}"/>
                </a:ext>
              </a:extLst>
            </p:cNvPr>
            <p:cNvSpPr/>
            <p:nvPr/>
          </p:nvSpPr>
          <p:spPr>
            <a:xfrm>
              <a:off x="9070671" y="3857172"/>
              <a:ext cx="41458" cy="42026"/>
            </a:xfrm>
            <a:custGeom>
              <a:avLst/>
              <a:gdLst>
                <a:gd name="connsiteX0" fmla="*/ 20997 w 41458"/>
                <a:gd name="connsiteY0" fmla="*/ 42027 h 42026"/>
                <a:gd name="connsiteX1" fmla="*/ 12085 w 41458"/>
                <a:gd name="connsiteY1" fmla="*/ 40120 h 42026"/>
                <a:gd name="connsiteX2" fmla="*/ 1261 w 41458"/>
                <a:gd name="connsiteY2" fmla="*/ 28047 h 42026"/>
                <a:gd name="connsiteX3" fmla="*/ 13358 w 41458"/>
                <a:gd name="connsiteY3" fmla="*/ 1359 h 42026"/>
                <a:gd name="connsiteX4" fmla="*/ 13358 w 41458"/>
                <a:gd name="connsiteY4" fmla="*/ 1359 h 42026"/>
                <a:gd name="connsiteX5" fmla="*/ 29274 w 41458"/>
                <a:gd name="connsiteY5" fmla="*/ 1994 h 42026"/>
                <a:gd name="connsiteX6" fmla="*/ 40097 w 41458"/>
                <a:gd name="connsiteY6" fmla="*/ 13432 h 42026"/>
                <a:gd name="connsiteX7" fmla="*/ 39460 w 41458"/>
                <a:gd name="connsiteY7" fmla="*/ 29318 h 42026"/>
                <a:gd name="connsiteX8" fmla="*/ 28001 w 41458"/>
                <a:gd name="connsiteY8" fmla="*/ 40120 h 42026"/>
                <a:gd name="connsiteX9" fmla="*/ 20997 w 41458"/>
                <a:gd name="connsiteY9" fmla="*/ 42027 h 42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458" h="42026">
                  <a:moveTo>
                    <a:pt x="20997" y="42027"/>
                  </a:moveTo>
                  <a:cubicBezTo>
                    <a:pt x="17814" y="42027"/>
                    <a:pt x="15268" y="41391"/>
                    <a:pt x="12085" y="40120"/>
                  </a:cubicBezTo>
                  <a:cubicBezTo>
                    <a:pt x="6991" y="37579"/>
                    <a:pt x="3171" y="33766"/>
                    <a:pt x="1261" y="28047"/>
                  </a:cubicBezTo>
                  <a:cubicBezTo>
                    <a:pt x="-2559" y="17245"/>
                    <a:pt x="2535" y="5171"/>
                    <a:pt x="13358" y="1359"/>
                  </a:cubicBezTo>
                  <a:lnTo>
                    <a:pt x="13358" y="1359"/>
                  </a:lnTo>
                  <a:cubicBezTo>
                    <a:pt x="18451" y="-547"/>
                    <a:pt x="24180" y="-547"/>
                    <a:pt x="29274" y="1994"/>
                  </a:cubicBezTo>
                  <a:cubicBezTo>
                    <a:pt x="34368" y="4536"/>
                    <a:pt x="38187" y="8349"/>
                    <a:pt x="40097" y="13432"/>
                  </a:cubicBezTo>
                  <a:cubicBezTo>
                    <a:pt x="42007" y="18516"/>
                    <a:pt x="42007" y="24234"/>
                    <a:pt x="39460" y="29318"/>
                  </a:cubicBezTo>
                  <a:cubicBezTo>
                    <a:pt x="36914" y="34401"/>
                    <a:pt x="33094" y="38214"/>
                    <a:pt x="28001" y="40120"/>
                  </a:cubicBezTo>
                  <a:cubicBezTo>
                    <a:pt x="25454" y="42027"/>
                    <a:pt x="23544" y="42027"/>
                    <a:pt x="20997" y="420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5EAFBBEA-A904-48A7-7E8D-B93517BCCB92}"/>
                </a:ext>
              </a:extLst>
            </p:cNvPr>
            <p:cNvSpPr/>
            <p:nvPr/>
          </p:nvSpPr>
          <p:spPr>
            <a:xfrm>
              <a:off x="9493301" y="3736639"/>
              <a:ext cx="562008" cy="580039"/>
            </a:xfrm>
            <a:custGeom>
              <a:avLst/>
              <a:gdLst>
                <a:gd name="connsiteX0" fmla="*/ 331159 w 562008"/>
                <a:gd name="connsiteY0" fmla="*/ 24035 h 580039"/>
                <a:gd name="connsiteX1" fmla="*/ 266856 w 562008"/>
                <a:gd name="connsiteY1" fmla="*/ 46275 h 580039"/>
                <a:gd name="connsiteX2" fmla="*/ 129338 w 562008"/>
                <a:gd name="connsiteY2" fmla="*/ 161289 h 580039"/>
                <a:gd name="connsiteX3" fmla="*/ 36386 w 562008"/>
                <a:gd name="connsiteY3" fmla="*/ 320783 h 580039"/>
                <a:gd name="connsiteX4" fmla="*/ 49756 w 562008"/>
                <a:gd name="connsiteY4" fmla="*/ 424994 h 580039"/>
                <a:gd name="connsiteX5" fmla="*/ 189184 w 562008"/>
                <a:gd name="connsiteY5" fmla="*/ 540008 h 580039"/>
                <a:gd name="connsiteX6" fmla="*/ 296142 w 562008"/>
                <a:gd name="connsiteY6" fmla="*/ 533653 h 580039"/>
                <a:gd name="connsiteX7" fmla="*/ 436843 w 562008"/>
                <a:gd name="connsiteY7" fmla="*/ 418004 h 580039"/>
                <a:gd name="connsiteX8" fmla="*/ 525975 w 562008"/>
                <a:gd name="connsiteY8" fmla="*/ 259781 h 580039"/>
                <a:gd name="connsiteX9" fmla="*/ 512605 w 562008"/>
                <a:gd name="connsiteY9" fmla="*/ 154935 h 580039"/>
                <a:gd name="connsiteX10" fmla="*/ 373178 w 562008"/>
                <a:gd name="connsiteY10" fmla="*/ 39921 h 580039"/>
                <a:gd name="connsiteX11" fmla="*/ 331159 w 562008"/>
                <a:gd name="connsiteY11" fmla="*/ 24035 h 580039"/>
                <a:gd name="connsiteX12" fmla="*/ 229930 w 562008"/>
                <a:gd name="connsiteY12" fmla="*/ 580040 h 580039"/>
                <a:gd name="connsiteX13" fmla="*/ 173904 w 562008"/>
                <a:gd name="connsiteY13" fmla="*/ 559706 h 580039"/>
                <a:gd name="connsiteX14" fmla="*/ 34476 w 562008"/>
                <a:gd name="connsiteY14" fmla="*/ 444693 h 580039"/>
                <a:gd name="connsiteX15" fmla="*/ 14103 w 562008"/>
                <a:gd name="connsiteY15" fmla="*/ 311887 h 580039"/>
                <a:gd name="connsiteX16" fmla="*/ 110875 w 562008"/>
                <a:gd name="connsiteY16" fmla="*/ 146674 h 580039"/>
                <a:gd name="connsiteX17" fmla="*/ 254122 w 562008"/>
                <a:gd name="connsiteY17" fmla="*/ 25941 h 580039"/>
                <a:gd name="connsiteX18" fmla="*/ 389094 w 562008"/>
                <a:gd name="connsiteY18" fmla="*/ 21493 h 580039"/>
                <a:gd name="connsiteX19" fmla="*/ 528522 w 562008"/>
                <a:gd name="connsiteY19" fmla="*/ 136507 h 580039"/>
                <a:gd name="connsiteX20" fmla="*/ 548895 w 562008"/>
                <a:gd name="connsiteY20" fmla="*/ 268677 h 580039"/>
                <a:gd name="connsiteX21" fmla="*/ 455306 w 562008"/>
                <a:gd name="connsiteY21" fmla="*/ 434526 h 580039"/>
                <a:gd name="connsiteX22" fmla="*/ 308238 w 562008"/>
                <a:gd name="connsiteY22" fmla="*/ 555258 h 580039"/>
                <a:gd name="connsiteX23" fmla="*/ 229930 w 562008"/>
                <a:gd name="connsiteY23" fmla="*/ 580040 h 58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62008" h="580039">
                  <a:moveTo>
                    <a:pt x="331159" y="24035"/>
                  </a:moveTo>
                  <a:cubicBezTo>
                    <a:pt x="312695" y="24035"/>
                    <a:pt x="291685" y="31660"/>
                    <a:pt x="266856" y="46275"/>
                  </a:cubicBezTo>
                  <a:cubicBezTo>
                    <a:pt x="266219" y="46911"/>
                    <a:pt x="176451" y="104100"/>
                    <a:pt x="129338" y="161289"/>
                  </a:cubicBezTo>
                  <a:cubicBezTo>
                    <a:pt x="75222" y="227374"/>
                    <a:pt x="36386" y="320147"/>
                    <a:pt x="36386" y="320783"/>
                  </a:cubicBezTo>
                  <a:cubicBezTo>
                    <a:pt x="16650" y="367170"/>
                    <a:pt x="21107" y="401483"/>
                    <a:pt x="49756" y="424994"/>
                  </a:cubicBezTo>
                  <a:lnTo>
                    <a:pt x="189184" y="540008"/>
                  </a:lnTo>
                  <a:cubicBezTo>
                    <a:pt x="219744" y="565425"/>
                    <a:pt x="254122" y="555894"/>
                    <a:pt x="296142" y="533653"/>
                  </a:cubicBezTo>
                  <a:cubicBezTo>
                    <a:pt x="296142" y="533653"/>
                    <a:pt x="380181" y="482819"/>
                    <a:pt x="436843" y="418004"/>
                  </a:cubicBezTo>
                  <a:cubicBezTo>
                    <a:pt x="485229" y="362722"/>
                    <a:pt x="525339" y="260417"/>
                    <a:pt x="525975" y="259781"/>
                  </a:cubicBezTo>
                  <a:cubicBezTo>
                    <a:pt x="544438" y="208311"/>
                    <a:pt x="540618" y="178446"/>
                    <a:pt x="512605" y="154935"/>
                  </a:cubicBezTo>
                  <a:lnTo>
                    <a:pt x="373178" y="39921"/>
                  </a:lnTo>
                  <a:cubicBezTo>
                    <a:pt x="360445" y="29754"/>
                    <a:pt x="346438" y="24035"/>
                    <a:pt x="331159" y="24035"/>
                  </a:cubicBezTo>
                  <a:moveTo>
                    <a:pt x="229930" y="580040"/>
                  </a:moveTo>
                  <a:cubicBezTo>
                    <a:pt x="210830" y="580040"/>
                    <a:pt x="192367" y="574321"/>
                    <a:pt x="173904" y="559706"/>
                  </a:cubicBezTo>
                  <a:lnTo>
                    <a:pt x="34476" y="444693"/>
                  </a:lnTo>
                  <a:cubicBezTo>
                    <a:pt x="8373" y="423088"/>
                    <a:pt x="-16456" y="383055"/>
                    <a:pt x="14103" y="311887"/>
                  </a:cubicBezTo>
                  <a:cubicBezTo>
                    <a:pt x="15376" y="308074"/>
                    <a:pt x="54213" y="215301"/>
                    <a:pt x="110875" y="146674"/>
                  </a:cubicBezTo>
                  <a:cubicBezTo>
                    <a:pt x="160534" y="85672"/>
                    <a:pt x="250303" y="28483"/>
                    <a:pt x="254122" y="25941"/>
                  </a:cubicBezTo>
                  <a:cubicBezTo>
                    <a:pt x="289139" y="4972"/>
                    <a:pt x="341345" y="-17903"/>
                    <a:pt x="389094" y="21493"/>
                  </a:cubicBezTo>
                  <a:lnTo>
                    <a:pt x="528522" y="136507"/>
                  </a:lnTo>
                  <a:cubicBezTo>
                    <a:pt x="574997" y="174633"/>
                    <a:pt x="564175" y="227374"/>
                    <a:pt x="548895" y="268677"/>
                  </a:cubicBezTo>
                  <a:cubicBezTo>
                    <a:pt x="546984" y="273125"/>
                    <a:pt x="506239" y="376066"/>
                    <a:pt x="455306" y="434526"/>
                  </a:cubicBezTo>
                  <a:cubicBezTo>
                    <a:pt x="396097" y="502517"/>
                    <a:pt x="311422" y="553352"/>
                    <a:pt x="308238" y="555258"/>
                  </a:cubicBezTo>
                  <a:cubicBezTo>
                    <a:pt x="283409" y="568602"/>
                    <a:pt x="256669" y="580040"/>
                    <a:pt x="229930" y="58004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A98132C7-38E3-8746-D745-12FE41D57A7D}"/>
                </a:ext>
              </a:extLst>
            </p:cNvPr>
            <p:cNvSpPr/>
            <p:nvPr/>
          </p:nvSpPr>
          <p:spPr>
            <a:xfrm>
              <a:off x="9773527" y="4046587"/>
              <a:ext cx="42019" cy="41970"/>
            </a:xfrm>
            <a:custGeom>
              <a:avLst/>
              <a:gdLst>
                <a:gd name="connsiteX0" fmla="*/ 21009 w 42019"/>
                <a:gd name="connsiteY0" fmla="*/ 41971 h 41970"/>
                <a:gd name="connsiteX1" fmla="*/ 20373 w 42019"/>
                <a:gd name="connsiteY1" fmla="*/ 41971 h 41970"/>
                <a:gd name="connsiteX2" fmla="*/ 5729 w 42019"/>
                <a:gd name="connsiteY2" fmla="*/ 34981 h 41970"/>
                <a:gd name="connsiteX3" fmla="*/ 0 w 42019"/>
                <a:gd name="connsiteY3" fmla="*/ 19731 h 41970"/>
                <a:gd name="connsiteX4" fmla="*/ 21646 w 42019"/>
                <a:gd name="connsiteY4" fmla="*/ 32 h 41970"/>
                <a:gd name="connsiteX5" fmla="*/ 36289 w 42019"/>
                <a:gd name="connsiteY5" fmla="*/ 7022 h 41970"/>
                <a:gd name="connsiteX6" fmla="*/ 42019 w 42019"/>
                <a:gd name="connsiteY6" fmla="*/ 22272 h 41970"/>
                <a:gd name="connsiteX7" fmla="*/ 21009 w 42019"/>
                <a:gd name="connsiteY7" fmla="*/ 41971 h 41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19" h="41970">
                  <a:moveTo>
                    <a:pt x="21009" y="41971"/>
                  </a:moveTo>
                  <a:lnTo>
                    <a:pt x="20373" y="41971"/>
                  </a:lnTo>
                  <a:cubicBezTo>
                    <a:pt x="14643" y="41971"/>
                    <a:pt x="9550" y="39429"/>
                    <a:pt x="5729" y="34981"/>
                  </a:cubicBezTo>
                  <a:cubicBezTo>
                    <a:pt x="1910" y="31168"/>
                    <a:pt x="0" y="25449"/>
                    <a:pt x="0" y="19731"/>
                  </a:cubicBezTo>
                  <a:cubicBezTo>
                    <a:pt x="637" y="8293"/>
                    <a:pt x="10186" y="-603"/>
                    <a:pt x="21646" y="32"/>
                  </a:cubicBezTo>
                  <a:cubicBezTo>
                    <a:pt x="27376" y="32"/>
                    <a:pt x="32469" y="2574"/>
                    <a:pt x="36289" y="7022"/>
                  </a:cubicBezTo>
                  <a:cubicBezTo>
                    <a:pt x="40109" y="10834"/>
                    <a:pt x="42019" y="16553"/>
                    <a:pt x="42019" y="22272"/>
                  </a:cubicBezTo>
                  <a:cubicBezTo>
                    <a:pt x="42019" y="33075"/>
                    <a:pt x="32469" y="41971"/>
                    <a:pt x="21009" y="41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F3EEFF36-BE88-3CB1-F237-A7588A209DE7}"/>
                </a:ext>
              </a:extLst>
            </p:cNvPr>
            <p:cNvSpPr/>
            <p:nvPr/>
          </p:nvSpPr>
          <p:spPr>
            <a:xfrm>
              <a:off x="9886183" y="3931574"/>
              <a:ext cx="42051" cy="41335"/>
            </a:xfrm>
            <a:custGeom>
              <a:avLst/>
              <a:gdLst>
                <a:gd name="connsiteX0" fmla="*/ 20405 w 42051"/>
                <a:gd name="connsiteY0" fmla="*/ 41335 h 41335"/>
                <a:gd name="connsiteX1" fmla="*/ 19768 w 42051"/>
                <a:gd name="connsiteY1" fmla="*/ 41335 h 41335"/>
                <a:gd name="connsiteX2" fmla="*/ 32 w 42051"/>
                <a:gd name="connsiteY2" fmla="*/ 19730 h 41335"/>
                <a:gd name="connsiteX3" fmla="*/ 21679 w 42051"/>
                <a:gd name="connsiteY3" fmla="*/ 32 h 41335"/>
                <a:gd name="connsiteX4" fmla="*/ 36321 w 42051"/>
                <a:gd name="connsiteY4" fmla="*/ 7022 h 41335"/>
                <a:gd name="connsiteX5" fmla="*/ 42051 w 42051"/>
                <a:gd name="connsiteY5" fmla="*/ 22272 h 41335"/>
                <a:gd name="connsiteX6" fmla="*/ 35048 w 42051"/>
                <a:gd name="connsiteY6" fmla="*/ 36887 h 41335"/>
                <a:gd name="connsiteX7" fmla="*/ 20405 w 42051"/>
                <a:gd name="connsiteY7" fmla="*/ 41335 h 4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51" h="41335">
                  <a:moveTo>
                    <a:pt x="20405" y="41335"/>
                  </a:moveTo>
                  <a:lnTo>
                    <a:pt x="19768" y="41335"/>
                  </a:lnTo>
                  <a:cubicBezTo>
                    <a:pt x="8309" y="40700"/>
                    <a:pt x="-604" y="31168"/>
                    <a:pt x="32" y="19730"/>
                  </a:cubicBezTo>
                  <a:cubicBezTo>
                    <a:pt x="669" y="8293"/>
                    <a:pt x="10218" y="-603"/>
                    <a:pt x="21679" y="32"/>
                  </a:cubicBezTo>
                  <a:cubicBezTo>
                    <a:pt x="27409" y="32"/>
                    <a:pt x="32501" y="2574"/>
                    <a:pt x="36321" y="7022"/>
                  </a:cubicBezTo>
                  <a:cubicBezTo>
                    <a:pt x="40142" y="10834"/>
                    <a:pt x="42051" y="16553"/>
                    <a:pt x="42051" y="22272"/>
                  </a:cubicBezTo>
                  <a:cubicBezTo>
                    <a:pt x="42051" y="27991"/>
                    <a:pt x="39504" y="33075"/>
                    <a:pt x="35048" y="36887"/>
                  </a:cubicBezTo>
                  <a:cubicBezTo>
                    <a:pt x="30592" y="39429"/>
                    <a:pt x="25498" y="41335"/>
                    <a:pt x="20405" y="41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186F6BAC-4A59-30E7-D346-880D2E1C9FA4}"/>
                </a:ext>
              </a:extLst>
            </p:cNvPr>
            <p:cNvSpPr/>
            <p:nvPr/>
          </p:nvSpPr>
          <p:spPr>
            <a:xfrm>
              <a:off x="9736569" y="3890906"/>
              <a:ext cx="41446" cy="41335"/>
            </a:xfrm>
            <a:custGeom>
              <a:avLst/>
              <a:gdLst>
                <a:gd name="connsiteX0" fmla="*/ 20405 w 41446"/>
                <a:gd name="connsiteY0" fmla="*/ 41335 h 41335"/>
                <a:gd name="connsiteX1" fmla="*/ 19768 w 41446"/>
                <a:gd name="connsiteY1" fmla="*/ 41335 h 41335"/>
                <a:gd name="connsiteX2" fmla="*/ 32 w 41446"/>
                <a:gd name="connsiteY2" fmla="*/ 19731 h 41335"/>
                <a:gd name="connsiteX3" fmla="*/ 21679 w 41446"/>
                <a:gd name="connsiteY3" fmla="*/ 32 h 41335"/>
                <a:gd name="connsiteX4" fmla="*/ 41415 w 41446"/>
                <a:gd name="connsiteY4" fmla="*/ 21637 h 41335"/>
                <a:gd name="connsiteX5" fmla="*/ 34412 w 41446"/>
                <a:gd name="connsiteY5" fmla="*/ 36252 h 41335"/>
                <a:gd name="connsiteX6" fmla="*/ 20405 w 41446"/>
                <a:gd name="connsiteY6" fmla="*/ 41335 h 4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446" h="41335">
                  <a:moveTo>
                    <a:pt x="20405" y="41335"/>
                  </a:moveTo>
                  <a:lnTo>
                    <a:pt x="19768" y="41335"/>
                  </a:lnTo>
                  <a:cubicBezTo>
                    <a:pt x="8309" y="40700"/>
                    <a:pt x="-604" y="31168"/>
                    <a:pt x="32" y="19731"/>
                  </a:cubicBezTo>
                  <a:cubicBezTo>
                    <a:pt x="669" y="8293"/>
                    <a:pt x="9582" y="-603"/>
                    <a:pt x="21679" y="32"/>
                  </a:cubicBezTo>
                  <a:cubicBezTo>
                    <a:pt x="33138" y="668"/>
                    <a:pt x="42051" y="10199"/>
                    <a:pt x="41415" y="21637"/>
                  </a:cubicBezTo>
                  <a:cubicBezTo>
                    <a:pt x="41415" y="27356"/>
                    <a:pt x="38868" y="32439"/>
                    <a:pt x="34412" y="36252"/>
                  </a:cubicBezTo>
                  <a:cubicBezTo>
                    <a:pt x="30592" y="39429"/>
                    <a:pt x="25498" y="41335"/>
                    <a:pt x="20405" y="41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3C48366-798D-EECD-9E36-73F1231553BC}"/>
                </a:ext>
              </a:extLst>
            </p:cNvPr>
            <p:cNvSpPr/>
            <p:nvPr/>
          </p:nvSpPr>
          <p:spPr>
            <a:xfrm>
              <a:off x="9100969" y="4171673"/>
              <a:ext cx="596313" cy="504026"/>
            </a:xfrm>
            <a:custGeom>
              <a:avLst/>
              <a:gdLst>
                <a:gd name="connsiteX0" fmla="*/ 180423 w 596313"/>
                <a:gd name="connsiteY0" fmla="*/ 23638 h 504026"/>
                <a:gd name="connsiteX1" fmla="*/ 107208 w 596313"/>
                <a:gd name="connsiteY1" fmla="*/ 65577 h 504026"/>
                <a:gd name="connsiteX2" fmla="*/ 31445 w 596313"/>
                <a:gd name="connsiteY2" fmla="*/ 228883 h 504026"/>
                <a:gd name="connsiteX3" fmla="*/ 65188 w 596313"/>
                <a:gd name="connsiteY3" fmla="*/ 329282 h 504026"/>
                <a:gd name="connsiteX4" fmla="*/ 214166 w 596313"/>
                <a:gd name="connsiteY4" fmla="*/ 434129 h 504026"/>
                <a:gd name="connsiteX5" fmla="*/ 391792 w 596313"/>
                <a:gd name="connsiteY5" fmla="*/ 478609 h 504026"/>
                <a:gd name="connsiteX6" fmla="*/ 490474 w 596313"/>
                <a:gd name="connsiteY6" fmla="*/ 438577 h 504026"/>
                <a:gd name="connsiteX7" fmla="*/ 566236 w 596313"/>
                <a:gd name="connsiteY7" fmla="*/ 275270 h 504026"/>
                <a:gd name="connsiteX8" fmla="*/ 532494 w 596313"/>
                <a:gd name="connsiteY8" fmla="*/ 174871 h 504026"/>
                <a:gd name="connsiteX9" fmla="*/ 384789 w 596313"/>
                <a:gd name="connsiteY9" fmla="*/ 73202 h 504026"/>
                <a:gd name="connsiteX10" fmla="*/ 205253 w 596313"/>
                <a:gd name="connsiteY10" fmla="*/ 25544 h 504026"/>
                <a:gd name="connsiteX11" fmla="*/ 180423 w 596313"/>
                <a:gd name="connsiteY11" fmla="*/ 23638 h 504026"/>
                <a:gd name="connsiteX12" fmla="*/ 412802 w 596313"/>
                <a:gd name="connsiteY12" fmla="*/ 504026 h 504026"/>
                <a:gd name="connsiteX13" fmla="*/ 389246 w 596313"/>
                <a:gd name="connsiteY13" fmla="*/ 502755 h 504026"/>
                <a:gd name="connsiteX14" fmla="*/ 203342 w 596313"/>
                <a:gd name="connsiteY14" fmla="*/ 456369 h 504026"/>
                <a:gd name="connsiteX15" fmla="*/ 47362 w 596313"/>
                <a:gd name="connsiteY15" fmla="*/ 347074 h 504026"/>
                <a:gd name="connsiteX16" fmla="*/ 8526 w 596313"/>
                <a:gd name="connsiteY16" fmla="*/ 219352 h 504026"/>
                <a:gd name="connsiteX17" fmla="*/ 84288 w 596313"/>
                <a:gd name="connsiteY17" fmla="*/ 56045 h 504026"/>
                <a:gd name="connsiteX18" fmla="*/ 207799 w 596313"/>
                <a:gd name="connsiteY18" fmla="*/ 2033 h 504026"/>
                <a:gd name="connsiteX19" fmla="*/ 393703 w 596313"/>
                <a:gd name="connsiteY19" fmla="*/ 51597 h 504026"/>
                <a:gd name="connsiteX20" fmla="*/ 548411 w 596313"/>
                <a:gd name="connsiteY20" fmla="*/ 157715 h 504026"/>
                <a:gd name="connsiteX21" fmla="*/ 587246 w 596313"/>
                <a:gd name="connsiteY21" fmla="*/ 286072 h 504026"/>
                <a:gd name="connsiteX22" fmla="*/ 511484 w 596313"/>
                <a:gd name="connsiteY22" fmla="*/ 449379 h 504026"/>
                <a:gd name="connsiteX23" fmla="*/ 412802 w 596313"/>
                <a:gd name="connsiteY23" fmla="*/ 504026 h 504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96313" h="504026">
                  <a:moveTo>
                    <a:pt x="180423" y="23638"/>
                  </a:moveTo>
                  <a:cubicBezTo>
                    <a:pt x="144134" y="23638"/>
                    <a:pt x="119941" y="37618"/>
                    <a:pt x="107208" y="65577"/>
                  </a:cubicBezTo>
                  <a:lnTo>
                    <a:pt x="31445" y="228883"/>
                  </a:lnTo>
                  <a:cubicBezTo>
                    <a:pt x="14892" y="264468"/>
                    <a:pt x="32719" y="294969"/>
                    <a:pt x="65188" y="329282"/>
                  </a:cubicBezTo>
                  <a:cubicBezTo>
                    <a:pt x="65188" y="329282"/>
                    <a:pt x="136494" y="396638"/>
                    <a:pt x="214166" y="434129"/>
                  </a:cubicBezTo>
                  <a:cubicBezTo>
                    <a:pt x="280378" y="465900"/>
                    <a:pt x="390519" y="477974"/>
                    <a:pt x="391792" y="478609"/>
                  </a:cubicBezTo>
                  <a:cubicBezTo>
                    <a:pt x="446546" y="483057"/>
                    <a:pt x="475195" y="471619"/>
                    <a:pt x="490474" y="438577"/>
                  </a:cubicBezTo>
                  <a:lnTo>
                    <a:pt x="566236" y="275270"/>
                  </a:lnTo>
                  <a:cubicBezTo>
                    <a:pt x="581516" y="242227"/>
                    <a:pt x="571330" y="212362"/>
                    <a:pt x="532494" y="174871"/>
                  </a:cubicBezTo>
                  <a:cubicBezTo>
                    <a:pt x="531857" y="174236"/>
                    <a:pt x="452912" y="103067"/>
                    <a:pt x="384789" y="73202"/>
                  </a:cubicBezTo>
                  <a:cubicBezTo>
                    <a:pt x="305844" y="38253"/>
                    <a:pt x="205889" y="25544"/>
                    <a:pt x="205253" y="25544"/>
                  </a:cubicBezTo>
                  <a:cubicBezTo>
                    <a:pt x="196339" y="24273"/>
                    <a:pt x="188063" y="23638"/>
                    <a:pt x="180423" y="23638"/>
                  </a:cubicBezTo>
                  <a:moveTo>
                    <a:pt x="412802" y="504026"/>
                  </a:moveTo>
                  <a:cubicBezTo>
                    <a:pt x="405163" y="504026"/>
                    <a:pt x="396886" y="503391"/>
                    <a:pt x="389246" y="502755"/>
                  </a:cubicBezTo>
                  <a:cubicBezTo>
                    <a:pt x="384153" y="502120"/>
                    <a:pt x="273375" y="490047"/>
                    <a:pt x="203342" y="456369"/>
                  </a:cubicBezTo>
                  <a:cubicBezTo>
                    <a:pt x="121851" y="416972"/>
                    <a:pt x="50545" y="349616"/>
                    <a:pt x="47362" y="347074"/>
                  </a:cubicBezTo>
                  <a:cubicBezTo>
                    <a:pt x="14256" y="312125"/>
                    <a:pt x="-15030" y="270187"/>
                    <a:pt x="8526" y="219352"/>
                  </a:cubicBezTo>
                  <a:lnTo>
                    <a:pt x="84288" y="56045"/>
                  </a:lnTo>
                  <a:cubicBezTo>
                    <a:pt x="98294" y="25544"/>
                    <a:pt x="131401" y="-8769"/>
                    <a:pt x="207799" y="2033"/>
                  </a:cubicBezTo>
                  <a:cubicBezTo>
                    <a:pt x="211619" y="2669"/>
                    <a:pt x="312210" y="15377"/>
                    <a:pt x="393703" y="51597"/>
                  </a:cubicBezTo>
                  <a:cubicBezTo>
                    <a:pt x="465645" y="83369"/>
                    <a:pt x="545227" y="154537"/>
                    <a:pt x="548411" y="157715"/>
                  </a:cubicBezTo>
                  <a:cubicBezTo>
                    <a:pt x="577697" y="186309"/>
                    <a:pt x="613349" y="230154"/>
                    <a:pt x="587246" y="286072"/>
                  </a:cubicBezTo>
                  <a:lnTo>
                    <a:pt x="511484" y="449379"/>
                  </a:lnTo>
                  <a:cubicBezTo>
                    <a:pt x="491748" y="493859"/>
                    <a:pt x="451002" y="504026"/>
                    <a:pt x="412802" y="504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2B720C6E-DC77-193E-FAF5-51FD2217A6CC}"/>
                </a:ext>
              </a:extLst>
            </p:cNvPr>
            <p:cNvSpPr/>
            <p:nvPr/>
          </p:nvSpPr>
          <p:spPr>
            <a:xfrm>
              <a:off x="9365593" y="4452184"/>
              <a:ext cx="42330" cy="41781"/>
            </a:xfrm>
            <a:custGeom>
              <a:avLst/>
              <a:gdLst>
                <a:gd name="connsiteX0" fmla="*/ 21484 w 42330"/>
                <a:gd name="connsiteY0" fmla="*/ 41781 h 41781"/>
                <a:gd name="connsiteX1" fmla="*/ 11934 w 42330"/>
                <a:gd name="connsiteY1" fmla="*/ 39875 h 41781"/>
                <a:gd name="connsiteX2" fmla="*/ 1111 w 42330"/>
                <a:gd name="connsiteY2" fmla="*/ 27801 h 41781"/>
                <a:gd name="connsiteX3" fmla="*/ 2384 w 42330"/>
                <a:gd name="connsiteY3" fmla="*/ 11916 h 41781"/>
                <a:gd name="connsiteX4" fmla="*/ 14480 w 42330"/>
                <a:gd name="connsiteY4" fmla="*/ 1113 h 41781"/>
                <a:gd name="connsiteX5" fmla="*/ 14480 w 42330"/>
                <a:gd name="connsiteY5" fmla="*/ 1113 h 41781"/>
                <a:gd name="connsiteX6" fmla="*/ 41220 w 42330"/>
                <a:gd name="connsiteY6" fmla="*/ 14458 h 41781"/>
                <a:gd name="connsiteX7" fmla="*/ 39947 w 42330"/>
                <a:gd name="connsiteY7" fmla="*/ 30343 h 41781"/>
                <a:gd name="connsiteX8" fmla="*/ 27850 w 42330"/>
                <a:gd name="connsiteY8" fmla="*/ 41146 h 41781"/>
                <a:gd name="connsiteX9" fmla="*/ 21484 w 42330"/>
                <a:gd name="connsiteY9" fmla="*/ 41781 h 41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330" h="41781">
                  <a:moveTo>
                    <a:pt x="21484" y="41781"/>
                  </a:moveTo>
                  <a:cubicBezTo>
                    <a:pt x="18300" y="41781"/>
                    <a:pt x="15117" y="41146"/>
                    <a:pt x="11934" y="39875"/>
                  </a:cubicBezTo>
                  <a:cubicBezTo>
                    <a:pt x="6841" y="37333"/>
                    <a:pt x="3020" y="32885"/>
                    <a:pt x="1111" y="27801"/>
                  </a:cubicBezTo>
                  <a:cubicBezTo>
                    <a:pt x="-799" y="22718"/>
                    <a:pt x="-163" y="16999"/>
                    <a:pt x="2384" y="11916"/>
                  </a:cubicBezTo>
                  <a:cubicBezTo>
                    <a:pt x="4931" y="6832"/>
                    <a:pt x="9387" y="3020"/>
                    <a:pt x="14480" y="1113"/>
                  </a:cubicBezTo>
                  <a:lnTo>
                    <a:pt x="14480" y="1113"/>
                  </a:lnTo>
                  <a:cubicBezTo>
                    <a:pt x="25303" y="-2699"/>
                    <a:pt x="37400" y="3655"/>
                    <a:pt x="41220" y="14458"/>
                  </a:cubicBezTo>
                  <a:cubicBezTo>
                    <a:pt x="43130" y="19541"/>
                    <a:pt x="42493" y="25260"/>
                    <a:pt x="39947" y="30343"/>
                  </a:cubicBezTo>
                  <a:cubicBezTo>
                    <a:pt x="37400" y="35427"/>
                    <a:pt x="32944" y="39239"/>
                    <a:pt x="27850" y="41146"/>
                  </a:cubicBezTo>
                  <a:cubicBezTo>
                    <a:pt x="25941" y="41781"/>
                    <a:pt x="23394" y="41781"/>
                    <a:pt x="21484" y="4178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5C187E7E-0767-C994-E3F7-920DE14102BD}"/>
                </a:ext>
              </a:extLst>
            </p:cNvPr>
            <p:cNvSpPr/>
            <p:nvPr/>
          </p:nvSpPr>
          <p:spPr>
            <a:xfrm>
              <a:off x="9274546" y="4320014"/>
              <a:ext cx="42335" cy="41781"/>
            </a:xfrm>
            <a:custGeom>
              <a:avLst/>
              <a:gdLst>
                <a:gd name="connsiteX0" fmla="*/ 20852 w 42335"/>
                <a:gd name="connsiteY0" fmla="*/ 41781 h 41781"/>
                <a:gd name="connsiteX1" fmla="*/ 1115 w 42335"/>
                <a:gd name="connsiteY1" fmla="*/ 27802 h 41781"/>
                <a:gd name="connsiteX2" fmla="*/ 14485 w 42335"/>
                <a:gd name="connsiteY2" fmla="*/ 1113 h 41781"/>
                <a:gd name="connsiteX3" fmla="*/ 14485 w 42335"/>
                <a:gd name="connsiteY3" fmla="*/ 1113 h 41781"/>
                <a:gd name="connsiteX4" fmla="*/ 41225 w 42335"/>
                <a:gd name="connsiteY4" fmla="*/ 14457 h 41781"/>
                <a:gd name="connsiteX5" fmla="*/ 39951 w 42335"/>
                <a:gd name="connsiteY5" fmla="*/ 30343 h 41781"/>
                <a:gd name="connsiteX6" fmla="*/ 27855 w 42335"/>
                <a:gd name="connsiteY6" fmla="*/ 41146 h 41781"/>
                <a:gd name="connsiteX7" fmla="*/ 20852 w 42335"/>
                <a:gd name="connsiteY7" fmla="*/ 41781 h 41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335" h="41781">
                  <a:moveTo>
                    <a:pt x="20852" y="41781"/>
                  </a:moveTo>
                  <a:cubicBezTo>
                    <a:pt x="11939" y="41781"/>
                    <a:pt x="3662" y="36062"/>
                    <a:pt x="1115" y="27802"/>
                  </a:cubicBezTo>
                  <a:cubicBezTo>
                    <a:pt x="-2704" y="16999"/>
                    <a:pt x="3662" y="4926"/>
                    <a:pt x="14485" y="1113"/>
                  </a:cubicBezTo>
                  <a:lnTo>
                    <a:pt x="14485" y="1113"/>
                  </a:lnTo>
                  <a:cubicBezTo>
                    <a:pt x="25309" y="-2699"/>
                    <a:pt x="37405" y="3655"/>
                    <a:pt x="41225" y="14457"/>
                  </a:cubicBezTo>
                  <a:cubicBezTo>
                    <a:pt x="43135" y="19541"/>
                    <a:pt x="42498" y="25260"/>
                    <a:pt x="39951" y="30343"/>
                  </a:cubicBezTo>
                  <a:cubicBezTo>
                    <a:pt x="37405" y="35427"/>
                    <a:pt x="32948" y="39239"/>
                    <a:pt x="27855" y="41146"/>
                  </a:cubicBezTo>
                  <a:cubicBezTo>
                    <a:pt x="25309" y="41781"/>
                    <a:pt x="22762" y="41781"/>
                    <a:pt x="20852" y="4178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2A433DA9-61ED-A00A-0B7E-F1B590C9461F}"/>
                </a:ext>
              </a:extLst>
            </p:cNvPr>
            <p:cNvSpPr/>
            <p:nvPr/>
          </p:nvSpPr>
          <p:spPr>
            <a:xfrm>
              <a:off x="10314685" y="4628042"/>
              <a:ext cx="709871" cy="97856"/>
            </a:xfrm>
            <a:custGeom>
              <a:avLst/>
              <a:gdLst>
                <a:gd name="connsiteX0" fmla="*/ 697775 w 709871"/>
                <a:gd name="connsiteY0" fmla="*/ 97857 h 97856"/>
                <a:gd name="connsiteX1" fmla="*/ 685678 w 709871"/>
                <a:gd name="connsiteY1" fmla="*/ 85784 h 97856"/>
                <a:gd name="connsiteX2" fmla="*/ 632836 w 709871"/>
                <a:gd name="connsiteY2" fmla="*/ 24146 h 97856"/>
                <a:gd name="connsiteX3" fmla="*/ 77035 w 709871"/>
                <a:gd name="connsiteY3" fmla="*/ 24146 h 97856"/>
                <a:gd name="connsiteX4" fmla="*/ 24192 w 709871"/>
                <a:gd name="connsiteY4" fmla="*/ 85784 h 97856"/>
                <a:gd name="connsiteX5" fmla="*/ 12096 w 709871"/>
                <a:gd name="connsiteY5" fmla="*/ 97857 h 97856"/>
                <a:gd name="connsiteX6" fmla="*/ 0 w 709871"/>
                <a:gd name="connsiteY6" fmla="*/ 85784 h 97856"/>
                <a:gd name="connsiteX7" fmla="*/ 77035 w 709871"/>
                <a:gd name="connsiteY7" fmla="*/ 0 h 97856"/>
                <a:gd name="connsiteX8" fmla="*/ 632836 w 709871"/>
                <a:gd name="connsiteY8" fmla="*/ 0 h 97856"/>
                <a:gd name="connsiteX9" fmla="*/ 709872 w 709871"/>
                <a:gd name="connsiteY9" fmla="*/ 85784 h 97856"/>
                <a:gd name="connsiteX10" fmla="*/ 697775 w 709871"/>
                <a:gd name="connsiteY10" fmla="*/ 97857 h 97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9871" h="97856">
                  <a:moveTo>
                    <a:pt x="697775" y="97857"/>
                  </a:moveTo>
                  <a:cubicBezTo>
                    <a:pt x="690772" y="97857"/>
                    <a:pt x="685678" y="92138"/>
                    <a:pt x="685678" y="85784"/>
                  </a:cubicBezTo>
                  <a:cubicBezTo>
                    <a:pt x="685678" y="52105"/>
                    <a:pt x="662122" y="24146"/>
                    <a:pt x="632836" y="24146"/>
                  </a:cubicBezTo>
                  <a:lnTo>
                    <a:pt x="77035" y="24146"/>
                  </a:lnTo>
                  <a:cubicBezTo>
                    <a:pt x="47749" y="24146"/>
                    <a:pt x="24192" y="51470"/>
                    <a:pt x="24192" y="85784"/>
                  </a:cubicBezTo>
                  <a:cubicBezTo>
                    <a:pt x="24192" y="92773"/>
                    <a:pt x="18462" y="97857"/>
                    <a:pt x="12096" y="97857"/>
                  </a:cubicBezTo>
                  <a:cubicBezTo>
                    <a:pt x="5093" y="97857"/>
                    <a:pt x="0" y="92138"/>
                    <a:pt x="0" y="85784"/>
                  </a:cubicBezTo>
                  <a:cubicBezTo>
                    <a:pt x="0" y="38762"/>
                    <a:pt x="34379" y="0"/>
                    <a:pt x="77035" y="0"/>
                  </a:cubicBezTo>
                  <a:lnTo>
                    <a:pt x="632836" y="0"/>
                  </a:lnTo>
                  <a:cubicBezTo>
                    <a:pt x="675492" y="0"/>
                    <a:pt x="709872" y="38126"/>
                    <a:pt x="709872" y="85784"/>
                  </a:cubicBezTo>
                  <a:cubicBezTo>
                    <a:pt x="709872" y="92138"/>
                    <a:pt x="704142" y="97857"/>
                    <a:pt x="697775" y="978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C73417CA-1C75-3084-8B2E-7EE6E1F18F07}"/>
                </a:ext>
              </a:extLst>
            </p:cNvPr>
            <p:cNvSpPr/>
            <p:nvPr/>
          </p:nvSpPr>
          <p:spPr>
            <a:xfrm>
              <a:off x="10234466" y="4772920"/>
              <a:ext cx="856302" cy="24146"/>
            </a:xfrm>
            <a:custGeom>
              <a:avLst/>
              <a:gdLst>
                <a:gd name="connsiteX0" fmla="*/ 844207 w 856302"/>
                <a:gd name="connsiteY0" fmla="*/ 24147 h 24146"/>
                <a:gd name="connsiteX1" fmla="*/ 12097 w 856302"/>
                <a:gd name="connsiteY1" fmla="*/ 24147 h 24146"/>
                <a:gd name="connsiteX2" fmla="*/ 0 w 856302"/>
                <a:gd name="connsiteY2" fmla="*/ 12073 h 24146"/>
                <a:gd name="connsiteX3" fmla="*/ 12097 w 856302"/>
                <a:gd name="connsiteY3" fmla="*/ 0 h 24146"/>
                <a:gd name="connsiteX4" fmla="*/ 844207 w 856302"/>
                <a:gd name="connsiteY4" fmla="*/ 0 h 24146"/>
                <a:gd name="connsiteX5" fmla="*/ 856302 w 856302"/>
                <a:gd name="connsiteY5" fmla="*/ 12073 h 24146"/>
                <a:gd name="connsiteX6" fmla="*/ 844207 w 856302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6302" h="24146">
                  <a:moveTo>
                    <a:pt x="844207" y="24147"/>
                  </a:moveTo>
                  <a:lnTo>
                    <a:pt x="12097" y="24147"/>
                  </a:lnTo>
                  <a:cubicBezTo>
                    <a:pt x="5094" y="24147"/>
                    <a:pt x="0" y="18428"/>
                    <a:pt x="0" y="12073"/>
                  </a:cubicBezTo>
                  <a:cubicBezTo>
                    <a:pt x="0" y="5084"/>
                    <a:pt x="5730" y="0"/>
                    <a:pt x="12097" y="0"/>
                  </a:cubicBezTo>
                  <a:lnTo>
                    <a:pt x="844207" y="0"/>
                  </a:lnTo>
                  <a:cubicBezTo>
                    <a:pt x="851210" y="0"/>
                    <a:pt x="856302" y="5719"/>
                    <a:pt x="856302" y="12073"/>
                  </a:cubicBezTo>
                  <a:cubicBezTo>
                    <a:pt x="856302" y="18428"/>
                    <a:pt x="851210" y="24147"/>
                    <a:pt x="844207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89494A79-07B6-CFFF-4644-FEDC3558E84A}"/>
                </a:ext>
              </a:extLst>
            </p:cNvPr>
            <p:cNvSpPr/>
            <p:nvPr/>
          </p:nvSpPr>
          <p:spPr>
            <a:xfrm>
              <a:off x="10149791" y="3570044"/>
              <a:ext cx="1040932" cy="220495"/>
            </a:xfrm>
            <a:custGeom>
              <a:avLst/>
              <a:gdLst>
                <a:gd name="connsiteX0" fmla="*/ 1027563 w 1040932"/>
                <a:gd name="connsiteY0" fmla="*/ 220496 h 220495"/>
                <a:gd name="connsiteX1" fmla="*/ 1015467 w 1040932"/>
                <a:gd name="connsiteY1" fmla="*/ 208422 h 220495"/>
                <a:gd name="connsiteX2" fmla="*/ 1015467 w 1040932"/>
                <a:gd name="connsiteY2" fmla="*/ 142337 h 220495"/>
                <a:gd name="connsiteX3" fmla="*/ 902778 w 1040932"/>
                <a:gd name="connsiteY3" fmla="*/ 24146 h 220495"/>
                <a:gd name="connsiteX4" fmla="*/ 136881 w 1040932"/>
                <a:gd name="connsiteY4" fmla="*/ 24146 h 220495"/>
                <a:gd name="connsiteX5" fmla="*/ 24192 w 1040932"/>
                <a:gd name="connsiteY5" fmla="*/ 142337 h 220495"/>
                <a:gd name="connsiteX6" fmla="*/ 24192 w 1040932"/>
                <a:gd name="connsiteY6" fmla="*/ 208422 h 220495"/>
                <a:gd name="connsiteX7" fmla="*/ 12097 w 1040932"/>
                <a:gd name="connsiteY7" fmla="*/ 220496 h 220495"/>
                <a:gd name="connsiteX8" fmla="*/ 0 w 1040932"/>
                <a:gd name="connsiteY8" fmla="*/ 208422 h 220495"/>
                <a:gd name="connsiteX9" fmla="*/ 0 w 1040932"/>
                <a:gd name="connsiteY9" fmla="*/ 142337 h 220495"/>
                <a:gd name="connsiteX10" fmla="*/ 137518 w 1040932"/>
                <a:gd name="connsiteY10" fmla="*/ 0 h 220495"/>
                <a:gd name="connsiteX11" fmla="*/ 903415 w 1040932"/>
                <a:gd name="connsiteY11" fmla="*/ 0 h 220495"/>
                <a:gd name="connsiteX12" fmla="*/ 1040933 w 1040932"/>
                <a:gd name="connsiteY12" fmla="*/ 142337 h 220495"/>
                <a:gd name="connsiteX13" fmla="*/ 1040933 w 1040932"/>
                <a:gd name="connsiteY13" fmla="*/ 208422 h 220495"/>
                <a:gd name="connsiteX14" fmla="*/ 1027563 w 1040932"/>
                <a:gd name="connsiteY14" fmla="*/ 220496 h 220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40932" h="220495">
                  <a:moveTo>
                    <a:pt x="1027563" y="220496"/>
                  </a:moveTo>
                  <a:cubicBezTo>
                    <a:pt x="1020559" y="220496"/>
                    <a:pt x="1015467" y="214777"/>
                    <a:pt x="1015467" y="208422"/>
                  </a:cubicBezTo>
                  <a:lnTo>
                    <a:pt x="1015467" y="142337"/>
                  </a:lnTo>
                  <a:cubicBezTo>
                    <a:pt x="1015467" y="77523"/>
                    <a:pt x="964534" y="24146"/>
                    <a:pt x="902778" y="24146"/>
                  </a:cubicBezTo>
                  <a:lnTo>
                    <a:pt x="136881" y="24146"/>
                  </a:lnTo>
                  <a:cubicBezTo>
                    <a:pt x="74488" y="24146"/>
                    <a:pt x="24192" y="76888"/>
                    <a:pt x="24192" y="142337"/>
                  </a:cubicBezTo>
                  <a:lnTo>
                    <a:pt x="24192" y="208422"/>
                  </a:lnTo>
                  <a:cubicBezTo>
                    <a:pt x="24192" y="215412"/>
                    <a:pt x="18463" y="220496"/>
                    <a:pt x="12097" y="220496"/>
                  </a:cubicBezTo>
                  <a:cubicBezTo>
                    <a:pt x="5093" y="220496"/>
                    <a:pt x="0" y="214777"/>
                    <a:pt x="0" y="208422"/>
                  </a:cubicBezTo>
                  <a:lnTo>
                    <a:pt x="0" y="142337"/>
                  </a:lnTo>
                  <a:cubicBezTo>
                    <a:pt x="0" y="63543"/>
                    <a:pt x="61755" y="0"/>
                    <a:pt x="137518" y="0"/>
                  </a:cubicBezTo>
                  <a:lnTo>
                    <a:pt x="903415" y="0"/>
                  </a:lnTo>
                  <a:cubicBezTo>
                    <a:pt x="979177" y="0"/>
                    <a:pt x="1040933" y="63543"/>
                    <a:pt x="1040933" y="142337"/>
                  </a:cubicBezTo>
                  <a:lnTo>
                    <a:pt x="1040933" y="208422"/>
                  </a:lnTo>
                  <a:cubicBezTo>
                    <a:pt x="1040296" y="214777"/>
                    <a:pt x="1034566" y="220496"/>
                    <a:pt x="1027563" y="2204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3E376481-8E4F-7796-E111-D5B64B7DEF89}"/>
                </a:ext>
              </a:extLst>
            </p:cNvPr>
            <p:cNvSpPr/>
            <p:nvPr/>
          </p:nvSpPr>
          <p:spPr>
            <a:xfrm>
              <a:off x="10230585" y="3722352"/>
              <a:ext cx="875659" cy="939367"/>
            </a:xfrm>
            <a:custGeom>
              <a:avLst/>
              <a:gdLst>
                <a:gd name="connsiteX0" fmla="*/ 734125 w 875659"/>
                <a:gd name="connsiteY0" fmla="*/ 939368 h 939367"/>
                <a:gd name="connsiteX1" fmla="*/ 142672 w 875659"/>
                <a:gd name="connsiteY1" fmla="*/ 939368 h 939367"/>
                <a:gd name="connsiteX2" fmla="*/ 130575 w 875659"/>
                <a:gd name="connsiteY2" fmla="*/ 929201 h 939367"/>
                <a:gd name="connsiteX3" fmla="*/ 60 w 875659"/>
                <a:gd name="connsiteY3" fmla="*/ 14176 h 939367"/>
                <a:gd name="connsiteX4" fmla="*/ 10247 w 875659"/>
                <a:gd name="connsiteY4" fmla="*/ 196 h 939367"/>
                <a:gd name="connsiteX5" fmla="*/ 24254 w 875659"/>
                <a:gd name="connsiteY5" fmla="*/ 10363 h 939367"/>
                <a:gd name="connsiteX6" fmla="*/ 152858 w 875659"/>
                <a:gd name="connsiteY6" fmla="*/ 914586 h 939367"/>
                <a:gd name="connsiteX7" fmla="*/ 722665 w 875659"/>
                <a:gd name="connsiteY7" fmla="*/ 914586 h 939367"/>
                <a:gd name="connsiteX8" fmla="*/ 851270 w 875659"/>
                <a:gd name="connsiteY8" fmla="*/ 10363 h 939367"/>
                <a:gd name="connsiteX9" fmla="*/ 865276 w 875659"/>
                <a:gd name="connsiteY9" fmla="*/ 196 h 939367"/>
                <a:gd name="connsiteX10" fmla="*/ 875463 w 875659"/>
                <a:gd name="connsiteY10" fmla="*/ 14176 h 939367"/>
                <a:gd name="connsiteX11" fmla="*/ 744948 w 875659"/>
                <a:gd name="connsiteY11" fmla="*/ 929201 h 939367"/>
                <a:gd name="connsiteX12" fmla="*/ 734125 w 875659"/>
                <a:gd name="connsiteY12" fmla="*/ 939368 h 93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5659" h="939367">
                  <a:moveTo>
                    <a:pt x="734125" y="939368"/>
                  </a:moveTo>
                  <a:lnTo>
                    <a:pt x="142672" y="939368"/>
                  </a:lnTo>
                  <a:cubicBezTo>
                    <a:pt x="136305" y="939368"/>
                    <a:pt x="131211" y="934920"/>
                    <a:pt x="130575" y="929201"/>
                  </a:cubicBezTo>
                  <a:lnTo>
                    <a:pt x="60" y="14176"/>
                  </a:lnTo>
                  <a:cubicBezTo>
                    <a:pt x="-576" y="7821"/>
                    <a:pt x="3880" y="1467"/>
                    <a:pt x="10247" y="196"/>
                  </a:cubicBezTo>
                  <a:cubicBezTo>
                    <a:pt x="17251" y="-1075"/>
                    <a:pt x="22980" y="4009"/>
                    <a:pt x="24254" y="10363"/>
                  </a:cubicBezTo>
                  <a:lnTo>
                    <a:pt x="152858" y="914586"/>
                  </a:lnTo>
                  <a:lnTo>
                    <a:pt x="722665" y="914586"/>
                  </a:lnTo>
                  <a:lnTo>
                    <a:pt x="851270" y="10363"/>
                  </a:lnTo>
                  <a:cubicBezTo>
                    <a:pt x="851907" y="4009"/>
                    <a:pt x="858273" y="-1075"/>
                    <a:pt x="865276" y="196"/>
                  </a:cubicBezTo>
                  <a:cubicBezTo>
                    <a:pt x="871643" y="832"/>
                    <a:pt x="876736" y="7186"/>
                    <a:pt x="875463" y="14176"/>
                  </a:cubicBezTo>
                  <a:lnTo>
                    <a:pt x="744948" y="929201"/>
                  </a:lnTo>
                  <a:cubicBezTo>
                    <a:pt x="745585" y="934920"/>
                    <a:pt x="740492" y="939368"/>
                    <a:pt x="734125" y="9393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94A55A99-00A2-B60C-3D16-6CC558E3C02C}"/>
                </a:ext>
              </a:extLst>
            </p:cNvPr>
            <p:cNvSpPr/>
            <p:nvPr/>
          </p:nvSpPr>
          <p:spPr>
            <a:xfrm>
              <a:off x="10317231" y="3422623"/>
              <a:ext cx="443113" cy="244642"/>
            </a:xfrm>
            <a:custGeom>
              <a:avLst/>
              <a:gdLst>
                <a:gd name="connsiteX0" fmla="*/ 429743 w 443113"/>
                <a:gd name="connsiteY0" fmla="*/ 244642 h 244642"/>
                <a:gd name="connsiteX1" fmla="*/ 417647 w 443113"/>
                <a:gd name="connsiteY1" fmla="*/ 232569 h 244642"/>
                <a:gd name="connsiteX2" fmla="*/ 220920 w 443113"/>
                <a:gd name="connsiteY2" fmla="*/ 24782 h 244642"/>
                <a:gd name="connsiteX3" fmla="*/ 24193 w 443113"/>
                <a:gd name="connsiteY3" fmla="*/ 232569 h 244642"/>
                <a:gd name="connsiteX4" fmla="*/ 12097 w 443113"/>
                <a:gd name="connsiteY4" fmla="*/ 244642 h 244642"/>
                <a:gd name="connsiteX5" fmla="*/ 0 w 443113"/>
                <a:gd name="connsiteY5" fmla="*/ 232569 h 244642"/>
                <a:gd name="connsiteX6" fmla="*/ 221557 w 443113"/>
                <a:gd name="connsiteY6" fmla="*/ 0 h 244642"/>
                <a:gd name="connsiteX7" fmla="*/ 443113 w 443113"/>
                <a:gd name="connsiteY7" fmla="*/ 232569 h 244642"/>
                <a:gd name="connsiteX8" fmla="*/ 429743 w 443113"/>
                <a:gd name="connsiteY8" fmla="*/ 244642 h 24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3113" h="244642">
                  <a:moveTo>
                    <a:pt x="429743" y="244642"/>
                  </a:moveTo>
                  <a:cubicBezTo>
                    <a:pt x="422740" y="244642"/>
                    <a:pt x="417647" y="238923"/>
                    <a:pt x="417647" y="232569"/>
                  </a:cubicBezTo>
                  <a:cubicBezTo>
                    <a:pt x="417647" y="117555"/>
                    <a:pt x="329152" y="24782"/>
                    <a:pt x="220920" y="24782"/>
                  </a:cubicBezTo>
                  <a:cubicBezTo>
                    <a:pt x="112689" y="24782"/>
                    <a:pt x="24193" y="118191"/>
                    <a:pt x="24193" y="232569"/>
                  </a:cubicBezTo>
                  <a:cubicBezTo>
                    <a:pt x="24193" y="239559"/>
                    <a:pt x="18463" y="244642"/>
                    <a:pt x="12097" y="244642"/>
                  </a:cubicBezTo>
                  <a:cubicBezTo>
                    <a:pt x="5094" y="244642"/>
                    <a:pt x="0" y="238923"/>
                    <a:pt x="0" y="232569"/>
                  </a:cubicBezTo>
                  <a:cubicBezTo>
                    <a:pt x="0" y="104211"/>
                    <a:pt x="99319" y="0"/>
                    <a:pt x="221557" y="0"/>
                  </a:cubicBezTo>
                  <a:cubicBezTo>
                    <a:pt x="343794" y="0"/>
                    <a:pt x="443113" y="104211"/>
                    <a:pt x="443113" y="232569"/>
                  </a:cubicBezTo>
                  <a:cubicBezTo>
                    <a:pt x="442476" y="238923"/>
                    <a:pt x="436747" y="244642"/>
                    <a:pt x="429743" y="2446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BCB0945E-BC69-F74E-82C2-4D8899C8D6F5}"/>
                </a:ext>
              </a:extLst>
            </p:cNvPr>
            <p:cNvSpPr/>
            <p:nvPr/>
          </p:nvSpPr>
          <p:spPr>
            <a:xfrm>
              <a:off x="10352884" y="3727631"/>
              <a:ext cx="632835" cy="24146"/>
            </a:xfrm>
            <a:custGeom>
              <a:avLst/>
              <a:gdLst>
                <a:gd name="connsiteX0" fmla="*/ 620740 w 632835"/>
                <a:gd name="connsiteY0" fmla="*/ 24147 h 24146"/>
                <a:gd name="connsiteX1" fmla="*/ 12096 w 632835"/>
                <a:gd name="connsiteY1" fmla="*/ 24147 h 24146"/>
                <a:gd name="connsiteX2" fmla="*/ 0 w 632835"/>
                <a:gd name="connsiteY2" fmla="*/ 12073 h 24146"/>
                <a:gd name="connsiteX3" fmla="*/ 12096 w 632835"/>
                <a:gd name="connsiteY3" fmla="*/ 0 h 24146"/>
                <a:gd name="connsiteX4" fmla="*/ 620740 w 632835"/>
                <a:gd name="connsiteY4" fmla="*/ 0 h 24146"/>
                <a:gd name="connsiteX5" fmla="*/ 632836 w 632835"/>
                <a:gd name="connsiteY5" fmla="*/ 12073 h 24146"/>
                <a:gd name="connsiteX6" fmla="*/ 620740 w 6328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2835" h="24146">
                  <a:moveTo>
                    <a:pt x="620740" y="24147"/>
                  </a:moveTo>
                  <a:lnTo>
                    <a:pt x="12096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29" y="0"/>
                    <a:pt x="12096" y="0"/>
                  </a:cubicBezTo>
                  <a:lnTo>
                    <a:pt x="620740" y="0"/>
                  </a:lnTo>
                  <a:cubicBezTo>
                    <a:pt x="627743" y="0"/>
                    <a:pt x="632836" y="5719"/>
                    <a:pt x="632836" y="12073"/>
                  </a:cubicBezTo>
                  <a:cubicBezTo>
                    <a:pt x="632836" y="18428"/>
                    <a:pt x="627743" y="24147"/>
                    <a:pt x="620740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CB780B53-8005-4AE8-D49B-781C864FFAB4}"/>
                </a:ext>
              </a:extLst>
            </p:cNvPr>
            <p:cNvSpPr/>
            <p:nvPr/>
          </p:nvSpPr>
          <p:spPr>
            <a:xfrm>
              <a:off x="10831793" y="3093611"/>
              <a:ext cx="372157" cy="372221"/>
            </a:xfrm>
            <a:custGeom>
              <a:avLst/>
              <a:gdLst>
                <a:gd name="connsiteX0" fmla="*/ 11953 w 372157"/>
                <a:gd name="connsiteY0" fmla="*/ 372221 h 372221"/>
                <a:gd name="connsiteX1" fmla="*/ 8770 w 372157"/>
                <a:gd name="connsiteY1" fmla="*/ 371586 h 372221"/>
                <a:gd name="connsiteX2" fmla="*/ 493 w 372157"/>
                <a:gd name="connsiteY2" fmla="*/ 356336 h 372221"/>
                <a:gd name="connsiteX3" fmla="*/ 61612 w 372157"/>
                <a:gd name="connsiteY3" fmla="*/ 144736 h 372221"/>
                <a:gd name="connsiteX4" fmla="*/ 141831 w 372157"/>
                <a:gd name="connsiteY4" fmla="*/ 64036 h 372221"/>
                <a:gd name="connsiteX5" fmla="*/ 356384 w 372157"/>
                <a:gd name="connsiteY5" fmla="*/ 492 h 372221"/>
                <a:gd name="connsiteX6" fmla="*/ 371664 w 372157"/>
                <a:gd name="connsiteY6" fmla="*/ 8753 h 372221"/>
                <a:gd name="connsiteX7" fmla="*/ 363387 w 372157"/>
                <a:gd name="connsiteY7" fmla="*/ 24003 h 372221"/>
                <a:gd name="connsiteX8" fmla="*/ 148834 w 372157"/>
                <a:gd name="connsiteY8" fmla="*/ 87547 h 372221"/>
                <a:gd name="connsiteX9" fmla="*/ 85169 w 372157"/>
                <a:gd name="connsiteY9" fmla="*/ 151726 h 372221"/>
                <a:gd name="connsiteX10" fmla="*/ 24050 w 372157"/>
                <a:gd name="connsiteY10" fmla="*/ 363325 h 372221"/>
                <a:gd name="connsiteX11" fmla="*/ 11953 w 372157"/>
                <a:gd name="connsiteY11" fmla="*/ 372221 h 372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157" h="372221">
                  <a:moveTo>
                    <a:pt x="11953" y="372221"/>
                  </a:moveTo>
                  <a:cubicBezTo>
                    <a:pt x="10680" y="372221"/>
                    <a:pt x="9407" y="372221"/>
                    <a:pt x="8770" y="371586"/>
                  </a:cubicBezTo>
                  <a:cubicBezTo>
                    <a:pt x="2403" y="369680"/>
                    <a:pt x="-1416" y="362690"/>
                    <a:pt x="493" y="356336"/>
                  </a:cubicBezTo>
                  <a:lnTo>
                    <a:pt x="61612" y="144736"/>
                  </a:lnTo>
                  <a:cubicBezTo>
                    <a:pt x="73072" y="105339"/>
                    <a:pt x="102995" y="75474"/>
                    <a:pt x="141831" y="64036"/>
                  </a:cubicBezTo>
                  <a:lnTo>
                    <a:pt x="356384" y="492"/>
                  </a:lnTo>
                  <a:cubicBezTo>
                    <a:pt x="362751" y="-1414"/>
                    <a:pt x="369754" y="2399"/>
                    <a:pt x="371664" y="8753"/>
                  </a:cubicBezTo>
                  <a:cubicBezTo>
                    <a:pt x="373574" y="15107"/>
                    <a:pt x="369754" y="22097"/>
                    <a:pt x="363387" y="24003"/>
                  </a:cubicBezTo>
                  <a:lnTo>
                    <a:pt x="148834" y="87547"/>
                  </a:lnTo>
                  <a:cubicBezTo>
                    <a:pt x="117638" y="97078"/>
                    <a:pt x="94082" y="120589"/>
                    <a:pt x="85169" y="151726"/>
                  </a:cubicBezTo>
                  <a:lnTo>
                    <a:pt x="24050" y="363325"/>
                  </a:lnTo>
                  <a:cubicBezTo>
                    <a:pt x="22140" y="369044"/>
                    <a:pt x="17683" y="372221"/>
                    <a:pt x="11953" y="37222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67B41F03-878F-F910-6E2C-47A152301D5D}"/>
                </a:ext>
              </a:extLst>
            </p:cNvPr>
            <p:cNvSpPr/>
            <p:nvPr/>
          </p:nvSpPr>
          <p:spPr>
            <a:xfrm>
              <a:off x="10548337" y="3336839"/>
              <a:ext cx="443112" cy="244642"/>
            </a:xfrm>
            <a:custGeom>
              <a:avLst/>
              <a:gdLst>
                <a:gd name="connsiteX0" fmla="*/ 429743 w 443112"/>
                <a:gd name="connsiteY0" fmla="*/ 244642 h 244642"/>
                <a:gd name="connsiteX1" fmla="*/ 417646 w 443112"/>
                <a:gd name="connsiteY1" fmla="*/ 232569 h 244642"/>
                <a:gd name="connsiteX2" fmla="*/ 220919 w 443112"/>
                <a:gd name="connsiteY2" fmla="*/ 24782 h 244642"/>
                <a:gd name="connsiteX3" fmla="*/ 24193 w 443112"/>
                <a:gd name="connsiteY3" fmla="*/ 232569 h 244642"/>
                <a:gd name="connsiteX4" fmla="*/ 12097 w 443112"/>
                <a:gd name="connsiteY4" fmla="*/ 244642 h 244642"/>
                <a:gd name="connsiteX5" fmla="*/ 0 w 443112"/>
                <a:gd name="connsiteY5" fmla="*/ 232569 h 244642"/>
                <a:gd name="connsiteX6" fmla="*/ 221557 w 443112"/>
                <a:gd name="connsiteY6" fmla="*/ 0 h 244642"/>
                <a:gd name="connsiteX7" fmla="*/ 443113 w 443112"/>
                <a:gd name="connsiteY7" fmla="*/ 232569 h 244642"/>
                <a:gd name="connsiteX8" fmla="*/ 429743 w 443112"/>
                <a:gd name="connsiteY8" fmla="*/ 244642 h 24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3112" h="244642">
                  <a:moveTo>
                    <a:pt x="429743" y="244642"/>
                  </a:moveTo>
                  <a:cubicBezTo>
                    <a:pt x="422740" y="244642"/>
                    <a:pt x="417646" y="238923"/>
                    <a:pt x="417646" y="232569"/>
                  </a:cubicBezTo>
                  <a:cubicBezTo>
                    <a:pt x="417646" y="117555"/>
                    <a:pt x="329151" y="24782"/>
                    <a:pt x="220919" y="24782"/>
                  </a:cubicBezTo>
                  <a:cubicBezTo>
                    <a:pt x="112688" y="24782"/>
                    <a:pt x="24193" y="118191"/>
                    <a:pt x="24193" y="232569"/>
                  </a:cubicBezTo>
                  <a:cubicBezTo>
                    <a:pt x="24193" y="239559"/>
                    <a:pt x="18463" y="244642"/>
                    <a:pt x="12097" y="244642"/>
                  </a:cubicBezTo>
                  <a:cubicBezTo>
                    <a:pt x="5094" y="244642"/>
                    <a:pt x="0" y="238923"/>
                    <a:pt x="0" y="232569"/>
                  </a:cubicBezTo>
                  <a:cubicBezTo>
                    <a:pt x="0" y="104211"/>
                    <a:pt x="99318" y="0"/>
                    <a:pt x="221557" y="0"/>
                  </a:cubicBezTo>
                  <a:cubicBezTo>
                    <a:pt x="343794" y="0"/>
                    <a:pt x="443113" y="104211"/>
                    <a:pt x="443113" y="232569"/>
                  </a:cubicBezTo>
                  <a:cubicBezTo>
                    <a:pt x="441840" y="238923"/>
                    <a:pt x="436109" y="244642"/>
                    <a:pt x="429743" y="2446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13C8C95C-CD3F-13B4-C44B-F707ACBAC11C}"/>
                </a:ext>
              </a:extLst>
            </p:cNvPr>
            <p:cNvSpPr/>
            <p:nvPr/>
          </p:nvSpPr>
          <p:spPr>
            <a:xfrm>
              <a:off x="458907" y="4908751"/>
              <a:ext cx="701639" cy="558063"/>
            </a:xfrm>
            <a:custGeom>
              <a:avLst/>
              <a:gdLst>
                <a:gd name="connsiteX0" fmla="*/ 532585 w 701639"/>
                <a:gd name="connsiteY0" fmla="*/ 24299 h 558063"/>
                <a:gd name="connsiteX1" fmla="*/ 513486 w 701639"/>
                <a:gd name="connsiteY1" fmla="*/ 26841 h 558063"/>
                <a:gd name="connsiteX2" fmla="*/ 86289 w 701639"/>
                <a:gd name="connsiteY2" fmla="*/ 137406 h 558063"/>
                <a:gd name="connsiteX3" fmla="*/ 27717 w 701639"/>
                <a:gd name="connsiteY3" fmla="*/ 250514 h 558063"/>
                <a:gd name="connsiteX4" fmla="*/ 82469 w 701639"/>
                <a:gd name="connsiteY4" fmla="*/ 460842 h 558063"/>
                <a:gd name="connsiteX5" fmla="*/ 123852 w 701639"/>
                <a:gd name="connsiteY5" fmla="*/ 519938 h 558063"/>
                <a:gd name="connsiteX6" fmla="*/ 188154 w 701639"/>
                <a:gd name="connsiteY6" fmla="*/ 531376 h 558063"/>
                <a:gd name="connsiteX7" fmla="*/ 615351 w 701639"/>
                <a:gd name="connsiteY7" fmla="*/ 420810 h 558063"/>
                <a:gd name="connsiteX8" fmla="*/ 673923 w 701639"/>
                <a:gd name="connsiteY8" fmla="*/ 307703 h 558063"/>
                <a:gd name="connsiteX9" fmla="*/ 619171 w 701639"/>
                <a:gd name="connsiteY9" fmla="*/ 97374 h 558063"/>
                <a:gd name="connsiteX10" fmla="*/ 577788 w 701639"/>
                <a:gd name="connsiteY10" fmla="*/ 38279 h 558063"/>
                <a:gd name="connsiteX11" fmla="*/ 532585 w 701639"/>
                <a:gd name="connsiteY11" fmla="*/ 24299 h 558063"/>
                <a:gd name="connsiteX12" fmla="*/ 169055 w 701639"/>
                <a:gd name="connsiteY12" fmla="*/ 558064 h 558063"/>
                <a:gd name="connsiteX13" fmla="*/ 110482 w 701639"/>
                <a:gd name="connsiteY13" fmla="*/ 540272 h 558063"/>
                <a:gd name="connsiteX14" fmla="*/ 58913 w 701639"/>
                <a:gd name="connsiteY14" fmla="*/ 467197 h 558063"/>
                <a:gd name="connsiteX15" fmla="*/ 4161 w 701639"/>
                <a:gd name="connsiteY15" fmla="*/ 256868 h 558063"/>
                <a:gd name="connsiteX16" fmla="*/ 79923 w 701639"/>
                <a:gd name="connsiteY16" fmla="*/ 113895 h 558063"/>
                <a:gd name="connsiteX17" fmla="*/ 507119 w 701639"/>
                <a:gd name="connsiteY17" fmla="*/ 3330 h 558063"/>
                <a:gd name="connsiteX18" fmla="*/ 591158 w 701639"/>
                <a:gd name="connsiteY18" fmla="*/ 17945 h 558063"/>
                <a:gd name="connsiteX19" fmla="*/ 642727 w 701639"/>
                <a:gd name="connsiteY19" fmla="*/ 91020 h 558063"/>
                <a:gd name="connsiteX20" fmla="*/ 697479 w 701639"/>
                <a:gd name="connsiteY20" fmla="*/ 301349 h 558063"/>
                <a:gd name="connsiteX21" fmla="*/ 621717 w 701639"/>
                <a:gd name="connsiteY21" fmla="*/ 444321 h 558063"/>
                <a:gd name="connsiteX22" fmla="*/ 194521 w 701639"/>
                <a:gd name="connsiteY22" fmla="*/ 554887 h 558063"/>
                <a:gd name="connsiteX23" fmla="*/ 169055 w 701639"/>
                <a:gd name="connsiteY23" fmla="*/ 558064 h 558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01639" h="558063">
                  <a:moveTo>
                    <a:pt x="532585" y="24299"/>
                  </a:moveTo>
                  <a:cubicBezTo>
                    <a:pt x="526219" y="24299"/>
                    <a:pt x="519852" y="24935"/>
                    <a:pt x="513486" y="26841"/>
                  </a:cubicBezTo>
                  <a:lnTo>
                    <a:pt x="86289" y="137406"/>
                  </a:lnTo>
                  <a:cubicBezTo>
                    <a:pt x="41087" y="148844"/>
                    <a:pt x="14984" y="199679"/>
                    <a:pt x="27717" y="250514"/>
                  </a:cubicBezTo>
                  <a:lnTo>
                    <a:pt x="82469" y="460842"/>
                  </a:lnTo>
                  <a:cubicBezTo>
                    <a:pt x="88836" y="485624"/>
                    <a:pt x="103479" y="506594"/>
                    <a:pt x="123852" y="519938"/>
                  </a:cubicBezTo>
                  <a:cubicBezTo>
                    <a:pt x="143588" y="533282"/>
                    <a:pt x="166508" y="537094"/>
                    <a:pt x="188154" y="531376"/>
                  </a:cubicBezTo>
                  <a:lnTo>
                    <a:pt x="615351" y="420810"/>
                  </a:lnTo>
                  <a:cubicBezTo>
                    <a:pt x="660553" y="409372"/>
                    <a:pt x="686656" y="358538"/>
                    <a:pt x="673923" y="307703"/>
                  </a:cubicBezTo>
                  <a:lnTo>
                    <a:pt x="619171" y="97374"/>
                  </a:lnTo>
                  <a:cubicBezTo>
                    <a:pt x="612804" y="72592"/>
                    <a:pt x="598161" y="51623"/>
                    <a:pt x="577788" y="38279"/>
                  </a:cubicBezTo>
                  <a:cubicBezTo>
                    <a:pt x="563781" y="28747"/>
                    <a:pt x="548502" y="24299"/>
                    <a:pt x="532585" y="24299"/>
                  </a:cubicBezTo>
                  <a:moveTo>
                    <a:pt x="169055" y="558064"/>
                  </a:moveTo>
                  <a:cubicBezTo>
                    <a:pt x="148682" y="558064"/>
                    <a:pt x="128309" y="551710"/>
                    <a:pt x="110482" y="540272"/>
                  </a:cubicBezTo>
                  <a:cubicBezTo>
                    <a:pt x="85016" y="523750"/>
                    <a:pt x="66553" y="497698"/>
                    <a:pt x="58913" y="467197"/>
                  </a:cubicBezTo>
                  <a:lnTo>
                    <a:pt x="4161" y="256868"/>
                  </a:lnTo>
                  <a:cubicBezTo>
                    <a:pt x="-12392" y="193325"/>
                    <a:pt x="21987" y="129146"/>
                    <a:pt x="79923" y="113895"/>
                  </a:cubicBezTo>
                  <a:lnTo>
                    <a:pt x="507119" y="3330"/>
                  </a:lnTo>
                  <a:cubicBezTo>
                    <a:pt x="535769" y="-4295"/>
                    <a:pt x="565691" y="1423"/>
                    <a:pt x="591158" y="17945"/>
                  </a:cubicBezTo>
                  <a:cubicBezTo>
                    <a:pt x="616624" y="34466"/>
                    <a:pt x="635087" y="60519"/>
                    <a:pt x="642727" y="91020"/>
                  </a:cubicBezTo>
                  <a:lnTo>
                    <a:pt x="697479" y="301349"/>
                  </a:lnTo>
                  <a:cubicBezTo>
                    <a:pt x="714032" y="364892"/>
                    <a:pt x="679653" y="429071"/>
                    <a:pt x="621717" y="444321"/>
                  </a:cubicBezTo>
                  <a:lnTo>
                    <a:pt x="194521" y="554887"/>
                  </a:lnTo>
                  <a:cubicBezTo>
                    <a:pt x="186244" y="556793"/>
                    <a:pt x="177331" y="558064"/>
                    <a:pt x="169055" y="55806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AA197EB2-1F27-378E-93D5-9A47E247A50E}"/>
                </a:ext>
              </a:extLst>
            </p:cNvPr>
            <p:cNvSpPr/>
            <p:nvPr/>
          </p:nvSpPr>
          <p:spPr>
            <a:xfrm>
              <a:off x="981306" y="5178328"/>
              <a:ext cx="42019" cy="41938"/>
            </a:xfrm>
            <a:custGeom>
              <a:avLst/>
              <a:gdLst>
                <a:gd name="connsiteX0" fmla="*/ 21010 w 42019"/>
                <a:gd name="connsiteY0" fmla="*/ 41939 h 41938"/>
                <a:gd name="connsiteX1" fmla="*/ 0 w 42019"/>
                <a:gd name="connsiteY1" fmla="*/ 21605 h 41938"/>
                <a:gd name="connsiteX2" fmla="*/ 0 w 42019"/>
                <a:gd name="connsiteY2" fmla="*/ 21605 h 41938"/>
                <a:gd name="connsiteX3" fmla="*/ 20373 w 42019"/>
                <a:gd name="connsiteY3" fmla="*/ 0 h 41938"/>
                <a:gd name="connsiteX4" fmla="*/ 21010 w 42019"/>
                <a:gd name="connsiteY4" fmla="*/ 0 h 41938"/>
                <a:gd name="connsiteX5" fmla="*/ 42019 w 42019"/>
                <a:gd name="connsiteY5" fmla="*/ 20334 h 41938"/>
                <a:gd name="connsiteX6" fmla="*/ 21010 w 42019"/>
                <a:gd name="connsiteY6" fmla="*/ 41939 h 41938"/>
                <a:gd name="connsiteX7" fmla="*/ 21010 w 42019"/>
                <a:gd name="connsiteY7" fmla="*/ 41939 h 4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19" h="41938">
                  <a:moveTo>
                    <a:pt x="21010" y="41939"/>
                  </a:moveTo>
                  <a:cubicBezTo>
                    <a:pt x="9550" y="41939"/>
                    <a:pt x="0" y="33042"/>
                    <a:pt x="0" y="21605"/>
                  </a:cubicBezTo>
                  <a:lnTo>
                    <a:pt x="0" y="21605"/>
                  </a:lnTo>
                  <a:cubicBezTo>
                    <a:pt x="0" y="10167"/>
                    <a:pt x="8913" y="635"/>
                    <a:pt x="20373" y="0"/>
                  </a:cubicBezTo>
                  <a:lnTo>
                    <a:pt x="21010" y="0"/>
                  </a:lnTo>
                  <a:cubicBezTo>
                    <a:pt x="32470" y="0"/>
                    <a:pt x="42019" y="8896"/>
                    <a:pt x="42019" y="20334"/>
                  </a:cubicBezTo>
                  <a:cubicBezTo>
                    <a:pt x="42019" y="32407"/>
                    <a:pt x="33106" y="41939"/>
                    <a:pt x="21010" y="41939"/>
                  </a:cubicBezTo>
                  <a:lnTo>
                    <a:pt x="21010" y="419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DDD011F7-DB56-B4DC-9551-966BDCE0A9CF}"/>
                </a:ext>
              </a:extLst>
            </p:cNvPr>
            <p:cNvSpPr/>
            <p:nvPr/>
          </p:nvSpPr>
          <p:spPr>
            <a:xfrm>
              <a:off x="857795" y="5075387"/>
              <a:ext cx="41382" cy="41938"/>
            </a:xfrm>
            <a:custGeom>
              <a:avLst/>
              <a:gdLst>
                <a:gd name="connsiteX0" fmla="*/ 21010 w 41382"/>
                <a:gd name="connsiteY0" fmla="*/ 41939 h 41938"/>
                <a:gd name="connsiteX1" fmla="*/ 0 w 41382"/>
                <a:gd name="connsiteY1" fmla="*/ 21605 h 41938"/>
                <a:gd name="connsiteX2" fmla="*/ 5730 w 41382"/>
                <a:gd name="connsiteY2" fmla="*/ 6354 h 41938"/>
                <a:gd name="connsiteX3" fmla="*/ 20373 w 41382"/>
                <a:gd name="connsiteY3" fmla="*/ 0 h 41938"/>
                <a:gd name="connsiteX4" fmla="*/ 35016 w 41382"/>
                <a:gd name="connsiteY4" fmla="*/ 5719 h 41938"/>
                <a:gd name="connsiteX5" fmla="*/ 41383 w 41382"/>
                <a:gd name="connsiteY5" fmla="*/ 20334 h 41938"/>
                <a:gd name="connsiteX6" fmla="*/ 35653 w 41382"/>
                <a:gd name="connsiteY6" fmla="*/ 35584 h 41938"/>
                <a:gd name="connsiteX7" fmla="*/ 21010 w 41382"/>
                <a:gd name="connsiteY7" fmla="*/ 41939 h 41938"/>
                <a:gd name="connsiteX8" fmla="*/ 21010 w 41382"/>
                <a:gd name="connsiteY8" fmla="*/ 41939 h 4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382" h="41938">
                  <a:moveTo>
                    <a:pt x="21010" y="41939"/>
                  </a:moveTo>
                  <a:cubicBezTo>
                    <a:pt x="9550" y="41939"/>
                    <a:pt x="637" y="33043"/>
                    <a:pt x="0" y="21605"/>
                  </a:cubicBezTo>
                  <a:cubicBezTo>
                    <a:pt x="0" y="15886"/>
                    <a:pt x="1910" y="10802"/>
                    <a:pt x="5730" y="6354"/>
                  </a:cubicBezTo>
                  <a:cubicBezTo>
                    <a:pt x="9550" y="2542"/>
                    <a:pt x="14643" y="0"/>
                    <a:pt x="20373" y="0"/>
                  </a:cubicBezTo>
                  <a:cubicBezTo>
                    <a:pt x="25466" y="0"/>
                    <a:pt x="31196" y="1906"/>
                    <a:pt x="35016" y="5719"/>
                  </a:cubicBezTo>
                  <a:cubicBezTo>
                    <a:pt x="38836" y="9532"/>
                    <a:pt x="41383" y="14615"/>
                    <a:pt x="41383" y="20334"/>
                  </a:cubicBezTo>
                  <a:cubicBezTo>
                    <a:pt x="41383" y="26053"/>
                    <a:pt x="39473" y="31136"/>
                    <a:pt x="35653" y="35584"/>
                  </a:cubicBezTo>
                  <a:cubicBezTo>
                    <a:pt x="32469" y="39397"/>
                    <a:pt x="26740" y="41303"/>
                    <a:pt x="21010" y="41939"/>
                  </a:cubicBezTo>
                  <a:lnTo>
                    <a:pt x="21010" y="419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87A0A3D6-331F-6231-D66A-FC5E7ACB0866}"/>
                </a:ext>
              </a:extLst>
            </p:cNvPr>
            <p:cNvSpPr/>
            <p:nvPr/>
          </p:nvSpPr>
          <p:spPr>
            <a:xfrm>
              <a:off x="827872" y="5227256"/>
              <a:ext cx="42019" cy="41938"/>
            </a:xfrm>
            <a:custGeom>
              <a:avLst/>
              <a:gdLst>
                <a:gd name="connsiteX0" fmla="*/ 21010 w 42019"/>
                <a:gd name="connsiteY0" fmla="*/ 41939 h 41938"/>
                <a:gd name="connsiteX1" fmla="*/ 6367 w 42019"/>
                <a:gd name="connsiteY1" fmla="*/ 36220 h 41938"/>
                <a:gd name="connsiteX2" fmla="*/ 0 w 42019"/>
                <a:gd name="connsiteY2" fmla="*/ 21605 h 41938"/>
                <a:gd name="connsiteX3" fmla="*/ 5730 w 42019"/>
                <a:gd name="connsiteY3" fmla="*/ 6354 h 41938"/>
                <a:gd name="connsiteX4" fmla="*/ 20373 w 42019"/>
                <a:gd name="connsiteY4" fmla="*/ 0 h 41938"/>
                <a:gd name="connsiteX5" fmla="*/ 42019 w 42019"/>
                <a:gd name="connsiteY5" fmla="*/ 20334 h 41938"/>
                <a:gd name="connsiteX6" fmla="*/ 21010 w 42019"/>
                <a:gd name="connsiteY6" fmla="*/ 41939 h 41938"/>
                <a:gd name="connsiteX7" fmla="*/ 21010 w 42019"/>
                <a:gd name="connsiteY7" fmla="*/ 41939 h 4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19" h="41938">
                  <a:moveTo>
                    <a:pt x="21010" y="41939"/>
                  </a:moveTo>
                  <a:cubicBezTo>
                    <a:pt x="15280" y="41939"/>
                    <a:pt x="10186" y="40032"/>
                    <a:pt x="6367" y="36220"/>
                  </a:cubicBezTo>
                  <a:cubicBezTo>
                    <a:pt x="2547" y="32407"/>
                    <a:pt x="0" y="27324"/>
                    <a:pt x="0" y="21605"/>
                  </a:cubicBezTo>
                  <a:cubicBezTo>
                    <a:pt x="0" y="15886"/>
                    <a:pt x="1910" y="10802"/>
                    <a:pt x="5730" y="6354"/>
                  </a:cubicBezTo>
                  <a:cubicBezTo>
                    <a:pt x="9550" y="2542"/>
                    <a:pt x="14643" y="0"/>
                    <a:pt x="20373" y="0"/>
                  </a:cubicBezTo>
                  <a:cubicBezTo>
                    <a:pt x="31833" y="0"/>
                    <a:pt x="41383" y="8896"/>
                    <a:pt x="42019" y="20334"/>
                  </a:cubicBezTo>
                  <a:cubicBezTo>
                    <a:pt x="42019" y="31772"/>
                    <a:pt x="33106" y="41303"/>
                    <a:pt x="21010" y="41939"/>
                  </a:cubicBezTo>
                  <a:lnTo>
                    <a:pt x="21010" y="419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645FEDE4-9D3A-B952-3E2D-57CB8C212DAC}"/>
                </a:ext>
              </a:extLst>
            </p:cNvPr>
            <p:cNvSpPr/>
            <p:nvPr/>
          </p:nvSpPr>
          <p:spPr>
            <a:xfrm>
              <a:off x="304973" y="5122349"/>
              <a:ext cx="236318" cy="310787"/>
            </a:xfrm>
            <a:custGeom>
              <a:avLst/>
              <a:gdLst>
                <a:gd name="connsiteX0" fmla="*/ 165735 w 236318"/>
                <a:gd name="connsiteY0" fmla="*/ 310787 h 310787"/>
                <a:gd name="connsiteX1" fmla="*/ 3388 w 236318"/>
                <a:gd name="connsiteY1" fmla="*/ 193868 h 310787"/>
                <a:gd name="connsiteX2" fmla="*/ 23124 w 236318"/>
                <a:gd name="connsiteY2" fmla="*/ 83938 h 310787"/>
                <a:gd name="connsiteX3" fmla="*/ 140269 w 236318"/>
                <a:gd name="connsiteY3" fmla="*/ 3237 h 310787"/>
                <a:gd name="connsiteX4" fmla="*/ 160005 w 236318"/>
                <a:gd name="connsiteY4" fmla="*/ 60 h 310787"/>
                <a:gd name="connsiteX5" fmla="*/ 173375 w 236318"/>
                <a:gd name="connsiteY5" fmla="*/ 10863 h 310787"/>
                <a:gd name="connsiteX6" fmla="*/ 162552 w 236318"/>
                <a:gd name="connsiteY6" fmla="*/ 24207 h 310787"/>
                <a:gd name="connsiteX7" fmla="*/ 145362 w 236318"/>
                <a:gd name="connsiteY7" fmla="*/ 27384 h 310787"/>
                <a:gd name="connsiteX8" fmla="*/ 43497 w 236318"/>
                <a:gd name="connsiteY8" fmla="*/ 97282 h 310787"/>
                <a:gd name="connsiteX9" fmla="*/ 26944 w 236318"/>
                <a:gd name="connsiteY9" fmla="*/ 188784 h 310787"/>
                <a:gd name="connsiteX10" fmla="*/ 204571 w 236318"/>
                <a:gd name="connsiteY10" fmla="*/ 282193 h 310787"/>
                <a:gd name="connsiteX11" fmla="*/ 220488 w 236318"/>
                <a:gd name="connsiteY11" fmla="*/ 277745 h 310787"/>
                <a:gd name="connsiteX12" fmla="*/ 235768 w 236318"/>
                <a:gd name="connsiteY12" fmla="*/ 285370 h 310787"/>
                <a:gd name="connsiteX13" fmla="*/ 228128 w 236318"/>
                <a:gd name="connsiteY13" fmla="*/ 300621 h 310787"/>
                <a:gd name="connsiteX14" fmla="*/ 209665 w 236318"/>
                <a:gd name="connsiteY14" fmla="*/ 305704 h 310787"/>
                <a:gd name="connsiteX15" fmla="*/ 165735 w 236318"/>
                <a:gd name="connsiteY15" fmla="*/ 310787 h 310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6318" h="310787">
                  <a:moveTo>
                    <a:pt x="165735" y="310787"/>
                  </a:moveTo>
                  <a:cubicBezTo>
                    <a:pt x="88063" y="310787"/>
                    <a:pt x="19304" y="264401"/>
                    <a:pt x="3388" y="193868"/>
                  </a:cubicBezTo>
                  <a:cubicBezTo>
                    <a:pt x="-4888" y="157013"/>
                    <a:pt x="2115" y="118251"/>
                    <a:pt x="23124" y="83938"/>
                  </a:cubicBezTo>
                  <a:cubicBezTo>
                    <a:pt x="47954" y="43905"/>
                    <a:pt x="90610" y="14675"/>
                    <a:pt x="140269" y="3237"/>
                  </a:cubicBezTo>
                  <a:cubicBezTo>
                    <a:pt x="146636" y="1967"/>
                    <a:pt x="153639" y="696"/>
                    <a:pt x="160005" y="60"/>
                  </a:cubicBezTo>
                  <a:cubicBezTo>
                    <a:pt x="167009" y="-575"/>
                    <a:pt x="172739" y="3873"/>
                    <a:pt x="173375" y="10863"/>
                  </a:cubicBezTo>
                  <a:cubicBezTo>
                    <a:pt x="174012" y="17217"/>
                    <a:pt x="169555" y="23571"/>
                    <a:pt x="162552" y="24207"/>
                  </a:cubicBezTo>
                  <a:cubicBezTo>
                    <a:pt x="156822" y="24842"/>
                    <a:pt x="151092" y="26113"/>
                    <a:pt x="145362" y="27384"/>
                  </a:cubicBezTo>
                  <a:cubicBezTo>
                    <a:pt x="102070" y="37551"/>
                    <a:pt x="65144" y="62968"/>
                    <a:pt x="43497" y="97282"/>
                  </a:cubicBezTo>
                  <a:cubicBezTo>
                    <a:pt x="25671" y="125876"/>
                    <a:pt x="19941" y="158283"/>
                    <a:pt x="26944" y="188784"/>
                  </a:cubicBezTo>
                  <a:cubicBezTo>
                    <a:pt x="43497" y="259317"/>
                    <a:pt x="123079" y="301256"/>
                    <a:pt x="204571" y="282193"/>
                  </a:cubicBezTo>
                  <a:cubicBezTo>
                    <a:pt x="210301" y="280922"/>
                    <a:pt x="215395" y="279651"/>
                    <a:pt x="220488" y="277745"/>
                  </a:cubicBezTo>
                  <a:cubicBezTo>
                    <a:pt x="226854" y="275839"/>
                    <a:pt x="233858" y="279016"/>
                    <a:pt x="235768" y="285370"/>
                  </a:cubicBezTo>
                  <a:cubicBezTo>
                    <a:pt x="237678" y="291724"/>
                    <a:pt x="234494" y="298714"/>
                    <a:pt x="228128" y="300621"/>
                  </a:cubicBezTo>
                  <a:cubicBezTo>
                    <a:pt x="222398" y="302527"/>
                    <a:pt x="216031" y="304433"/>
                    <a:pt x="209665" y="305704"/>
                  </a:cubicBezTo>
                  <a:cubicBezTo>
                    <a:pt x="195658" y="308881"/>
                    <a:pt x="180378" y="310787"/>
                    <a:pt x="165735" y="310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79A048A9-E8C2-DC8F-038F-B3DE34AFACE2}"/>
                </a:ext>
              </a:extLst>
            </p:cNvPr>
            <p:cNvSpPr/>
            <p:nvPr/>
          </p:nvSpPr>
          <p:spPr>
            <a:xfrm>
              <a:off x="1084531" y="4942649"/>
              <a:ext cx="236954" cy="310660"/>
            </a:xfrm>
            <a:custGeom>
              <a:avLst/>
              <a:gdLst>
                <a:gd name="connsiteX0" fmla="*/ 75039 w 236954"/>
                <a:gd name="connsiteY0" fmla="*/ 310660 h 310660"/>
                <a:gd name="connsiteX1" fmla="*/ 62943 w 236954"/>
                <a:gd name="connsiteY1" fmla="*/ 299858 h 310660"/>
                <a:gd name="connsiteX2" fmla="*/ 73766 w 236954"/>
                <a:gd name="connsiteY2" fmla="*/ 286514 h 310660"/>
                <a:gd name="connsiteX3" fmla="*/ 90956 w 236954"/>
                <a:gd name="connsiteY3" fmla="*/ 283336 h 310660"/>
                <a:gd name="connsiteX4" fmla="*/ 192821 w 236954"/>
                <a:gd name="connsiteY4" fmla="*/ 213439 h 310660"/>
                <a:gd name="connsiteX5" fmla="*/ 209374 w 236954"/>
                <a:gd name="connsiteY5" fmla="*/ 121936 h 310660"/>
                <a:gd name="connsiteX6" fmla="*/ 31747 w 236954"/>
                <a:gd name="connsiteY6" fmla="*/ 28527 h 310660"/>
                <a:gd name="connsiteX7" fmla="*/ 15830 w 236954"/>
                <a:gd name="connsiteY7" fmla="*/ 32975 h 310660"/>
                <a:gd name="connsiteX8" fmla="*/ 550 w 236954"/>
                <a:gd name="connsiteY8" fmla="*/ 25350 h 310660"/>
                <a:gd name="connsiteX9" fmla="*/ 8190 w 236954"/>
                <a:gd name="connsiteY9" fmla="*/ 10100 h 310660"/>
                <a:gd name="connsiteX10" fmla="*/ 26653 w 236954"/>
                <a:gd name="connsiteY10" fmla="*/ 5016 h 310660"/>
                <a:gd name="connsiteX11" fmla="*/ 233567 w 236954"/>
                <a:gd name="connsiteY11" fmla="*/ 116853 h 310660"/>
                <a:gd name="connsiteX12" fmla="*/ 213830 w 236954"/>
                <a:gd name="connsiteY12" fmla="*/ 226783 h 310660"/>
                <a:gd name="connsiteX13" fmla="*/ 96686 w 236954"/>
                <a:gd name="connsiteY13" fmla="*/ 307483 h 310660"/>
                <a:gd name="connsiteX14" fmla="*/ 76949 w 236954"/>
                <a:gd name="connsiteY14" fmla="*/ 310660 h 310660"/>
                <a:gd name="connsiteX15" fmla="*/ 75039 w 236954"/>
                <a:gd name="connsiteY15" fmla="*/ 310660 h 310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6954" h="310660">
                  <a:moveTo>
                    <a:pt x="75039" y="310660"/>
                  </a:moveTo>
                  <a:cubicBezTo>
                    <a:pt x="68673" y="310660"/>
                    <a:pt x="63579" y="306212"/>
                    <a:pt x="62943" y="299858"/>
                  </a:cubicBezTo>
                  <a:cubicBezTo>
                    <a:pt x="62306" y="292868"/>
                    <a:pt x="66763" y="287149"/>
                    <a:pt x="73766" y="286514"/>
                  </a:cubicBezTo>
                  <a:cubicBezTo>
                    <a:pt x="79496" y="285878"/>
                    <a:pt x="85226" y="284607"/>
                    <a:pt x="90956" y="283336"/>
                  </a:cubicBezTo>
                  <a:cubicBezTo>
                    <a:pt x="134248" y="273169"/>
                    <a:pt x="171174" y="247752"/>
                    <a:pt x="192821" y="213439"/>
                  </a:cubicBezTo>
                  <a:cubicBezTo>
                    <a:pt x="210647" y="184844"/>
                    <a:pt x="216377" y="152437"/>
                    <a:pt x="209374" y="121936"/>
                  </a:cubicBezTo>
                  <a:cubicBezTo>
                    <a:pt x="192821" y="51403"/>
                    <a:pt x="113239" y="9464"/>
                    <a:pt x="31747" y="28527"/>
                  </a:cubicBezTo>
                  <a:cubicBezTo>
                    <a:pt x="26017" y="29798"/>
                    <a:pt x="20923" y="31069"/>
                    <a:pt x="15830" y="32975"/>
                  </a:cubicBezTo>
                  <a:cubicBezTo>
                    <a:pt x="9464" y="34882"/>
                    <a:pt x="2460" y="31704"/>
                    <a:pt x="550" y="25350"/>
                  </a:cubicBezTo>
                  <a:cubicBezTo>
                    <a:pt x="-1359" y="18996"/>
                    <a:pt x="1824" y="12006"/>
                    <a:pt x="8190" y="10100"/>
                  </a:cubicBezTo>
                  <a:cubicBezTo>
                    <a:pt x="14557" y="8193"/>
                    <a:pt x="20287" y="6287"/>
                    <a:pt x="26653" y="5016"/>
                  </a:cubicBezTo>
                  <a:cubicBezTo>
                    <a:pt x="121515" y="-16589"/>
                    <a:pt x="213830" y="33611"/>
                    <a:pt x="233567" y="116853"/>
                  </a:cubicBezTo>
                  <a:cubicBezTo>
                    <a:pt x="241843" y="153708"/>
                    <a:pt x="234840" y="192469"/>
                    <a:pt x="213830" y="226783"/>
                  </a:cubicBezTo>
                  <a:cubicBezTo>
                    <a:pt x="189001" y="266815"/>
                    <a:pt x="146345" y="296045"/>
                    <a:pt x="96686" y="307483"/>
                  </a:cubicBezTo>
                  <a:cubicBezTo>
                    <a:pt x="90319" y="308754"/>
                    <a:pt x="83316" y="310025"/>
                    <a:pt x="76949" y="310660"/>
                  </a:cubicBezTo>
                  <a:cubicBezTo>
                    <a:pt x="76313" y="310660"/>
                    <a:pt x="75676" y="310660"/>
                    <a:pt x="75039" y="3106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FDEFC3BE-6D27-FC28-0242-5FC591A99660}"/>
                </a:ext>
              </a:extLst>
            </p:cNvPr>
            <p:cNvSpPr/>
            <p:nvPr/>
          </p:nvSpPr>
          <p:spPr>
            <a:xfrm>
              <a:off x="146069" y="4198260"/>
              <a:ext cx="709123" cy="667434"/>
            </a:xfrm>
            <a:custGeom>
              <a:avLst/>
              <a:gdLst>
                <a:gd name="connsiteX0" fmla="*/ 173751 w 709123"/>
                <a:gd name="connsiteY0" fmla="*/ 64407 h 667434"/>
                <a:gd name="connsiteX1" fmla="*/ 44510 w 709123"/>
                <a:gd name="connsiteY1" fmla="*/ 239152 h 667434"/>
                <a:gd name="connsiteX2" fmla="*/ 56607 w 709123"/>
                <a:gd name="connsiteY2" fmla="*/ 365603 h 667434"/>
                <a:gd name="connsiteX3" fmla="*/ 411224 w 709123"/>
                <a:gd name="connsiteY3" fmla="*/ 627402 h 667434"/>
                <a:gd name="connsiteX4" fmla="*/ 475526 w 709123"/>
                <a:gd name="connsiteY4" fmla="*/ 640746 h 667434"/>
                <a:gd name="connsiteX5" fmla="*/ 536009 w 709123"/>
                <a:gd name="connsiteY5" fmla="*/ 601349 h 667434"/>
                <a:gd name="connsiteX6" fmla="*/ 665250 w 709123"/>
                <a:gd name="connsiteY6" fmla="*/ 426605 h 667434"/>
                <a:gd name="connsiteX7" fmla="*/ 653154 w 709123"/>
                <a:gd name="connsiteY7" fmla="*/ 300153 h 667434"/>
                <a:gd name="connsiteX8" fmla="*/ 298536 w 709123"/>
                <a:gd name="connsiteY8" fmla="*/ 38355 h 667434"/>
                <a:gd name="connsiteX9" fmla="*/ 234234 w 709123"/>
                <a:gd name="connsiteY9" fmla="*/ 25010 h 667434"/>
                <a:gd name="connsiteX10" fmla="*/ 173751 w 709123"/>
                <a:gd name="connsiteY10" fmla="*/ 64407 h 667434"/>
                <a:gd name="connsiteX11" fmla="*/ 457700 w 709123"/>
                <a:gd name="connsiteY11" fmla="*/ 667434 h 667434"/>
                <a:gd name="connsiteX12" fmla="*/ 396581 w 709123"/>
                <a:gd name="connsiteY12" fmla="*/ 647736 h 667434"/>
                <a:gd name="connsiteX13" fmla="*/ 41964 w 709123"/>
                <a:gd name="connsiteY13" fmla="*/ 385937 h 667434"/>
                <a:gd name="connsiteX14" fmla="*/ 24774 w 709123"/>
                <a:gd name="connsiteY14" fmla="*/ 225172 h 667434"/>
                <a:gd name="connsiteX15" fmla="*/ 154015 w 709123"/>
                <a:gd name="connsiteY15" fmla="*/ 50428 h 667434"/>
                <a:gd name="connsiteX16" fmla="*/ 229141 w 709123"/>
                <a:gd name="connsiteY16" fmla="*/ 2135 h 667434"/>
                <a:gd name="connsiteX17" fmla="*/ 312543 w 709123"/>
                <a:gd name="connsiteY17" fmla="*/ 19927 h 667434"/>
                <a:gd name="connsiteX18" fmla="*/ 667160 w 709123"/>
                <a:gd name="connsiteY18" fmla="*/ 281726 h 667434"/>
                <a:gd name="connsiteX19" fmla="*/ 684350 w 709123"/>
                <a:gd name="connsiteY19" fmla="*/ 442491 h 667434"/>
                <a:gd name="connsiteX20" fmla="*/ 555109 w 709123"/>
                <a:gd name="connsiteY20" fmla="*/ 616600 h 667434"/>
                <a:gd name="connsiteX21" fmla="*/ 479983 w 709123"/>
                <a:gd name="connsiteY21" fmla="*/ 664893 h 667434"/>
                <a:gd name="connsiteX22" fmla="*/ 457700 w 709123"/>
                <a:gd name="connsiteY22" fmla="*/ 667434 h 667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09123" h="667434">
                  <a:moveTo>
                    <a:pt x="173751" y="64407"/>
                  </a:moveTo>
                  <a:lnTo>
                    <a:pt x="44510" y="239152"/>
                  </a:lnTo>
                  <a:cubicBezTo>
                    <a:pt x="13314" y="281090"/>
                    <a:pt x="18407" y="338280"/>
                    <a:pt x="56607" y="365603"/>
                  </a:cubicBezTo>
                  <a:lnTo>
                    <a:pt x="411224" y="627402"/>
                  </a:lnTo>
                  <a:cubicBezTo>
                    <a:pt x="429051" y="640746"/>
                    <a:pt x="451970" y="645830"/>
                    <a:pt x="475526" y="640746"/>
                  </a:cubicBezTo>
                  <a:cubicBezTo>
                    <a:pt x="499083" y="636298"/>
                    <a:pt x="520729" y="622319"/>
                    <a:pt x="536009" y="601349"/>
                  </a:cubicBezTo>
                  <a:lnTo>
                    <a:pt x="665250" y="426605"/>
                  </a:lnTo>
                  <a:cubicBezTo>
                    <a:pt x="696446" y="384666"/>
                    <a:pt x="691353" y="327477"/>
                    <a:pt x="653154" y="300153"/>
                  </a:cubicBezTo>
                  <a:lnTo>
                    <a:pt x="298536" y="38355"/>
                  </a:lnTo>
                  <a:cubicBezTo>
                    <a:pt x="280710" y="25010"/>
                    <a:pt x="257790" y="19927"/>
                    <a:pt x="234234" y="25010"/>
                  </a:cubicBezTo>
                  <a:cubicBezTo>
                    <a:pt x="210041" y="30094"/>
                    <a:pt x="189031" y="43438"/>
                    <a:pt x="173751" y="64407"/>
                  </a:cubicBezTo>
                  <a:moveTo>
                    <a:pt x="457700" y="667434"/>
                  </a:moveTo>
                  <a:cubicBezTo>
                    <a:pt x="435417" y="667434"/>
                    <a:pt x="414407" y="660445"/>
                    <a:pt x="396581" y="647736"/>
                  </a:cubicBezTo>
                  <a:lnTo>
                    <a:pt x="41964" y="385937"/>
                  </a:lnTo>
                  <a:cubicBezTo>
                    <a:pt x="-6422" y="350353"/>
                    <a:pt x="-14062" y="277913"/>
                    <a:pt x="24774" y="225172"/>
                  </a:cubicBezTo>
                  <a:lnTo>
                    <a:pt x="154015" y="50428"/>
                  </a:lnTo>
                  <a:cubicBezTo>
                    <a:pt x="173115" y="25010"/>
                    <a:pt x="199854" y="7854"/>
                    <a:pt x="229141" y="2135"/>
                  </a:cubicBezTo>
                  <a:cubicBezTo>
                    <a:pt x="259063" y="-3584"/>
                    <a:pt x="288986" y="2135"/>
                    <a:pt x="312543" y="19927"/>
                  </a:cubicBezTo>
                  <a:lnTo>
                    <a:pt x="667160" y="281726"/>
                  </a:lnTo>
                  <a:cubicBezTo>
                    <a:pt x="715546" y="317310"/>
                    <a:pt x="723186" y="389750"/>
                    <a:pt x="684350" y="442491"/>
                  </a:cubicBezTo>
                  <a:lnTo>
                    <a:pt x="555109" y="616600"/>
                  </a:lnTo>
                  <a:cubicBezTo>
                    <a:pt x="536009" y="642017"/>
                    <a:pt x="509269" y="659174"/>
                    <a:pt x="479983" y="664893"/>
                  </a:cubicBezTo>
                  <a:cubicBezTo>
                    <a:pt x="472343" y="666163"/>
                    <a:pt x="464703" y="667434"/>
                    <a:pt x="457700" y="667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FBD8D0E4-B765-951C-D993-8ECA9B000403}"/>
                </a:ext>
              </a:extLst>
            </p:cNvPr>
            <p:cNvSpPr/>
            <p:nvPr/>
          </p:nvSpPr>
          <p:spPr>
            <a:xfrm>
              <a:off x="508347" y="4602065"/>
              <a:ext cx="42063" cy="41226"/>
            </a:xfrm>
            <a:custGeom>
              <a:avLst/>
              <a:gdLst>
                <a:gd name="connsiteX0" fmla="*/ 20933 w 42063"/>
                <a:gd name="connsiteY0" fmla="*/ 41227 h 41226"/>
                <a:gd name="connsiteX1" fmla="*/ 5016 w 42063"/>
                <a:gd name="connsiteY1" fmla="*/ 34237 h 41226"/>
                <a:gd name="connsiteX2" fmla="*/ 7563 w 42063"/>
                <a:gd name="connsiteY2" fmla="*/ 5007 h 41226"/>
                <a:gd name="connsiteX3" fmla="*/ 36849 w 42063"/>
                <a:gd name="connsiteY3" fmla="*/ 7549 h 41226"/>
                <a:gd name="connsiteX4" fmla="*/ 41943 w 42063"/>
                <a:gd name="connsiteY4" fmla="*/ 22799 h 41226"/>
                <a:gd name="connsiteX5" fmla="*/ 34939 w 42063"/>
                <a:gd name="connsiteY5" fmla="*/ 36779 h 41226"/>
                <a:gd name="connsiteX6" fmla="*/ 20933 w 42063"/>
                <a:gd name="connsiteY6" fmla="*/ 41227 h 41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063" h="41226">
                  <a:moveTo>
                    <a:pt x="20933" y="41227"/>
                  </a:moveTo>
                  <a:cubicBezTo>
                    <a:pt x="15203" y="41227"/>
                    <a:pt x="8836" y="38685"/>
                    <a:pt x="5016" y="34237"/>
                  </a:cubicBezTo>
                  <a:cubicBezTo>
                    <a:pt x="-2623" y="25341"/>
                    <a:pt x="-1350" y="11997"/>
                    <a:pt x="7563" y="5007"/>
                  </a:cubicBezTo>
                  <a:cubicBezTo>
                    <a:pt x="16476" y="-2618"/>
                    <a:pt x="29846" y="-1348"/>
                    <a:pt x="36849" y="7549"/>
                  </a:cubicBezTo>
                  <a:cubicBezTo>
                    <a:pt x="40669" y="11997"/>
                    <a:pt x="42579" y="17080"/>
                    <a:pt x="41943" y="22799"/>
                  </a:cubicBezTo>
                  <a:cubicBezTo>
                    <a:pt x="41306" y="28518"/>
                    <a:pt x="38759" y="33601"/>
                    <a:pt x="34939" y="36779"/>
                  </a:cubicBezTo>
                  <a:cubicBezTo>
                    <a:pt x="30483" y="39956"/>
                    <a:pt x="25390" y="41227"/>
                    <a:pt x="20933" y="412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BC096BF-5651-05BE-0C59-D9D1A6C48DA1}"/>
                </a:ext>
              </a:extLst>
            </p:cNvPr>
            <p:cNvSpPr/>
            <p:nvPr/>
          </p:nvSpPr>
          <p:spPr>
            <a:xfrm>
              <a:off x="510817" y="4440665"/>
              <a:ext cx="41503" cy="41862"/>
            </a:xfrm>
            <a:custGeom>
              <a:avLst/>
              <a:gdLst>
                <a:gd name="connsiteX0" fmla="*/ 21010 w 41503"/>
                <a:gd name="connsiteY0" fmla="*/ 41862 h 41862"/>
                <a:gd name="connsiteX1" fmla="*/ 5093 w 41503"/>
                <a:gd name="connsiteY1" fmla="*/ 34237 h 41862"/>
                <a:gd name="connsiteX2" fmla="*/ 0 w 41503"/>
                <a:gd name="connsiteY2" fmla="*/ 18986 h 41862"/>
                <a:gd name="connsiteX3" fmla="*/ 7003 w 41503"/>
                <a:gd name="connsiteY3" fmla="*/ 5007 h 41862"/>
                <a:gd name="connsiteX4" fmla="*/ 36289 w 41503"/>
                <a:gd name="connsiteY4" fmla="*/ 7549 h 41862"/>
                <a:gd name="connsiteX5" fmla="*/ 41383 w 41503"/>
                <a:gd name="connsiteY5" fmla="*/ 22799 h 41862"/>
                <a:gd name="connsiteX6" fmla="*/ 34379 w 41503"/>
                <a:gd name="connsiteY6" fmla="*/ 36779 h 41862"/>
                <a:gd name="connsiteX7" fmla="*/ 21010 w 41503"/>
                <a:gd name="connsiteY7" fmla="*/ 41862 h 4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503" h="41862">
                  <a:moveTo>
                    <a:pt x="21010" y="41862"/>
                  </a:moveTo>
                  <a:cubicBezTo>
                    <a:pt x="15280" y="41862"/>
                    <a:pt x="8913" y="39320"/>
                    <a:pt x="5093" y="34237"/>
                  </a:cubicBezTo>
                  <a:cubicBezTo>
                    <a:pt x="1273" y="29789"/>
                    <a:pt x="0" y="24705"/>
                    <a:pt x="0" y="18986"/>
                  </a:cubicBezTo>
                  <a:cubicBezTo>
                    <a:pt x="637" y="13268"/>
                    <a:pt x="3183" y="8184"/>
                    <a:pt x="7003" y="5007"/>
                  </a:cubicBezTo>
                  <a:cubicBezTo>
                    <a:pt x="15916" y="-2618"/>
                    <a:pt x="29286" y="-1347"/>
                    <a:pt x="36289" y="7549"/>
                  </a:cubicBezTo>
                  <a:cubicBezTo>
                    <a:pt x="40109" y="11997"/>
                    <a:pt x="42019" y="17080"/>
                    <a:pt x="41383" y="22799"/>
                  </a:cubicBezTo>
                  <a:cubicBezTo>
                    <a:pt x="40746" y="28518"/>
                    <a:pt x="38199" y="33601"/>
                    <a:pt x="34379" y="36779"/>
                  </a:cubicBezTo>
                  <a:cubicBezTo>
                    <a:pt x="30559" y="39956"/>
                    <a:pt x="25466" y="41862"/>
                    <a:pt x="21010" y="4186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0CF3BB2B-95AB-8F18-0DB5-3ED5EC330262}"/>
                </a:ext>
              </a:extLst>
            </p:cNvPr>
            <p:cNvSpPr/>
            <p:nvPr/>
          </p:nvSpPr>
          <p:spPr>
            <a:xfrm>
              <a:off x="666714" y="4601912"/>
              <a:ext cx="283110" cy="297460"/>
            </a:xfrm>
            <a:custGeom>
              <a:avLst/>
              <a:gdLst>
                <a:gd name="connsiteX0" fmla="*/ 134418 w 283110"/>
                <a:gd name="connsiteY0" fmla="*/ 297460 h 297460"/>
                <a:gd name="connsiteX1" fmla="*/ 19183 w 283110"/>
                <a:gd name="connsiteY1" fmla="*/ 256793 h 297460"/>
                <a:gd name="connsiteX2" fmla="*/ 3904 w 283110"/>
                <a:gd name="connsiteY2" fmla="*/ 244084 h 297460"/>
                <a:gd name="connsiteX3" fmla="*/ 3267 w 283110"/>
                <a:gd name="connsiteY3" fmla="*/ 226927 h 297460"/>
                <a:gd name="connsiteX4" fmla="*/ 20457 w 283110"/>
                <a:gd name="connsiteY4" fmla="*/ 226292 h 297460"/>
                <a:gd name="connsiteX5" fmla="*/ 33826 w 283110"/>
                <a:gd name="connsiteY5" fmla="*/ 237730 h 297460"/>
                <a:gd name="connsiteX6" fmla="*/ 233736 w 283110"/>
                <a:gd name="connsiteY6" fmla="*/ 227563 h 297460"/>
                <a:gd name="connsiteX7" fmla="*/ 256019 w 283110"/>
                <a:gd name="connsiteY7" fmla="*/ 128435 h 297460"/>
                <a:gd name="connsiteX8" fmla="*/ 195537 w 283110"/>
                <a:gd name="connsiteY8" fmla="*/ 31849 h 297460"/>
                <a:gd name="connsiteX9" fmla="*/ 181531 w 283110"/>
                <a:gd name="connsiteY9" fmla="*/ 22317 h 297460"/>
                <a:gd name="connsiteX10" fmla="*/ 177711 w 283110"/>
                <a:gd name="connsiteY10" fmla="*/ 5796 h 297460"/>
                <a:gd name="connsiteX11" fmla="*/ 194264 w 283110"/>
                <a:gd name="connsiteY11" fmla="*/ 1983 h 297460"/>
                <a:gd name="connsiteX12" fmla="*/ 210180 w 283110"/>
                <a:gd name="connsiteY12" fmla="*/ 12786 h 297460"/>
                <a:gd name="connsiteX13" fmla="*/ 280212 w 283110"/>
                <a:gd name="connsiteY13" fmla="*/ 123987 h 297460"/>
                <a:gd name="connsiteX14" fmla="*/ 252836 w 283110"/>
                <a:gd name="connsiteY14" fmla="*/ 242813 h 297460"/>
                <a:gd name="connsiteX15" fmla="*/ 134418 w 283110"/>
                <a:gd name="connsiteY15" fmla="*/ 297460 h 297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3110" h="297460">
                  <a:moveTo>
                    <a:pt x="134418" y="297460"/>
                  </a:moveTo>
                  <a:cubicBezTo>
                    <a:pt x="94945" y="297460"/>
                    <a:pt x="54199" y="284116"/>
                    <a:pt x="19183" y="256793"/>
                  </a:cubicBezTo>
                  <a:cubicBezTo>
                    <a:pt x="14090" y="252980"/>
                    <a:pt x="8997" y="248532"/>
                    <a:pt x="3904" y="244084"/>
                  </a:cubicBezTo>
                  <a:cubicBezTo>
                    <a:pt x="-1190" y="239636"/>
                    <a:pt x="-1190" y="232011"/>
                    <a:pt x="3267" y="226927"/>
                  </a:cubicBezTo>
                  <a:cubicBezTo>
                    <a:pt x="7723" y="221844"/>
                    <a:pt x="15363" y="221844"/>
                    <a:pt x="20457" y="226292"/>
                  </a:cubicBezTo>
                  <a:cubicBezTo>
                    <a:pt x="24913" y="230104"/>
                    <a:pt x="29370" y="233917"/>
                    <a:pt x="33826" y="237730"/>
                  </a:cubicBezTo>
                  <a:cubicBezTo>
                    <a:pt x="99402" y="289200"/>
                    <a:pt x="189170" y="284116"/>
                    <a:pt x="233736" y="227563"/>
                  </a:cubicBezTo>
                  <a:cubicBezTo>
                    <a:pt x="255383" y="200239"/>
                    <a:pt x="263023" y="164655"/>
                    <a:pt x="256019" y="128435"/>
                  </a:cubicBezTo>
                  <a:cubicBezTo>
                    <a:pt x="249016" y="90944"/>
                    <a:pt x="227370" y="56631"/>
                    <a:pt x="195537" y="31849"/>
                  </a:cubicBezTo>
                  <a:cubicBezTo>
                    <a:pt x="191080" y="28672"/>
                    <a:pt x="186624" y="25495"/>
                    <a:pt x="181531" y="22317"/>
                  </a:cubicBezTo>
                  <a:cubicBezTo>
                    <a:pt x="175801" y="18505"/>
                    <a:pt x="173891" y="10880"/>
                    <a:pt x="177711" y="5796"/>
                  </a:cubicBezTo>
                  <a:cubicBezTo>
                    <a:pt x="181531" y="77"/>
                    <a:pt x="189170" y="-1829"/>
                    <a:pt x="194264" y="1983"/>
                  </a:cubicBezTo>
                  <a:cubicBezTo>
                    <a:pt x="199994" y="5161"/>
                    <a:pt x="205087" y="8973"/>
                    <a:pt x="210180" y="12786"/>
                  </a:cubicBezTo>
                  <a:cubicBezTo>
                    <a:pt x="247106" y="41380"/>
                    <a:pt x="271936" y="80777"/>
                    <a:pt x="280212" y="123987"/>
                  </a:cubicBezTo>
                  <a:cubicBezTo>
                    <a:pt x="288489" y="167832"/>
                    <a:pt x="278939" y="209771"/>
                    <a:pt x="252836" y="242813"/>
                  </a:cubicBezTo>
                  <a:cubicBezTo>
                    <a:pt x="224823" y="278397"/>
                    <a:pt x="180894" y="297460"/>
                    <a:pt x="134418" y="2974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471F6F04-E54B-0B00-4161-11B2266A7B64}"/>
                </a:ext>
              </a:extLst>
            </p:cNvPr>
            <p:cNvSpPr/>
            <p:nvPr/>
          </p:nvSpPr>
          <p:spPr>
            <a:xfrm>
              <a:off x="845197" y="4075375"/>
              <a:ext cx="645298" cy="712796"/>
            </a:xfrm>
            <a:custGeom>
              <a:avLst/>
              <a:gdLst>
                <a:gd name="connsiteX0" fmla="*/ 260894 w 645298"/>
                <a:gd name="connsiteY0" fmla="*/ 38600 h 712796"/>
                <a:gd name="connsiteX1" fmla="*/ 73717 w 645298"/>
                <a:gd name="connsiteY1" fmla="*/ 148531 h 712796"/>
                <a:gd name="connsiteX2" fmla="*/ 28514 w 645298"/>
                <a:gd name="connsiteY2" fmla="*/ 204449 h 712796"/>
                <a:gd name="connsiteX3" fmla="*/ 35517 w 645298"/>
                <a:gd name="connsiteY3" fmla="*/ 269898 h 712796"/>
                <a:gd name="connsiteX4" fmla="*/ 259621 w 645298"/>
                <a:gd name="connsiteY4" fmla="*/ 649253 h 712796"/>
                <a:gd name="connsiteX5" fmla="*/ 384405 w 645298"/>
                <a:gd name="connsiteY5" fmla="*/ 674035 h 712796"/>
                <a:gd name="connsiteX6" fmla="*/ 572219 w 645298"/>
                <a:gd name="connsiteY6" fmla="*/ 564105 h 712796"/>
                <a:gd name="connsiteX7" fmla="*/ 617421 w 645298"/>
                <a:gd name="connsiteY7" fmla="*/ 508186 h 712796"/>
                <a:gd name="connsiteX8" fmla="*/ 610418 w 645298"/>
                <a:gd name="connsiteY8" fmla="*/ 442737 h 712796"/>
                <a:gd name="connsiteX9" fmla="*/ 386315 w 645298"/>
                <a:gd name="connsiteY9" fmla="*/ 63382 h 712796"/>
                <a:gd name="connsiteX10" fmla="*/ 260894 w 645298"/>
                <a:gd name="connsiteY10" fmla="*/ 38600 h 712796"/>
                <a:gd name="connsiteX11" fmla="*/ 332199 w 645298"/>
                <a:gd name="connsiteY11" fmla="*/ 712796 h 712796"/>
                <a:gd name="connsiteX12" fmla="*/ 237974 w 645298"/>
                <a:gd name="connsiteY12" fmla="*/ 661326 h 712796"/>
                <a:gd name="connsiteX13" fmla="*/ 13871 w 645298"/>
                <a:gd name="connsiteY13" fmla="*/ 281972 h 712796"/>
                <a:gd name="connsiteX14" fmla="*/ 4958 w 645298"/>
                <a:gd name="connsiteY14" fmla="*/ 197459 h 712796"/>
                <a:gd name="connsiteX15" fmla="*/ 60984 w 645298"/>
                <a:gd name="connsiteY15" fmla="*/ 127561 h 712796"/>
                <a:gd name="connsiteX16" fmla="*/ 248797 w 645298"/>
                <a:gd name="connsiteY16" fmla="*/ 17631 h 712796"/>
                <a:gd name="connsiteX17" fmla="*/ 407325 w 645298"/>
                <a:gd name="connsiteY17" fmla="*/ 51309 h 712796"/>
                <a:gd name="connsiteX18" fmla="*/ 631428 w 645298"/>
                <a:gd name="connsiteY18" fmla="*/ 430663 h 712796"/>
                <a:gd name="connsiteX19" fmla="*/ 640341 w 645298"/>
                <a:gd name="connsiteY19" fmla="*/ 515176 h 712796"/>
                <a:gd name="connsiteX20" fmla="*/ 584315 w 645298"/>
                <a:gd name="connsiteY20" fmla="*/ 585074 h 712796"/>
                <a:gd name="connsiteX21" fmla="*/ 396502 w 645298"/>
                <a:gd name="connsiteY21" fmla="*/ 695004 h 712796"/>
                <a:gd name="connsiteX22" fmla="*/ 332199 w 645298"/>
                <a:gd name="connsiteY22" fmla="*/ 712796 h 71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45298" h="712796">
                  <a:moveTo>
                    <a:pt x="260894" y="38600"/>
                  </a:moveTo>
                  <a:lnTo>
                    <a:pt x="73717" y="148531"/>
                  </a:lnTo>
                  <a:cubicBezTo>
                    <a:pt x="51434" y="161239"/>
                    <a:pt x="35517" y="181573"/>
                    <a:pt x="28514" y="204449"/>
                  </a:cubicBezTo>
                  <a:cubicBezTo>
                    <a:pt x="21511" y="227324"/>
                    <a:pt x="24058" y="250200"/>
                    <a:pt x="35517" y="269898"/>
                  </a:cubicBezTo>
                  <a:lnTo>
                    <a:pt x="259621" y="649253"/>
                  </a:lnTo>
                  <a:cubicBezTo>
                    <a:pt x="283177" y="689285"/>
                    <a:pt x="339203" y="700723"/>
                    <a:pt x="384405" y="674035"/>
                  </a:cubicBezTo>
                  <a:lnTo>
                    <a:pt x="572219" y="564105"/>
                  </a:lnTo>
                  <a:cubicBezTo>
                    <a:pt x="594502" y="551396"/>
                    <a:pt x="610418" y="531062"/>
                    <a:pt x="617421" y="508186"/>
                  </a:cubicBezTo>
                  <a:cubicBezTo>
                    <a:pt x="624424" y="485311"/>
                    <a:pt x="621878" y="462435"/>
                    <a:pt x="610418" y="442737"/>
                  </a:cubicBezTo>
                  <a:lnTo>
                    <a:pt x="386315" y="63382"/>
                  </a:lnTo>
                  <a:cubicBezTo>
                    <a:pt x="362122" y="23350"/>
                    <a:pt x="306096" y="11912"/>
                    <a:pt x="260894" y="38600"/>
                  </a:cubicBezTo>
                  <a:moveTo>
                    <a:pt x="332199" y="712796"/>
                  </a:moveTo>
                  <a:cubicBezTo>
                    <a:pt x="294000" y="712796"/>
                    <a:pt x="257711" y="694369"/>
                    <a:pt x="237974" y="661326"/>
                  </a:cubicBezTo>
                  <a:lnTo>
                    <a:pt x="13871" y="281972"/>
                  </a:lnTo>
                  <a:cubicBezTo>
                    <a:pt x="-772" y="256554"/>
                    <a:pt x="-3955" y="226689"/>
                    <a:pt x="4958" y="197459"/>
                  </a:cubicBezTo>
                  <a:cubicBezTo>
                    <a:pt x="13871" y="168229"/>
                    <a:pt x="34244" y="144083"/>
                    <a:pt x="60984" y="127561"/>
                  </a:cubicBezTo>
                  <a:lnTo>
                    <a:pt x="248797" y="17631"/>
                  </a:lnTo>
                  <a:cubicBezTo>
                    <a:pt x="305460" y="-15411"/>
                    <a:pt x="376765" y="-796"/>
                    <a:pt x="407325" y="51309"/>
                  </a:cubicBezTo>
                  <a:lnTo>
                    <a:pt x="631428" y="430663"/>
                  </a:lnTo>
                  <a:cubicBezTo>
                    <a:pt x="646071" y="456081"/>
                    <a:pt x="649254" y="485946"/>
                    <a:pt x="640341" y="515176"/>
                  </a:cubicBezTo>
                  <a:cubicBezTo>
                    <a:pt x="631428" y="544406"/>
                    <a:pt x="611055" y="568553"/>
                    <a:pt x="584315" y="585074"/>
                  </a:cubicBezTo>
                  <a:lnTo>
                    <a:pt x="396502" y="695004"/>
                  </a:lnTo>
                  <a:cubicBezTo>
                    <a:pt x="376129" y="707077"/>
                    <a:pt x="353846" y="712796"/>
                    <a:pt x="332199" y="7127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523432FD-203F-BE14-7664-3355D6968905}"/>
                </a:ext>
              </a:extLst>
            </p:cNvPr>
            <p:cNvSpPr/>
            <p:nvPr/>
          </p:nvSpPr>
          <p:spPr>
            <a:xfrm>
              <a:off x="1175366" y="4489396"/>
              <a:ext cx="41537" cy="41423"/>
            </a:xfrm>
            <a:custGeom>
              <a:avLst/>
              <a:gdLst>
                <a:gd name="connsiteX0" fmla="*/ 20494 w 41537"/>
                <a:gd name="connsiteY0" fmla="*/ 41424 h 41423"/>
                <a:gd name="connsiteX1" fmla="*/ 7124 w 41537"/>
                <a:gd name="connsiteY1" fmla="*/ 36340 h 41423"/>
                <a:gd name="connsiteX2" fmla="*/ 121 w 41537"/>
                <a:gd name="connsiteY2" fmla="*/ 22361 h 41423"/>
                <a:gd name="connsiteX3" fmla="*/ 5214 w 41537"/>
                <a:gd name="connsiteY3" fmla="*/ 7110 h 41423"/>
                <a:gd name="connsiteX4" fmla="*/ 19220 w 41537"/>
                <a:gd name="connsiteY4" fmla="*/ 120 h 41423"/>
                <a:gd name="connsiteX5" fmla="*/ 34500 w 41537"/>
                <a:gd name="connsiteY5" fmla="*/ 5204 h 41423"/>
                <a:gd name="connsiteX6" fmla="*/ 41503 w 41537"/>
                <a:gd name="connsiteY6" fmla="*/ 19183 h 41423"/>
                <a:gd name="connsiteX7" fmla="*/ 22404 w 41537"/>
                <a:gd name="connsiteY7" fmla="*/ 41424 h 41423"/>
                <a:gd name="connsiteX8" fmla="*/ 20494 w 41537"/>
                <a:gd name="connsiteY8" fmla="*/ 41424 h 4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537" h="41423">
                  <a:moveTo>
                    <a:pt x="20494" y="41424"/>
                  </a:moveTo>
                  <a:cubicBezTo>
                    <a:pt x="15400" y="41424"/>
                    <a:pt x="10944" y="39517"/>
                    <a:pt x="7124" y="36340"/>
                  </a:cubicBezTo>
                  <a:cubicBezTo>
                    <a:pt x="2667" y="32528"/>
                    <a:pt x="121" y="27444"/>
                    <a:pt x="121" y="22361"/>
                  </a:cubicBezTo>
                  <a:cubicBezTo>
                    <a:pt x="-516" y="16642"/>
                    <a:pt x="1394" y="11558"/>
                    <a:pt x="5214" y="7110"/>
                  </a:cubicBezTo>
                  <a:cubicBezTo>
                    <a:pt x="9034" y="2662"/>
                    <a:pt x="14127" y="120"/>
                    <a:pt x="19220" y="120"/>
                  </a:cubicBezTo>
                  <a:cubicBezTo>
                    <a:pt x="24950" y="-515"/>
                    <a:pt x="30043" y="1391"/>
                    <a:pt x="34500" y="5204"/>
                  </a:cubicBezTo>
                  <a:cubicBezTo>
                    <a:pt x="38957" y="9017"/>
                    <a:pt x="41503" y="14100"/>
                    <a:pt x="41503" y="19183"/>
                  </a:cubicBezTo>
                  <a:cubicBezTo>
                    <a:pt x="42140" y="30621"/>
                    <a:pt x="33863" y="40788"/>
                    <a:pt x="22404" y="41424"/>
                  </a:cubicBezTo>
                  <a:lnTo>
                    <a:pt x="20494" y="41424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8632A6D4-2BC4-4548-B2B7-1485FDED1C84}"/>
                </a:ext>
              </a:extLst>
            </p:cNvPr>
            <p:cNvSpPr/>
            <p:nvPr/>
          </p:nvSpPr>
          <p:spPr>
            <a:xfrm>
              <a:off x="1118153" y="4338885"/>
              <a:ext cx="41451" cy="41337"/>
            </a:xfrm>
            <a:custGeom>
              <a:avLst/>
              <a:gdLst>
                <a:gd name="connsiteX0" fmla="*/ 21044 w 41451"/>
                <a:gd name="connsiteY0" fmla="*/ 41338 h 41337"/>
                <a:gd name="connsiteX1" fmla="*/ 34 w 41451"/>
                <a:gd name="connsiteY1" fmla="*/ 22274 h 41337"/>
                <a:gd name="connsiteX2" fmla="*/ 19134 w 41451"/>
                <a:gd name="connsiteY2" fmla="*/ 34 h 41337"/>
                <a:gd name="connsiteX3" fmla="*/ 41417 w 41451"/>
                <a:gd name="connsiteY3" fmla="*/ 19097 h 41337"/>
                <a:gd name="connsiteX4" fmla="*/ 22317 w 41451"/>
                <a:gd name="connsiteY4" fmla="*/ 41338 h 41337"/>
                <a:gd name="connsiteX5" fmla="*/ 21044 w 41451"/>
                <a:gd name="connsiteY5" fmla="*/ 41338 h 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451" h="41337">
                  <a:moveTo>
                    <a:pt x="21044" y="41338"/>
                  </a:moveTo>
                  <a:cubicBezTo>
                    <a:pt x="10221" y="41338"/>
                    <a:pt x="1308" y="33077"/>
                    <a:pt x="34" y="22274"/>
                  </a:cubicBezTo>
                  <a:cubicBezTo>
                    <a:pt x="-602" y="10837"/>
                    <a:pt x="7674" y="670"/>
                    <a:pt x="19134" y="34"/>
                  </a:cubicBezTo>
                  <a:cubicBezTo>
                    <a:pt x="30594" y="-601"/>
                    <a:pt x="40780" y="7660"/>
                    <a:pt x="41417" y="19097"/>
                  </a:cubicBezTo>
                  <a:cubicBezTo>
                    <a:pt x="42054" y="30535"/>
                    <a:pt x="33777" y="40702"/>
                    <a:pt x="22317" y="41338"/>
                  </a:cubicBezTo>
                  <a:lnTo>
                    <a:pt x="21044" y="41338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7F3BE1BC-9DA5-FAB9-7184-94ACDF6BA204}"/>
                </a:ext>
              </a:extLst>
            </p:cNvPr>
            <p:cNvSpPr/>
            <p:nvPr/>
          </p:nvSpPr>
          <p:spPr>
            <a:xfrm>
              <a:off x="830115" y="3968827"/>
              <a:ext cx="306237" cy="267787"/>
            </a:xfrm>
            <a:custGeom>
              <a:avLst/>
              <a:gdLst>
                <a:gd name="connsiteX0" fmla="*/ 44870 w 306237"/>
                <a:gd name="connsiteY0" fmla="*/ 267787 h 267787"/>
                <a:gd name="connsiteX1" fmla="*/ 34683 w 306237"/>
                <a:gd name="connsiteY1" fmla="*/ 262704 h 267787"/>
                <a:gd name="connsiteX2" fmla="*/ 24497 w 306237"/>
                <a:gd name="connsiteY2" fmla="*/ 246182 h 267787"/>
                <a:gd name="connsiteX3" fmla="*/ 75429 w 306237"/>
                <a:gd name="connsiteY3" fmla="*/ 17426 h 267787"/>
                <a:gd name="connsiteX4" fmla="*/ 186844 w 306237"/>
                <a:gd name="connsiteY4" fmla="*/ 5988 h 267787"/>
                <a:gd name="connsiteX5" fmla="*/ 296349 w 306237"/>
                <a:gd name="connsiteY5" fmla="*/ 95584 h 267787"/>
                <a:gd name="connsiteX6" fmla="*/ 305262 w 306237"/>
                <a:gd name="connsiteY6" fmla="*/ 113377 h 267787"/>
                <a:gd name="connsiteX7" fmla="*/ 298895 w 306237"/>
                <a:gd name="connsiteY7" fmla="*/ 129263 h 267787"/>
                <a:gd name="connsiteX8" fmla="*/ 282979 w 306237"/>
                <a:gd name="connsiteY8" fmla="*/ 122908 h 267787"/>
                <a:gd name="connsiteX9" fmla="*/ 275339 w 306237"/>
                <a:gd name="connsiteY9" fmla="*/ 107022 h 267787"/>
                <a:gd name="connsiteX10" fmla="*/ 180477 w 306237"/>
                <a:gd name="connsiteY10" fmla="*/ 28864 h 267787"/>
                <a:gd name="connsiteX11" fmla="*/ 87525 w 306237"/>
                <a:gd name="connsiteY11" fmla="*/ 38395 h 267787"/>
                <a:gd name="connsiteX12" fmla="*/ 46143 w 306237"/>
                <a:gd name="connsiteY12" fmla="*/ 234109 h 267787"/>
                <a:gd name="connsiteX13" fmla="*/ 55056 w 306237"/>
                <a:gd name="connsiteY13" fmla="*/ 248089 h 267787"/>
                <a:gd name="connsiteX14" fmla="*/ 51873 w 306237"/>
                <a:gd name="connsiteY14" fmla="*/ 265245 h 267787"/>
                <a:gd name="connsiteX15" fmla="*/ 44870 w 306237"/>
                <a:gd name="connsiteY15" fmla="*/ 267787 h 267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6237" h="267787">
                  <a:moveTo>
                    <a:pt x="44870" y="267787"/>
                  </a:moveTo>
                  <a:cubicBezTo>
                    <a:pt x="41050" y="267787"/>
                    <a:pt x="37230" y="265881"/>
                    <a:pt x="34683" y="262704"/>
                  </a:cubicBezTo>
                  <a:cubicBezTo>
                    <a:pt x="30863" y="257620"/>
                    <a:pt x="27680" y="251901"/>
                    <a:pt x="24497" y="246182"/>
                  </a:cubicBezTo>
                  <a:cubicBezTo>
                    <a:pt x="-22616" y="161670"/>
                    <a:pt x="304" y="58729"/>
                    <a:pt x="75429" y="17426"/>
                  </a:cubicBezTo>
                  <a:cubicBezTo>
                    <a:pt x="108535" y="-1001"/>
                    <a:pt x="148008" y="-4814"/>
                    <a:pt x="186844" y="5988"/>
                  </a:cubicBezTo>
                  <a:cubicBezTo>
                    <a:pt x="232046" y="18697"/>
                    <a:pt x="272156" y="51740"/>
                    <a:pt x="296349" y="95584"/>
                  </a:cubicBezTo>
                  <a:cubicBezTo>
                    <a:pt x="299532" y="101303"/>
                    <a:pt x="302715" y="107022"/>
                    <a:pt x="305262" y="113377"/>
                  </a:cubicBezTo>
                  <a:cubicBezTo>
                    <a:pt x="307809" y="119731"/>
                    <a:pt x="305262" y="126721"/>
                    <a:pt x="298895" y="129263"/>
                  </a:cubicBezTo>
                  <a:cubicBezTo>
                    <a:pt x="292529" y="131804"/>
                    <a:pt x="285526" y="129263"/>
                    <a:pt x="282979" y="122908"/>
                  </a:cubicBezTo>
                  <a:cubicBezTo>
                    <a:pt x="280432" y="117825"/>
                    <a:pt x="277886" y="112106"/>
                    <a:pt x="275339" y="107022"/>
                  </a:cubicBezTo>
                  <a:cubicBezTo>
                    <a:pt x="254329" y="68896"/>
                    <a:pt x="219313" y="40302"/>
                    <a:pt x="180477" y="28864"/>
                  </a:cubicBezTo>
                  <a:cubicBezTo>
                    <a:pt x="148008" y="19332"/>
                    <a:pt x="114902" y="23145"/>
                    <a:pt x="87525" y="38395"/>
                  </a:cubicBezTo>
                  <a:cubicBezTo>
                    <a:pt x="24497" y="73344"/>
                    <a:pt x="6034" y="161034"/>
                    <a:pt x="46143" y="234109"/>
                  </a:cubicBezTo>
                  <a:cubicBezTo>
                    <a:pt x="48690" y="239193"/>
                    <a:pt x="51873" y="243641"/>
                    <a:pt x="55056" y="248089"/>
                  </a:cubicBezTo>
                  <a:cubicBezTo>
                    <a:pt x="58876" y="253808"/>
                    <a:pt x="57603" y="261433"/>
                    <a:pt x="51873" y="265245"/>
                  </a:cubicBezTo>
                  <a:cubicBezTo>
                    <a:pt x="49963" y="267152"/>
                    <a:pt x="47416" y="267787"/>
                    <a:pt x="44870" y="267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280C9253-8435-8FE1-30A1-A0F08D43A8FC}"/>
                </a:ext>
              </a:extLst>
            </p:cNvPr>
            <p:cNvSpPr/>
            <p:nvPr/>
          </p:nvSpPr>
          <p:spPr>
            <a:xfrm>
              <a:off x="1200613" y="4632852"/>
              <a:ext cx="306237" cy="267790"/>
            </a:xfrm>
            <a:custGeom>
              <a:avLst/>
              <a:gdLst>
                <a:gd name="connsiteX0" fmla="*/ 162050 w 306237"/>
                <a:gd name="connsiteY0" fmla="*/ 267791 h 267790"/>
                <a:gd name="connsiteX1" fmla="*/ 119394 w 306237"/>
                <a:gd name="connsiteY1" fmla="*/ 261436 h 267790"/>
                <a:gd name="connsiteX2" fmla="*/ 9889 w 306237"/>
                <a:gd name="connsiteY2" fmla="*/ 171840 h 267790"/>
                <a:gd name="connsiteX3" fmla="*/ 976 w 306237"/>
                <a:gd name="connsiteY3" fmla="*/ 154048 h 267790"/>
                <a:gd name="connsiteX4" fmla="*/ 7342 w 306237"/>
                <a:gd name="connsiteY4" fmla="*/ 138162 h 267790"/>
                <a:gd name="connsiteX5" fmla="*/ 23259 w 306237"/>
                <a:gd name="connsiteY5" fmla="*/ 144517 h 267790"/>
                <a:gd name="connsiteX6" fmla="*/ 30899 w 306237"/>
                <a:gd name="connsiteY6" fmla="*/ 160402 h 267790"/>
                <a:gd name="connsiteX7" fmla="*/ 125760 w 306237"/>
                <a:gd name="connsiteY7" fmla="*/ 238561 h 267790"/>
                <a:gd name="connsiteX8" fmla="*/ 218712 w 306237"/>
                <a:gd name="connsiteY8" fmla="*/ 229029 h 267790"/>
                <a:gd name="connsiteX9" fmla="*/ 260095 w 306237"/>
                <a:gd name="connsiteY9" fmla="*/ 33316 h 267790"/>
                <a:gd name="connsiteX10" fmla="*/ 251182 w 306237"/>
                <a:gd name="connsiteY10" fmla="*/ 19336 h 267790"/>
                <a:gd name="connsiteX11" fmla="*/ 254365 w 306237"/>
                <a:gd name="connsiteY11" fmla="*/ 2179 h 267790"/>
                <a:gd name="connsiteX12" fmla="*/ 271555 w 306237"/>
                <a:gd name="connsiteY12" fmla="*/ 5357 h 267790"/>
                <a:gd name="connsiteX13" fmla="*/ 281741 w 306237"/>
                <a:gd name="connsiteY13" fmla="*/ 21878 h 267790"/>
                <a:gd name="connsiteX14" fmla="*/ 230809 w 306237"/>
                <a:gd name="connsiteY14" fmla="*/ 250634 h 267790"/>
                <a:gd name="connsiteX15" fmla="*/ 162050 w 306237"/>
                <a:gd name="connsiteY15" fmla="*/ 267791 h 267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6237" h="267790">
                  <a:moveTo>
                    <a:pt x="162050" y="267791"/>
                  </a:moveTo>
                  <a:cubicBezTo>
                    <a:pt x="148043" y="267791"/>
                    <a:pt x="133400" y="265885"/>
                    <a:pt x="119394" y="261436"/>
                  </a:cubicBezTo>
                  <a:cubicBezTo>
                    <a:pt x="74191" y="248728"/>
                    <a:pt x="34082" y="215685"/>
                    <a:pt x="9889" y="171840"/>
                  </a:cubicBezTo>
                  <a:cubicBezTo>
                    <a:pt x="6706" y="166121"/>
                    <a:pt x="3522" y="160402"/>
                    <a:pt x="976" y="154048"/>
                  </a:cubicBezTo>
                  <a:cubicBezTo>
                    <a:pt x="-1571" y="147694"/>
                    <a:pt x="976" y="140704"/>
                    <a:pt x="7342" y="138162"/>
                  </a:cubicBezTo>
                  <a:cubicBezTo>
                    <a:pt x="13709" y="135621"/>
                    <a:pt x="20712" y="138162"/>
                    <a:pt x="23259" y="144517"/>
                  </a:cubicBezTo>
                  <a:cubicBezTo>
                    <a:pt x="25805" y="149600"/>
                    <a:pt x="28352" y="155319"/>
                    <a:pt x="30899" y="160402"/>
                  </a:cubicBezTo>
                  <a:cubicBezTo>
                    <a:pt x="51908" y="198529"/>
                    <a:pt x="86924" y="227123"/>
                    <a:pt x="125760" y="238561"/>
                  </a:cubicBezTo>
                  <a:cubicBezTo>
                    <a:pt x="158230" y="248092"/>
                    <a:pt x="191336" y="244280"/>
                    <a:pt x="218712" y="229029"/>
                  </a:cubicBezTo>
                  <a:cubicBezTo>
                    <a:pt x="281741" y="194080"/>
                    <a:pt x="300204" y="106391"/>
                    <a:pt x="260095" y="33316"/>
                  </a:cubicBezTo>
                  <a:cubicBezTo>
                    <a:pt x="257548" y="28232"/>
                    <a:pt x="254365" y="23784"/>
                    <a:pt x="251182" y="19336"/>
                  </a:cubicBezTo>
                  <a:cubicBezTo>
                    <a:pt x="247362" y="13617"/>
                    <a:pt x="248635" y="5992"/>
                    <a:pt x="254365" y="2179"/>
                  </a:cubicBezTo>
                  <a:cubicBezTo>
                    <a:pt x="260095" y="-1633"/>
                    <a:pt x="267735" y="-362"/>
                    <a:pt x="271555" y="5357"/>
                  </a:cubicBezTo>
                  <a:cubicBezTo>
                    <a:pt x="275375" y="10440"/>
                    <a:pt x="278558" y="16159"/>
                    <a:pt x="281741" y="21878"/>
                  </a:cubicBezTo>
                  <a:cubicBezTo>
                    <a:pt x="328854" y="106391"/>
                    <a:pt x="305934" y="209331"/>
                    <a:pt x="230809" y="250634"/>
                  </a:cubicBezTo>
                  <a:cubicBezTo>
                    <a:pt x="209799" y="262072"/>
                    <a:pt x="186243" y="267791"/>
                    <a:pt x="162050" y="2677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A34F0AC5-F1D3-B7C5-9056-8BD4AD38BF94}"/>
                </a:ext>
              </a:extLst>
            </p:cNvPr>
            <p:cNvSpPr/>
            <p:nvPr/>
          </p:nvSpPr>
          <p:spPr>
            <a:xfrm>
              <a:off x="54620" y="4168853"/>
              <a:ext cx="283747" cy="297788"/>
            </a:xfrm>
            <a:custGeom>
              <a:avLst/>
              <a:gdLst>
                <a:gd name="connsiteX0" fmla="*/ 95213 w 283747"/>
                <a:gd name="connsiteY0" fmla="*/ 297788 h 297788"/>
                <a:gd name="connsiteX1" fmla="*/ 88847 w 283747"/>
                <a:gd name="connsiteY1" fmla="*/ 295882 h 297788"/>
                <a:gd name="connsiteX2" fmla="*/ 72930 w 283747"/>
                <a:gd name="connsiteY2" fmla="*/ 285080 h 297788"/>
                <a:gd name="connsiteX3" fmla="*/ 2898 w 283747"/>
                <a:gd name="connsiteY3" fmla="*/ 173879 h 297788"/>
                <a:gd name="connsiteX4" fmla="*/ 30274 w 283747"/>
                <a:gd name="connsiteY4" fmla="*/ 55052 h 297788"/>
                <a:gd name="connsiteX5" fmla="*/ 264564 w 283747"/>
                <a:gd name="connsiteY5" fmla="*/ 40437 h 297788"/>
                <a:gd name="connsiteX6" fmla="*/ 279844 w 283747"/>
                <a:gd name="connsiteY6" fmla="*/ 53146 h 297788"/>
                <a:gd name="connsiteX7" fmla="*/ 280480 w 283747"/>
                <a:gd name="connsiteY7" fmla="*/ 70303 h 297788"/>
                <a:gd name="connsiteX8" fmla="*/ 263291 w 283747"/>
                <a:gd name="connsiteY8" fmla="*/ 70938 h 297788"/>
                <a:gd name="connsiteX9" fmla="*/ 249921 w 283747"/>
                <a:gd name="connsiteY9" fmla="*/ 59501 h 297788"/>
                <a:gd name="connsiteX10" fmla="*/ 50011 w 283747"/>
                <a:gd name="connsiteY10" fmla="*/ 69667 h 297788"/>
                <a:gd name="connsiteX11" fmla="*/ 27728 w 283747"/>
                <a:gd name="connsiteY11" fmla="*/ 168795 h 297788"/>
                <a:gd name="connsiteX12" fmla="*/ 88210 w 283747"/>
                <a:gd name="connsiteY12" fmla="*/ 265381 h 297788"/>
                <a:gd name="connsiteX13" fmla="*/ 102216 w 283747"/>
                <a:gd name="connsiteY13" fmla="*/ 274913 h 297788"/>
                <a:gd name="connsiteX14" fmla="*/ 106036 w 283747"/>
                <a:gd name="connsiteY14" fmla="*/ 291434 h 297788"/>
                <a:gd name="connsiteX15" fmla="*/ 95213 w 283747"/>
                <a:gd name="connsiteY15" fmla="*/ 297788 h 297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3747" h="297788">
                  <a:moveTo>
                    <a:pt x="95213" y="297788"/>
                  </a:moveTo>
                  <a:cubicBezTo>
                    <a:pt x="92667" y="297788"/>
                    <a:pt x="90757" y="297153"/>
                    <a:pt x="88847" y="295882"/>
                  </a:cubicBezTo>
                  <a:cubicBezTo>
                    <a:pt x="83753" y="292705"/>
                    <a:pt x="78024" y="288892"/>
                    <a:pt x="72930" y="285080"/>
                  </a:cubicBezTo>
                  <a:cubicBezTo>
                    <a:pt x="36004" y="256485"/>
                    <a:pt x="11175" y="217088"/>
                    <a:pt x="2898" y="173879"/>
                  </a:cubicBezTo>
                  <a:cubicBezTo>
                    <a:pt x="-5378" y="130034"/>
                    <a:pt x="4171" y="88095"/>
                    <a:pt x="30274" y="55052"/>
                  </a:cubicBezTo>
                  <a:cubicBezTo>
                    <a:pt x="83117" y="-12304"/>
                    <a:pt x="188165" y="-18658"/>
                    <a:pt x="264564" y="40437"/>
                  </a:cubicBezTo>
                  <a:cubicBezTo>
                    <a:pt x="269657" y="44250"/>
                    <a:pt x="274750" y="48698"/>
                    <a:pt x="279844" y="53146"/>
                  </a:cubicBezTo>
                  <a:cubicBezTo>
                    <a:pt x="284937" y="57594"/>
                    <a:pt x="284937" y="65219"/>
                    <a:pt x="280480" y="70303"/>
                  </a:cubicBezTo>
                  <a:cubicBezTo>
                    <a:pt x="276024" y="75386"/>
                    <a:pt x="268384" y="75386"/>
                    <a:pt x="263291" y="70938"/>
                  </a:cubicBezTo>
                  <a:cubicBezTo>
                    <a:pt x="258834" y="67126"/>
                    <a:pt x="254377" y="63313"/>
                    <a:pt x="249921" y="59501"/>
                  </a:cubicBezTo>
                  <a:cubicBezTo>
                    <a:pt x="184345" y="8030"/>
                    <a:pt x="94577" y="13114"/>
                    <a:pt x="50011" y="69667"/>
                  </a:cubicBezTo>
                  <a:cubicBezTo>
                    <a:pt x="28364" y="96991"/>
                    <a:pt x="20725" y="132575"/>
                    <a:pt x="27728" y="168795"/>
                  </a:cubicBezTo>
                  <a:cubicBezTo>
                    <a:pt x="34731" y="206286"/>
                    <a:pt x="56377" y="240599"/>
                    <a:pt x="88210" y="265381"/>
                  </a:cubicBezTo>
                  <a:cubicBezTo>
                    <a:pt x="92667" y="268558"/>
                    <a:pt x="97123" y="272371"/>
                    <a:pt x="102216" y="274913"/>
                  </a:cubicBezTo>
                  <a:cubicBezTo>
                    <a:pt x="107946" y="278725"/>
                    <a:pt x="109856" y="286350"/>
                    <a:pt x="106036" y="291434"/>
                  </a:cubicBezTo>
                  <a:cubicBezTo>
                    <a:pt x="103490" y="295247"/>
                    <a:pt x="99033" y="297788"/>
                    <a:pt x="95213" y="2977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6791D169-EE3E-C10C-A998-40911E8F2BF6}"/>
                </a:ext>
              </a:extLst>
            </p:cNvPr>
            <p:cNvSpPr/>
            <p:nvPr/>
          </p:nvSpPr>
          <p:spPr>
            <a:xfrm>
              <a:off x="373376" y="4512908"/>
              <a:ext cx="42063" cy="42059"/>
            </a:xfrm>
            <a:custGeom>
              <a:avLst/>
              <a:gdLst>
                <a:gd name="connsiteX0" fmla="*/ 20933 w 42063"/>
                <a:gd name="connsiteY0" fmla="*/ 42059 h 42059"/>
                <a:gd name="connsiteX1" fmla="*/ 5016 w 42063"/>
                <a:gd name="connsiteY1" fmla="*/ 34434 h 42059"/>
                <a:gd name="connsiteX2" fmla="*/ 7563 w 42063"/>
                <a:gd name="connsiteY2" fmla="*/ 5204 h 42059"/>
                <a:gd name="connsiteX3" fmla="*/ 22843 w 42063"/>
                <a:gd name="connsiteY3" fmla="*/ 120 h 42059"/>
                <a:gd name="connsiteX4" fmla="*/ 36849 w 42063"/>
                <a:gd name="connsiteY4" fmla="*/ 7110 h 42059"/>
                <a:gd name="connsiteX5" fmla="*/ 41943 w 42063"/>
                <a:gd name="connsiteY5" fmla="*/ 22361 h 42059"/>
                <a:gd name="connsiteX6" fmla="*/ 34939 w 42063"/>
                <a:gd name="connsiteY6" fmla="*/ 36340 h 42059"/>
                <a:gd name="connsiteX7" fmla="*/ 20933 w 42063"/>
                <a:gd name="connsiteY7" fmla="*/ 42059 h 4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63" h="42059">
                  <a:moveTo>
                    <a:pt x="20933" y="42059"/>
                  </a:moveTo>
                  <a:cubicBezTo>
                    <a:pt x="15203" y="42059"/>
                    <a:pt x="8836" y="39517"/>
                    <a:pt x="5016" y="34434"/>
                  </a:cubicBezTo>
                  <a:cubicBezTo>
                    <a:pt x="-2623" y="25538"/>
                    <a:pt x="-1350" y="12194"/>
                    <a:pt x="7563" y="5204"/>
                  </a:cubicBezTo>
                  <a:cubicBezTo>
                    <a:pt x="12020" y="1391"/>
                    <a:pt x="17113" y="-515"/>
                    <a:pt x="22843" y="120"/>
                  </a:cubicBezTo>
                  <a:cubicBezTo>
                    <a:pt x="28573" y="756"/>
                    <a:pt x="33666" y="3298"/>
                    <a:pt x="36849" y="7110"/>
                  </a:cubicBezTo>
                  <a:cubicBezTo>
                    <a:pt x="40669" y="11558"/>
                    <a:pt x="42579" y="16642"/>
                    <a:pt x="41943" y="22361"/>
                  </a:cubicBezTo>
                  <a:cubicBezTo>
                    <a:pt x="41306" y="28079"/>
                    <a:pt x="38759" y="33163"/>
                    <a:pt x="34939" y="36340"/>
                  </a:cubicBezTo>
                  <a:cubicBezTo>
                    <a:pt x="31119" y="40788"/>
                    <a:pt x="26026" y="42059"/>
                    <a:pt x="20933" y="420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196AA8E4-FEFE-00D0-C1ED-C82EF03A5F28}"/>
                </a:ext>
              </a:extLst>
            </p:cNvPr>
            <p:cNvSpPr/>
            <p:nvPr/>
          </p:nvSpPr>
          <p:spPr>
            <a:xfrm>
              <a:off x="11223829" y="4394837"/>
              <a:ext cx="57984" cy="24146"/>
            </a:xfrm>
            <a:custGeom>
              <a:avLst/>
              <a:gdLst>
                <a:gd name="connsiteX0" fmla="*/ 45840 w 57984"/>
                <a:gd name="connsiteY0" fmla="*/ 24147 h 24146"/>
                <a:gd name="connsiteX1" fmla="*/ 12097 w 57984"/>
                <a:gd name="connsiteY1" fmla="*/ 24147 h 24146"/>
                <a:gd name="connsiteX2" fmla="*/ 0 w 57984"/>
                <a:gd name="connsiteY2" fmla="*/ 12073 h 24146"/>
                <a:gd name="connsiteX3" fmla="*/ 12097 w 57984"/>
                <a:gd name="connsiteY3" fmla="*/ 0 h 24146"/>
                <a:gd name="connsiteX4" fmla="*/ 45840 w 57984"/>
                <a:gd name="connsiteY4" fmla="*/ 0 h 24146"/>
                <a:gd name="connsiteX5" fmla="*/ 57936 w 57984"/>
                <a:gd name="connsiteY5" fmla="*/ 12073 h 24146"/>
                <a:gd name="connsiteX6" fmla="*/ 45840 w 57984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84" h="24146">
                  <a:moveTo>
                    <a:pt x="45840" y="24147"/>
                  </a:moveTo>
                  <a:lnTo>
                    <a:pt x="12097" y="24147"/>
                  </a:lnTo>
                  <a:cubicBezTo>
                    <a:pt x="5094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45840" y="0"/>
                  </a:lnTo>
                  <a:cubicBezTo>
                    <a:pt x="52843" y="0"/>
                    <a:pt x="57936" y="5719"/>
                    <a:pt x="57936" y="12073"/>
                  </a:cubicBezTo>
                  <a:cubicBezTo>
                    <a:pt x="58573" y="19063"/>
                    <a:pt x="52843" y="24147"/>
                    <a:pt x="45840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D5937ED5-416F-96DE-B894-B9B2D0B35B2F}"/>
                </a:ext>
              </a:extLst>
            </p:cNvPr>
            <p:cNvSpPr/>
            <p:nvPr/>
          </p:nvSpPr>
          <p:spPr>
            <a:xfrm>
              <a:off x="11323148" y="4303335"/>
              <a:ext cx="57936" cy="24146"/>
            </a:xfrm>
            <a:custGeom>
              <a:avLst/>
              <a:gdLst>
                <a:gd name="connsiteX0" fmla="*/ 45840 w 57936"/>
                <a:gd name="connsiteY0" fmla="*/ 24147 h 24146"/>
                <a:gd name="connsiteX1" fmla="*/ 12097 w 57936"/>
                <a:gd name="connsiteY1" fmla="*/ 24147 h 24146"/>
                <a:gd name="connsiteX2" fmla="*/ 0 w 57936"/>
                <a:gd name="connsiteY2" fmla="*/ 12073 h 24146"/>
                <a:gd name="connsiteX3" fmla="*/ 12097 w 57936"/>
                <a:gd name="connsiteY3" fmla="*/ 0 h 24146"/>
                <a:gd name="connsiteX4" fmla="*/ 45840 w 57936"/>
                <a:gd name="connsiteY4" fmla="*/ 0 h 24146"/>
                <a:gd name="connsiteX5" fmla="*/ 57936 w 57936"/>
                <a:gd name="connsiteY5" fmla="*/ 12073 h 24146"/>
                <a:gd name="connsiteX6" fmla="*/ 45840 w 57936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6" h="24146">
                  <a:moveTo>
                    <a:pt x="45840" y="24147"/>
                  </a:moveTo>
                  <a:lnTo>
                    <a:pt x="12097" y="24147"/>
                  </a:lnTo>
                  <a:cubicBezTo>
                    <a:pt x="5094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45840" y="0"/>
                  </a:lnTo>
                  <a:cubicBezTo>
                    <a:pt x="52843" y="0"/>
                    <a:pt x="57936" y="5719"/>
                    <a:pt x="57936" y="12073"/>
                  </a:cubicBezTo>
                  <a:cubicBezTo>
                    <a:pt x="57936" y="18428"/>
                    <a:pt x="52843" y="24147"/>
                    <a:pt x="45840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2B33DFD7-49F9-7ECC-62CA-F8ED0C299CE5}"/>
                </a:ext>
              </a:extLst>
            </p:cNvPr>
            <p:cNvSpPr/>
            <p:nvPr/>
          </p:nvSpPr>
          <p:spPr>
            <a:xfrm>
              <a:off x="11422467" y="4394837"/>
              <a:ext cx="57935" cy="24146"/>
            </a:xfrm>
            <a:custGeom>
              <a:avLst/>
              <a:gdLst>
                <a:gd name="connsiteX0" fmla="*/ 45839 w 57935"/>
                <a:gd name="connsiteY0" fmla="*/ 24147 h 24146"/>
                <a:gd name="connsiteX1" fmla="*/ 12096 w 57935"/>
                <a:gd name="connsiteY1" fmla="*/ 24147 h 24146"/>
                <a:gd name="connsiteX2" fmla="*/ 0 w 57935"/>
                <a:gd name="connsiteY2" fmla="*/ 12073 h 24146"/>
                <a:gd name="connsiteX3" fmla="*/ 12096 w 57935"/>
                <a:gd name="connsiteY3" fmla="*/ 0 h 24146"/>
                <a:gd name="connsiteX4" fmla="*/ 45839 w 57935"/>
                <a:gd name="connsiteY4" fmla="*/ 0 h 24146"/>
                <a:gd name="connsiteX5" fmla="*/ 57936 w 57935"/>
                <a:gd name="connsiteY5" fmla="*/ 12073 h 24146"/>
                <a:gd name="connsiteX6" fmla="*/ 45839 w 579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5" h="24146">
                  <a:moveTo>
                    <a:pt x="45839" y="24147"/>
                  </a:moveTo>
                  <a:lnTo>
                    <a:pt x="12096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29" y="0"/>
                    <a:pt x="12096" y="0"/>
                  </a:cubicBezTo>
                  <a:lnTo>
                    <a:pt x="45839" y="0"/>
                  </a:lnTo>
                  <a:cubicBezTo>
                    <a:pt x="52842" y="0"/>
                    <a:pt x="57936" y="5719"/>
                    <a:pt x="57936" y="12073"/>
                  </a:cubicBezTo>
                  <a:cubicBezTo>
                    <a:pt x="57936" y="19063"/>
                    <a:pt x="52205" y="24147"/>
                    <a:pt x="45839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AFAAF997-096E-DC95-F97F-B3DBCDF17C48}"/>
                </a:ext>
              </a:extLst>
            </p:cNvPr>
            <p:cNvSpPr/>
            <p:nvPr/>
          </p:nvSpPr>
          <p:spPr>
            <a:xfrm>
              <a:off x="11521148" y="4303335"/>
              <a:ext cx="57935" cy="24146"/>
            </a:xfrm>
            <a:custGeom>
              <a:avLst/>
              <a:gdLst>
                <a:gd name="connsiteX0" fmla="*/ 45839 w 57935"/>
                <a:gd name="connsiteY0" fmla="*/ 24147 h 24146"/>
                <a:gd name="connsiteX1" fmla="*/ 12096 w 57935"/>
                <a:gd name="connsiteY1" fmla="*/ 24147 h 24146"/>
                <a:gd name="connsiteX2" fmla="*/ 0 w 57935"/>
                <a:gd name="connsiteY2" fmla="*/ 12073 h 24146"/>
                <a:gd name="connsiteX3" fmla="*/ 12096 w 57935"/>
                <a:gd name="connsiteY3" fmla="*/ 0 h 24146"/>
                <a:gd name="connsiteX4" fmla="*/ 45839 w 57935"/>
                <a:gd name="connsiteY4" fmla="*/ 0 h 24146"/>
                <a:gd name="connsiteX5" fmla="*/ 57936 w 57935"/>
                <a:gd name="connsiteY5" fmla="*/ 12073 h 24146"/>
                <a:gd name="connsiteX6" fmla="*/ 45839 w 579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5" h="24146">
                  <a:moveTo>
                    <a:pt x="45839" y="24147"/>
                  </a:moveTo>
                  <a:lnTo>
                    <a:pt x="12096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29" y="0"/>
                    <a:pt x="12096" y="0"/>
                  </a:cubicBezTo>
                  <a:lnTo>
                    <a:pt x="45839" y="0"/>
                  </a:lnTo>
                  <a:cubicBezTo>
                    <a:pt x="52842" y="0"/>
                    <a:pt x="57936" y="5719"/>
                    <a:pt x="57936" y="12073"/>
                  </a:cubicBezTo>
                  <a:cubicBezTo>
                    <a:pt x="57936" y="18428"/>
                    <a:pt x="52842" y="24147"/>
                    <a:pt x="45839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2305AB57-08DE-3989-603A-008DD6AEF861}"/>
                </a:ext>
              </a:extLst>
            </p:cNvPr>
            <p:cNvSpPr/>
            <p:nvPr/>
          </p:nvSpPr>
          <p:spPr>
            <a:xfrm>
              <a:off x="11620467" y="4394837"/>
              <a:ext cx="57935" cy="24146"/>
            </a:xfrm>
            <a:custGeom>
              <a:avLst/>
              <a:gdLst>
                <a:gd name="connsiteX0" fmla="*/ 45839 w 57935"/>
                <a:gd name="connsiteY0" fmla="*/ 24147 h 24146"/>
                <a:gd name="connsiteX1" fmla="*/ 12097 w 57935"/>
                <a:gd name="connsiteY1" fmla="*/ 24147 h 24146"/>
                <a:gd name="connsiteX2" fmla="*/ 0 w 57935"/>
                <a:gd name="connsiteY2" fmla="*/ 12073 h 24146"/>
                <a:gd name="connsiteX3" fmla="*/ 12097 w 57935"/>
                <a:gd name="connsiteY3" fmla="*/ 0 h 24146"/>
                <a:gd name="connsiteX4" fmla="*/ 45839 w 57935"/>
                <a:gd name="connsiteY4" fmla="*/ 0 h 24146"/>
                <a:gd name="connsiteX5" fmla="*/ 57936 w 57935"/>
                <a:gd name="connsiteY5" fmla="*/ 12073 h 24146"/>
                <a:gd name="connsiteX6" fmla="*/ 45839 w 579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5" h="24146">
                  <a:moveTo>
                    <a:pt x="45839" y="24147"/>
                  </a:moveTo>
                  <a:lnTo>
                    <a:pt x="12097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45839" y="0"/>
                  </a:lnTo>
                  <a:cubicBezTo>
                    <a:pt x="52842" y="0"/>
                    <a:pt x="57936" y="5719"/>
                    <a:pt x="57936" y="12073"/>
                  </a:cubicBezTo>
                  <a:cubicBezTo>
                    <a:pt x="57936" y="19063"/>
                    <a:pt x="52842" y="24147"/>
                    <a:pt x="45839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CD149875-6C7B-544D-5F47-4EB02B6BE99C}"/>
                </a:ext>
              </a:extLst>
            </p:cNvPr>
            <p:cNvSpPr/>
            <p:nvPr/>
          </p:nvSpPr>
          <p:spPr>
            <a:xfrm>
              <a:off x="10788994" y="4622269"/>
              <a:ext cx="1325517" cy="509036"/>
            </a:xfrm>
            <a:custGeom>
              <a:avLst/>
              <a:gdLst>
                <a:gd name="connsiteX0" fmla="*/ 970901 w 1325517"/>
                <a:gd name="connsiteY0" fmla="*/ 509036 h 509036"/>
                <a:gd name="connsiteX1" fmla="*/ 353344 w 1325517"/>
                <a:gd name="connsiteY1" fmla="*/ 509036 h 509036"/>
                <a:gd name="connsiteX2" fmla="*/ 349524 w 1325517"/>
                <a:gd name="connsiteY2" fmla="*/ 508401 h 509036"/>
                <a:gd name="connsiteX3" fmla="*/ 0 w 1325517"/>
                <a:gd name="connsiteY3" fmla="*/ 12762 h 509036"/>
                <a:gd name="connsiteX4" fmla="*/ 11459 w 1325517"/>
                <a:gd name="connsiteY4" fmla="*/ 54 h 509036"/>
                <a:gd name="connsiteX5" fmla="*/ 24192 w 1325517"/>
                <a:gd name="connsiteY5" fmla="*/ 11491 h 509036"/>
                <a:gd name="connsiteX6" fmla="*/ 355890 w 1325517"/>
                <a:gd name="connsiteY6" fmla="*/ 484254 h 509036"/>
                <a:gd name="connsiteX7" fmla="*/ 968990 w 1325517"/>
                <a:gd name="connsiteY7" fmla="*/ 484254 h 509036"/>
                <a:gd name="connsiteX8" fmla="*/ 1300688 w 1325517"/>
                <a:gd name="connsiteY8" fmla="*/ 11491 h 509036"/>
                <a:gd name="connsiteX9" fmla="*/ 1313421 w 1325517"/>
                <a:gd name="connsiteY9" fmla="*/ 54 h 509036"/>
                <a:gd name="connsiteX10" fmla="*/ 1325518 w 1325517"/>
                <a:gd name="connsiteY10" fmla="*/ 12762 h 509036"/>
                <a:gd name="connsiteX11" fmla="*/ 975993 w 1325517"/>
                <a:gd name="connsiteY11" fmla="*/ 508401 h 509036"/>
                <a:gd name="connsiteX12" fmla="*/ 970901 w 1325517"/>
                <a:gd name="connsiteY12" fmla="*/ 509036 h 509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25517" h="509036">
                  <a:moveTo>
                    <a:pt x="970901" y="509036"/>
                  </a:moveTo>
                  <a:lnTo>
                    <a:pt x="353344" y="509036"/>
                  </a:lnTo>
                  <a:cubicBezTo>
                    <a:pt x="352070" y="509036"/>
                    <a:pt x="350797" y="509036"/>
                    <a:pt x="349524" y="508401"/>
                  </a:cubicBezTo>
                  <a:cubicBezTo>
                    <a:pt x="17189" y="389575"/>
                    <a:pt x="0" y="16575"/>
                    <a:pt x="0" y="12762"/>
                  </a:cubicBezTo>
                  <a:cubicBezTo>
                    <a:pt x="0" y="5773"/>
                    <a:pt x="5093" y="689"/>
                    <a:pt x="11459" y="54"/>
                  </a:cubicBezTo>
                  <a:cubicBezTo>
                    <a:pt x="18462" y="-582"/>
                    <a:pt x="23556" y="5137"/>
                    <a:pt x="24192" y="11491"/>
                  </a:cubicBezTo>
                  <a:cubicBezTo>
                    <a:pt x="24192" y="15304"/>
                    <a:pt x="40745" y="370512"/>
                    <a:pt x="355890" y="484254"/>
                  </a:cubicBezTo>
                  <a:lnTo>
                    <a:pt x="968990" y="484254"/>
                  </a:lnTo>
                  <a:cubicBezTo>
                    <a:pt x="1283499" y="370512"/>
                    <a:pt x="1300688" y="14669"/>
                    <a:pt x="1300688" y="11491"/>
                  </a:cubicBezTo>
                  <a:cubicBezTo>
                    <a:pt x="1300688" y="4502"/>
                    <a:pt x="1306418" y="-582"/>
                    <a:pt x="1313421" y="54"/>
                  </a:cubicBezTo>
                  <a:cubicBezTo>
                    <a:pt x="1320424" y="54"/>
                    <a:pt x="1325518" y="5773"/>
                    <a:pt x="1325518" y="12762"/>
                  </a:cubicBezTo>
                  <a:cubicBezTo>
                    <a:pt x="1325518" y="16575"/>
                    <a:pt x="1308328" y="390210"/>
                    <a:pt x="975993" y="508401"/>
                  </a:cubicBezTo>
                  <a:cubicBezTo>
                    <a:pt x="974084" y="508401"/>
                    <a:pt x="972174" y="509036"/>
                    <a:pt x="970901" y="50903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35CB4256-99A1-708F-E623-BB9066BB07A8}"/>
                </a:ext>
              </a:extLst>
            </p:cNvPr>
            <p:cNvSpPr/>
            <p:nvPr/>
          </p:nvSpPr>
          <p:spPr>
            <a:xfrm>
              <a:off x="10788994" y="4622269"/>
              <a:ext cx="1325517" cy="509036"/>
            </a:xfrm>
            <a:custGeom>
              <a:avLst/>
              <a:gdLst>
                <a:gd name="connsiteX0" fmla="*/ 970901 w 1325517"/>
                <a:gd name="connsiteY0" fmla="*/ 509036 h 509036"/>
                <a:gd name="connsiteX1" fmla="*/ 353344 w 1325517"/>
                <a:gd name="connsiteY1" fmla="*/ 509036 h 509036"/>
                <a:gd name="connsiteX2" fmla="*/ 349524 w 1325517"/>
                <a:gd name="connsiteY2" fmla="*/ 508401 h 509036"/>
                <a:gd name="connsiteX3" fmla="*/ 0 w 1325517"/>
                <a:gd name="connsiteY3" fmla="*/ 12762 h 509036"/>
                <a:gd name="connsiteX4" fmla="*/ 11459 w 1325517"/>
                <a:gd name="connsiteY4" fmla="*/ 54 h 509036"/>
                <a:gd name="connsiteX5" fmla="*/ 24192 w 1325517"/>
                <a:gd name="connsiteY5" fmla="*/ 11491 h 509036"/>
                <a:gd name="connsiteX6" fmla="*/ 355890 w 1325517"/>
                <a:gd name="connsiteY6" fmla="*/ 484254 h 509036"/>
                <a:gd name="connsiteX7" fmla="*/ 968990 w 1325517"/>
                <a:gd name="connsiteY7" fmla="*/ 484254 h 509036"/>
                <a:gd name="connsiteX8" fmla="*/ 1300688 w 1325517"/>
                <a:gd name="connsiteY8" fmla="*/ 11491 h 509036"/>
                <a:gd name="connsiteX9" fmla="*/ 1313421 w 1325517"/>
                <a:gd name="connsiteY9" fmla="*/ 54 h 509036"/>
                <a:gd name="connsiteX10" fmla="*/ 1325518 w 1325517"/>
                <a:gd name="connsiteY10" fmla="*/ 12762 h 509036"/>
                <a:gd name="connsiteX11" fmla="*/ 975993 w 1325517"/>
                <a:gd name="connsiteY11" fmla="*/ 508401 h 509036"/>
                <a:gd name="connsiteX12" fmla="*/ 970901 w 1325517"/>
                <a:gd name="connsiteY12" fmla="*/ 509036 h 509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25517" h="509036">
                  <a:moveTo>
                    <a:pt x="970901" y="509036"/>
                  </a:moveTo>
                  <a:lnTo>
                    <a:pt x="353344" y="509036"/>
                  </a:lnTo>
                  <a:cubicBezTo>
                    <a:pt x="352070" y="509036"/>
                    <a:pt x="350797" y="509036"/>
                    <a:pt x="349524" y="508401"/>
                  </a:cubicBezTo>
                  <a:cubicBezTo>
                    <a:pt x="17189" y="389575"/>
                    <a:pt x="0" y="16575"/>
                    <a:pt x="0" y="12762"/>
                  </a:cubicBezTo>
                  <a:cubicBezTo>
                    <a:pt x="0" y="5773"/>
                    <a:pt x="5093" y="689"/>
                    <a:pt x="11459" y="54"/>
                  </a:cubicBezTo>
                  <a:cubicBezTo>
                    <a:pt x="18462" y="-582"/>
                    <a:pt x="23556" y="5137"/>
                    <a:pt x="24192" y="11491"/>
                  </a:cubicBezTo>
                  <a:cubicBezTo>
                    <a:pt x="24192" y="15304"/>
                    <a:pt x="40745" y="370512"/>
                    <a:pt x="355890" y="484254"/>
                  </a:cubicBezTo>
                  <a:lnTo>
                    <a:pt x="968990" y="484254"/>
                  </a:lnTo>
                  <a:cubicBezTo>
                    <a:pt x="1283499" y="370512"/>
                    <a:pt x="1300688" y="14669"/>
                    <a:pt x="1300688" y="11491"/>
                  </a:cubicBezTo>
                  <a:cubicBezTo>
                    <a:pt x="1300688" y="4502"/>
                    <a:pt x="1306418" y="-582"/>
                    <a:pt x="1313421" y="54"/>
                  </a:cubicBezTo>
                  <a:cubicBezTo>
                    <a:pt x="1320424" y="54"/>
                    <a:pt x="1325518" y="5773"/>
                    <a:pt x="1325518" y="12762"/>
                  </a:cubicBezTo>
                  <a:cubicBezTo>
                    <a:pt x="1325518" y="16575"/>
                    <a:pt x="1308328" y="390210"/>
                    <a:pt x="975993" y="508401"/>
                  </a:cubicBezTo>
                  <a:cubicBezTo>
                    <a:pt x="974084" y="508401"/>
                    <a:pt x="972174" y="509036"/>
                    <a:pt x="970901" y="50903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C48A41A2-3270-E168-6FA2-35A88224EE71}"/>
                </a:ext>
              </a:extLst>
            </p:cNvPr>
            <p:cNvSpPr/>
            <p:nvPr/>
          </p:nvSpPr>
          <p:spPr>
            <a:xfrm>
              <a:off x="11125332" y="5107456"/>
              <a:ext cx="650931" cy="116622"/>
            </a:xfrm>
            <a:custGeom>
              <a:avLst/>
              <a:gdLst>
                <a:gd name="connsiteX0" fmla="*/ 570897 w 650931"/>
                <a:gd name="connsiteY0" fmla="*/ 116623 h 116622"/>
                <a:gd name="connsiteX1" fmla="*/ 81309 w 650931"/>
                <a:gd name="connsiteY1" fmla="*/ 116623 h 116622"/>
                <a:gd name="connsiteX2" fmla="*/ 15096 w 650931"/>
                <a:gd name="connsiteY2" fmla="*/ 82945 h 116622"/>
                <a:gd name="connsiteX3" fmla="*/ 4273 w 650931"/>
                <a:gd name="connsiteY3" fmla="*/ 11141 h 116622"/>
                <a:gd name="connsiteX4" fmla="*/ 5546 w 650931"/>
                <a:gd name="connsiteY4" fmla="*/ 7328 h 116622"/>
                <a:gd name="connsiteX5" fmla="*/ 21463 w 650931"/>
                <a:gd name="connsiteY5" fmla="*/ 974 h 116622"/>
                <a:gd name="connsiteX6" fmla="*/ 27829 w 650931"/>
                <a:gd name="connsiteY6" fmla="*/ 16860 h 116622"/>
                <a:gd name="connsiteX7" fmla="*/ 27193 w 650931"/>
                <a:gd name="connsiteY7" fmla="*/ 19402 h 116622"/>
                <a:gd name="connsiteX8" fmla="*/ 34832 w 650931"/>
                <a:gd name="connsiteY8" fmla="*/ 68965 h 116622"/>
                <a:gd name="connsiteX9" fmla="*/ 80672 w 650931"/>
                <a:gd name="connsiteY9" fmla="*/ 92477 h 116622"/>
                <a:gd name="connsiteX10" fmla="*/ 570260 w 650931"/>
                <a:gd name="connsiteY10" fmla="*/ 92477 h 116622"/>
                <a:gd name="connsiteX11" fmla="*/ 616100 w 650931"/>
                <a:gd name="connsiteY11" fmla="*/ 68965 h 116622"/>
                <a:gd name="connsiteX12" fmla="*/ 623739 w 650931"/>
                <a:gd name="connsiteY12" fmla="*/ 19402 h 116622"/>
                <a:gd name="connsiteX13" fmla="*/ 623103 w 650931"/>
                <a:gd name="connsiteY13" fmla="*/ 17495 h 116622"/>
                <a:gd name="connsiteX14" fmla="*/ 629469 w 650931"/>
                <a:gd name="connsiteY14" fmla="*/ 1609 h 116622"/>
                <a:gd name="connsiteX15" fmla="*/ 645386 w 650931"/>
                <a:gd name="connsiteY15" fmla="*/ 7964 h 116622"/>
                <a:gd name="connsiteX16" fmla="*/ 646659 w 650931"/>
                <a:gd name="connsiteY16" fmla="*/ 11776 h 116622"/>
                <a:gd name="connsiteX17" fmla="*/ 635836 w 650931"/>
                <a:gd name="connsiteY17" fmla="*/ 83581 h 116622"/>
                <a:gd name="connsiteX18" fmla="*/ 570897 w 650931"/>
                <a:gd name="connsiteY18" fmla="*/ 116623 h 11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50931" h="116622">
                  <a:moveTo>
                    <a:pt x="570897" y="116623"/>
                  </a:moveTo>
                  <a:lnTo>
                    <a:pt x="81309" y="116623"/>
                  </a:lnTo>
                  <a:cubicBezTo>
                    <a:pt x="55206" y="116623"/>
                    <a:pt x="30376" y="103914"/>
                    <a:pt x="15096" y="82945"/>
                  </a:cubicBezTo>
                  <a:cubicBezTo>
                    <a:pt x="-184" y="61976"/>
                    <a:pt x="-4004" y="35287"/>
                    <a:pt x="4273" y="11141"/>
                  </a:cubicBezTo>
                  <a:cubicBezTo>
                    <a:pt x="4910" y="8599"/>
                    <a:pt x="5546" y="7328"/>
                    <a:pt x="5546" y="7328"/>
                  </a:cubicBezTo>
                  <a:cubicBezTo>
                    <a:pt x="8093" y="974"/>
                    <a:pt x="15096" y="-1568"/>
                    <a:pt x="21463" y="974"/>
                  </a:cubicBezTo>
                  <a:cubicBezTo>
                    <a:pt x="27829" y="3516"/>
                    <a:pt x="30376" y="10506"/>
                    <a:pt x="27829" y="16860"/>
                  </a:cubicBezTo>
                  <a:cubicBezTo>
                    <a:pt x="27829" y="16860"/>
                    <a:pt x="27193" y="17495"/>
                    <a:pt x="27193" y="19402"/>
                  </a:cubicBezTo>
                  <a:cubicBezTo>
                    <a:pt x="21463" y="36558"/>
                    <a:pt x="24009" y="54351"/>
                    <a:pt x="34832" y="68965"/>
                  </a:cubicBezTo>
                  <a:cubicBezTo>
                    <a:pt x="45656" y="84216"/>
                    <a:pt x="62209" y="92477"/>
                    <a:pt x="80672" y="92477"/>
                  </a:cubicBezTo>
                  <a:lnTo>
                    <a:pt x="570260" y="92477"/>
                  </a:lnTo>
                  <a:cubicBezTo>
                    <a:pt x="588723" y="92477"/>
                    <a:pt x="605913" y="83581"/>
                    <a:pt x="616100" y="68965"/>
                  </a:cubicBezTo>
                  <a:cubicBezTo>
                    <a:pt x="626923" y="54351"/>
                    <a:pt x="629469" y="35923"/>
                    <a:pt x="623739" y="19402"/>
                  </a:cubicBezTo>
                  <a:cubicBezTo>
                    <a:pt x="623103" y="18131"/>
                    <a:pt x="623103" y="17495"/>
                    <a:pt x="623103" y="17495"/>
                  </a:cubicBezTo>
                  <a:cubicBezTo>
                    <a:pt x="620556" y="11141"/>
                    <a:pt x="623103" y="4151"/>
                    <a:pt x="629469" y="1609"/>
                  </a:cubicBezTo>
                  <a:cubicBezTo>
                    <a:pt x="635836" y="-932"/>
                    <a:pt x="642839" y="1609"/>
                    <a:pt x="645386" y="7964"/>
                  </a:cubicBezTo>
                  <a:cubicBezTo>
                    <a:pt x="645386" y="7964"/>
                    <a:pt x="646022" y="9235"/>
                    <a:pt x="646659" y="11776"/>
                  </a:cubicBezTo>
                  <a:cubicBezTo>
                    <a:pt x="654936" y="35923"/>
                    <a:pt x="651116" y="62611"/>
                    <a:pt x="635836" y="83581"/>
                  </a:cubicBezTo>
                  <a:cubicBezTo>
                    <a:pt x="621830" y="103914"/>
                    <a:pt x="597000" y="116623"/>
                    <a:pt x="570897" y="1166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A27B7D03-2301-4415-9F0E-362FC91F9709}"/>
                </a:ext>
              </a:extLst>
            </p:cNvPr>
            <p:cNvSpPr/>
            <p:nvPr/>
          </p:nvSpPr>
          <p:spPr>
            <a:xfrm>
              <a:off x="10832286" y="4120330"/>
              <a:ext cx="1241479" cy="398417"/>
            </a:xfrm>
            <a:custGeom>
              <a:avLst/>
              <a:gdLst>
                <a:gd name="connsiteX0" fmla="*/ 1227473 w 1241479"/>
                <a:gd name="connsiteY0" fmla="*/ 398417 h 398417"/>
                <a:gd name="connsiteX1" fmla="*/ 1215377 w 1241479"/>
                <a:gd name="connsiteY1" fmla="*/ 386344 h 398417"/>
                <a:gd name="connsiteX2" fmla="*/ 1056213 w 1241479"/>
                <a:gd name="connsiteY2" fmla="*/ 227485 h 398417"/>
                <a:gd name="connsiteX3" fmla="*/ 1035203 w 1241479"/>
                <a:gd name="connsiteY3" fmla="*/ 228756 h 398417"/>
                <a:gd name="connsiteX4" fmla="*/ 1021833 w 1241479"/>
                <a:gd name="connsiteY4" fmla="*/ 218589 h 398417"/>
                <a:gd name="connsiteX5" fmla="*/ 865216 w 1241479"/>
                <a:gd name="connsiteY5" fmla="*/ 87690 h 398417"/>
                <a:gd name="connsiteX6" fmla="*/ 777357 w 1241479"/>
                <a:gd name="connsiteY6" fmla="*/ 113743 h 398417"/>
                <a:gd name="connsiteX7" fmla="*/ 767807 w 1241479"/>
                <a:gd name="connsiteY7" fmla="*/ 115649 h 398417"/>
                <a:gd name="connsiteX8" fmla="*/ 760168 w 1241479"/>
                <a:gd name="connsiteY8" fmla="*/ 109295 h 398417"/>
                <a:gd name="connsiteX9" fmla="*/ 619467 w 1241479"/>
                <a:gd name="connsiteY9" fmla="*/ 24147 h 398417"/>
                <a:gd name="connsiteX10" fmla="*/ 478766 w 1241479"/>
                <a:gd name="connsiteY10" fmla="*/ 109295 h 398417"/>
                <a:gd name="connsiteX11" fmla="*/ 471126 w 1241479"/>
                <a:gd name="connsiteY11" fmla="*/ 115649 h 398417"/>
                <a:gd name="connsiteX12" fmla="*/ 461576 w 1241479"/>
                <a:gd name="connsiteY12" fmla="*/ 113743 h 398417"/>
                <a:gd name="connsiteX13" fmla="*/ 373718 w 1241479"/>
                <a:gd name="connsiteY13" fmla="*/ 87690 h 398417"/>
                <a:gd name="connsiteX14" fmla="*/ 217100 w 1241479"/>
                <a:gd name="connsiteY14" fmla="*/ 218589 h 398417"/>
                <a:gd name="connsiteX15" fmla="*/ 203730 w 1241479"/>
                <a:gd name="connsiteY15" fmla="*/ 228756 h 398417"/>
                <a:gd name="connsiteX16" fmla="*/ 183357 w 1241479"/>
                <a:gd name="connsiteY16" fmla="*/ 227485 h 398417"/>
                <a:gd name="connsiteX17" fmla="*/ 24193 w 1241479"/>
                <a:gd name="connsiteY17" fmla="*/ 386344 h 398417"/>
                <a:gd name="connsiteX18" fmla="*/ 12097 w 1241479"/>
                <a:gd name="connsiteY18" fmla="*/ 398417 h 398417"/>
                <a:gd name="connsiteX19" fmla="*/ 0 w 1241479"/>
                <a:gd name="connsiteY19" fmla="*/ 386344 h 398417"/>
                <a:gd name="connsiteX20" fmla="*/ 183994 w 1241479"/>
                <a:gd name="connsiteY20" fmla="*/ 202703 h 398417"/>
                <a:gd name="connsiteX21" fmla="*/ 196727 w 1241479"/>
                <a:gd name="connsiteY21" fmla="*/ 203339 h 398417"/>
                <a:gd name="connsiteX22" fmla="*/ 374991 w 1241479"/>
                <a:gd name="connsiteY22" fmla="*/ 63543 h 398417"/>
                <a:gd name="connsiteX23" fmla="*/ 464759 w 1241479"/>
                <a:gd name="connsiteY23" fmla="*/ 87054 h 398417"/>
                <a:gd name="connsiteX24" fmla="*/ 620740 w 1241479"/>
                <a:gd name="connsiteY24" fmla="*/ 0 h 398417"/>
                <a:gd name="connsiteX25" fmla="*/ 776720 w 1241479"/>
                <a:gd name="connsiteY25" fmla="*/ 87054 h 398417"/>
                <a:gd name="connsiteX26" fmla="*/ 866489 w 1241479"/>
                <a:gd name="connsiteY26" fmla="*/ 63543 h 398417"/>
                <a:gd name="connsiteX27" fmla="*/ 1044753 w 1241479"/>
                <a:gd name="connsiteY27" fmla="*/ 203339 h 398417"/>
                <a:gd name="connsiteX28" fmla="*/ 1057486 w 1241479"/>
                <a:gd name="connsiteY28" fmla="*/ 202703 h 398417"/>
                <a:gd name="connsiteX29" fmla="*/ 1241479 w 1241479"/>
                <a:gd name="connsiteY29" fmla="*/ 386344 h 398417"/>
                <a:gd name="connsiteX30" fmla="*/ 1227473 w 1241479"/>
                <a:gd name="connsiteY30" fmla="*/ 398417 h 39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41479" h="398417">
                  <a:moveTo>
                    <a:pt x="1227473" y="398417"/>
                  </a:moveTo>
                  <a:cubicBezTo>
                    <a:pt x="1220470" y="398417"/>
                    <a:pt x="1215377" y="392698"/>
                    <a:pt x="1215377" y="386344"/>
                  </a:cubicBezTo>
                  <a:cubicBezTo>
                    <a:pt x="1215377" y="298654"/>
                    <a:pt x="1144072" y="227485"/>
                    <a:pt x="1056213" y="227485"/>
                  </a:cubicBezTo>
                  <a:cubicBezTo>
                    <a:pt x="1049846" y="227485"/>
                    <a:pt x="1043480" y="228121"/>
                    <a:pt x="1035203" y="228756"/>
                  </a:cubicBezTo>
                  <a:cubicBezTo>
                    <a:pt x="1028836" y="229392"/>
                    <a:pt x="1023107" y="224944"/>
                    <a:pt x="1021833" y="218589"/>
                  </a:cubicBezTo>
                  <a:cubicBezTo>
                    <a:pt x="1008463" y="142973"/>
                    <a:pt x="942251" y="87690"/>
                    <a:pt x="865216" y="87690"/>
                  </a:cubicBezTo>
                  <a:cubicBezTo>
                    <a:pt x="834020" y="87690"/>
                    <a:pt x="803461" y="96586"/>
                    <a:pt x="777357" y="113743"/>
                  </a:cubicBezTo>
                  <a:cubicBezTo>
                    <a:pt x="774174" y="115649"/>
                    <a:pt x="770990" y="116284"/>
                    <a:pt x="767807" y="115649"/>
                  </a:cubicBezTo>
                  <a:cubicBezTo>
                    <a:pt x="764624" y="115014"/>
                    <a:pt x="761441" y="112472"/>
                    <a:pt x="760168" y="109295"/>
                  </a:cubicBezTo>
                  <a:cubicBezTo>
                    <a:pt x="732155" y="56554"/>
                    <a:pt x="678675" y="24147"/>
                    <a:pt x="619467" y="24147"/>
                  </a:cubicBezTo>
                  <a:cubicBezTo>
                    <a:pt x="560257" y="24147"/>
                    <a:pt x="506142" y="56554"/>
                    <a:pt x="478766" y="109295"/>
                  </a:cubicBezTo>
                  <a:cubicBezTo>
                    <a:pt x="476856" y="112472"/>
                    <a:pt x="474309" y="114378"/>
                    <a:pt x="471126" y="115649"/>
                  </a:cubicBezTo>
                  <a:cubicBezTo>
                    <a:pt x="467942" y="116284"/>
                    <a:pt x="464122" y="115649"/>
                    <a:pt x="461576" y="113743"/>
                  </a:cubicBezTo>
                  <a:cubicBezTo>
                    <a:pt x="435473" y="96586"/>
                    <a:pt x="404913" y="87690"/>
                    <a:pt x="373718" y="87690"/>
                  </a:cubicBezTo>
                  <a:cubicBezTo>
                    <a:pt x="296682" y="87690"/>
                    <a:pt x="230470" y="142973"/>
                    <a:pt x="217100" y="218589"/>
                  </a:cubicBezTo>
                  <a:cubicBezTo>
                    <a:pt x="215827" y="224944"/>
                    <a:pt x="210097" y="229392"/>
                    <a:pt x="203730" y="228756"/>
                  </a:cubicBezTo>
                  <a:cubicBezTo>
                    <a:pt x="195454" y="227485"/>
                    <a:pt x="189087" y="227485"/>
                    <a:pt x="183357" y="227485"/>
                  </a:cubicBezTo>
                  <a:cubicBezTo>
                    <a:pt x="95498" y="227485"/>
                    <a:pt x="24193" y="298654"/>
                    <a:pt x="24193" y="386344"/>
                  </a:cubicBezTo>
                  <a:cubicBezTo>
                    <a:pt x="24193" y="393334"/>
                    <a:pt x="18463" y="398417"/>
                    <a:pt x="12097" y="398417"/>
                  </a:cubicBezTo>
                  <a:cubicBezTo>
                    <a:pt x="5094" y="398417"/>
                    <a:pt x="0" y="392698"/>
                    <a:pt x="0" y="386344"/>
                  </a:cubicBezTo>
                  <a:cubicBezTo>
                    <a:pt x="0" y="285310"/>
                    <a:pt x="82765" y="202703"/>
                    <a:pt x="183994" y="202703"/>
                  </a:cubicBezTo>
                  <a:cubicBezTo>
                    <a:pt x="187814" y="202703"/>
                    <a:pt x="192271" y="202703"/>
                    <a:pt x="196727" y="203339"/>
                  </a:cubicBezTo>
                  <a:cubicBezTo>
                    <a:pt x="216463" y="121368"/>
                    <a:pt x="289679" y="63543"/>
                    <a:pt x="374991" y="63543"/>
                  </a:cubicBezTo>
                  <a:cubicBezTo>
                    <a:pt x="406823" y="63543"/>
                    <a:pt x="437383" y="71804"/>
                    <a:pt x="464759" y="87054"/>
                  </a:cubicBezTo>
                  <a:cubicBezTo>
                    <a:pt x="497866" y="33043"/>
                    <a:pt x="557074" y="0"/>
                    <a:pt x="620740" y="0"/>
                  </a:cubicBezTo>
                  <a:cubicBezTo>
                    <a:pt x="684405" y="0"/>
                    <a:pt x="743615" y="33043"/>
                    <a:pt x="776720" y="87054"/>
                  </a:cubicBezTo>
                  <a:cubicBezTo>
                    <a:pt x="804097" y="71804"/>
                    <a:pt x="835293" y="63543"/>
                    <a:pt x="866489" y="63543"/>
                  </a:cubicBezTo>
                  <a:cubicBezTo>
                    <a:pt x="951801" y="63543"/>
                    <a:pt x="1025016" y="122003"/>
                    <a:pt x="1044753" y="203339"/>
                  </a:cubicBezTo>
                  <a:cubicBezTo>
                    <a:pt x="1049210" y="202703"/>
                    <a:pt x="1053666" y="202703"/>
                    <a:pt x="1057486" y="202703"/>
                  </a:cubicBezTo>
                  <a:cubicBezTo>
                    <a:pt x="1158714" y="202703"/>
                    <a:pt x="1241479" y="284675"/>
                    <a:pt x="1241479" y="386344"/>
                  </a:cubicBezTo>
                  <a:cubicBezTo>
                    <a:pt x="1239570" y="392698"/>
                    <a:pt x="1234476" y="398417"/>
                    <a:pt x="1227473" y="3984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A4B5CE5F-F42D-A1E0-60EA-8800C898BB35}"/>
                </a:ext>
              </a:extLst>
            </p:cNvPr>
            <p:cNvSpPr/>
            <p:nvPr/>
          </p:nvSpPr>
          <p:spPr>
            <a:xfrm>
              <a:off x="11800779" y="3930214"/>
              <a:ext cx="326645" cy="418871"/>
            </a:xfrm>
            <a:custGeom>
              <a:avLst/>
              <a:gdLst>
                <a:gd name="connsiteX0" fmla="*/ 65437 w 326645"/>
                <a:gd name="connsiteY0" fmla="*/ 418872 h 418871"/>
                <a:gd name="connsiteX1" fmla="*/ 57797 w 326645"/>
                <a:gd name="connsiteY1" fmla="*/ 416330 h 418871"/>
                <a:gd name="connsiteX2" fmla="*/ 55887 w 326645"/>
                <a:gd name="connsiteY2" fmla="*/ 399173 h 418871"/>
                <a:gd name="connsiteX3" fmla="*/ 295269 w 326645"/>
                <a:gd name="connsiteY3" fmla="*/ 89082 h 418871"/>
                <a:gd name="connsiteX4" fmla="*/ 301636 w 326645"/>
                <a:gd name="connsiteY4" fmla="*/ 57945 h 418871"/>
                <a:gd name="connsiteX5" fmla="*/ 283173 w 326645"/>
                <a:gd name="connsiteY5" fmla="*/ 31257 h 418871"/>
                <a:gd name="connsiteX6" fmla="*/ 223964 w 326645"/>
                <a:gd name="connsiteY6" fmla="*/ 44601 h 418871"/>
                <a:gd name="connsiteX7" fmla="*/ 22144 w 326645"/>
                <a:gd name="connsiteY7" fmla="*/ 319109 h 418871"/>
                <a:gd name="connsiteX8" fmla="*/ 4954 w 326645"/>
                <a:gd name="connsiteY8" fmla="*/ 321650 h 418871"/>
                <a:gd name="connsiteX9" fmla="*/ 2408 w 326645"/>
                <a:gd name="connsiteY9" fmla="*/ 304494 h 418871"/>
                <a:gd name="connsiteX10" fmla="*/ 204228 w 326645"/>
                <a:gd name="connsiteY10" fmla="*/ 30622 h 418871"/>
                <a:gd name="connsiteX11" fmla="*/ 296543 w 326645"/>
                <a:gd name="connsiteY11" fmla="*/ 10923 h 418871"/>
                <a:gd name="connsiteX12" fmla="*/ 325193 w 326645"/>
                <a:gd name="connsiteY12" fmla="*/ 53497 h 418871"/>
                <a:gd name="connsiteX13" fmla="*/ 315006 w 326645"/>
                <a:gd name="connsiteY13" fmla="*/ 103696 h 418871"/>
                <a:gd name="connsiteX14" fmla="*/ 74987 w 326645"/>
                <a:gd name="connsiteY14" fmla="*/ 414424 h 418871"/>
                <a:gd name="connsiteX15" fmla="*/ 65437 w 326645"/>
                <a:gd name="connsiteY15" fmla="*/ 418872 h 41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26645" h="418871">
                  <a:moveTo>
                    <a:pt x="65437" y="418872"/>
                  </a:moveTo>
                  <a:cubicBezTo>
                    <a:pt x="62890" y="418872"/>
                    <a:pt x="60343" y="418236"/>
                    <a:pt x="57797" y="416330"/>
                  </a:cubicBezTo>
                  <a:cubicBezTo>
                    <a:pt x="52704" y="412518"/>
                    <a:pt x="51431" y="404892"/>
                    <a:pt x="55887" y="399173"/>
                  </a:cubicBezTo>
                  <a:lnTo>
                    <a:pt x="295269" y="89082"/>
                  </a:lnTo>
                  <a:cubicBezTo>
                    <a:pt x="301636" y="80185"/>
                    <a:pt x="303546" y="68748"/>
                    <a:pt x="301636" y="57945"/>
                  </a:cubicBezTo>
                  <a:cubicBezTo>
                    <a:pt x="299089" y="46507"/>
                    <a:pt x="292723" y="36976"/>
                    <a:pt x="283173" y="31257"/>
                  </a:cubicBezTo>
                  <a:cubicBezTo>
                    <a:pt x="263437" y="18548"/>
                    <a:pt x="238607" y="24267"/>
                    <a:pt x="223964" y="44601"/>
                  </a:cubicBezTo>
                  <a:lnTo>
                    <a:pt x="22144" y="319109"/>
                  </a:lnTo>
                  <a:cubicBezTo>
                    <a:pt x="18324" y="324828"/>
                    <a:pt x="10684" y="325463"/>
                    <a:pt x="4954" y="321650"/>
                  </a:cubicBezTo>
                  <a:cubicBezTo>
                    <a:pt x="-776" y="317838"/>
                    <a:pt x="-1412" y="310213"/>
                    <a:pt x="2408" y="304494"/>
                  </a:cubicBezTo>
                  <a:lnTo>
                    <a:pt x="204228" y="30622"/>
                  </a:lnTo>
                  <a:cubicBezTo>
                    <a:pt x="225874" y="-515"/>
                    <a:pt x="265347" y="-9411"/>
                    <a:pt x="296543" y="10923"/>
                  </a:cubicBezTo>
                  <a:cubicBezTo>
                    <a:pt x="311822" y="21090"/>
                    <a:pt x="322009" y="35705"/>
                    <a:pt x="325193" y="53497"/>
                  </a:cubicBezTo>
                  <a:cubicBezTo>
                    <a:pt x="329013" y="71289"/>
                    <a:pt x="325193" y="89082"/>
                    <a:pt x="315006" y="103696"/>
                  </a:cubicBezTo>
                  <a:lnTo>
                    <a:pt x="74987" y="414424"/>
                  </a:lnTo>
                  <a:cubicBezTo>
                    <a:pt x="72440" y="417601"/>
                    <a:pt x="68620" y="418872"/>
                    <a:pt x="65437" y="41887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B4FD3838-F330-48D2-598B-6439277196D8}"/>
                </a:ext>
              </a:extLst>
            </p:cNvPr>
            <p:cNvSpPr/>
            <p:nvPr/>
          </p:nvSpPr>
          <p:spPr>
            <a:xfrm>
              <a:off x="10748884" y="4494600"/>
              <a:ext cx="1404463" cy="157587"/>
            </a:xfrm>
            <a:custGeom>
              <a:avLst/>
              <a:gdLst>
                <a:gd name="connsiteX0" fmla="*/ 78946 w 1404463"/>
                <a:gd name="connsiteY0" fmla="*/ 24146 h 157587"/>
                <a:gd name="connsiteX1" fmla="*/ 24193 w 1404463"/>
                <a:gd name="connsiteY1" fmla="*/ 78794 h 157587"/>
                <a:gd name="connsiteX2" fmla="*/ 78946 w 1404463"/>
                <a:gd name="connsiteY2" fmla="*/ 133441 h 157587"/>
                <a:gd name="connsiteX3" fmla="*/ 1325518 w 1404463"/>
                <a:gd name="connsiteY3" fmla="*/ 133441 h 157587"/>
                <a:gd name="connsiteX4" fmla="*/ 1380271 w 1404463"/>
                <a:gd name="connsiteY4" fmla="*/ 78794 h 157587"/>
                <a:gd name="connsiteX5" fmla="*/ 1325518 w 1404463"/>
                <a:gd name="connsiteY5" fmla="*/ 24146 h 157587"/>
                <a:gd name="connsiteX6" fmla="*/ 78946 w 1404463"/>
                <a:gd name="connsiteY6" fmla="*/ 24146 h 157587"/>
                <a:gd name="connsiteX7" fmla="*/ 1325518 w 1404463"/>
                <a:gd name="connsiteY7" fmla="*/ 157588 h 157587"/>
                <a:gd name="connsiteX8" fmla="*/ 78946 w 1404463"/>
                <a:gd name="connsiteY8" fmla="*/ 157588 h 157587"/>
                <a:gd name="connsiteX9" fmla="*/ 0 w 1404463"/>
                <a:gd name="connsiteY9" fmla="*/ 78794 h 157587"/>
                <a:gd name="connsiteX10" fmla="*/ 78946 w 1404463"/>
                <a:gd name="connsiteY10" fmla="*/ 0 h 157587"/>
                <a:gd name="connsiteX11" fmla="*/ 1325518 w 1404463"/>
                <a:gd name="connsiteY11" fmla="*/ 0 h 157587"/>
                <a:gd name="connsiteX12" fmla="*/ 1404463 w 1404463"/>
                <a:gd name="connsiteY12" fmla="*/ 78794 h 157587"/>
                <a:gd name="connsiteX13" fmla="*/ 1325518 w 1404463"/>
                <a:gd name="connsiteY13" fmla="*/ 157588 h 157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04463" h="157587">
                  <a:moveTo>
                    <a:pt x="78946" y="24146"/>
                  </a:moveTo>
                  <a:cubicBezTo>
                    <a:pt x="49022" y="24146"/>
                    <a:pt x="24193" y="48928"/>
                    <a:pt x="24193" y="78794"/>
                  </a:cubicBezTo>
                  <a:cubicBezTo>
                    <a:pt x="24193" y="108659"/>
                    <a:pt x="49022" y="133441"/>
                    <a:pt x="78946" y="133441"/>
                  </a:cubicBezTo>
                  <a:lnTo>
                    <a:pt x="1325518" y="133441"/>
                  </a:lnTo>
                  <a:cubicBezTo>
                    <a:pt x="1355441" y="133441"/>
                    <a:pt x="1380271" y="108659"/>
                    <a:pt x="1380271" y="78794"/>
                  </a:cubicBezTo>
                  <a:cubicBezTo>
                    <a:pt x="1380271" y="48928"/>
                    <a:pt x="1355441" y="24146"/>
                    <a:pt x="1325518" y="24146"/>
                  </a:cubicBezTo>
                  <a:lnTo>
                    <a:pt x="78946" y="24146"/>
                  </a:lnTo>
                  <a:close/>
                  <a:moveTo>
                    <a:pt x="1325518" y="157588"/>
                  </a:moveTo>
                  <a:lnTo>
                    <a:pt x="78946" y="157588"/>
                  </a:lnTo>
                  <a:cubicBezTo>
                    <a:pt x="35653" y="157588"/>
                    <a:pt x="0" y="122003"/>
                    <a:pt x="0" y="78794"/>
                  </a:cubicBezTo>
                  <a:cubicBezTo>
                    <a:pt x="0" y="35584"/>
                    <a:pt x="35653" y="0"/>
                    <a:pt x="78946" y="0"/>
                  </a:cubicBezTo>
                  <a:lnTo>
                    <a:pt x="1325518" y="0"/>
                  </a:lnTo>
                  <a:cubicBezTo>
                    <a:pt x="1369447" y="0"/>
                    <a:pt x="1404463" y="35584"/>
                    <a:pt x="1404463" y="78794"/>
                  </a:cubicBezTo>
                  <a:cubicBezTo>
                    <a:pt x="1404463" y="122003"/>
                    <a:pt x="1369447" y="157588"/>
                    <a:pt x="1325518" y="1575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B5FEFBF8-E7EA-474E-4BFA-80F20FEDA80E}"/>
                </a:ext>
              </a:extLst>
            </p:cNvPr>
            <p:cNvSpPr/>
            <p:nvPr/>
          </p:nvSpPr>
          <p:spPr>
            <a:xfrm>
              <a:off x="1252730" y="3759403"/>
              <a:ext cx="800973" cy="1239096"/>
            </a:xfrm>
            <a:custGeom>
              <a:avLst/>
              <a:gdLst>
                <a:gd name="connsiteX0" fmla="*/ 608435 w 800973"/>
                <a:gd name="connsiteY0" fmla="*/ 1239097 h 1239096"/>
                <a:gd name="connsiteX1" fmla="*/ 192698 w 800973"/>
                <a:gd name="connsiteY1" fmla="*/ 1239097 h 1239096"/>
                <a:gd name="connsiteX2" fmla="*/ 100383 w 800973"/>
                <a:gd name="connsiteY2" fmla="*/ 1155219 h 1239096"/>
                <a:gd name="connsiteX3" fmla="*/ 428 w 800973"/>
                <a:gd name="connsiteY3" fmla="*/ 101669 h 1239096"/>
                <a:gd name="connsiteX4" fmla="*/ 24621 w 800973"/>
                <a:gd name="connsiteY4" fmla="*/ 30501 h 1239096"/>
                <a:gd name="connsiteX5" fmla="*/ 94017 w 800973"/>
                <a:gd name="connsiteY5" fmla="*/ 0 h 1239096"/>
                <a:gd name="connsiteX6" fmla="*/ 195245 w 800973"/>
                <a:gd name="connsiteY6" fmla="*/ 0 h 1239096"/>
                <a:gd name="connsiteX7" fmla="*/ 207341 w 800973"/>
                <a:gd name="connsiteY7" fmla="*/ 12073 h 1239096"/>
                <a:gd name="connsiteX8" fmla="*/ 195245 w 800973"/>
                <a:gd name="connsiteY8" fmla="*/ 24147 h 1239096"/>
                <a:gd name="connsiteX9" fmla="*/ 94017 w 800973"/>
                <a:gd name="connsiteY9" fmla="*/ 24147 h 1239096"/>
                <a:gd name="connsiteX10" fmla="*/ 42447 w 800973"/>
                <a:gd name="connsiteY10" fmla="*/ 47022 h 1239096"/>
                <a:gd name="connsiteX11" fmla="*/ 24621 w 800973"/>
                <a:gd name="connsiteY11" fmla="*/ 99763 h 1239096"/>
                <a:gd name="connsiteX12" fmla="*/ 124576 w 800973"/>
                <a:gd name="connsiteY12" fmla="*/ 1153313 h 1239096"/>
                <a:gd name="connsiteX13" fmla="*/ 192698 w 800973"/>
                <a:gd name="connsiteY13" fmla="*/ 1214950 h 1239096"/>
                <a:gd name="connsiteX14" fmla="*/ 608435 w 800973"/>
                <a:gd name="connsiteY14" fmla="*/ 1214950 h 1239096"/>
                <a:gd name="connsiteX15" fmla="*/ 676557 w 800973"/>
                <a:gd name="connsiteY15" fmla="*/ 1153313 h 1239096"/>
                <a:gd name="connsiteX16" fmla="*/ 776512 w 800973"/>
                <a:gd name="connsiteY16" fmla="*/ 99763 h 1239096"/>
                <a:gd name="connsiteX17" fmla="*/ 758685 w 800973"/>
                <a:gd name="connsiteY17" fmla="*/ 47022 h 1239096"/>
                <a:gd name="connsiteX18" fmla="*/ 707116 w 800973"/>
                <a:gd name="connsiteY18" fmla="*/ 24147 h 1239096"/>
                <a:gd name="connsiteX19" fmla="*/ 304113 w 800973"/>
                <a:gd name="connsiteY19" fmla="*/ 24147 h 1239096"/>
                <a:gd name="connsiteX20" fmla="*/ 292017 w 800973"/>
                <a:gd name="connsiteY20" fmla="*/ 12073 h 1239096"/>
                <a:gd name="connsiteX21" fmla="*/ 304113 w 800973"/>
                <a:gd name="connsiteY21" fmla="*/ 0 h 1239096"/>
                <a:gd name="connsiteX22" fmla="*/ 707116 w 800973"/>
                <a:gd name="connsiteY22" fmla="*/ 0 h 1239096"/>
                <a:gd name="connsiteX23" fmla="*/ 776512 w 800973"/>
                <a:gd name="connsiteY23" fmla="*/ 30501 h 1239096"/>
                <a:gd name="connsiteX24" fmla="*/ 800705 w 800973"/>
                <a:gd name="connsiteY24" fmla="*/ 101669 h 1239096"/>
                <a:gd name="connsiteX25" fmla="*/ 700750 w 800973"/>
                <a:gd name="connsiteY25" fmla="*/ 1155219 h 1239096"/>
                <a:gd name="connsiteX26" fmla="*/ 608435 w 800973"/>
                <a:gd name="connsiteY26" fmla="*/ 1239097 h 123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00973" h="1239096">
                  <a:moveTo>
                    <a:pt x="608435" y="1239097"/>
                  </a:moveTo>
                  <a:lnTo>
                    <a:pt x="192698" y="1239097"/>
                  </a:lnTo>
                  <a:cubicBezTo>
                    <a:pt x="144312" y="1239097"/>
                    <a:pt x="104840" y="1202877"/>
                    <a:pt x="100383" y="1155219"/>
                  </a:cubicBezTo>
                  <a:lnTo>
                    <a:pt x="428" y="101669"/>
                  </a:lnTo>
                  <a:cubicBezTo>
                    <a:pt x="-2119" y="75617"/>
                    <a:pt x="6795" y="49564"/>
                    <a:pt x="24621" y="30501"/>
                  </a:cubicBezTo>
                  <a:cubicBezTo>
                    <a:pt x="42447" y="10802"/>
                    <a:pt x="67277" y="0"/>
                    <a:pt x="94017" y="0"/>
                  </a:cubicBezTo>
                  <a:lnTo>
                    <a:pt x="195245" y="0"/>
                  </a:lnTo>
                  <a:cubicBezTo>
                    <a:pt x="202248" y="0"/>
                    <a:pt x="207341" y="5719"/>
                    <a:pt x="207341" y="12073"/>
                  </a:cubicBezTo>
                  <a:cubicBezTo>
                    <a:pt x="207341" y="19063"/>
                    <a:pt x="201611" y="24147"/>
                    <a:pt x="195245" y="24147"/>
                  </a:cubicBezTo>
                  <a:lnTo>
                    <a:pt x="94017" y="24147"/>
                  </a:lnTo>
                  <a:cubicBezTo>
                    <a:pt x="74280" y="24147"/>
                    <a:pt x="55817" y="32407"/>
                    <a:pt x="42447" y="47022"/>
                  </a:cubicBezTo>
                  <a:cubicBezTo>
                    <a:pt x="29078" y="61637"/>
                    <a:pt x="22711" y="80065"/>
                    <a:pt x="24621" y="99763"/>
                  </a:cubicBezTo>
                  <a:lnTo>
                    <a:pt x="124576" y="1153313"/>
                  </a:lnTo>
                  <a:cubicBezTo>
                    <a:pt x="127759" y="1188262"/>
                    <a:pt x="157045" y="1214950"/>
                    <a:pt x="192698" y="1214950"/>
                  </a:cubicBezTo>
                  <a:lnTo>
                    <a:pt x="608435" y="1214950"/>
                  </a:lnTo>
                  <a:cubicBezTo>
                    <a:pt x="644087" y="1214950"/>
                    <a:pt x="673374" y="1188262"/>
                    <a:pt x="676557" y="1153313"/>
                  </a:cubicBezTo>
                  <a:lnTo>
                    <a:pt x="776512" y="99763"/>
                  </a:lnTo>
                  <a:cubicBezTo>
                    <a:pt x="778422" y="80065"/>
                    <a:pt x="772055" y="61637"/>
                    <a:pt x="758685" y="47022"/>
                  </a:cubicBezTo>
                  <a:cubicBezTo>
                    <a:pt x="745316" y="32407"/>
                    <a:pt x="726853" y="24147"/>
                    <a:pt x="707116" y="24147"/>
                  </a:cubicBezTo>
                  <a:lnTo>
                    <a:pt x="304113" y="24147"/>
                  </a:lnTo>
                  <a:cubicBezTo>
                    <a:pt x="297110" y="24147"/>
                    <a:pt x="292017" y="18428"/>
                    <a:pt x="292017" y="12073"/>
                  </a:cubicBezTo>
                  <a:cubicBezTo>
                    <a:pt x="292017" y="5083"/>
                    <a:pt x="297746" y="0"/>
                    <a:pt x="304113" y="0"/>
                  </a:cubicBezTo>
                  <a:lnTo>
                    <a:pt x="707116" y="0"/>
                  </a:lnTo>
                  <a:cubicBezTo>
                    <a:pt x="733219" y="0"/>
                    <a:pt x="758685" y="11438"/>
                    <a:pt x="776512" y="30501"/>
                  </a:cubicBezTo>
                  <a:cubicBezTo>
                    <a:pt x="794338" y="49564"/>
                    <a:pt x="802615" y="75617"/>
                    <a:pt x="800705" y="101669"/>
                  </a:cubicBezTo>
                  <a:lnTo>
                    <a:pt x="700750" y="1155219"/>
                  </a:lnTo>
                  <a:cubicBezTo>
                    <a:pt x="696293" y="1202877"/>
                    <a:pt x="656820" y="1239097"/>
                    <a:pt x="608435" y="12390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3820C36D-EEC5-CB1C-43D9-9D2908ABD347}"/>
                </a:ext>
              </a:extLst>
            </p:cNvPr>
            <p:cNvSpPr/>
            <p:nvPr/>
          </p:nvSpPr>
          <p:spPr>
            <a:xfrm>
              <a:off x="1067255" y="3421352"/>
              <a:ext cx="473481" cy="628444"/>
            </a:xfrm>
            <a:custGeom>
              <a:avLst/>
              <a:gdLst>
                <a:gd name="connsiteX0" fmla="*/ 461576 w 473481"/>
                <a:gd name="connsiteY0" fmla="*/ 628444 h 628444"/>
                <a:gd name="connsiteX1" fmla="*/ 449479 w 473481"/>
                <a:gd name="connsiteY1" fmla="*/ 618913 h 628444"/>
                <a:gd name="connsiteX2" fmla="*/ 327878 w 473481"/>
                <a:gd name="connsiteY2" fmla="*/ 124545 h 628444"/>
                <a:gd name="connsiteX3" fmla="*/ 199273 w 473481"/>
                <a:gd name="connsiteY3" fmla="*/ 24147 h 628444"/>
                <a:gd name="connsiteX4" fmla="*/ 12097 w 473481"/>
                <a:gd name="connsiteY4" fmla="*/ 24147 h 628444"/>
                <a:gd name="connsiteX5" fmla="*/ 0 w 473481"/>
                <a:gd name="connsiteY5" fmla="*/ 12073 h 628444"/>
                <a:gd name="connsiteX6" fmla="*/ 12097 w 473481"/>
                <a:gd name="connsiteY6" fmla="*/ 0 h 628444"/>
                <a:gd name="connsiteX7" fmla="*/ 199273 w 473481"/>
                <a:gd name="connsiteY7" fmla="*/ 0 h 628444"/>
                <a:gd name="connsiteX8" fmla="*/ 351434 w 473481"/>
                <a:gd name="connsiteY8" fmla="*/ 118826 h 628444"/>
                <a:gd name="connsiteX9" fmla="*/ 473036 w 473481"/>
                <a:gd name="connsiteY9" fmla="*/ 613194 h 628444"/>
                <a:gd name="connsiteX10" fmla="*/ 464122 w 473481"/>
                <a:gd name="connsiteY10" fmla="*/ 627809 h 628444"/>
                <a:gd name="connsiteX11" fmla="*/ 461576 w 473481"/>
                <a:gd name="connsiteY11" fmla="*/ 628444 h 62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3481" h="628444">
                  <a:moveTo>
                    <a:pt x="461576" y="628444"/>
                  </a:moveTo>
                  <a:cubicBezTo>
                    <a:pt x="455846" y="628444"/>
                    <a:pt x="451389" y="624632"/>
                    <a:pt x="449479" y="618913"/>
                  </a:cubicBezTo>
                  <a:lnTo>
                    <a:pt x="327878" y="124545"/>
                  </a:lnTo>
                  <a:cubicBezTo>
                    <a:pt x="313235" y="65450"/>
                    <a:pt x="260392" y="24147"/>
                    <a:pt x="199273" y="24147"/>
                  </a:cubicBezTo>
                  <a:lnTo>
                    <a:pt x="12097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199273" y="0"/>
                  </a:lnTo>
                  <a:cubicBezTo>
                    <a:pt x="271852" y="0"/>
                    <a:pt x="334244" y="48928"/>
                    <a:pt x="351434" y="118826"/>
                  </a:cubicBezTo>
                  <a:lnTo>
                    <a:pt x="473036" y="613194"/>
                  </a:lnTo>
                  <a:cubicBezTo>
                    <a:pt x="474946" y="619548"/>
                    <a:pt x="470489" y="626538"/>
                    <a:pt x="464122" y="627809"/>
                  </a:cubicBezTo>
                  <a:cubicBezTo>
                    <a:pt x="463486" y="628444"/>
                    <a:pt x="462212" y="628444"/>
                    <a:pt x="461576" y="6284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69FCD7DE-193F-0BE5-8D22-E01464572A1B}"/>
                </a:ext>
              </a:extLst>
            </p:cNvPr>
            <p:cNvSpPr/>
            <p:nvPr/>
          </p:nvSpPr>
          <p:spPr>
            <a:xfrm>
              <a:off x="1681628" y="3353361"/>
              <a:ext cx="733427" cy="725665"/>
            </a:xfrm>
            <a:custGeom>
              <a:avLst/>
              <a:gdLst>
                <a:gd name="connsiteX0" fmla="*/ 434836 w 733427"/>
                <a:gd name="connsiteY0" fmla="*/ 725666 h 725665"/>
                <a:gd name="connsiteX1" fmla="*/ 422740 w 733427"/>
                <a:gd name="connsiteY1" fmla="*/ 715499 h 725665"/>
                <a:gd name="connsiteX2" fmla="*/ 432289 w 733427"/>
                <a:gd name="connsiteY2" fmla="*/ 701519 h 725665"/>
                <a:gd name="connsiteX3" fmla="*/ 709235 w 733427"/>
                <a:gd name="connsiteY3" fmla="*/ 366010 h 725665"/>
                <a:gd name="connsiteX4" fmla="*/ 366714 w 733427"/>
                <a:gd name="connsiteY4" fmla="*/ 24146 h 725665"/>
                <a:gd name="connsiteX5" fmla="*/ 24193 w 733427"/>
                <a:gd name="connsiteY5" fmla="*/ 366010 h 725665"/>
                <a:gd name="connsiteX6" fmla="*/ 12096 w 733427"/>
                <a:gd name="connsiteY6" fmla="*/ 378083 h 725665"/>
                <a:gd name="connsiteX7" fmla="*/ 0 w 733427"/>
                <a:gd name="connsiteY7" fmla="*/ 366010 h 725665"/>
                <a:gd name="connsiteX8" fmla="*/ 366714 w 733427"/>
                <a:gd name="connsiteY8" fmla="*/ 0 h 725665"/>
                <a:gd name="connsiteX9" fmla="*/ 733428 w 733427"/>
                <a:gd name="connsiteY9" fmla="*/ 366010 h 725665"/>
                <a:gd name="connsiteX10" fmla="*/ 436109 w 733427"/>
                <a:gd name="connsiteY10" fmla="*/ 725666 h 725665"/>
                <a:gd name="connsiteX11" fmla="*/ 434836 w 733427"/>
                <a:gd name="connsiteY11" fmla="*/ 725666 h 725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33427" h="725665">
                  <a:moveTo>
                    <a:pt x="434836" y="725666"/>
                  </a:moveTo>
                  <a:cubicBezTo>
                    <a:pt x="429106" y="725666"/>
                    <a:pt x="424013" y="721853"/>
                    <a:pt x="422740" y="715499"/>
                  </a:cubicBezTo>
                  <a:cubicBezTo>
                    <a:pt x="421466" y="709145"/>
                    <a:pt x="425923" y="702790"/>
                    <a:pt x="432289" y="701519"/>
                  </a:cubicBezTo>
                  <a:cubicBezTo>
                    <a:pt x="592727" y="670383"/>
                    <a:pt x="709235" y="529317"/>
                    <a:pt x="709235" y="366010"/>
                  </a:cubicBezTo>
                  <a:cubicBezTo>
                    <a:pt x="709235" y="177286"/>
                    <a:pt x="555801" y="24146"/>
                    <a:pt x="366714" y="24146"/>
                  </a:cubicBezTo>
                  <a:cubicBezTo>
                    <a:pt x="177627" y="24146"/>
                    <a:pt x="24193" y="177286"/>
                    <a:pt x="24193" y="366010"/>
                  </a:cubicBezTo>
                  <a:cubicBezTo>
                    <a:pt x="24193" y="373000"/>
                    <a:pt x="18463" y="378083"/>
                    <a:pt x="12096" y="378083"/>
                  </a:cubicBezTo>
                  <a:cubicBezTo>
                    <a:pt x="5093" y="378083"/>
                    <a:pt x="0" y="372364"/>
                    <a:pt x="0" y="366010"/>
                  </a:cubicBezTo>
                  <a:cubicBezTo>
                    <a:pt x="0" y="163942"/>
                    <a:pt x="164894" y="0"/>
                    <a:pt x="366714" y="0"/>
                  </a:cubicBezTo>
                  <a:cubicBezTo>
                    <a:pt x="568534" y="0"/>
                    <a:pt x="733428" y="164577"/>
                    <a:pt x="733428" y="366010"/>
                  </a:cubicBezTo>
                  <a:cubicBezTo>
                    <a:pt x="733428" y="541390"/>
                    <a:pt x="608643" y="692623"/>
                    <a:pt x="436109" y="725666"/>
                  </a:cubicBezTo>
                  <a:lnTo>
                    <a:pt x="434836" y="725666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ADDF37E6-5484-F00D-7A78-ED225B169CFE}"/>
                </a:ext>
              </a:extLst>
            </p:cNvPr>
            <p:cNvSpPr/>
            <p:nvPr/>
          </p:nvSpPr>
          <p:spPr>
            <a:xfrm>
              <a:off x="1970033" y="3412456"/>
              <a:ext cx="179537" cy="229391"/>
            </a:xfrm>
            <a:custGeom>
              <a:avLst/>
              <a:gdLst>
                <a:gd name="connsiteX0" fmla="*/ 63666 w 179537"/>
                <a:gd name="connsiteY0" fmla="*/ 229392 h 229391"/>
                <a:gd name="connsiteX1" fmla="*/ 53479 w 179537"/>
                <a:gd name="connsiteY1" fmla="*/ 224308 h 229391"/>
                <a:gd name="connsiteX2" fmla="*/ 0 w 179537"/>
                <a:gd name="connsiteY2" fmla="*/ 89596 h 229391"/>
                <a:gd name="connsiteX3" fmla="*/ 89769 w 179537"/>
                <a:gd name="connsiteY3" fmla="*/ 0 h 229391"/>
                <a:gd name="connsiteX4" fmla="*/ 179537 w 179537"/>
                <a:gd name="connsiteY4" fmla="*/ 89596 h 229391"/>
                <a:gd name="connsiteX5" fmla="*/ 167441 w 179537"/>
                <a:gd name="connsiteY5" fmla="*/ 101669 h 229391"/>
                <a:gd name="connsiteX6" fmla="*/ 155344 w 179537"/>
                <a:gd name="connsiteY6" fmla="*/ 89596 h 229391"/>
                <a:gd name="connsiteX7" fmla="*/ 89769 w 179537"/>
                <a:gd name="connsiteY7" fmla="*/ 24147 h 229391"/>
                <a:gd name="connsiteX8" fmla="*/ 24193 w 179537"/>
                <a:gd name="connsiteY8" fmla="*/ 89596 h 229391"/>
                <a:gd name="connsiteX9" fmla="*/ 73215 w 179537"/>
                <a:gd name="connsiteY9" fmla="*/ 210329 h 229391"/>
                <a:gd name="connsiteX10" fmla="*/ 70032 w 179537"/>
                <a:gd name="connsiteY10" fmla="*/ 227485 h 229391"/>
                <a:gd name="connsiteX11" fmla="*/ 63666 w 179537"/>
                <a:gd name="connsiteY11" fmla="*/ 229392 h 229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9537" h="229391">
                  <a:moveTo>
                    <a:pt x="63666" y="229392"/>
                  </a:moveTo>
                  <a:cubicBezTo>
                    <a:pt x="59846" y="229392"/>
                    <a:pt x="56026" y="227485"/>
                    <a:pt x="53479" y="224308"/>
                  </a:cubicBezTo>
                  <a:cubicBezTo>
                    <a:pt x="14007" y="167119"/>
                    <a:pt x="0" y="116284"/>
                    <a:pt x="0" y="89596"/>
                  </a:cubicBezTo>
                  <a:cubicBezTo>
                    <a:pt x="0" y="40032"/>
                    <a:pt x="40109" y="0"/>
                    <a:pt x="89769" y="0"/>
                  </a:cubicBezTo>
                  <a:cubicBezTo>
                    <a:pt x="139428" y="0"/>
                    <a:pt x="179537" y="40032"/>
                    <a:pt x="179537" y="89596"/>
                  </a:cubicBezTo>
                  <a:cubicBezTo>
                    <a:pt x="179537" y="96586"/>
                    <a:pt x="173807" y="101669"/>
                    <a:pt x="167441" y="101669"/>
                  </a:cubicBezTo>
                  <a:cubicBezTo>
                    <a:pt x="160437" y="101669"/>
                    <a:pt x="155344" y="95951"/>
                    <a:pt x="155344" y="89596"/>
                  </a:cubicBezTo>
                  <a:cubicBezTo>
                    <a:pt x="155344" y="53376"/>
                    <a:pt x="126058" y="24147"/>
                    <a:pt x="89769" y="24147"/>
                  </a:cubicBezTo>
                  <a:cubicBezTo>
                    <a:pt x="53479" y="24147"/>
                    <a:pt x="24193" y="53376"/>
                    <a:pt x="24193" y="89596"/>
                  </a:cubicBezTo>
                  <a:cubicBezTo>
                    <a:pt x="24193" y="108024"/>
                    <a:pt x="34380" y="154411"/>
                    <a:pt x="73215" y="210329"/>
                  </a:cubicBezTo>
                  <a:cubicBezTo>
                    <a:pt x="77035" y="216048"/>
                    <a:pt x="75762" y="223673"/>
                    <a:pt x="70032" y="227485"/>
                  </a:cubicBezTo>
                  <a:cubicBezTo>
                    <a:pt x="68122" y="228756"/>
                    <a:pt x="66212" y="229392"/>
                    <a:pt x="63666" y="229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C6358788-334A-5E96-107E-036FC3A0EFC8}"/>
                </a:ext>
              </a:extLst>
            </p:cNvPr>
            <p:cNvSpPr/>
            <p:nvPr/>
          </p:nvSpPr>
          <p:spPr>
            <a:xfrm>
              <a:off x="1780879" y="3520502"/>
              <a:ext cx="141028" cy="130877"/>
            </a:xfrm>
            <a:custGeom>
              <a:avLst/>
              <a:gdLst>
                <a:gd name="connsiteX0" fmla="*/ 17893 w 141028"/>
                <a:gd name="connsiteY0" fmla="*/ 130878 h 130877"/>
                <a:gd name="connsiteX1" fmla="*/ 6434 w 141028"/>
                <a:gd name="connsiteY1" fmla="*/ 123252 h 130877"/>
                <a:gd name="connsiteX2" fmla="*/ 12163 w 141028"/>
                <a:gd name="connsiteY2" fmla="*/ 45094 h 130877"/>
                <a:gd name="connsiteX3" fmla="*/ 135038 w 141028"/>
                <a:gd name="connsiteY3" fmla="*/ 12051 h 130877"/>
                <a:gd name="connsiteX4" fmla="*/ 139495 w 141028"/>
                <a:gd name="connsiteY4" fmla="*/ 28573 h 130877"/>
                <a:gd name="connsiteX5" fmla="*/ 122942 w 141028"/>
                <a:gd name="connsiteY5" fmla="*/ 33021 h 130877"/>
                <a:gd name="connsiteX6" fmla="*/ 33173 w 141028"/>
                <a:gd name="connsiteY6" fmla="*/ 57167 h 130877"/>
                <a:gd name="connsiteX7" fmla="*/ 29353 w 141028"/>
                <a:gd name="connsiteY7" fmla="*/ 114356 h 130877"/>
                <a:gd name="connsiteX8" fmla="*/ 22350 w 141028"/>
                <a:gd name="connsiteY8" fmla="*/ 130242 h 130877"/>
                <a:gd name="connsiteX9" fmla="*/ 17893 w 141028"/>
                <a:gd name="connsiteY9" fmla="*/ 130878 h 130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1028" h="130877">
                  <a:moveTo>
                    <a:pt x="17893" y="130878"/>
                  </a:moveTo>
                  <a:cubicBezTo>
                    <a:pt x="12800" y="130878"/>
                    <a:pt x="8344" y="127700"/>
                    <a:pt x="6434" y="123252"/>
                  </a:cubicBezTo>
                  <a:cubicBezTo>
                    <a:pt x="-3753" y="97200"/>
                    <a:pt x="-1843" y="68605"/>
                    <a:pt x="12163" y="45094"/>
                  </a:cubicBezTo>
                  <a:cubicBezTo>
                    <a:pt x="36993" y="1884"/>
                    <a:pt x="92382" y="-12731"/>
                    <a:pt x="135038" y="12051"/>
                  </a:cubicBezTo>
                  <a:cubicBezTo>
                    <a:pt x="140768" y="15229"/>
                    <a:pt x="142678" y="22854"/>
                    <a:pt x="139495" y="28573"/>
                  </a:cubicBezTo>
                  <a:cubicBezTo>
                    <a:pt x="136311" y="34292"/>
                    <a:pt x="128671" y="36198"/>
                    <a:pt x="122942" y="33021"/>
                  </a:cubicBezTo>
                  <a:cubicBezTo>
                    <a:pt x="91746" y="15229"/>
                    <a:pt x="51636" y="26031"/>
                    <a:pt x="33173" y="57167"/>
                  </a:cubicBezTo>
                  <a:cubicBezTo>
                    <a:pt x="22987" y="74959"/>
                    <a:pt x="21713" y="95293"/>
                    <a:pt x="29353" y="114356"/>
                  </a:cubicBezTo>
                  <a:cubicBezTo>
                    <a:pt x="31900" y="120711"/>
                    <a:pt x="28717" y="127700"/>
                    <a:pt x="22350" y="130242"/>
                  </a:cubicBezTo>
                  <a:cubicBezTo>
                    <a:pt x="21077" y="130878"/>
                    <a:pt x="19167" y="130878"/>
                    <a:pt x="17893" y="1308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B2498C21-F27E-1000-FDFE-1E846A8F6F8C}"/>
                </a:ext>
              </a:extLst>
            </p:cNvPr>
            <p:cNvSpPr/>
            <p:nvPr/>
          </p:nvSpPr>
          <p:spPr>
            <a:xfrm>
              <a:off x="2081351" y="3810796"/>
              <a:ext cx="67582" cy="208499"/>
            </a:xfrm>
            <a:custGeom>
              <a:avLst/>
              <a:gdLst>
                <a:gd name="connsiteX0" fmla="*/ 12194 w 67582"/>
                <a:gd name="connsiteY0" fmla="*/ 208500 h 208499"/>
                <a:gd name="connsiteX1" fmla="*/ 1370 w 67582"/>
                <a:gd name="connsiteY1" fmla="*/ 201510 h 208499"/>
                <a:gd name="connsiteX2" fmla="*/ 7100 w 67582"/>
                <a:gd name="connsiteY2" fmla="*/ 184989 h 208499"/>
                <a:gd name="connsiteX3" fmla="*/ 44026 w 67582"/>
                <a:gd name="connsiteY3" fmla="*/ 125893 h 208499"/>
                <a:gd name="connsiteX4" fmla="*/ 3280 w 67582"/>
                <a:gd name="connsiteY4" fmla="*/ 18505 h 208499"/>
                <a:gd name="connsiteX5" fmla="*/ 7100 w 67582"/>
                <a:gd name="connsiteY5" fmla="*/ 1984 h 208499"/>
                <a:gd name="connsiteX6" fmla="*/ 23653 w 67582"/>
                <a:gd name="connsiteY6" fmla="*/ 5796 h 208499"/>
                <a:gd name="connsiteX7" fmla="*/ 67583 w 67582"/>
                <a:gd name="connsiteY7" fmla="*/ 126529 h 208499"/>
                <a:gd name="connsiteX8" fmla="*/ 16650 w 67582"/>
                <a:gd name="connsiteY8" fmla="*/ 207229 h 208499"/>
                <a:gd name="connsiteX9" fmla="*/ 12194 w 67582"/>
                <a:gd name="connsiteY9" fmla="*/ 208500 h 20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582" h="208499">
                  <a:moveTo>
                    <a:pt x="12194" y="208500"/>
                  </a:moveTo>
                  <a:cubicBezTo>
                    <a:pt x="7737" y="208500"/>
                    <a:pt x="3280" y="205958"/>
                    <a:pt x="1370" y="201510"/>
                  </a:cubicBezTo>
                  <a:cubicBezTo>
                    <a:pt x="-1813" y="195156"/>
                    <a:pt x="734" y="188166"/>
                    <a:pt x="7100" y="184989"/>
                  </a:cubicBezTo>
                  <a:cubicBezTo>
                    <a:pt x="29383" y="174186"/>
                    <a:pt x="44026" y="150675"/>
                    <a:pt x="44026" y="125893"/>
                  </a:cubicBezTo>
                  <a:cubicBezTo>
                    <a:pt x="44026" y="110007"/>
                    <a:pt x="35750" y="68704"/>
                    <a:pt x="3280" y="18505"/>
                  </a:cubicBezTo>
                  <a:cubicBezTo>
                    <a:pt x="-539" y="12786"/>
                    <a:pt x="1370" y="5161"/>
                    <a:pt x="7100" y="1984"/>
                  </a:cubicBezTo>
                  <a:cubicBezTo>
                    <a:pt x="12830" y="-1829"/>
                    <a:pt x="20470" y="77"/>
                    <a:pt x="23653" y="5796"/>
                  </a:cubicBezTo>
                  <a:cubicBezTo>
                    <a:pt x="56123" y="57266"/>
                    <a:pt x="67583" y="103018"/>
                    <a:pt x="67583" y="126529"/>
                  </a:cubicBezTo>
                  <a:cubicBezTo>
                    <a:pt x="67583" y="160842"/>
                    <a:pt x="47846" y="192614"/>
                    <a:pt x="16650" y="207229"/>
                  </a:cubicBezTo>
                  <a:cubicBezTo>
                    <a:pt x="16013" y="207864"/>
                    <a:pt x="14104" y="208500"/>
                    <a:pt x="12194" y="2085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E549926A-C120-B9CC-E9F0-9B2F4DD26AC8}"/>
                </a:ext>
              </a:extLst>
            </p:cNvPr>
            <p:cNvSpPr/>
            <p:nvPr/>
          </p:nvSpPr>
          <p:spPr>
            <a:xfrm>
              <a:off x="2136783" y="3727909"/>
              <a:ext cx="202534" cy="190352"/>
            </a:xfrm>
            <a:custGeom>
              <a:avLst/>
              <a:gdLst>
                <a:gd name="connsiteX0" fmla="*/ 112105 w 202534"/>
                <a:gd name="connsiteY0" fmla="*/ 190352 h 190352"/>
                <a:gd name="connsiteX1" fmla="*/ 67539 w 202534"/>
                <a:gd name="connsiteY1" fmla="*/ 178279 h 190352"/>
                <a:gd name="connsiteX2" fmla="*/ 63083 w 202534"/>
                <a:gd name="connsiteY2" fmla="*/ 161758 h 190352"/>
                <a:gd name="connsiteX3" fmla="*/ 79636 w 202534"/>
                <a:gd name="connsiteY3" fmla="*/ 157310 h 190352"/>
                <a:gd name="connsiteX4" fmla="*/ 129295 w 202534"/>
                <a:gd name="connsiteY4" fmla="*/ 163664 h 190352"/>
                <a:gd name="connsiteX5" fmla="*/ 169404 w 202534"/>
                <a:gd name="connsiteY5" fmla="*/ 133163 h 190352"/>
                <a:gd name="connsiteX6" fmla="*/ 175771 w 202534"/>
                <a:gd name="connsiteY6" fmla="*/ 83599 h 190352"/>
                <a:gd name="connsiteX7" fmla="*/ 145211 w 202534"/>
                <a:gd name="connsiteY7" fmla="*/ 43567 h 190352"/>
                <a:gd name="connsiteX8" fmla="*/ 13424 w 202534"/>
                <a:gd name="connsiteY8" fmla="*/ 25775 h 190352"/>
                <a:gd name="connsiteX9" fmla="*/ 54 w 202534"/>
                <a:gd name="connsiteY9" fmla="*/ 14973 h 190352"/>
                <a:gd name="connsiteX10" fmla="*/ 10877 w 202534"/>
                <a:gd name="connsiteY10" fmla="*/ 1628 h 190352"/>
                <a:gd name="connsiteX11" fmla="*/ 157308 w 202534"/>
                <a:gd name="connsiteY11" fmla="*/ 22598 h 190352"/>
                <a:gd name="connsiteX12" fmla="*/ 199327 w 202534"/>
                <a:gd name="connsiteY12" fmla="*/ 77245 h 190352"/>
                <a:gd name="connsiteX13" fmla="*/ 190414 w 202534"/>
                <a:gd name="connsiteY13" fmla="*/ 145237 h 190352"/>
                <a:gd name="connsiteX14" fmla="*/ 135662 w 202534"/>
                <a:gd name="connsiteY14" fmla="*/ 187175 h 190352"/>
                <a:gd name="connsiteX15" fmla="*/ 112105 w 202534"/>
                <a:gd name="connsiteY15" fmla="*/ 190352 h 19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2534" h="190352">
                  <a:moveTo>
                    <a:pt x="112105" y="190352"/>
                  </a:moveTo>
                  <a:cubicBezTo>
                    <a:pt x="96189" y="190352"/>
                    <a:pt x="80909" y="186540"/>
                    <a:pt x="67539" y="178279"/>
                  </a:cubicBezTo>
                  <a:cubicBezTo>
                    <a:pt x="61810" y="175102"/>
                    <a:pt x="59899" y="167477"/>
                    <a:pt x="63083" y="161758"/>
                  </a:cubicBezTo>
                  <a:cubicBezTo>
                    <a:pt x="66266" y="156039"/>
                    <a:pt x="73906" y="154133"/>
                    <a:pt x="79636" y="157310"/>
                  </a:cubicBezTo>
                  <a:cubicBezTo>
                    <a:pt x="94916" y="166206"/>
                    <a:pt x="112742" y="168112"/>
                    <a:pt x="129295" y="163664"/>
                  </a:cubicBezTo>
                  <a:cubicBezTo>
                    <a:pt x="146485" y="159216"/>
                    <a:pt x="160491" y="148414"/>
                    <a:pt x="169404" y="133163"/>
                  </a:cubicBezTo>
                  <a:cubicBezTo>
                    <a:pt x="178318" y="117913"/>
                    <a:pt x="180227" y="100121"/>
                    <a:pt x="175771" y="83599"/>
                  </a:cubicBezTo>
                  <a:cubicBezTo>
                    <a:pt x="171314" y="66443"/>
                    <a:pt x="160491" y="52463"/>
                    <a:pt x="145211" y="43567"/>
                  </a:cubicBezTo>
                  <a:cubicBezTo>
                    <a:pt x="128658" y="34036"/>
                    <a:pt x="82819" y="20056"/>
                    <a:pt x="13424" y="25775"/>
                  </a:cubicBezTo>
                  <a:cubicBezTo>
                    <a:pt x="7057" y="26410"/>
                    <a:pt x="691" y="21327"/>
                    <a:pt x="54" y="14973"/>
                  </a:cubicBezTo>
                  <a:cubicBezTo>
                    <a:pt x="-583" y="7983"/>
                    <a:pt x="4511" y="2264"/>
                    <a:pt x="10877" y="1628"/>
                  </a:cubicBezTo>
                  <a:cubicBezTo>
                    <a:pt x="81546" y="-4726"/>
                    <a:pt x="133752" y="8618"/>
                    <a:pt x="157308" y="22598"/>
                  </a:cubicBezTo>
                  <a:cubicBezTo>
                    <a:pt x="178318" y="34671"/>
                    <a:pt x="192961" y="53734"/>
                    <a:pt x="199327" y="77245"/>
                  </a:cubicBezTo>
                  <a:cubicBezTo>
                    <a:pt x="205694" y="100121"/>
                    <a:pt x="202510" y="124903"/>
                    <a:pt x="190414" y="145237"/>
                  </a:cubicBezTo>
                  <a:cubicBezTo>
                    <a:pt x="178318" y="166206"/>
                    <a:pt x="159218" y="180821"/>
                    <a:pt x="135662" y="187175"/>
                  </a:cubicBezTo>
                  <a:cubicBezTo>
                    <a:pt x="127385" y="189082"/>
                    <a:pt x="119745" y="190352"/>
                    <a:pt x="112105" y="1903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26EECE0F-36F9-7F12-7CE3-85498DECFD45}"/>
                </a:ext>
              </a:extLst>
            </p:cNvPr>
            <p:cNvSpPr/>
            <p:nvPr/>
          </p:nvSpPr>
          <p:spPr>
            <a:xfrm>
              <a:off x="2113184" y="3520456"/>
              <a:ext cx="225451" cy="169684"/>
            </a:xfrm>
            <a:custGeom>
              <a:avLst/>
              <a:gdLst>
                <a:gd name="connsiteX0" fmla="*/ 174541 w 225451"/>
                <a:gd name="connsiteY0" fmla="*/ 169685 h 169684"/>
                <a:gd name="connsiteX1" fmla="*/ 163718 w 225451"/>
                <a:gd name="connsiteY1" fmla="*/ 163331 h 169684"/>
                <a:gd name="connsiteX2" fmla="*/ 168174 w 225451"/>
                <a:gd name="connsiteY2" fmla="*/ 146809 h 169684"/>
                <a:gd name="connsiteX3" fmla="*/ 192367 w 225451"/>
                <a:gd name="connsiteY3" fmla="*/ 57213 h 169684"/>
                <a:gd name="connsiteX4" fmla="*/ 152258 w 225451"/>
                <a:gd name="connsiteY4" fmla="*/ 26712 h 169684"/>
                <a:gd name="connsiteX5" fmla="*/ 102599 w 225451"/>
                <a:gd name="connsiteY5" fmla="*/ 33067 h 169684"/>
                <a:gd name="connsiteX6" fmla="*/ 23653 w 225451"/>
                <a:gd name="connsiteY6" fmla="*/ 134101 h 169684"/>
                <a:gd name="connsiteX7" fmla="*/ 7100 w 225451"/>
                <a:gd name="connsiteY7" fmla="*/ 139820 h 169684"/>
                <a:gd name="connsiteX8" fmla="*/ 1370 w 225451"/>
                <a:gd name="connsiteY8" fmla="*/ 123298 h 169684"/>
                <a:gd name="connsiteX9" fmla="*/ 90502 w 225451"/>
                <a:gd name="connsiteY9" fmla="*/ 12097 h 169684"/>
                <a:gd name="connsiteX10" fmla="*/ 158625 w 225451"/>
                <a:gd name="connsiteY10" fmla="*/ 3201 h 169684"/>
                <a:gd name="connsiteX11" fmla="*/ 213377 w 225451"/>
                <a:gd name="connsiteY11" fmla="*/ 45140 h 169684"/>
                <a:gd name="connsiteX12" fmla="*/ 180271 w 225451"/>
                <a:gd name="connsiteY12" fmla="*/ 167779 h 169684"/>
                <a:gd name="connsiteX13" fmla="*/ 174541 w 225451"/>
                <a:gd name="connsiteY13" fmla="*/ 169685 h 169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5451" h="169684">
                  <a:moveTo>
                    <a:pt x="174541" y="169685"/>
                  </a:moveTo>
                  <a:cubicBezTo>
                    <a:pt x="170084" y="169685"/>
                    <a:pt x="166264" y="167779"/>
                    <a:pt x="163718" y="163331"/>
                  </a:cubicBezTo>
                  <a:cubicBezTo>
                    <a:pt x="160534" y="157612"/>
                    <a:pt x="162444" y="149986"/>
                    <a:pt x="168174" y="146809"/>
                  </a:cubicBezTo>
                  <a:cubicBezTo>
                    <a:pt x="199371" y="129017"/>
                    <a:pt x="210194" y="88349"/>
                    <a:pt x="192367" y="57213"/>
                  </a:cubicBezTo>
                  <a:cubicBezTo>
                    <a:pt x="183454" y="41963"/>
                    <a:pt x="169448" y="31160"/>
                    <a:pt x="152258" y="26712"/>
                  </a:cubicBezTo>
                  <a:cubicBezTo>
                    <a:pt x="135068" y="22264"/>
                    <a:pt x="117878" y="24806"/>
                    <a:pt x="102599" y="33067"/>
                  </a:cubicBezTo>
                  <a:cubicBezTo>
                    <a:pt x="86682" y="41963"/>
                    <a:pt x="52303" y="73734"/>
                    <a:pt x="23653" y="134101"/>
                  </a:cubicBezTo>
                  <a:cubicBezTo>
                    <a:pt x="20470" y="140455"/>
                    <a:pt x="13467" y="142997"/>
                    <a:pt x="7100" y="139820"/>
                  </a:cubicBezTo>
                  <a:cubicBezTo>
                    <a:pt x="734" y="136642"/>
                    <a:pt x="-1813" y="129653"/>
                    <a:pt x="1370" y="123298"/>
                  </a:cubicBezTo>
                  <a:cubicBezTo>
                    <a:pt x="30657" y="61661"/>
                    <a:pt x="67583" y="24806"/>
                    <a:pt x="90502" y="12097"/>
                  </a:cubicBezTo>
                  <a:cubicBezTo>
                    <a:pt x="111512" y="24"/>
                    <a:pt x="135705" y="-3153"/>
                    <a:pt x="158625" y="3201"/>
                  </a:cubicBezTo>
                  <a:cubicBezTo>
                    <a:pt x="181544" y="9555"/>
                    <a:pt x="201280" y="24170"/>
                    <a:pt x="213377" y="45140"/>
                  </a:cubicBezTo>
                  <a:cubicBezTo>
                    <a:pt x="238207" y="88349"/>
                    <a:pt x="223563" y="142997"/>
                    <a:pt x="180271" y="167779"/>
                  </a:cubicBezTo>
                  <a:cubicBezTo>
                    <a:pt x="178361" y="169049"/>
                    <a:pt x="176451" y="169685"/>
                    <a:pt x="174541" y="1696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150CDE42-8E76-F681-64CB-1EC0232254FA}"/>
                </a:ext>
              </a:extLst>
            </p:cNvPr>
            <p:cNvSpPr/>
            <p:nvPr/>
          </p:nvSpPr>
          <p:spPr>
            <a:xfrm>
              <a:off x="7802589" y="3596245"/>
              <a:ext cx="343496" cy="342986"/>
            </a:xfrm>
            <a:custGeom>
              <a:avLst/>
              <a:gdLst>
                <a:gd name="connsiteX0" fmla="*/ 31684 w 343496"/>
                <a:gd name="connsiteY0" fmla="*/ 30988 h 342986"/>
                <a:gd name="connsiteX1" fmla="*/ 141825 w 343496"/>
                <a:gd name="connsiteY1" fmla="*/ 201920 h 342986"/>
                <a:gd name="connsiteX2" fmla="*/ 313086 w 343496"/>
                <a:gd name="connsiteY2" fmla="*/ 311214 h 342986"/>
                <a:gd name="connsiteX3" fmla="*/ 309903 w 343496"/>
                <a:gd name="connsiteY3" fmla="*/ 33530 h 342986"/>
                <a:gd name="connsiteX4" fmla="*/ 31684 w 343496"/>
                <a:gd name="connsiteY4" fmla="*/ 30988 h 342986"/>
                <a:gd name="connsiteX5" fmla="*/ 331549 w 343496"/>
                <a:gd name="connsiteY5" fmla="*/ 342986 h 342986"/>
                <a:gd name="connsiteX6" fmla="*/ 327729 w 343496"/>
                <a:gd name="connsiteY6" fmla="*/ 342351 h 342986"/>
                <a:gd name="connsiteX7" fmla="*/ 123999 w 343496"/>
                <a:gd name="connsiteY7" fmla="*/ 219076 h 342986"/>
                <a:gd name="connsiteX8" fmla="*/ 488 w 343496"/>
                <a:gd name="connsiteY8" fmla="*/ 15737 h 342986"/>
                <a:gd name="connsiteX9" fmla="*/ 3671 w 343496"/>
                <a:gd name="connsiteY9" fmla="*/ 3664 h 342986"/>
                <a:gd name="connsiteX10" fmla="*/ 15767 w 343496"/>
                <a:gd name="connsiteY10" fmla="*/ 487 h 342986"/>
                <a:gd name="connsiteX11" fmla="*/ 323272 w 343496"/>
                <a:gd name="connsiteY11" fmla="*/ 4935 h 342986"/>
                <a:gd name="connsiteX12" fmla="*/ 335369 w 343496"/>
                <a:gd name="connsiteY12" fmla="*/ 8112 h 342986"/>
                <a:gd name="connsiteX13" fmla="*/ 338552 w 343496"/>
                <a:gd name="connsiteY13" fmla="*/ 20185 h 342986"/>
                <a:gd name="connsiteX14" fmla="*/ 343009 w 343496"/>
                <a:gd name="connsiteY14" fmla="*/ 327100 h 342986"/>
                <a:gd name="connsiteX15" fmla="*/ 339825 w 343496"/>
                <a:gd name="connsiteY15" fmla="*/ 339173 h 342986"/>
                <a:gd name="connsiteX16" fmla="*/ 331549 w 343496"/>
                <a:gd name="connsiteY16" fmla="*/ 342986 h 342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3496" h="342986">
                  <a:moveTo>
                    <a:pt x="31684" y="30988"/>
                  </a:moveTo>
                  <a:cubicBezTo>
                    <a:pt x="55240" y="95167"/>
                    <a:pt x="92803" y="153627"/>
                    <a:pt x="141825" y="201920"/>
                  </a:cubicBezTo>
                  <a:cubicBezTo>
                    <a:pt x="190211" y="250213"/>
                    <a:pt x="249421" y="287703"/>
                    <a:pt x="313086" y="311214"/>
                  </a:cubicBezTo>
                  <a:cubicBezTo>
                    <a:pt x="288256" y="220347"/>
                    <a:pt x="286983" y="125032"/>
                    <a:pt x="309903" y="33530"/>
                  </a:cubicBezTo>
                  <a:cubicBezTo>
                    <a:pt x="218224" y="56405"/>
                    <a:pt x="123362" y="55770"/>
                    <a:pt x="31684" y="30988"/>
                  </a:cubicBezTo>
                  <a:moveTo>
                    <a:pt x="331549" y="342986"/>
                  </a:moveTo>
                  <a:cubicBezTo>
                    <a:pt x="330276" y="342986"/>
                    <a:pt x="329003" y="342986"/>
                    <a:pt x="327729" y="342351"/>
                  </a:cubicBezTo>
                  <a:cubicBezTo>
                    <a:pt x="251330" y="318204"/>
                    <a:pt x="181298" y="275630"/>
                    <a:pt x="123999" y="219076"/>
                  </a:cubicBezTo>
                  <a:cubicBezTo>
                    <a:pt x="67337" y="162523"/>
                    <a:pt x="24681" y="91990"/>
                    <a:pt x="488" y="15737"/>
                  </a:cubicBezTo>
                  <a:cubicBezTo>
                    <a:pt x="-786" y="11289"/>
                    <a:pt x="488" y="6841"/>
                    <a:pt x="3671" y="3664"/>
                  </a:cubicBezTo>
                  <a:cubicBezTo>
                    <a:pt x="6855" y="487"/>
                    <a:pt x="11947" y="-784"/>
                    <a:pt x="15767" y="487"/>
                  </a:cubicBezTo>
                  <a:cubicBezTo>
                    <a:pt x="115723" y="32259"/>
                    <a:pt x="222044" y="33530"/>
                    <a:pt x="323272" y="4935"/>
                  </a:cubicBezTo>
                  <a:cubicBezTo>
                    <a:pt x="327729" y="3664"/>
                    <a:pt x="332186" y="4935"/>
                    <a:pt x="335369" y="8112"/>
                  </a:cubicBezTo>
                  <a:cubicBezTo>
                    <a:pt x="338552" y="11289"/>
                    <a:pt x="339825" y="15737"/>
                    <a:pt x="338552" y="20185"/>
                  </a:cubicBezTo>
                  <a:cubicBezTo>
                    <a:pt x="309266" y="121220"/>
                    <a:pt x="311176" y="227337"/>
                    <a:pt x="343009" y="327100"/>
                  </a:cubicBezTo>
                  <a:cubicBezTo>
                    <a:pt x="344282" y="331548"/>
                    <a:pt x="343009" y="335996"/>
                    <a:pt x="339825" y="339173"/>
                  </a:cubicBezTo>
                  <a:cubicBezTo>
                    <a:pt x="337916" y="341715"/>
                    <a:pt x="334733" y="342986"/>
                    <a:pt x="331549" y="3429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8B3705A0-F74A-0F2C-DE91-8F6EAAA0A090}"/>
                </a:ext>
              </a:extLst>
            </p:cNvPr>
            <p:cNvSpPr/>
            <p:nvPr/>
          </p:nvSpPr>
          <p:spPr>
            <a:xfrm>
              <a:off x="7780794" y="3013255"/>
              <a:ext cx="563510" cy="500870"/>
            </a:xfrm>
            <a:custGeom>
              <a:avLst/>
              <a:gdLst>
                <a:gd name="connsiteX0" fmla="*/ 24829 w 563510"/>
                <a:gd name="connsiteY0" fmla="*/ 436056 h 500870"/>
                <a:gd name="connsiteX1" fmla="*/ 472399 w 563510"/>
                <a:gd name="connsiteY1" fmla="*/ 366158 h 500870"/>
                <a:gd name="connsiteX2" fmla="*/ 475582 w 563510"/>
                <a:gd name="connsiteY2" fmla="*/ 362981 h 500870"/>
                <a:gd name="connsiteX3" fmla="*/ 476218 w 563510"/>
                <a:gd name="connsiteY3" fmla="*/ 362346 h 500870"/>
                <a:gd name="connsiteX4" fmla="*/ 481312 w 563510"/>
                <a:gd name="connsiteY4" fmla="*/ 356627 h 500870"/>
                <a:gd name="connsiteX5" fmla="*/ 486405 w 563510"/>
                <a:gd name="connsiteY5" fmla="*/ 97370 h 500870"/>
                <a:gd name="connsiteX6" fmla="*/ 475582 w 563510"/>
                <a:gd name="connsiteY6" fmla="*/ 85932 h 500870"/>
                <a:gd name="connsiteX7" fmla="*/ 220283 w 563510"/>
                <a:gd name="connsiteY7" fmla="*/ 64962 h 500870"/>
                <a:gd name="connsiteX8" fmla="*/ 162984 w 563510"/>
                <a:gd name="connsiteY8" fmla="*/ 113255 h 500870"/>
                <a:gd name="connsiteX9" fmla="*/ 24829 w 563510"/>
                <a:gd name="connsiteY9" fmla="*/ 436056 h 500870"/>
                <a:gd name="connsiteX10" fmla="*/ 199273 w 563510"/>
                <a:gd name="connsiteY10" fmla="*/ 500870 h 500870"/>
                <a:gd name="connsiteX11" fmla="*/ 6367 w 563510"/>
                <a:gd name="connsiteY11" fmla="*/ 453848 h 500870"/>
                <a:gd name="connsiteX12" fmla="*/ 0 w 563510"/>
                <a:gd name="connsiteY12" fmla="*/ 443046 h 500870"/>
                <a:gd name="connsiteX13" fmla="*/ 146431 w 563510"/>
                <a:gd name="connsiteY13" fmla="*/ 95463 h 500870"/>
                <a:gd name="connsiteX14" fmla="*/ 206913 w 563510"/>
                <a:gd name="connsiteY14" fmla="*/ 44628 h 500870"/>
                <a:gd name="connsiteX15" fmla="*/ 493408 w 563510"/>
                <a:gd name="connsiteY15" fmla="*/ 68140 h 500870"/>
                <a:gd name="connsiteX16" fmla="*/ 505504 w 563510"/>
                <a:gd name="connsiteY16" fmla="*/ 80848 h 500870"/>
                <a:gd name="connsiteX17" fmla="*/ 499775 w 563510"/>
                <a:gd name="connsiteY17" fmla="*/ 372513 h 500870"/>
                <a:gd name="connsiteX18" fmla="*/ 494045 w 563510"/>
                <a:gd name="connsiteY18" fmla="*/ 378867 h 500870"/>
                <a:gd name="connsiteX19" fmla="*/ 490225 w 563510"/>
                <a:gd name="connsiteY19" fmla="*/ 382679 h 500870"/>
                <a:gd name="connsiteX20" fmla="*/ 199273 w 563510"/>
                <a:gd name="connsiteY20" fmla="*/ 500870 h 50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63510" h="500870">
                  <a:moveTo>
                    <a:pt x="24829" y="436056"/>
                  </a:moveTo>
                  <a:cubicBezTo>
                    <a:pt x="174443" y="509766"/>
                    <a:pt x="353344" y="481807"/>
                    <a:pt x="472399" y="366158"/>
                  </a:cubicBezTo>
                  <a:lnTo>
                    <a:pt x="475582" y="362981"/>
                  </a:lnTo>
                  <a:lnTo>
                    <a:pt x="476218" y="362346"/>
                  </a:lnTo>
                  <a:cubicBezTo>
                    <a:pt x="477492" y="361075"/>
                    <a:pt x="479402" y="359168"/>
                    <a:pt x="481312" y="356627"/>
                  </a:cubicBezTo>
                  <a:cubicBezTo>
                    <a:pt x="570444" y="263853"/>
                    <a:pt x="539884" y="159007"/>
                    <a:pt x="486405" y="97370"/>
                  </a:cubicBezTo>
                  <a:cubicBezTo>
                    <a:pt x="483221" y="93557"/>
                    <a:pt x="479402" y="89744"/>
                    <a:pt x="475582" y="85932"/>
                  </a:cubicBezTo>
                  <a:cubicBezTo>
                    <a:pt x="420830" y="31284"/>
                    <a:pt x="320874" y="-7477"/>
                    <a:pt x="220283" y="64962"/>
                  </a:cubicBezTo>
                  <a:cubicBezTo>
                    <a:pt x="199909" y="79577"/>
                    <a:pt x="180810" y="96099"/>
                    <a:pt x="162984" y="113255"/>
                  </a:cubicBezTo>
                  <a:cubicBezTo>
                    <a:pt x="77035" y="199039"/>
                    <a:pt x="28012" y="313417"/>
                    <a:pt x="24829" y="436056"/>
                  </a:cubicBezTo>
                  <a:moveTo>
                    <a:pt x="199273" y="500870"/>
                  </a:moveTo>
                  <a:cubicBezTo>
                    <a:pt x="133698" y="500870"/>
                    <a:pt x="67485" y="485620"/>
                    <a:pt x="6367" y="453848"/>
                  </a:cubicBezTo>
                  <a:cubicBezTo>
                    <a:pt x="2546" y="451942"/>
                    <a:pt x="0" y="447494"/>
                    <a:pt x="0" y="443046"/>
                  </a:cubicBezTo>
                  <a:cubicBezTo>
                    <a:pt x="1273" y="311511"/>
                    <a:pt x="53478" y="188237"/>
                    <a:pt x="146431" y="95463"/>
                  </a:cubicBezTo>
                  <a:cubicBezTo>
                    <a:pt x="164893" y="77036"/>
                    <a:pt x="185267" y="59879"/>
                    <a:pt x="206913" y="44628"/>
                  </a:cubicBezTo>
                  <a:cubicBezTo>
                    <a:pt x="319601" y="-36707"/>
                    <a:pt x="431652" y="6502"/>
                    <a:pt x="493408" y="68140"/>
                  </a:cubicBezTo>
                  <a:cubicBezTo>
                    <a:pt x="497865" y="72588"/>
                    <a:pt x="501685" y="76400"/>
                    <a:pt x="505504" y="80848"/>
                  </a:cubicBezTo>
                  <a:cubicBezTo>
                    <a:pt x="565987" y="150111"/>
                    <a:pt x="600366" y="268301"/>
                    <a:pt x="499775" y="372513"/>
                  </a:cubicBezTo>
                  <a:cubicBezTo>
                    <a:pt x="497865" y="374419"/>
                    <a:pt x="495954" y="376325"/>
                    <a:pt x="494045" y="378867"/>
                  </a:cubicBezTo>
                  <a:lnTo>
                    <a:pt x="490225" y="382679"/>
                  </a:lnTo>
                  <a:cubicBezTo>
                    <a:pt x="410006" y="460838"/>
                    <a:pt x="304958" y="500870"/>
                    <a:pt x="199273" y="5008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70D2A0DA-BDE5-FA80-05EC-02ED666CCB83}"/>
                </a:ext>
              </a:extLst>
            </p:cNvPr>
            <p:cNvSpPr/>
            <p:nvPr/>
          </p:nvSpPr>
          <p:spPr>
            <a:xfrm>
              <a:off x="8229013" y="3400019"/>
              <a:ext cx="378273" cy="561452"/>
            </a:xfrm>
            <a:custGeom>
              <a:avLst/>
              <a:gdLst>
                <a:gd name="connsiteX0" fmla="*/ 57922 w 378273"/>
                <a:gd name="connsiteY0" fmla="*/ 561452 h 561452"/>
                <a:gd name="connsiteX1" fmla="*/ 47099 w 378273"/>
                <a:gd name="connsiteY1" fmla="*/ 555098 h 561452"/>
                <a:gd name="connsiteX2" fmla="*/ 117767 w 378273"/>
                <a:gd name="connsiteY2" fmla="*/ 73439 h 561452"/>
                <a:gd name="connsiteX3" fmla="*/ 120951 w 378273"/>
                <a:gd name="connsiteY3" fmla="*/ 69626 h 561452"/>
                <a:gd name="connsiteX4" fmla="*/ 121588 w 378273"/>
                <a:gd name="connsiteY4" fmla="*/ 68991 h 561452"/>
                <a:gd name="connsiteX5" fmla="*/ 127317 w 378273"/>
                <a:gd name="connsiteY5" fmla="*/ 63272 h 561452"/>
                <a:gd name="connsiteX6" fmla="*/ 371793 w 378273"/>
                <a:gd name="connsiteY6" fmla="*/ 25146 h 561452"/>
                <a:gd name="connsiteX7" fmla="*/ 376887 w 378273"/>
                <a:gd name="connsiteY7" fmla="*/ 41667 h 561452"/>
                <a:gd name="connsiteX8" fmla="*/ 360334 w 378273"/>
                <a:gd name="connsiteY8" fmla="*/ 46750 h 561452"/>
                <a:gd name="connsiteX9" fmla="*/ 144507 w 378273"/>
                <a:gd name="connsiteY9" fmla="*/ 81064 h 561452"/>
                <a:gd name="connsiteX10" fmla="*/ 138777 w 378273"/>
                <a:gd name="connsiteY10" fmla="*/ 86783 h 561452"/>
                <a:gd name="connsiteX11" fmla="*/ 138141 w 378273"/>
                <a:gd name="connsiteY11" fmla="*/ 87418 h 561452"/>
                <a:gd name="connsiteX12" fmla="*/ 134958 w 378273"/>
                <a:gd name="connsiteY12" fmla="*/ 90595 h 561452"/>
                <a:gd name="connsiteX13" fmla="*/ 68109 w 378273"/>
                <a:gd name="connsiteY13" fmla="*/ 544295 h 561452"/>
                <a:gd name="connsiteX14" fmla="*/ 63015 w 378273"/>
                <a:gd name="connsiteY14" fmla="*/ 560817 h 561452"/>
                <a:gd name="connsiteX15" fmla="*/ 57922 w 378273"/>
                <a:gd name="connsiteY15" fmla="*/ 561452 h 561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8273" h="561452">
                  <a:moveTo>
                    <a:pt x="57922" y="561452"/>
                  </a:moveTo>
                  <a:cubicBezTo>
                    <a:pt x="53465" y="561452"/>
                    <a:pt x="49009" y="558910"/>
                    <a:pt x="47099" y="555098"/>
                  </a:cubicBezTo>
                  <a:cubicBezTo>
                    <a:pt x="-35667" y="395604"/>
                    <a:pt x="-7654" y="201796"/>
                    <a:pt x="117767" y="73439"/>
                  </a:cubicBezTo>
                  <a:cubicBezTo>
                    <a:pt x="119041" y="72168"/>
                    <a:pt x="120314" y="70897"/>
                    <a:pt x="120951" y="69626"/>
                  </a:cubicBezTo>
                  <a:lnTo>
                    <a:pt x="121588" y="68991"/>
                  </a:lnTo>
                  <a:cubicBezTo>
                    <a:pt x="123497" y="67084"/>
                    <a:pt x="125408" y="65178"/>
                    <a:pt x="127317" y="63272"/>
                  </a:cubicBezTo>
                  <a:cubicBezTo>
                    <a:pt x="198623" y="-4720"/>
                    <a:pt x="287119" y="-18699"/>
                    <a:pt x="371793" y="25146"/>
                  </a:cubicBezTo>
                  <a:cubicBezTo>
                    <a:pt x="377523" y="28323"/>
                    <a:pt x="380070" y="35312"/>
                    <a:pt x="376887" y="41667"/>
                  </a:cubicBezTo>
                  <a:cubicBezTo>
                    <a:pt x="373704" y="47386"/>
                    <a:pt x="366701" y="49928"/>
                    <a:pt x="360334" y="46750"/>
                  </a:cubicBezTo>
                  <a:cubicBezTo>
                    <a:pt x="316405" y="23875"/>
                    <a:pt x="230456" y="-1543"/>
                    <a:pt x="144507" y="81064"/>
                  </a:cubicBezTo>
                  <a:cubicBezTo>
                    <a:pt x="142597" y="82970"/>
                    <a:pt x="140688" y="84876"/>
                    <a:pt x="138777" y="86783"/>
                  </a:cubicBezTo>
                  <a:lnTo>
                    <a:pt x="138141" y="87418"/>
                  </a:lnTo>
                  <a:cubicBezTo>
                    <a:pt x="136867" y="88689"/>
                    <a:pt x="136231" y="89324"/>
                    <a:pt x="134958" y="90595"/>
                  </a:cubicBezTo>
                  <a:cubicBezTo>
                    <a:pt x="17176" y="211328"/>
                    <a:pt x="-10200" y="393697"/>
                    <a:pt x="68109" y="544295"/>
                  </a:cubicBezTo>
                  <a:cubicBezTo>
                    <a:pt x="71292" y="550014"/>
                    <a:pt x="68745" y="557639"/>
                    <a:pt x="63015" y="560817"/>
                  </a:cubicBezTo>
                  <a:cubicBezTo>
                    <a:pt x="61742" y="560817"/>
                    <a:pt x="59832" y="561452"/>
                    <a:pt x="57922" y="5614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94FB21B5-C203-A31C-A370-621F52C349C8}"/>
                </a:ext>
              </a:extLst>
            </p:cNvPr>
            <p:cNvSpPr/>
            <p:nvPr/>
          </p:nvSpPr>
          <p:spPr>
            <a:xfrm>
              <a:off x="7471755" y="2879172"/>
              <a:ext cx="1393418" cy="1391755"/>
            </a:xfrm>
            <a:custGeom>
              <a:avLst/>
              <a:gdLst>
                <a:gd name="connsiteX0" fmla="*/ 77932 w 1393418"/>
                <a:gd name="connsiteY0" fmla="*/ 352820 h 1391755"/>
                <a:gd name="connsiteX1" fmla="*/ 58196 w 1393418"/>
                <a:gd name="connsiteY1" fmla="*/ 356633 h 1391755"/>
                <a:gd name="connsiteX2" fmla="*/ 28273 w 1393418"/>
                <a:gd name="connsiteY2" fmla="*/ 385228 h 1391755"/>
                <a:gd name="connsiteX3" fmla="*/ 27636 w 1393418"/>
                <a:gd name="connsiteY3" fmla="*/ 426531 h 1391755"/>
                <a:gd name="connsiteX4" fmla="*/ 49919 w 1393418"/>
                <a:gd name="connsiteY4" fmla="*/ 474188 h 1391755"/>
                <a:gd name="connsiteX5" fmla="*/ 136504 w 1393418"/>
                <a:gd name="connsiteY5" fmla="*/ 589202 h 1391755"/>
                <a:gd name="connsiteX6" fmla="*/ 200170 w 1393418"/>
                <a:gd name="connsiteY6" fmla="*/ 643214 h 1391755"/>
                <a:gd name="connsiteX7" fmla="*/ 205263 w 1393418"/>
                <a:gd name="connsiteY7" fmla="*/ 651475 h 1391755"/>
                <a:gd name="connsiteX8" fmla="*/ 379707 w 1393418"/>
                <a:gd name="connsiteY8" fmla="*/ 1012401 h 1391755"/>
                <a:gd name="connsiteX9" fmla="*/ 741328 w 1393418"/>
                <a:gd name="connsiteY9" fmla="*/ 1186510 h 1391755"/>
                <a:gd name="connsiteX10" fmla="*/ 749604 w 1393418"/>
                <a:gd name="connsiteY10" fmla="*/ 1191594 h 1391755"/>
                <a:gd name="connsiteX11" fmla="*/ 803720 w 1393418"/>
                <a:gd name="connsiteY11" fmla="*/ 1254502 h 1391755"/>
                <a:gd name="connsiteX12" fmla="*/ 918955 w 1393418"/>
                <a:gd name="connsiteY12" fmla="*/ 1340921 h 1391755"/>
                <a:gd name="connsiteX13" fmla="*/ 920229 w 1393418"/>
                <a:gd name="connsiteY13" fmla="*/ 1341556 h 1391755"/>
                <a:gd name="connsiteX14" fmla="*/ 966704 w 1393418"/>
                <a:gd name="connsiteY14" fmla="*/ 1363161 h 1391755"/>
                <a:gd name="connsiteX15" fmla="*/ 1008087 w 1393418"/>
                <a:gd name="connsiteY15" fmla="*/ 1362525 h 1391755"/>
                <a:gd name="connsiteX16" fmla="*/ 1036736 w 1393418"/>
                <a:gd name="connsiteY16" fmla="*/ 1332660 h 1391755"/>
                <a:gd name="connsiteX17" fmla="*/ 1036100 w 1393418"/>
                <a:gd name="connsiteY17" fmla="*/ 1291357 h 1391755"/>
                <a:gd name="connsiteX18" fmla="*/ 1006177 w 1393418"/>
                <a:gd name="connsiteY18" fmla="*/ 1262762 h 1391755"/>
                <a:gd name="connsiteX19" fmla="*/ 971161 w 1393418"/>
                <a:gd name="connsiteY19" fmla="*/ 1246876 h 1391755"/>
                <a:gd name="connsiteX20" fmla="*/ 908132 w 1393418"/>
                <a:gd name="connsiteY20" fmla="*/ 1203667 h 1391755"/>
                <a:gd name="connsiteX21" fmla="*/ 904312 w 1393418"/>
                <a:gd name="connsiteY21" fmla="*/ 1190958 h 1391755"/>
                <a:gd name="connsiteX22" fmla="*/ 913862 w 1393418"/>
                <a:gd name="connsiteY22" fmla="*/ 1182062 h 1391755"/>
                <a:gd name="connsiteX23" fmla="*/ 1240466 w 1393418"/>
                <a:gd name="connsiteY23" fmla="*/ 1013037 h 1391755"/>
                <a:gd name="connsiteX24" fmla="*/ 1302859 w 1393418"/>
                <a:gd name="connsiteY24" fmla="*/ 939326 h 1391755"/>
                <a:gd name="connsiteX25" fmla="*/ 1249379 w 1393418"/>
                <a:gd name="connsiteY25" fmla="*/ 496429 h 1391755"/>
                <a:gd name="connsiteX26" fmla="*/ 991534 w 1393418"/>
                <a:gd name="connsiteY26" fmla="*/ 415093 h 1391755"/>
                <a:gd name="connsiteX27" fmla="*/ 981347 w 1393418"/>
                <a:gd name="connsiteY27" fmla="*/ 411916 h 1391755"/>
                <a:gd name="connsiteX28" fmla="*/ 978164 w 1393418"/>
                <a:gd name="connsiteY28" fmla="*/ 401749 h 1391755"/>
                <a:gd name="connsiteX29" fmla="*/ 896672 w 1393418"/>
                <a:gd name="connsiteY29" fmla="*/ 144398 h 1391755"/>
                <a:gd name="connsiteX30" fmla="*/ 452923 w 1393418"/>
                <a:gd name="connsiteY30" fmla="*/ 91022 h 1391755"/>
                <a:gd name="connsiteX31" fmla="*/ 379707 w 1393418"/>
                <a:gd name="connsiteY31" fmla="*/ 153294 h 1391755"/>
                <a:gd name="connsiteX32" fmla="*/ 210357 w 1393418"/>
                <a:gd name="connsiteY32" fmla="*/ 479272 h 1391755"/>
                <a:gd name="connsiteX33" fmla="*/ 201444 w 1393418"/>
                <a:gd name="connsiteY33" fmla="*/ 488803 h 1391755"/>
                <a:gd name="connsiteX34" fmla="*/ 188711 w 1393418"/>
                <a:gd name="connsiteY34" fmla="*/ 484991 h 1391755"/>
                <a:gd name="connsiteX35" fmla="*/ 145418 w 1393418"/>
                <a:gd name="connsiteY35" fmla="*/ 422718 h 1391755"/>
                <a:gd name="connsiteX36" fmla="*/ 129501 w 1393418"/>
                <a:gd name="connsiteY36" fmla="*/ 387134 h 1391755"/>
                <a:gd name="connsiteX37" fmla="*/ 100852 w 1393418"/>
                <a:gd name="connsiteY37" fmla="*/ 357269 h 1391755"/>
                <a:gd name="connsiteX38" fmla="*/ 77932 w 1393418"/>
                <a:gd name="connsiteY38" fmla="*/ 352820 h 1391755"/>
                <a:gd name="connsiteX39" fmla="*/ 985804 w 1393418"/>
                <a:gd name="connsiteY39" fmla="*/ 1391755 h 1391755"/>
                <a:gd name="connsiteX40" fmla="*/ 957154 w 1393418"/>
                <a:gd name="connsiteY40" fmla="*/ 1386037 h 1391755"/>
                <a:gd name="connsiteX41" fmla="*/ 907495 w 1393418"/>
                <a:gd name="connsiteY41" fmla="*/ 1363161 h 1391755"/>
                <a:gd name="connsiteX42" fmla="*/ 906222 w 1393418"/>
                <a:gd name="connsiteY42" fmla="*/ 1362525 h 1391755"/>
                <a:gd name="connsiteX43" fmla="*/ 785893 w 1393418"/>
                <a:gd name="connsiteY43" fmla="*/ 1271658 h 1391755"/>
                <a:gd name="connsiteX44" fmla="*/ 732415 w 1393418"/>
                <a:gd name="connsiteY44" fmla="*/ 1210021 h 1391755"/>
                <a:gd name="connsiteX45" fmla="*/ 361881 w 1393418"/>
                <a:gd name="connsiteY45" fmla="*/ 1029558 h 1391755"/>
                <a:gd name="connsiteX46" fmla="*/ 181070 w 1393418"/>
                <a:gd name="connsiteY46" fmla="*/ 659735 h 1391755"/>
                <a:gd name="connsiteX47" fmla="*/ 119315 w 1393418"/>
                <a:gd name="connsiteY47" fmla="*/ 606359 h 1391755"/>
                <a:gd name="connsiteX48" fmla="*/ 28273 w 1393418"/>
                <a:gd name="connsiteY48" fmla="*/ 485626 h 1391755"/>
                <a:gd name="connsiteX49" fmla="*/ 5353 w 1393418"/>
                <a:gd name="connsiteY49" fmla="*/ 435427 h 1391755"/>
                <a:gd name="connsiteX50" fmla="*/ 6627 w 1393418"/>
                <a:gd name="connsiteY50" fmla="*/ 375061 h 1391755"/>
                <a:gd name="connsiteX51" fmla="*/ 49919 w 1393418"/>
                <a:gd name="connsiteY51" fmla="*/ 333122 h 1391755"/>
                <a:gd name="connsiteX52" fmla="*/ 110402 w 1393418"/>
                <a:gd name="connsiteY52" fmla="*/ 334393 h 1391755"/>
                <a:gd name="connsiteX53" fmla="*/ 152421 w 1393418"/>
                <a:gd name="connsiteY53" fmla="*/ 377602 h 1391755"/>
                <a:gd name="connsiteX54" fmla="*/ 167064 w 1393418"/>
                <a:gd name="connsiteY54" fmla="*/ 410010 h 1391755"/>
                <a:gd name="connsiteX55" fmla="*/ 191894 w 1393418"/>
                <a:gd name="connsiteY55" fmla="*/ 447500 h 1391755"/>
                <a:gd name="connsiteX56" fmla="*/ 362517 w 1393418"/>
                <a:gd name="connsiteY56" fmla="*/ 134867 h 1391755"/>
                <a:gd name="connsiteX57" fmla="*/ 438916 w 1393418"/>
                <a:gd name="connsiteY57" fmla="*/ 70052 h 1391755"/>
                <a:gd name="connsiteX58" fmla="*/ 915772 w 1393418"/>
                <a:gd name="connsiteY58" fmla="*/ 127241 h 1391755"/>
                <a:gd name="connsiteX59" fmla="*/ 1004267 w 1393418"/>
                <a:gd name="connsiteY59" fmla="*/ 388405 h 1391755"/>
                <a:gd name="connsiteX60" fmla="*/ 1265932 w 1393418"/>
                <a:gd name="connsiteY60" fmla="*/ 476730 h 1391755"/>
                <a:gd name="connsiteX61" fmla="*/ 1323231 w 1393418"/>
                <a:gd name="connsiteY61" fmla="*/ 952670 h 1391755"/>
                <a:gd name="connsiteX62" fmla="*/ 1258293 w 1393418"/>
                <a:gd name="connsiteY62" fmla="*/ 1028922 h 1391755"/>
                <a:gd name="connsiteX63" fmla="*/ 945058 w 1393418"/>
                <a:gd name="connsiteY63" fmla="*/ 1199219 h 1391755"/>
                <a:gd name="connsiteX64" fmla="*/ 983257 w 1393418"/>
                <a:gd name="connsiteY64" fmla="*/ 1224001 h 1391755"/>
                <a:gd name="connsiteX65" fmla="*/ 1015727 w 1393418"/>
                <a:gd name="connsiteY65" fmla="*/ 1238616 h 1391755"/>
                <a:gd name="connsiteX66" fmla="*/ 1059019 w 1393418"/>
                <a:gd name="connsiteY66" fmla="*/ 1280554 h 1391755"/>
                <a:gd name="connsiteX67" fmla="*/ 1060293 w 1393418"/>
                <a:gd name="connsiteY67" fmla="*/ 1340921 h 1391755"/>
                <a:gd name="connsiteX68" fmla="*/ 1018273 w 1393418"/>
                <a:gd name="connsiteY68" fmla="*/ 1384130 h 1391755"/>
                <a:gd name="connsiteX69" fmla="*/ 985804 w 1393418"/>
                <a:gd name="connsiteY69" fmla="*/ 1391755 h 1391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393418" h="1391755">
                  <a:moveTo>
                    <a:pt x="77932" y="352820"/>
                  </a:moveTo>
                  <a:cubicBezTo>
                    <a:pt x="70929" y="352820"/>
                    <a:pt x="64563" y="354091"/>
                    <a:pt x="58196" y="356633"/>
                  </a:cubicBezTo>
                  <a:cubicBezTo>
                    <a:pt x="44826" y="361717"/>
                    <a:pt x="34003" y="371883"/>
                    <a:pt x="28273" y="385228"/>
                  </a:cubicBezTo>
                  <a:cubicBezTo>
                    <a:pt x="22543" y="398572"/>
                    <a:pt x="21906" y="413187"/>
                    <a:pt x="27636" y="426531"/>
                  </a:cubicBezTo>
                  <a:cubicBezTo>
                    <a:pt x="34003" y="442417"/>
                    <a:pt x="41006" y="458303"/>
                    <a:pt x="49919" y="474188"/>
                  </a:cubicBezTo>
                  <a:cubicBezTo>
                    <a:pt x="49919" y="474824"/>
                    <a:pt x="83662" y="535826"/>
                    <a:pt x="136504" y="589202"/>
                  </a:cubicBezTo>
                  <a:cubicBezTo>
                    <a:pt x="156878" y="609536"/>
                    <a:pt x="177887" y="627328"/>
                    <a:pt x="200170" y="643214"/>
                  </a:cubicBezTo>
                  <a:cubicBezTo>
                    <a:pt x="202717" y="645120"/>
                    <a:pt x="204627" y="648297"/>
                    <a:pt x="205263" y="651475"/>
                  </a:cubicBezTo>
                  <a:cubicBezTo>
                    <a:pt x="221180" y="789364"/>
                    <a:pt x="281026" y="914544"/>
                    <a:pt x="379707" y="1012401"/>
                  </a:cubicBezTo>
                  <a:cubicBezTo>
                    <a:pt x="477753" y="1110258"/>
                    <a:pt x="603174" y="1170624"/>
                    <a:pt x="741328" y="1186510"/>
                  </a:cubicBezTo>
                  <a:cubicBezTo>
                    <a:pt x="744511" y="1187146"/>
                    <a:pt x="747694" y="1188416"/>
                    <a:pt x="749604" y="1191594"/>
                  </a:cubicBezTo>
                  <a:cubicBezTo>
                    <a:pt x="766157" y="1214469"/>
                    <a:pt x="784620" y="1235439"/>
                    <a:pt x="803720" y="1254502"/>
                  </a:cubicBezTo>
                  <a:cubicBezTo>
                    <a:pt x="855926" y="1306607"/>
                    <a:pt x="916408" y="1339650"/>
                    <a:pt x="918955" y="1340921"/>
                  </a:cubicBezTo>
                  <a:lnTo>
                    <a:pt x="920229" y="1341556"/>
                  </a:lnTo>
                  <a:cubicBezTo>
                    <a:pt x="935508" y="1349181"/>
                    <a:pt x="950788" y="1356806"/>
                    <a:pt x="966704" y="1363161"/>
                  </a:cubicBezTo>
                  <a:cubicBezTo>
                    <a:pt x="980074" y="1368244"/>
                    <a:pt x="994717" y="1368244"/>
                    <a:pt x="1008087" y="1362525"/>
                  </a:cubicBezTo>
                  <a:cubicBezTo>
                    <a:pt x="1021456" y="1356806"/>
                    <a:pt x="1031643" y="1346004"/>
                    <a:pt x="1036736" y="1332660"/>
                  </a:cubicBezTo>
                  <a:cubicBezTo>
                    <a:pt x="1041830" y="1319316"/>
                    <a:pt x="1041830" y="1304701"/>
                    <a:pt x="1036100" y="1291357"/>
                  </a:cubicBezTo>
                  <a:cubicBezTo>
                    <a:pt x="1030370" y="1278013"/>
                    <a:pt x="1019547" y="1267846"/>
                    <a:pt x="1006177" y="1262762"/>
                  </a:cubicBezTo>
                  <a:cubicBezTo>
                    <a:pt x="994081" y="1258314"/>
                    <a:pt x="982620" y="1252595"/>
                    <a:pt x="971161" y="1246876"/>
                  </a:cubicBezTo>
                  <a:cubicBezTo>
                    <a:pt x="965431" y="1243699"/>
                    <a:pt x="938054" y="1227813"/>
                    <a:pt x="908132" y="1203667"/>
                  </a:cubicBezTo>
                  <a:cubicBezTo>
                    <a:pt x="904312" y="1200490"/>
                    <a:pt x="903038" y="1196042"/>
                    <a:pt x="904312" y="1190958"/>
                  </a:cubicBezTo>
                  <a:cubicBezTo>
                    <a:pt x="905585" y="1186510"/>
                    <a:pt x="909405" y="1182698"/>
                    <a:pt x="913862" y="1182062"/>
                  </a:cubicBezTo>
                  <a:cubicBezTo>
                    <a:pt x="1038010" y="1160457"/>
                    <a:pt x="1151334" y="1102633"/>
                    <a:pt x="1240466" y="1013037"/>
                  </a:cubicBezTo>
                  <a:cubicBezTo>
                    <a:pt x="1263386" y="990161"/>
                    <a:pt x="1284396" y="965379"/>
                    <a:pt x="1302859" y="939326"/>
                  </a:cubicBezTo>
                  <a:cubicBezTo>
                    <a:pt x="1423823" y="771572"/>
                    <a:pt x="1360158" y="591744"/>
                    <a:pt x="1249379" y="496429"/>
                  </a:cubicBezTo>
                  <a:cubicBezTo>
                    <a:pt x="1177437" y="434156"/>
                    <a:pt x="1080666" y="403655"/>
                    <a:pt x="991534" y="415093"/>
                  </a:cubicBezTo>
                  <a:cubicBezTo>
                    <a:pt x="987714" y="415728"/>
                    <a:pt x="983894" y="414458"/>
                    <a:pt x="981347" y="411916"/>
                  </a:cubicBezTo>
                  <a:cubicBezTo>
                    <a:pt x="978801" y="409374"/>
                    <a:pt x="977528" y="405562"/>
                    <a:pt x="978164" y="401749"/>
                  </a:cubicBezTo>
                  <a:cubicBezTo>
                    <a:pt x="989623" y="312788"/>
                    <a:pt x="959701" y="216202"/>
                    <a:pt x="896672" y="144398"/>
                  </a:cubicBezTo>
                  <a:cubicBezTo>
                    <a:pt x="800537" y="33833"/>
                    <a:pt x="621000" y="-29711"/>
                    <a:pt x="452923" y="91022"/>
                  </a:cubicBezTo>
                  <a:cubicBezTo>
                    <a:pt x="426820" y="109449"/>
                    <a:pt x="401990" y="130419"/>
                    <a:pt x="379707" y="153294"/>
                  </a:cubicBezTo>
                  <a:cubicBezTo>
                    <a:pt x="290576" y="242255"/>
                    <a:pt x="232003" y="355362"/>
                    <a:pt x="210357" y="479272"/>
                  </a:cubicBezTo>
                  <a:cubicBezTo>
                    <a:pt x="209720" y="483720"/>
                    <a:pt x="205900" y="487533"/>
                    <a:pt x="201444" y="488803"/>
                  </a:cubicBezTo>
                  <a:cubicBezTo>
                    <a:pt x="196987" y="490074"/>
                    <a:pt x="191894" y="488168"/>
                    <a:pt x="188711" y="484991"/>
                  </a:cubicBezTo>
                  <a:cubicBezTo>
                    <a:pt x="162608" y="453219"/>
                    <a:pt x="146054" y="423989"/>
                    <a:pt x="145418" y="422718"/>
                  </a:cubicBezTo>
                  <a:cubicBezTo>
                    <a:pt x="139051" y="411280"/>
                    <a:pt x="133958" y="399207"/>
                    <a:pt x="129501" y="387134"/>
                  </a:cubicBezTo>
                  <a:cubicBezTo>
                    <a:pt x="124408" y="373790"/>
                    <a:pt x="114221" y="362987"/>
                    <a:pt x="100852" y="357269"/>
                  </a:cubicBezTo>
                  <a:cubicBezTo>
                    <a:pt x="92576" y="354091"/>
                    <a:pt x="84935" y="352820"/>
                    <a:pt x="77932" y="352820"/>
                  </a:cubicBezTo>
                  <a:moveTo>
                    <a:pt x="985804" y="1391755"/>
                  </a:moveTo>
                  <a:cubicBezTo>
                    <a:pt x="976254" y="1391755"/>
                    <a:pt x="966067" y="1389849"/>
                    <a:pt x="957154" y="1386037"/>
                  </a:cubicBezTo>
                  <a:cubicBezTo>
                    <a:pt x="940601" y="1379682"/>
                    <a:pt x="924048" y="1372057"/>
                    <a:pt x="907495" y="1363161"/>
                  </a:cubicBezTo>
                  <a:lnTo>
                    <a:pt x="906222" y="1362525"/>
                  </a:lnTo>
                  <a:cubicBezTo>
                    <a:pt x="899219" y="1358713"/>
                    <a:pt x="839373" y="1325035"/>
                    <a:pt x="785893" y="1271658"/>
                  </a:cubicBezTo>
                  <a:cubicBezTo>
                    <a:pt x="766794" y="1252595"/>
                    <a:pt x="748968" y="1232261"/>
                    <a:pt x="732415" y="1210021"/>
                  </a:cubicBezTo>
                  <a:cubicBezTo>
                    <a:pt x="590440" y="1192864"/>
                    <a:pt x="462473" y="1130592"/>
                    <a:pt x="361881" y="1029558"/>
                  </a:cubicBezTo>
                  <a:cubicBezTo>
                    <a:pt x="260652" y="928524"/>
                    <a:pt x="198260" y="800802"/>
                    <a:pt x="181070" y="659735"/>
                  </a:cubicBezTo>
                  <a:cubicBezTo>
                    <a:pt x="159424" y="643849"/>
                    <a:pt x="139051" y="626057"/>
                    <a:pt x="119315" y="606359"/>
                  </a:cubicBezTo>
                  <a:cubicBezTo>
                    <a:pt x="63926" y="551076"/>
                    <a:pt x="28273" y="486262"/>
                    <a:pt x="28273" y="485626"/>
                  </a:cubicBezTo>
                  <a:cubicBezTo>
                    <a:pt x="19360" y="468470"/>
                    <a:pt x="11720" y="452584"/>
                    <a:pt x="5353" y="435427"/>
                  </a:cubicBezTo>
                  <a:cubicBezTo>
                    <a:pt x="-2286" y="415728"/>
                    <a:pt x="-1650" y="394759"/>
                    <a:pt x="6627" y="375061"/>
                  </a:cubicBezTo>
                  <a:cubicBezTo>
                    <a:pt x="14903" y="355998"/>
                    <a:pt x="30183" y="340747"/>
                    <a:pt x="49919" y="333122"/>
                  </a:cubicBezTo>
                  <a:cubicBezTo>
                    <a:pt x="69655" y="325497"/>
                    <a:pt x="90665" y="326132"/>
                    <a:pt x="110402" y="334393"/>
                  </a:cubicBezTo>
                  <a:cubicBezTo>
                    <a:pt x="129501" y="342654"/>
                    <a:pt x="144781" y="357904"/>
                    <a:pt x="152421" y="377602"/>
                  </a:cubicBezTo>
                  <a:cubicBezTo>
                    <a:pt x="156878" y="389040"/>
                    <a:pt x="161970" y="399843"/>
                    <a:pt x="167064" y="410010"/>
                  </a:cubicBezTo>
                  <a:cubicBezTo>
                    <a:pt x="167701" y="410645"/>
                    <a:pt x="176614" y="426531"/>
                    <a:pt x="191894" y="447500"/>
                  </a:cubicBezTo>
                  <a:cubicBezTo>
                    <a:pt x="217360" y="328674"/>
                    <a:pt x="276569" y="221286"/>
                    <a:pt x="362517" y="134867"/>
                  </a:cubicBezTo>
                  <a:cubicBezTo>
                    <a:pt x="386074" y="111355"/>
                    <a:pt x="412177" y="89115"/>
                    <a:pt x="438916" y="70052"/>
                  </a:cubicBezTo>
                  <a:cubicBezTo>
                    <a:pt x="619726" y="-59576"/>
                    <a:pt x="812634" y="9051"/>
                    <a:pt x="915772" y="127241"/>
                  </a:cubicBezTo>
                  <a:cubicBezTo>
                    <a:pt x="979437" y="200316"/>
                    <a:pt x="1011906" y="296902"/>
                    <a:pt x="1004267" y="388405"/>
                  </a:cubicBezTo>
                  <a:cubicBezTo>
                    <a:pt x="1095946" y="380780"/>
                    <a:pt x="1192717" y="413187"/>
                    <a:pt x="1265932" y="476730"/>
                  </a:cubicBezTo>
                  <a:cubicBezTo>
                    <a:pt x="1384350" y="579671"/>
                    <a:pt x="1453109" y="772207"/>
                    <a:pt x="1323231" y="952670"/>
                  </a:cubicBezTo>
                  <a:cubicBezTo>
                    <a:pt x="1303495" y="979994"/>
                    <a:pt x="1281849" y="1005411"/>
                    <a:pt x="1258293" y="1028922"/>
                  </a:cubicBezTo>
                  <a:cubicBezTo>
                    <a:pt x="1171708" y="1115342"/>
                    <a:pt x="1064113" y="1173801"/>
                    <a:pt x="945058" y="1199219"/>
                  </a:cubicBezTo>
                  <a:cubicBezTo>
                    <a:pt x="964157" y="1213198"/>
                    <a:pt x="979437" y="1222094"/>
                    <a:pt x="983257" y="1224001"/>
                  </a:cubicBezTo>
                  <a:cubicBezTo>
                    <a:pt x="993444" y="1229084"/>
                    <a:pt x="1004267" y="1234168"/>
                    <a:pt x="1015727" y="1238616"/>
                  </a:cubicBezTo>
                  <a:cubicBezTo>
                    <a:pt x="1035463" y="1246241"/>
                    <a:pt x="1050743" y="1260856"/>
                    <a:pt x="1059019" y="1280554"/>
                  </a:cubicBezTo>
                  <a:cubicBezTo>
                    <a:pt x="1067296" y="1299617"/>
                    <a:pt x="1067932" y="1321222"/>
                    <a:pt x="1060293" y="1340921"/>
                  </a:cubicBezTo>
                  <a:cubicBezTo>
                    <a:pt x="1052653" y="1360619"/>
                    <a:pt x="1038010" y="1375870"/>
                    <a:pt x="1018273" y="1384130"/>
                  </a:cubicBezTo>
                  <a:cubicBezTo>
                    <a:pt x="1006814" y="1389214"/>
                    <a:pt x="996627" y="1391755"/>
                    <a:pt x="985804" y="139175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8C433580-B1C4-CED8-8FBD-12552205E330}"/>
                </a:ext>
              </a:extLst>
            </p:cNvPr>
            <p:cNvSpPr/>
            <p:nvPr/>
          </p:nvSpPr>
          <p:spPr>
            <a:xfrm>
              <a:off x="2597096" y="4096783"/>
              <a:ext cx="527238" cy="234510"/>
            </a:xfrm>
            <a:custGeom>
              <a:avLst/>
              <a:gdLst>
                <a:gd name="connsiteX0" fmla="*/ 24873 w 527238"/>
                <a:gd name="connsiteY0" fmla="*/ 134748 h 234510"/>
                <a:gd name="connsiteX1" fmla="*/ 29330 w 527238"/>
                <a:gd name="connsiteY1" fmla="*/ 136654 h 234510"/>
                <a:gd name="connsiteX2" fmla="*/ 263619 w 527238"/>
                <a:gd name="connsiteY2" fmla="*/ 209729 h 234510"/>
                <a:gd name="connsiteX3" fmla="*/ 280172 w 527238"/>
                <a:gd name="connsiteY3" fmla="*/ 208458 h 234510"/>
                <a:gd name="connsiteX4" fmla="*/ 499182 w 527238"/>
                <a:gd name="connsiteY4" fmla="*/ 102976 h 234510"/>
                <a:gd name="connsiteX5" fmla="*/ 503002 w 527238"/>
                <a:gd name="connsiteY5" fmla="*/ 100434 h 234510"/>
                <a:gd name="connsiteX6" fmla="*/ 498545 w 527238"/>
                <a:gd name="connsiteY6" fmla="*/ 98528 h 234510"/>
                <a:gd name="connsiteX7" fmla="*/ 264256 w 527238"/>
                <a:gd name="connsiteY7" fmla="*/ 25453 h 234510"/>
                <a:gd name="connsiteX8" fmla="*/ 247703 w 527238"/>
                <a:gd name="connsiteY8" fmla="*/ 26724 h 234510"/>
                <a:gd name="connsiteX9" fmla="*/ 28693 w 527238"/>
                <a:gd name="connsiteY9" fmla="*/ 132206 h 234510"/>
                <a:gd name="connsiteX10" fmla="*/ 24873 w 527238"/>
                <a:gd name="connsiteY10" fmla="*/ 134748 h 234510"/>
                <a:gd name="connsiteX11" fmla="*/ 24873 w 527238"/>
                <a:gd name="connsiteY11" fmla="*/ 134748 h 234510"/>
                <a:gd name="connsiteX12" fmla="*/ 269986 w 527238"/>
                <a:gd name="connsiteY12" fmla="*/ 234511 h 234510"/>
                <a:gd name="connsiteX13" fmla="*/ 255979 w 527238"/>
                <a:gd name="connsiteY13" fmla="*/ 232605 h 234510"/>
                <a:gd name="connsiteX14" fmla="*/ 21690 w 527238"/>
                <a:gd name="connsiteY14" fmla="*/ 159530 h 234510"/>
                <a:gd name="connsiteX15" fmla="*/ 44 w 527238"/>
                <a:gd name="connsiteY15" fmla="*/ 136019 h 234510"/>
                <a:gd name="connsiteX16" fmla="*/ 17233 w 527238"/>
                <a:gd name="connsiteY16" fmla="*/ 109966 h 234510"/>
                <a:gd name="connsiteX17" fmla="*/ 236243 w 527238"/>
                <a:gd name="connsiteY17" fmla="*/ 4484 h 234510"/>
                <a:gd name="connsiteX18" fmla="*/ 271259 w 527238"/>
                <a:gd name="connsiteY18" fmla="*/ 1942 h 234510"/>
                <a:gd name="connsiteX19" fmla="*/ 505549 w 527238"/>
                <a:gd name="connsiteY19" fmla="*/ 75017 h 234510"/>
                <a:gd name="connsiteX20" fmla="*/ 527195 w 527238"/>
                <a:gd name="connsiteY20" fmla="*/ 98528 h 234510"/>
                <a:gd name="connsiteX21" fmla="*/ 510005 w 527238"/>
                <a:gd name="connsiteY21" fmla="*/ 124581 h 234510"/>
                <a:gd name="connsiteX22" fmla="*/ 290996 w 527238"/>
                <a:gd name="connsiteY22" fmla="*/ 230063 h 234510"/>
                <a:gd name="connsiteX23" fmla="*/ 269986 w 527238"/>
                <a:gd name="connsiteY23" fmla="*/ 234511 h 234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7238" h="234510">
                  <a:moveTo>
                    <a:pt x="24873" y="134748"/>
                  </a:moveTo>
                  <a:cubicBezTo>
                    <a:pt x="25510" y="134748"/>
                    <a:pt x="26783" y="135383"/>
                    <a:pt x="29330" y="136654"/>
                  </a:cubicBezTo>
                  <a:lnTo>
                    <a:pt x="263619" y="209729"/>
                  </a:lnTo>
                  <a:cubicBezTo>
                    <a:pt x="268713" y="211635"/>
                    <a:pt x="275716" y="211000"/>
                    <a:pt x="280172" y="208458"/>
                  </a:cubicBezTo>
                  <a:lnTo>
                    <a:pt x="499182" y="102976"/>
                  </a:lnTo>
                  <a:cubicBezTo>
                    <a:pt x="501729" y="101705"/>
                    <a:pt x="502365" y="100434"/>
                    <a:pt x="503002" y="100434"/>
                  </a:cubicBezTo>
                  <a:cubicBezTo>
                    <a:pt x="503002" y="100434"/>
                    <a:pt x="501092" y="99799"/>
                    <a:pt x="498545" y="98528"/>
                  </a:cubicBezTo>
                  <a:lnTo>
                    <a:pt x="264256" y="25453"/>
                  </a:lnTo>
                  <a:cubicBezTo>
                    <a:pt x="259163" y="23547"/>
                    <a:pt x="252159" y="24182"/>
                    <a:pt x="247703" y="26724"/>
                  </a:cubicBezTo>
                  <a:lnTo>
                    <a:pt x="28693" y="132206"/>
                  </a:lnTo>
                  <a:cubicBezTo>
                    <a:pt x="26147" y="132841"/>
                    <a:pt x="25510" y="134112"/>
                    <a:pt x="24873" y="134748"/>
                  </a:cubicBezTo>
                  <a:lnTo>
                    <a:pt x="24873" y="134748"/>
                  </a:lnTo>
                  <a:moveTo>
                    <a:pt x="269986" y="234511"/>
                  </a:moveTo>
                  <a:cubicBezTo>
                    <a:pt x="265529" y="234511"/>
                    <a:pt x="260436" y="233876"/>
                    <a:pt x="255979" y="232605"/>
                  </a:cubicBezTo>
                  <a:lnTo>
                    <a:pt x="21690" y="159530"/>
                  </a:lnTo>
                  <a:cubicBezTo>
                    <a:pt x="8957" y="155717"/>
                    <a:pt x="1317" y="146821"/>
                    <a:pt x="44" y="136019"/>
                  </a:cubicBezTo>
                  <a:cubicBezTo>
                    <a:pt x="-593" y="125216"/>
                    <a:pt x="5774" y="115685"/>
                    <a:pt x="17233" y="109966"/>
                  </a:cubicBezTo>
                  <a:lnTo>
                    <a:pt x="236243" y="4484"/>
                  </a:lnTo>
                  <a:cubicBezTo>
                    <a:pt x="246430" y="-600"/>
                    <a:pt x="259799" y="-1235"/>
                    <a:pt x="271259" y="1942"/>
                  </a:cubicBezTo>
                  <a:lnTo>
                    <a:pt x="505549" y="75017"/>
                  </a:lnTo>
                  <a:cubicBezTo>
                    <a:pt x="518282" y="78830"/>
                    <a:pt x="525922" y="87726"/>
                    <a:pt x="527195" y="98528"/>
                  </a:cubicBezTo>
                  <a:cubicBezTo>
                    <a:pt x="527832" y="109330"/>
                    <a:pt x="521465" y="118862"/>
                    <a:pt x="510005" y="124581"/>
                  </a:cubicBezTo>
                  <a:lnTo>
                    <a:pt x="290996" y="230063"/>
                  </a:lnTo>
                  <a:cubicBezTo>
                    <a:pt x="284629" y="232605"/>
                    <a:pt x="277626" y="234511"/>
                    <a:pt x="269986" y="2345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CC53A0E2-7E2F-93FE-AC7B-17263FC32373}"/>
                </a:ext>
              </a:extLst>
            </p:cNvPr>
            <p:cNvSpPr/>
            <p:nvPr/>
          </p:nvSpPr>
          <p:spPr>
            <a:xfrm>
              <a:off x="2598359" y="4184455"/>
              <a:ext cx="533115" cy="246602"/>
            </a:xfrm>
            <a:custGeom>
              <a:avLst/>
              <a:gdLst>
                <a:gd name="connsiteX0" fmla="*/ 276363 w 533115"/>
                <a:gd name="connsiteY0" fmla="*/ 246602 h 246602"/>
                <a:gd name="connsiteX1" fmla="*/ 258536 w 533115"/>
                <a:gd name="connsiteY1" fmla="*/ 244060 h 246602"/>
                <a:gd name="connsiteX2" fmla="*/ 49713 w 533115"/>
                <a:gd name="connsiteY2" fmla="*/ 179246 h 246602"/>
                <a:gd name="connsiteX3" fmla="*/ 6420 w 533115"/>
                <a:gd name="connsiteY3" fmla="*/ 127776 h 246602"/>
                <a:gd name="connsiteX4" fmla="*/ 54 w 533115"/>
                <a:gd name="connsiteY4" fmla="*/ 50888 h 246602"/>
                <a:gd name="connsiteX5" fmla="*/ 10877 w 533115"/>
                <a:gd name="connsiteY5" fmla="*/ 37544 h 246602"/>
                <a:gd name="connsiteX6" fmla="*/ 24247 w 533115"/>
                <a:gd name="connsiteY6" fmla="*/ 48347 h 246602"/>
                <a:gd name="connsiteX7" fmla="*/ 30613 w 533115"/>
                <a:gd name="connsiteY7" fmla="*/ 125234 h 246602"/>
                <a:gd name="connsiteX8" fmla="*/ 56716 w 533115"/>
                <a:gd name="connsiteY8" fmla="*/ 155735 h 246602"/>
                <a:gd name="connsiteX9" fmla="*/ 266176 w 533115"/>
                <a:gd name="connsiteY9" fmla="*/ 219914 h 246602"/>
                <a:gd name="connsiteX10" fmla="*/ 292279 w 533115"/>
                <a:gd name="connsiteY10" fmla="*/ 218008 h 246602"/>
                <a:gd name="connsiteX11" fmla="*/ 488369 w 533115"/>
                <a:gd name="connsiteY11" fmla="*/ 123963 h 246602"/>
                <a:gd name="connsiteX12" fmla="*/ 508742 w 533115"/>
                <a:gd name="connsiteY12" fmla="*/ 90285 h 246602"/>
                <a:gd name="connsiteX13" fmla="*/ 502375 w 533115"/>
                <a:gd name="connsiteY13" fmla="*/ 13398 h 246602"/>
                <a:gd name="connsiteX14" fmla="*/ 513199 w 533115"/>
                <a:gd name="connsiteY14" fmla="*/ 54 h 246602"/>
                <a:gd name="connsiteX15" fmla="*/ 526569 w 533115"/>
                <a:gd name="connsiteY15" fmla="*/ 10856 h 246602"/>
                <a:gd name="connsiteX16" fmla="*/ 532935 w 533115"/>
                <a:gd name="connsiteY16" fmla="*/ 87744 h 246602"/>
                <a:gd name="connsiteX17" fmla="*/ 498556 w 533115"/>
                <a:gd name="connsiteY17" fmla="*/ 144933 h 246602"/>
                <a:gd name="connsiteX18" fmla="*/ 302466 w 533115"/>
                <a:gd name="connsiteY18" fmla="*/ 238977 h 246602"/>
                <a:gd name="connsiteX19" fmla="*/ 276363 w 533115"/>
                <a:gd name="connsiteY19" fmla="*/ 246602 h 246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33115" h="246602">
                  <a:moveTo>
                    <a:pt x="276363" y="246602"/>
                  </a:moveTo>
                  <a:cubicBezTo>
                    <a:pt x="270633" y="246602"/>
                    <a:pt x="264266" y="245967"/>
                    <a:pt x="258536" y="244060"/>
                  </a:cubicBezTo>
                  <a:lnTo>
                    <a:pt x="49713" y="179246"/>
                  </a:lnTo>
                  <a:cubicBezTo>
                    <a:pt x="25520" y="171621"/>
                    <a:pt x="8330" y="151287"/>
                    <a:pt x="6420" y="127776"/>
                  </a:cubicBezTo>
                  <a:lnTo>
                    <a:pt x="54" y="50888"/>
                  </a:lnTo>
                  <a:cubicBezTo>
                    <a:pt x="-583" y="43899"/>
                    <a:pt x="4511" y="38180"/>
                    <a:pt x="10877" y="37544"/>
                  </a:cubicBezTo>
                  <a:cubicBezTo>
                    <a:pt x="17244" y="36909"/>
                    <a:pt x="23610" y="41992"/>
                    <a:pt x="24247" y="48347"/>
                  </a:cubicBezTo>
                  <a:lnTo>
                    <a:pt x="30613" y="125234"/>
                  </a:lnTo>
                  <a:cubicBezTo>
                    <a:pt x="31887" y="139214"/>
                    <a:pt x="42073" y="151287"/>
                    <a:pt x="56716" y="155735"/>
                  </a:cubicBezTo>
                  <a:lnTo>
                    <a:pt x="266176" y="219914"/>
                  </a:lnTo>
                  <a:cubicBezTo>
                    <a:pt x="274453" y="222456"/>
                    <a:pt x="284003" y="221820"/>
                    <a:pt x="292279" y="218008"/>
                  </a:cubicBezTo>
                  <a:lnTo>
                    <a:pt x="488369" y="123963"/>
                  </a:lnTo>
                  <a:cubicBezTo>
                    <a:pt x="501739" y="117609"/>
                    <a:pt x="510015" y="104265"/>
                    <a:pt x="508742" y="90285"/>
                  </a:cubicBezTo>
                  <a:lnTo>
                    <a:pt x="502375" y="13398"/>
                  </a:lnTo>
                  <a:cubicBezTo>
                    <a:pt x="501739" y="6408"/>
                    <a:pt x="506832" y="689"/>
                    <a:pt x="513199" y="54"/>
                  </a:cubicBezTo>
                  <a:cubicBezTo>
                    <a:pt x="519565" y="-582"/>
                    <a:pt x="525932" y="4502"/>
                    <a:pt x="526569" y="10856"/>
                  </a:cubicBezTo>
                  <a:lnTo>
                    <a:pt x="532935" y="87744"/>
                  </a:lnTo>
                  <a:cubicBezTo>
                    <a:pt x="534845" y="111890"/>
                    <a:pt x="521475" y="134130"/>
                    <a:pt x="498556" y="144933"/>
                  </a:cubicBezTo>
                  <a:lnTo>
                    <a:pt x="302466" y="238977"/>
                  </a:lnTo>
                  <a:cubicBezTo>
                    <a:pt x="294189" y="244696"/>
                    <a:pt x="285276" y="246602"/>
                    <a:pt x="276363" y="24660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A542D76D-7697-AA70-0B9D-F0143E9946CB}"/>
                </a:ext>
              </a:extLst>
            </p:cNvPr>
            <p:cNvSpPr/>
            <p:nvPr/>
          </p:nvSpPr>
          <p:spPr>
            <a:xfrm>
              <a:off x="2860078" y="4313502"/>
              <a:ext cx="28066" cy="117555"/>
            </a:xfrm>
            <a:custGeom>
              <a:avLst/>
              <a:gdLst>
                <a:gd name="connsiteX0" fmla="*/ 15916 w 28066"/>
                <a:gd name="connsiteY0" fmla="*/ 117555 h 117555"/>
                <a:gd name="connsiteX1" fmla="*/ 3820 w 28066"/>
                <a:gd name="connsiteY1" fmla="*/ 106118 h 117555"/>
                <a:gd name="connsiteX2" fmla="*/ 0 w 28066"/>
                <a:gd name="connsiteY2" fmla="*/ 12709 h 117555"/>
                <a:gd name="connsiteX3" fmla="*/ 11460 w 28066"/>
                <a:gd name="connsiteY3" fmla="*/ 0 h 117555"/>
                <a:gd name="connsiteX4" fmla="*/ 24193 w 28066"/>
                <a:gd name="connsiteY4" fmla="*/ 11438 h 117555"/>
                <a:gd name="connsiteX5" fmla="*/ 28013 w 28066"/>
                <a:gd name="connsiteY5" fmla="*/ 104847 h 117555"/>
                <a:gd name="connsiteX6" fmla="*/ 15916 w 28066"/>
                <a:gd name="connsiteY6" fmla="*/ 117555 h 117555"/>
                <a:gd name="connsiteX7" fmla="*/ 15916 w 28066"/>
                <a:gd name="connsiteY7" fmla="*/ 117555 h 11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066" h="117555">
                  <a:moveTo>
                    <a:pt x="15916" y="117555"/>
                  </a:moveTo>
                  <a:cubicBezTo>
                    <a:pt x="9550" y="117555"/>
                    <a:pt x="3820" y="112472"/>
                    <a:pt x="3820" y="106118"/>
                  </a:cubicBezTo>
                  <a:lnTo>
                    <a:pt x="0" y="12709"/>
                  </a:lnTo>
                  <a:cubicBezTo>
                    <a:pt x="0" y="5719"/>
                    <a:pt x="5093" y="0"/>
                    <a:pt x="11460" y="0"/>
                  </a:cubicBezTo>
                  <a:cubicBezTo>
                    <a:pt x="18463" y="0"/>
                    <a:pt x="24193" y="5083"/>
                    <a:pt x="24193" y="11438"/>
                  </a:cubicBezTo>
                  <a:lnTo>
                    <a:pt x="28013" y="104847"/>
                  </a:lnTo>
                  <a:cubicBezTo>
                    <a:pt x="28650" y="111201"/>
                    <a:pt x="23556" y="116920"/>
                    <a:pt x="15916" y="117555"/>
                  </a:cubicBezTo>
                  <a:cubicBezTo>
                    <a:pt x="16343" y="117555"/>
                    <a:pt x="16343" y="117555"/>
                    <a:pt x="15916" y="11755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655CF80B-D742-0F4A-CEFA-9566F7457F92}"/>
                </a:ext>
              </a:extLst>
            </p:cNvPr>
            <p:cNvSpPr/>
            <p:nvPr/>
          </p:nvSpPr>
          <p:spPr>
            <a:xfrm>
              <a:off x="2345660" y="3979891"/>
              <a:ext cx="967727" cy="817811"/>
            </a:xfrm>
            <a:custGeom>
              <a:avLst/>
              <a:gdLst>
                <a:gd name="connsiteX0" fmla="*/ 385177 w 967727"/>
                <a:gd name="connsiteY0" fmla="*/ 685005 h 817811"/>
                <a:gd name="connsiteX1" fmla="*/ 396000 w 967727"/>
                <a:gd name="connsiteY1" fmla="*/ 691995 h 817811"/>
                <a:gd name="connsiteX2" fmla="*/ 541794 w 967727"/>
                <a:gd name="connsiteY2" fmla="*/ 793665 h 817811"/>
                <a:gd name="connsiteX3" fmla="*/ 543068 w 967727"/>
                <a:gd name="connsiteY3" fmla="*/ 793665 h 817811"/>
                <a:gd name="connsiteX4" fmla="*/ 695229 w 967727"/>
                <a:gd name="connsiteY4" fmla="*/ 680557 h 817811"/>
                <a:gd name="connsiteX5" fmla="*/ 707325 w 967727"/>
                <a:gd name="connsiteY5" fmla="*/ 672932 h 817811"/>
                <a:gd name="connsiteX6" fmla="*/ 716238 w 967727"/>
                <a:gd name="connsiteY6" fmla="*/ 672932 h 817811"/>
                <a:gd name="connsiteX7" fmla="*/ 943524 w 967727"/>
                <a:gd name="connsiteY7" fmla="*/ 420665 h 817811"/>
                <a:gd name="connsiteX8" fmla="*/ 943524 w 967727"/>
                <a:gd name="connsiteY8" fmla="*/ 405414 h 817811"/>
                <a:gd name="connsiteX9" fmla="*/ 869036 w 967727"/>
                <a:gd name="connsiteY9" fmla="*/ 214784 h 817811"/>
                <a:gd name="connsiteX10" fmla="*/ 718785 w 967727"/>
                <a:gd name="connsiteY10" fmla="*/ 149334 h 817811"/>
                <a:gd name="connsiteX11" fmla="*/ 711782 w 967727"/>
                <a:gd name="connsiteY11" fmla="*/ 149334 h 817811"/>
                <a:gd name="connsiteX12" fmla="*/ 700322 w 967727"/>
                <a:gd name="connsiteY12" fmla="*/ 141074 h 817811"/>
                <a:gd name="connsiteX13" fmla="*/ 548798 w 967727"/>
                <a:gd name="connsiteY13" fmla="*/ 26060 h 817811"/>
                <a:gd name="connsiteX14" fmla="*/ 547524 w 967727"/>
                <a:gd name="connsiteY14" fmla="*/ 26060 h 817811"/>
                <a:gd name="connsiteX15" fmla="*/ 401093 w 967727"/>
                <a:gd name="connsiteY15" fmla="*/ 125188 h 817811"/>
                <a:gd name="connsiteX16" fmla="*/ 388360 w 967727"/>
                <a:gd name="connsiteY16" fmla="*/ 132178 h 817811"/>
                <a:gd name="connsiteX17" fmla="*/ 370534 w 967727"/>
                <a:gd name="connsiteY17" fmla="*/ 130907 h 817811"/>
                <a:gd name="connsiteX18" fmla="*/ 369261 w 967727"/>
                <a:gd name="connsiteY18" fmla="*/ 130907 h 817811"/>
                <a:gd name="connsiteX19" fmla="*/ 233016 w 967727"/>
                <a:gd name="connsiteY19" fmla="*/ 235753 h 817811"/>
                <a:gd name="connsiteX20" fmla="*/ 226650 w 967727"/>
                <a:gd name="connsiteY20" fmla="*/ 242743 h 817811"/>
                <a:gd name="connsiteX21" fmla="*/ 217100 w 967727"/>
                <a:gd name="connsiteY21" fmla="*/ 243379 h 817811"/>
                <a:gd name="connsiteX22" fmla="*/ 172534 w 967727"/>
                <a:gd name="connsiteY22" fmla="*/ 235118 h 817811"/>
                <a:gd name="connsiteX23" fmla="*/ 171261 w 967727"/>
                <a:gd name="connsiteY23" fmla="*/ 235118 h 817811"/>
                <a:gd name="connsiteX24" fmla="*/ 24193 w 967727"/>
                <a:gd name="connsiteY24" fmla="*/ 398425 h 817811"/>
                <a:gd name="connsiteX25" fmla="*/ 24193 w 967727"/>
                <a:gd name="connsiteY25" fmla="*/ 413675 h 817811"/>
                <a:gd name="connsiteX26" fmla="*/ 72579 w 967727"/>
                <a:gd name="connsiteY26" fmla="*/ 536949 h 817811"/>
                <a:gd name="connsiteX27" fmla="*/ 169351 w 967727"/>
                <a:gd name="connsiteY27" fmla="*/ 578888 h 817811"/>
                <a:gd name="connsiteX28" fmla="*/ 213916 w 967727"/>
                <a:gd name="connsiteY28" fmla="*/ 571263 h 817811"/>
                <a:gd name="connsiteX29" fmla="*/ 223466 w 967727"/>
                <a:gd name="connsiteY29" fmla="*/ 571898 h 817811"/>
                <a:gd name="connsiteX30" fmla="*/ 229833 w 967727"/>
                <a:gd name="connsiteY30" fmla="*/ 578888 h 817811"/>
                <a:gd name="connsiteX31" fmla="*/ 365441 w 967727"/>
                <a:gd name="connsiteY31" fmla="*/ 685641 h 817811"/>
                <a:gd name="connsiteX32" fmla="*/ 383267 w 967727"/>
                <a:gd name="connsiteY32" fmla="*/ 684370 h 817811"/>
                <a:gd name="connsiteX33" fmla="*/ 385177 w 967727"/>
                <a:gd name="connsiteY33" fmla="*/ 685005 h 817811"/>
                <a:gd name="connsiteX34" fmla="*/ 543068 w 967727"/>
                <a:gd name="connsiteY34" fmla="*/ 817811 h 817811"/>
                <a:gd name="connsiteX35" fmla="*/ 541794 w 967727"/>
                <a:gd name="connsiteY35" fmla="*/ 817811 h 817811"/>
                <a:gd name="connsiteX36" fmla="*/ 377537 w 967727"/>
                <a:gd name="connsiteY36" fmla="*/ 709787 h 817811"/>
                <a:gd name="connsiteX37" fmla="*/ 365441 w 967727"/>
                <a:gd name="connsiteY37" fmla="*/ 710423 h 817811"/>
                <a:gd name="connsiteX38" fmla="*/ 210733 w 967727"/>
                <a:gd name="connsiteY38" fmla="*/ 597951 h 817811"/>
                <a:gd name="connsiteX39" fmla="*/ 169351 w 967727"/>
                <a:gd name="connsiteY39" fmla="*/ 603034 h 817811"/>
                <a:gd name="connsiteX40" fmla="*/ 55389 w 967727"/>
                <a:gd name="connsiteY40" fmla="*/ 553471 h 817811"/>
                <a:gd name="connsiteX41" fmla="*/ 0 w 967727"/>
                <a:gd name="connsiteY41" fmla="*/ 412404 h 817811"/>
                <a:gd name="connsiteX42" fmla="*/ 0 w 967727"/>
                <a:gd name="connsiteY42" fmla="*/ 396518 h 817811"/>
                <a:gd name="connsiteX43" fmla="*/ 171261 w 967727"/>
                <a:gd name="connsiteY43" fmla="*/ 209065 h 817811"/>
                <a:gd name="connsiteX44" fmla="*/ 172534 w 967727"/>
                <a:gd name="connsiteY44" fmla="*/ 209065 h 817811"/>
                <a:gd name="connsiteX45" fmla="*/ 213916 w 967727"/>
                <a:gd name="connsiteY45" fmla="*/ 214784 h 817811"/>
                <a:gd name="connsiteX46" fmla="*/ 369261 w 967727"/>
                <a:gd name="connsiteY46" fmla="*/ 104854 h 817811"/>
                <a:gd name="connsiteX47" fmla="*/ 370534 w 967727"/>
                <a:gd name="connsiteY47" fmla="*/ 104854 h 817811"/>
                <a:gd name="connsiteX48" fmla="*/ 382630 w 967727"/>
                <a:gd name="connsiteY48" fmla="*/ 105489 h 817811"/>
                <a:gd name="connsiteX49" fmla="*/ 548798 w 967727"/>
                <a:gd name="connsiteY49" fmla="*/ 7 h 817811"/>
                <a:gd name="connsiteX50" fmla="*/ 720058 w 967727"/>
                <a:gd name="connsiteY50" fmla="*/ 123282 h 817811"/>
                <a:gd name="connsiteX51" fmla="*/ 886225 w 967727"/>
                <a:gd name="connsiteY51" fmla="*/ 196357 h 817811"/>
                <a:gd name="connsiteX52" fmla="*/ 967717 w 967727"/>
                <a:gd name="connsiteY52" fmla="*/ 404144 h 817811"/>
                <a:gd name="connsiteX53" fmla="*/ 967717 w 967727"/>
                <a:gd name="connsiteY53" fmla="*/ 420029 h 817811"/>
                <a:gd name="connsiteX54" fmla="*/ 715602 w 967727"/>
                <a:gd name="connsiteY54" fmla="*/ 696443 h 817811"/>
                <a:gd name="connsiteX55" fmla="*/ 714328 w 967727"/>
                <a:gd name="connsiteY55" fmla="*/ 696443 h 817811"/>
                <a:gd name="connsiteX56" fmla="*/ 543068 w 967727"/>
                <a:gd name="connsiteY56" fmla="*/ 817811 h 817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967727" h="817811">
                  <a:moveTo>
                    <a:pt x="385177" y="685005"/>
                  </a:moveTo>
                  <a:cubicBezTo>
                    <a:pt x="389634" y="685005"/>
                    <a:pt x="394090" y="687547"/>
                    <a:pt x="396000" y="691995"/>
                  </a:cubicBezTo>
                  <a:cubicBezTo>
                    <a:pt x="424013" y="754268"/>
                    <a:pt x="480039" y="793029"/>
                    <a:pt x="541794" y="793665"/>
                  </a:cubicBezTo>
                  <a:lnTo>
                    <a:pt x="543068" y="793665"/>
                  </a:lnTo>
                  <a:cubicBezTo>
                    <a:pt x="609280" y="793665"/>
                    <a:pt x="669126" y="749820"/>
                    <a:pt x="695229" y="680557"/>
                  </a:cubicBezTo>
                  <a:cubicBezTo>
                    <a:pt x="697138" y="675474"/>
                    <a:pt x="701595" y="672297"/>
                    <a:pt x="707325" y="672932"/>
                  </a:cubicBezTo>
                  <a:lnTo>
                    <a:pt x="716238" y="672932"/>
                  </a:lnTo>
                  <a:cubicBezTo>
                    <a:pt x="840386" y="672932"/>
                    <a:pt x="942251" y="559825"/>
                    <a:pt x="943524" y="420665"/>
                  </a:cubicBezTo>
                  <a:lnTo>
                    <a:pt x="943524" y="405414"/>
                  </a:lnTo>
                  <a:cubicBezTo>
                    <a:pt x="944161" y="332975"/>
                    <a:pt x="917422" y="263077"/>
                    <a:pt x="869036" y="214784"/>
                  </a:cubicBezTo>
                  <a:cubicBezTo>
                    <a:pt x="827653" y="172846"/>
                    <a:pt x="774811" y="149970"/>
                    <a:pt x="718785" y="149334"/>
                  </a:cubicBezTo>
                  <a:lnTo>
                    <a:pt x="711782" y="149334"/>
                  </a:lnTo>
                  <a:cubicBezTo>
                    <a:pt x="706052" y="149334"/>
                    <a:pt x="701595" y="146157"/>
                    <a:pt x="700322" y="141074"/>
                  </a:cubicBezTo>
                  <a:cubicBezTo>
                    <a:pt x="674856" y="71811"/>
                    <a:pt x="615647" y="26060"/>
                    <a:pt x="548798" y="26060"/>
                  </a:cubicBezTo>
                  <a:lnTo>
                    <a:pt x="547524" y="26060"/>
                  </a:lnTo>
                  <a:cubicBezTo>
                    <a:pt x="485769" y="26060"/>
                    <a:pt x="429743" y="64186"/>
                    <a:pt x="401093" y="125188"/>
                  </a:cubicBezTo>
                  <a:cubicBezTo>
                    <a:pt x="398547" y="130271"/>
                    <a:pt x="393454" y="132813"/>
                    <a:pt x="388360" y="132178"/>
                  </a:cubicBezTo>
                  <a:cubicBezTo>
                    <a:pt x="382630" y="131542"/>
                    <a:pt x="376264" y="130907"/>
                    <a:pt x="370534" y="130907"/>
                  </a:cubicBezTo>
                  <a:lnTo>
                    <a:pt x="369261" y="130907"/>
                  </a:lnTo>
                  <a:cubicBezTo>
                    <a:pt x="309415" y="130907"/>
                    <a:pt x="254662" y="172846"/>
                    <a:pt x="233016" y="235753"/>
                  </a:cubicBezTo>
                  <a:cubicBezTo>
                    <a:pt x="231743" y="238931"/>
                    <a:pt x="229833" y="241472"/>
                    <a:pt x="226650" y="242743"/>
                  </a:cubicBezTo>
                  <a:cubicBezTo>
                    <a:pt x="223466" y="244014"/>
                    <a:pt x="220283" y="244014"/>
                    <a:pt x="217100" y="243379"/>
                  </a:cubicBezTo>
                  <a:cubicBezTo>
                    <a:pt x="203093" y="238295"/>
                    <a:pt x="187814" y="235118"/>
                    <a:pt x="172534" y="235118"/>
                  </a:cubicBezTo>
                  <a:lnTo>
                    <a:pt x="171261" y="235118"/>
                  </a:lnTo>
                  <a:cubicBezTo>
                    <a:pt x="91042" y="235118"/>
                    <a:pt x="25466" y="308193"/>
                    <a:pt x="24193" y="398425"/>
                  </a:cubicBezTo>
                  <a:lnTo>
                    <a:pt x="24193" y="413675"/>
                  </a:lnTo>
                  <a:cubicBezTo>
                    <a:pt x="23556" y="460697"/>
                    <a:pt x="41383" y="505813"/>
                    <a:pt x="72579" y="536949"/>
                  </a:cubicBezTo>
                  <a:cubicBezTo>
                    <a:pt x="99318" y="563637"/>
                    <a:pt x="133698" y="578888"/>
                    <a:pt x="169351" y="578888"/>
                  </a:cubicBezTo>
                  <a:cubicBezTo>
                    <a:pt x="183994" y="578888"/>
                    <a:pt x="199273" y="576346"/>
                    <a:pt x="213916" y="571263"/>
                  </a:cubicBezTo>
                  <a:cubicBezTo>
                    <a:pt x="217100" y="569992"/>
                    <a:pt x="220283" y="570627"/>
                    <a:pt x="223466" y="571898"/>
                  </a:cubicBezTo>
                  <a:cubicBezTo>
                    <a:pt x="226650" y="573169"/>
                    <a:pt x="228560" y="575711"/>
                    <a:pt x="229833" y="578888"/>
                  </a:cubicBezTo>
                  <a:cubicBezTo>
                    <a:pt x="250843" y="642431"/>
                    <a:pt x="304958" y="685005"/>
                    <a:pt x="365441" y="685641"/>
                  </a:cubicBezTo>
                  <a:cubicBezTo>
                    <a:pt x="371171" y="685641"/>
                    <a:pt x="377537" y="685005"/>
                    <a:pt x="383267" y="684370"/>
                  </a:cubicBezTo>
                  <a:cubicBezTo>
                    <a:pt x="383904" y="685005"/>
                    <a:pt x="384540" y="685005"/>
                    <a:pt x="385177" y="685005"/>
                  </a:cubicBezTo>
                  <a:moveTo>
                    <a:pt x="543068" y="817811"/>
                  </a:moveTo>
                  <a:lnTo>
                    <a:pt x="541794" y="817811"/>
                  </a:lnTo>
                  <a:cubicBezTo>
                    <a:pt x="473036" y="817176"/>
                    <a:pt x="410643" y="775873"/>
                    <a:pt x="377537" y="709787"/>
                  </a:cubicBezTo>
                  <a:cubicBezTo>
                    <a:pt x="373717" y="709787"/>
                    <a:pt x="369261" y="710423"/>
                    <a:pt x="365441" y="710423"/>
                  </a:cubicBezTo>
                  <a:cubicBezTo>
                    <a:pt x="298592" y="709787"/>
                    <a:pt x="237473" y="665307"/>
                    <a:pt x="210733" y="597951"/>
                  </a:cubicBezTo>
                  <a:cubicBezTo>
                    <a:pt x="197363" y="601764"/>
                    <a:pt x="183357" y="603034"/>
                    <a:pt x="169351" y="603034"/>
                  </a:cubicBezTo>
                  <a:cubicBezTo>
                    <a:pt x="127331" y="602399"/>
                    <a:pt x="86585" y="585242"/>
                    <a:pt x="55389" y="553471"/>
                  </a:cubicBezTo>
                  <a:cubicBezTo>
                    <a:pt x="19736" y="517251"/>
                    <a:pt x="0" y="465781"/>
                    <a:pt x="0" y="412404"/>
                  </a:cubicBezTo>
                  <a:lnTo>
                    <a:pt x="0" y="396518"/>
                  </a:lnTo>
                  <a:cubicBezTo>
                    <a:pt x="1273" y="292943"/>
                    <a:pt x="77672" y="209065"/>
                    <a:pt x="171261" y="209065"/>
                  </a:cubicBezTo>
                  <a:lnTo>
                    <a:pt x="172534" y="209065"/>
                  </a:lnTo>
                  <a:cubicBezTo>
                    <a:pt x="186540" y="209065"/>
                    <a:pt x="199910" y="210972"/>
                    <a:pt x="213916" y="214784"/>
                  </a:cubicBezTo>
                  <a:cubicBezTo>
                    <a:pt x="241929" y="148699"/>
                    <a:pt x="303048" y="104854"/>
                    <a:pt x="369261" y="104854"/>
                  </a:cubicBezTo>
                  <a:lnTo>
                    <a:pt x="370534" y="104854"/>
                  </a:lnTo>
                  <a:cubicBezTo>
                    <a:pt x="374354" y="104854"/>
                    <a:pt x="378810" y="104854"/>
                    <a:pt x="382630" y="105489"/>
                  </a:cubicBezTo>
                  <a:cubicBezTo>
                    <a:pt x="417010" y="40040"/>
                    <a:pt x="480039" y="-628"/>
                    <a:pt x="548798" y="7"/>
                  </a:cubicBezTo>
                  <a:cubicBezTo>
                    <a:pt x="623287" y="643"/>
                    <a:pt x="689499" y="48936"/>
                    <a:pt x="720058" y="123282"/>
                  </a:cubicBezTo>
                  <a:cubicBezTo>
                    <a:pt x="781814" y="123917"/>
                    <a:pt x="841023" y="149970"/>
                    <a:pt x="886225" y="196357"/>
                  </a:cubicBezTo>
                  <a:cubicBezTo>
                    <a:pt x="938431" y="249733"/>
                    <a:pt x="968354" y="325350"/>
                    <a:pt x="967717" y="404144"/>
                  </a:cubicBezTo>
                  <a:lnTo>
                    <a:pt x="967717" y="420029"/>
                  </a:lnTo>
                  <a:cubicBezTo>
                    <a:pt x="966444" y="573169"/>
                    <a:pt x="853756" y="696443"/>
                    <a:pt x="715602" y="696443"/>
                  </a:cubicBezTo>
                  <a:lnTo>
                    <a:pt x="714328" y="696443"/>
                  </a:lnTo>
                  <a:cubicBezTo>
                    <a:pt x="683769" y="771425"/>
                    <a:pt x="616920" y="817811"/>
                    <a:pt x="543068" y="8178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38FBE1A1-92BB-3306-2D93-95E7AB992706}"/>
                </a:ext>
              </a:extLst>
            </p:cNvPr>
            <p:cNvSpPr/>
            <p:nvPr/>
          </p:nvSpPr>
          <p:spPr>
            <a:xfrm>
              <a:off x="2719960" y="4390336"/>
              <a:ext cx="259729" cy="307603"/>
            </a:xfrm>
            <a:custGeom>
              <a:avLst/>
              <a:gdLst>
                <a:gd name="connsiteX0" fmla="*/ 12150 w 259729"/>
                <a:gd name="connsiteY0" fmla="*/ 307604 h 307603"/>
                <a:gd name="connsiteX1" fmla="*/ 54 w 259729"/>
                <a:gd name="connsiteY1" fmla="*/ 296166 h 307603"/>
                <a:gd name="connsiteX2" fmla="*/ 11513 w 259729"/>
                <a:gd name="connsiteY2" fmla="*/ 282822 h 307603"/>
                <a:gd name="connsiteX3" fmla="*/ 182137 w 259729"/>
                <a:gd name="connsiteY3" fmla="*/ 198945 h 307603"/>
                <a:gd name="connsiteX4" fmla="*/ 233706 w 259729"/>
                <a:gd name="connsiteY4" fmla="*/ 13398 h 307603"/>
                <a:gd name="connsiteX5" fmla="*/ 245166 w 259729"/>
                <a:gd name="connsiteY5" fmla="*/ 54 h 307603"/>
                <a:gd name="connsiteX6" fmla="*/ 258536 w 259729"/>
                <a:gd name="connsiteY6" fmla="*/ 11491 h 307603"/>
                <a:gd name="connsiteX7" fmla="*/ 201237 w 259729"/>
                <a:gd name="connsiteY7" fmla="*/ 214830 h 307603"/>
                <a:gd name="connsiteX8" fmla="*/ 14060 w 259729"/>
                <a:gd name="connsiteY8" fmla="*/ 306968 h 307603"/>
                <a:gd name="connsiteX9" fmla="*/ 12150 w 259729"/>
                <a:gd name="connsiteY9" fmla="*/ 307604 h 307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9729" h="307603">
                  <a:moveTo>
                    <a:pt x="12150" y="307604"/>
                  </a:moveTo>
                  <a:cubicBezTo>
                    <a:pt x="5784" y="307604"/>
                    <a:pt x="690" y="302520"/>
                    <a:pt x="54" y="296166"/>
                  </a:cubicBezTo>
                  <a:cubicBezTo>
                    <a:pt x="-583" y="289176"/>
                    <a:pt x="4510" y="283457"/>
                    <a:pt x="11513" y="282822"/>
                  </a:cubicBezTo>
                  <a:cubicBezTo>
                    <a:pt x="12787" y="282822"/>
                    <a:pt x="117198" y="273926"/>
                    <a:pt x="182137" y="198945"/>
                  </a:cubicBezTo>
                  <a:cubicBezTo>
                    <a:pt x="222247" y="152558"/>
                    <a:pt x="239436" y="90285"/>
                    <a:pt x="233706" y="13398"/>
                  </a:cubicBezTo>
                  <a:cubicBezTo>
                    <a:pt x="233070" y="6408"/>
                    <a:pt x="238163" y="689"/>
                    <a:pt x="245166" y="54"/>
                  </a:cubicBezTo>
                  <a:cubicBezTo>
                    <a:pt x="252170" y="-582"/>
                    <a:pt x="257899" y="4502"/>
                    <a:pt x="258536" y="11491"/>
                  </a:cubicBezTo>
                  <a:cubicBezTo>
                    <a:pt x="264903" y="94733"/>
                    <a:pt x="245803" y="163360"/>
                    <a:pt x="201237" y="214830"/>
                  </a:cubicBezTo>
                  <a:cubicBezTo>
                    <a:pt x="129295" y="298072"/>
                    <a:pt x="18517" y="306968"/>
                    <a:pt x="14060" y="306968"/>
                  </a:cubicBezTo>
                  <a:cubicBezTo>
                    <a:pt x="13213" y="307394"/>
                    <a:pt x="12577" y="307604"/>
                    <a:pt x="12150" y="30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79CE4BE0-CF38-C591-BCBC-5057709B29F9}"/>
                </a:ext>
              </a:extLst>
            </p:cNvPr>
            <p:cNvSpPr/>
            <p:nvPr/>
          </p:nvSpPr>
          <p:spPr>
            <a:xfrm>
              <a:off x="2171884" y="4356373"/>
              <a:ext cx="1434087" cy="813694"/>
            </a:xfrm>
            <a:custGeom>
              <a:avLst/>
              <a:gdLst>
                <a:gd name="connsiteX0" fmla="*/ 655725 w 1434087"/>
                <a:gd name="connsiteY0" fmla="*/ 813694 h 813694"/>
                <a:gd name="connsiteX1" fmla="*/ 1242 w 1434087"/>
                <a:gd name="connsiteY1" fmla="*/ 446413 h 813694"/>
                <a:gd name="connsiteX2" fmla="*/ 192876 w 1434087"/>
                <a:gd name="connsiteY2" fmla="*/ 94383 h 813694"/>
                <a:gd name="connsiteX3" fmla="*/ 210066 w 1434087"/>
                <a:gd name="connsiteY3" fmla="*/ 96925 h 813694"/>
                <a:gd name="connsiteX4" fmla="*/ 207519 w 1434087"/>
                <a:gd name="connsiteY4" fmla="*/ 114081 h 813694"/>
                <a:gd name="connsiteX5" fmla="*/ 26072 w 1434087"/>
                <a:gd name="connsiteY5" fmla="*/ 444507 h 813694"/>
                <a:gd name="connsiteX6" fmla="*/ 655725 w 1434087"/>
                <a:gd name="connsiteY6" fmla="*/ 789548 h 813694"/>
                <a:gd name="connsiteX7" fmla="*/ 760136 w 1434087"/>
                <a:gd name="connsiteY7" fmla="*/ 786371 h 813694"/>
                <a:gd name="connsiteX8" fmla="*/ 1332490 w 1434087"/>
                <a:gd name="connsiteY8" fmla="*/ 581761 h 813694"/>
                <a:gd name="connsiteX9" fmla="*/ 1408253 w 1434087"/>
                <a:gd name="connsiteY9" fmla="*/ 342202 h 813694"/>
                <a:gd name="connsiteX10" fmla="*/ 1121121 w 1434087"/>
                <a:gd name="connsiteY10" fmla="*/ 23214 h 813694"/>
                <a:gd name="connsiteX11" fmla="*/ 1114754 w 1434087"/>
                <a:gd name="connsiteY11" fmla="*/ 7328 h 813694"/>
                <a:gd name="connsiteX12" fmla="*/ 1130670 w 1434087"/>
                <a:gd name="connsiteY12" fmla="*/ 974 h 813694"/>
                <a:gd name="connsiteX13" fmla="*/ 1432445 w 1434087"/>
                <a:gd name="connsiteY13" fmla="*/ 340296 h 813694"/>
                <a:gd name="connsiteX14" fmla="*/ 1350317 w 1434087"/>
                <a:gd name="connsiteY14" fmla="*/ 597647 h 813694"/>
                <a:gd name="connsiteX15" fmla="*/ 761410 w 1434087"/>
                <a:gd name="connsiteY15" fmla="*/ 810517 h 813694"/>
                <a:gd name="connsiteX16" fmla="*/ 655725 w 1434087"/>
                <a:gd name="connsiteY16" fmla="*/ 813694 h 813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4087" h="813694">
                  <a:moveTo>
                    <a:pt x="655725" y="813694"/>
                  </a:moveTo>
                  <a:cubicBezTo>
                    <a:pt x="259088" y="813694"/>
                    <a:pt x="22889" y="682160"/>
                    <a:pt x="1242" y="446413"/>
                  </a:cubicBezTo>
                  <a:cubicBezTo>
                    <a:pt x="-10217" y="319962"/>
                    <a:pt x="57905" y="194781"/>
                    <a:pt x="192876" y="94383"/>
                  </a:cubicBezTo>
                  <a:cubicBezTo>
                    <a:pt x="197969" y="90570"/>
                    <a:pt x="205609" y="91206"/>
                    <a:pt x="210066" y="96925"/>
                  </a:cubicBezTo>
                  <a:cubicBezTo>
                    <a:pt x="213886" y="102008"/>
                    <a:pt x="213249" y="109633"/>
                    <a:pt x="207519" y="114081"/>
                  </a:cubicBezTo>
                  <a:cubicBezTo>
                    <a:pt x="79551" y="209396"/>
                    <a:pt x="15249" y="326952"/>
                    <a:pt x="26072" y="444507"/>
                  </a:cubicBezTo>
                  <a:cubicBezTo>
                    <a:pt x="46445" y="666274"/>
                    <a:pt x="273731" y="789548"/>
                    <a:pt x="655725" y="789548"/>
                  </a:cubicBezTo>
                  <a:cubicBezTo>
                    <a:pt x="689468" y="789548"/>
                    <a:pt x="723847" y="788277"/>
                    <a:pt x="760136" y="786371"/>
                  </a:cubicBezTo>
                  <a:cubicBezTo>
                    <a:pt x="1030715" y="771756"/>
                    <a:pt x="1228715" y="701223"/>
                    <a:pt x="1332490" y="581761"/>
                  </a:cubicBezTo>
                  <a:cubicBezTo>
                    <a:pt x="1391063" y="514405"/>
                    <a:pt x="1416529" y="433705"/>
                    <a:pt x="1408253" y="342202"/>
                  </a:cubicBezTo>
                  <a:cubicBezTo>
                    <a:pt x="1396793" y="214480"/>
                    <a:pt x="1291745" y="98195"/>
                    <a:pt x="1121121" y="23214"/>
                  </a:cubicBezTo>
                  <a:cubicBezTo>
                    <a:pt x="1114754" y="20672"/>
                    <a:pt x="1112207" y="13047"/>
                    <a:pt x="1114754" y="7328"/>
                  </a:cubicBezTo>
                  <a:cubicBezTo>
                    <a:pt x="1117301" y="974"/>
                    <a:pt x="1124941" y="-1568"/>
                    <a:pt x="1130670" y="974"/>
                  </a:cubicBezTo>
                  <a:cubicBezTo>
                    <a:pt x="1310207" y="79768"/>
                    <a:pt x="1419712" y="203677"/>
                    <a:pt x="1432445" y="340296"/>
                  </a:cubicBezTo>
                  <a:cubicBezTo>
                    <a:pt x="1441359" y="438153"/>
                    <a:pt x="1413982" y="525207"/>
                    <a:pt x="1350317" y="597647"/>
                  </a:cubicBezTo>
                  <a:cubicBezTo>
                    <a:pt x="1242085" y="722192"/>
                    <a:pt x="1038355" y="795902"/>
                    <a:pt x="761410" y="810517"/>
                  </a:cubicBezTo>
                  <a:cubicBezTo>
                    <a:pt x="725120" y="812424"/>
                    <a:pt x="690104" y="813694"/>
                    <a:pt x="655725" y="8136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D07CFB96-A6CB-57FA-861F-39FA31CD659B}"/>
                </a:ext>
              </a:extLst>
            </p:cNvPr>
            <p:cNvSpPr/>
            <p:nvPr/>
          </p:nvSpPr>
          <p:spPr>
            <a:xfrm>
              <a:off x="3281323" y="4675570"/>
              <a:ext cx="41255" cy="42067"/>
            </a:xfrm>
            <a:custGeom>
              <a:avLst/>
              <a:gdLst>
                <a:gd name="connsiteX0" fmla="*/ 21232 w 41255"/>
                <a:gd name="connsiteY0" fmla="*/ 42067 h 42067"/>
                <a:gd name="connsiteX1" fmla="*/ 16775 w 41255"/>
                <a:gd name="connsiteY1" fmla="*/ 41432 h 42067"/>
                <a:gd name="connsiteX2" fmla="*/ 3405 w 41255"/>
                <a:gd name="connsiteY2" fmla="*/ 32536 h 42067"/>
                <a:gd name="connsiteX3" fmla="*/ 222 w 41255"/>
                <a:gd name="connsiteY3" fmla="*/ 16650 h 42067"/>
                <a:gd name="connsiteX4" fmla="*/ 9135 w 41255"/>
                <a:gd name="connsiteY4" fmla="*/ 3306 h 42067"/>
                <a:gd name="connsiteX5" fmla="*/ 37785 w 41255"/>
                <a:gd name="connsiteY5" fmla="*/ 9660 h 42067"/>
                <a:gd name="connsiteX6" fmla="*/ 31418 w 41255"/>
                <a:gd name="connsiteY6" fmla="*/ 38890 h 42067"/>
                <a:gd name="connsiteX7" fmla="*/ 31418 w 41255"/>
                <a:gd name="connsiteY7" fmla="*/ 38890 h 42067"/>
                <a:gd name="connsiteX8" fmla="*/ 21232 w 41255"/>
                <a:gd name="connsiteY8" fmla="*/ 42067 h 4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255" h="42067">
                  <a:moveTo>
                    <a:pt x="21232" y="42067"/>
                  </a:moveTo>
                  <a:cubicBezTo>
                    <a:pt x="19958" y="42067"/>
                    <a:pt x="18048" y="42067"/>
                    <a:pt x="16775" y="41432"/>
                  </a:cubicBezTo>
                  <a:cubicBezTo>
                    <a:pt x="11045" y="40161"/>
                    <a:pt x="6588" y="36984"/>
                    <a:pt x="3405" y="32536"/>
                  </a:cubicBezTo>
                  <a:cubicBezTo>
                    <a:pt x="222" y="28088"/>
                    <a:pt x="-415" y="22369"/>
                    <a:pt x="222" y="16650"/>
                  </a:cubicBezTo>
                  <a:cubicBezTo>
                    <a:pt x="1495" y="10931"/>
                    <a:pt x="4678" y="6483"/>
                    <a:pt x="9135" y="3306"/>
                  </a:cubicBezTo>
                  <a:cubicBezTo>
                    <a:pt x="18685" y="-3048"/>
                    <a:pt x="32055" y="129"/>
                    <a:pt x="37785" y="9660"/>
                  </a:cubicBezTo>
                  <a:cubicBezTo>
                    <a:pt x="44151" y="19192"/>
                    <a:pt x="41604" y="32536"/>
                    <a:pt x="31418" y="38890"/>
                  </a:cubicBezTo>
                  <a:lnTo>
                    <a:pt x="31418" y="38890"/>
                  </a:lnTo>
                  <a:cubicBezTo>
                    <a:pt x="28871" y="40796"/>
                    <a:pt x="25052" y="42067"/>
                    <a:pt x="21232" y="420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ECD7486C-850B-D56B-AD2C-1C20AE120E69}"/>
                </a:ext>
              </a:extLst>
            </p:cNvPr>
            <p:cNvSpPr/>
            <p:nvPr/>
          </p:nvSpPr>
          <p:spPr>
            <a:xfrm>
              <a:off x="3257064" y="4834271"/>
              <a:ext cx="42594" cy="42225"/>
            </a:xfrm>
            <a:custGeom>
              <a:avLst/>
              <a:gdLst>
                <a:gd name="connsiteX0" fmla="*/ 21297 w 42594"/>
                <a:gd name="connsiteY0" fmla="*/ 42226 h 42225"/>
                <a:gd name="connsiteX1" fmla="*/ 3471 w 42594"/>
                <a:gd name="connsiteY1" fmla="*/ 32694 h 42225"/>
                <a:gd name="connsiteX2" fmla="*/ 9838 w 42594"/>
                <a:gd name="connsiteY2" fmla="*/ 3464 h 42225"/>
                <a:gd name="connsiteX3" fmla="*/ 39124 w 42594"/>
                <a:gd name="connsiteY3" fmla="*/ 9819 h 42225"/>
                <a:gd name="connsiteX4" fmla="*/ 32757 w 42594"/>
                <a:gd name="connsiteY4" fmla="*/ 39049 h 42225"/>
                <a:gd name="connsiteX5" fmla="*/ 32757 w 42594"/>
                <a:gd name="connsiteY5" fmla="*/ 39049 h 42225"/>
                <a:gd name="connsiteX6" fmla="*/ 21297 w 42594"/>
                <a:gd name="connsiteY6" fmla="*/ 42226 h 4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594" h="42225">
                  <a:moveTo>
                    <a:pt x="21297" y="42226"/>
                  </a:moveTo>
                  <a:cubicBezTo>
                    <a:pt x="14294" y="42226"/>
                    <a:pt x="7928" y="39049"/>
                    <a:pt x="3471" y="32694"/>
                  </a:cubicBezTo>
                  <a:cubicBezTo>
                    <a:pt x="-2896" y="23163"/>
                    <a:pt x="-349" y="9819"/>
                    <a:pt x="9838" y="3464"/>
                  </a:cubicBezTo>
                  <a:cubicBezTo>
                    <a:pt x="19387" y="-2890"/>
                    <a:pt x="32757" y="-348"/>
                    <a:pt x="39124" y="9819"/>
                  </a:cubicBezTo>
                  <a:cubicBezTo>
                    <a:pt x="45490" y="19350"/>
                    <a:pt x="42944" y="32694"/>
                    <a:pt x="32757" y="39049"/>
                  </a:cubicBezTo>
                  <a:lnTo>
                    <a:pt x="32757" y="39049"/>
                  </a:lnTo>
                  <a:cubicBezTo>
                    <a:pt x="29574" y="40955"/>
                    <a:pt x="25754" y="42226"/>
                    <a:pt x="21297" y="422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82F87B6F-FB79-8F31-7E74-3928D27839EC}"/>
                </a:ext>
              </a:extLst>
            </p:cNvPr>
            <p:cNvSpPr/>
            <p:nvPr/>
          </p:nvSpPr>
          <p:spPr>
            <a:xfrm>
              <a:off x="3402858" y="4780324"/>
              <a:ext cx="42528" cy="42160"/>
            </a:xfrm>
            <a:custGeom>
              <a:avLst/>
              <a:gdLst>
                <a:gd name="connsiteX0" fmla="*/ 21297 w 42528"/>
                <a:gd name="connsiteY0" fmla="*/ 42160 h 42160"/>
                <a:gd name="connsiteX1" fmla="*/ 3471 w 42528"/>
                <a:gd name="connsiteY1" fmla="*/ 32629 h 42160"/>
                <a:gd name="connsiteX2" fmla="*/ 9838 w 42528"/>
                <a:gd name="connsiteY2" fmla="*/ 3399 h 42160"/>
                <a:gd name="connsiteX3" fmla="*/ 25754 w 42528"/>
                <a:gd name="connsiteY3" fmla="*/ 221 h 42160"/>
                <a:gd name="connsiteX4" fmla="*/ 39124 w 42528"/>
                <a:gd name="connsiteY4" fmla="*/ 9117 h 42160"/>
                <a:gd name="connsiteX5" fmla="*/ 42307 w 42528"/>
                <a:gd name="connsiteY5" fmla="*/ 25003 h 42160"/>
                <a:gd name="connsiteX6" fmla="*/ 33394 w 42528"/>
                <a:gd name="connsiteY6" fmla="*/ 38347 h 42160"/>
                <a:gd name="connsiteX7" fmla="*/ 21297 w 42528"/>
                <a:gd name="connsiteY7" fmla="*/ 42160 h 4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528" h="42160">
                  <a:moveTo>
                    <a:pt x="21297" y="42160"/>
                  </a:moveTo>
                  <a:cubicBezTo>
                    <a:pt x="14294" y="42160"/>
                    <a:pt x="7927" y="38983"/>
                    <a:pt x="3471" y="32629"/>
                  </a:cubicBezTo>
                  <a:cubicBezTo>
                    <a:pt x="-2895" y="23097"/>
                    <a:pt x="-349" y="9753"/>
                    <a:pt x="9838" y="3399"/>
                  </a:cubicBezTo>
                  <a:cubicBezTo>
                    <a:pt x="14294" y="221"/>
                    <a:pt x="20024" y="-414"/>
                    <a:pt x="25754" y="221"/>
                  </a:cubicBezTo>
                  <a:cubicBezTo>
                    <a:pt x="31484" y="1492"/>
                    <a:pt x="35940" y="4669"/>
                    <a:pt x="39124" y="9117"/>
                  </a:cubicBezTo>
                  <a:cubicBezTo>
                    <a:pt x="42307" y="13566"/>
                    <a:pt x="42943" y="19284"/>
                    <a:pt x="42307" y="25003"/>
                  </a:cubicBezTo>
                  <a:cubicBezTo>
                    <a:pt x="41034" y="30722"/>
                    <a:pt x="37850" y="35170"/>
                    <a:pt x="33394" y="38347"/>
                  </a:cubicBezTo>
                  <a:cubicBezTo>
                    <a:pt x="28937" y="40889"/>
                    <a:pt x="25117" y="42160"/>
                    <a:pt x="21297" y="421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21F1197-F26F-8AF5-0FAA-44313F7DE782}"/>
              </a:ext>
            </a:extLst>
          </p:cNvPr>
          <p:cNvGrpSpPr/>
          <p:nvPr/>
        </p:nvGrpSpPr>
        <p:grpSpPr>
          <a:xfrm>
            <a:off x="7706234" y="564803"/>
            <a:ext cx="2637916" cy="625129"/>
            <a:chOff x="5854574" y="1787813"/>
            <a:chExt cx="2637916" cy="625129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33AB73AA-766E-50D3-2B08-A107FA945B0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54574" y="1799067"/>
              <a:ext cx="543135" cy="175010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43DB0D1-D23E-8AAE-60D2-074B062CC9F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6313" y="1787813"/>
              <a:ext cx="483257" cy="200752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947D07F3-2223-70BA-8A91-AF9943AAC8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58172" y="1816732"/>
              <a:ext cx="540073" cy="178678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92C79CD9-40C6-3750-C69A-2B52329C0DC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86847" y="1824586"/>
              <a:ext cx="505643" cy="178679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10D6A075-EFE3-FCD7-CB0A-A6E8D6E48C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67481" y="2190745"/>
              <a:ext cx="494310" cy="175010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435F2C82-953B-919C-13EA-853C46C5489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298232" y="2143557"/>
              <a:ext cx="417743" cy="269385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09FE99E8-9296-5B2D-6C54-CC3748D680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952417" y="2203913"/>
              <a:ext cx="540073" cy="148672"/>
            </a:xfrm>
            <a:prstGeom prst="rect">
              <a:avLst/>
            </a:prstGeom>
          </p:spPr>
        </p:pic>
      </p:grp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FAE21009-89FA-5A89-3919-634DDB2966F4}"/>
              </a:ext>
            </a:extLst>
          </p:cNvPr>
          <p:cNvCxnSpPr>
            <a:cxnSpLocks/>
          </p:cNvCxnSpPr>
          <p:nvPr/>
        </p:nvCxnSpPr>
        <p:spPr>
          <a:xfrm>
            <a:off x="10644647" y="536115"/>
            <a:ext cx="0" cy="62013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1A131768-5E13-092C-3E8C-F8C40CAE03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689" y="1496321"/>
            <a:ext cx="11095036" cy="443198"/>
          </a:xfrm>
        </p:spPr>
        <p:txBody>
          <a:bodyPr wrap="square" anchor="b">
            <a:sp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7" name="Subtitle 2">
            <a:extLst>
              <a:ext uri="{FF2B5EF4-FFF2-40B4-BE49-F238E27FC236}">
                <a16:creationId xmlns:a16="http://schemas.microsoft.com/office/drawing/2014/main" id="{4234ADB7-2ED7-47BF-3150-4E24749E0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689" y="2071917"/>
            <a:ext cx="11095036" cy="249299"/>
          </a:xfrm>
        </p:spPr>
        <p:txBody>
          <a:bodyPr/>
          <a:lstStyle>
            <a:lvl1pPr marL="0" indent="0" algn="l">
              <a:buNone/>
              <a:defRPr sz="18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7173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 B | Extra Subhead | White and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D098-B447-79ED-27D6-0983AC947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689" y="1497522"/>
            <a:ext cx="11095036" cy="443198"/>
          </a:xfrm>
        </p:spPr>
        <p:txBody>
          <a:bodyPr wrap="square" anchor="b">
            <a:sp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E6154-9CAB-42A6-DF23-0071FD3E6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689" y="2073118"/>
            <a:ext cx="11095036" cy="249299"/>
          </a:xfrm>
        </p:spPr>
        <p:txBody>
          <a:bodyPr/>
          <a:lstStyle>
            <a:lvl1pPr marL="0" indent="0" algn="l">
              <a:buNone/>
              <a:defRPr sz="18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3" name="Graphic 11">
            <a:extLst>
              <a:ext uri="{FF2B5EF4-FFF2-40B4-BE49-F238E27FC236}">
                <a16:creationId xmlns:a16="http://schemas.microsoft.com/office/drawing/2014/main" id="{87F434DA-A3C6-3C69-F53B-85DC5D9AB9DA}"/>
              </a:ext>
            </a:extLst>
          </p:cNvPr>
          <p:cNvGrpSpPr/>
          <p:nvPr/>
        </p:nvGrpSpPr>
        <p:grpSpPr>
          <a:xfrm>
            <a:off x="54620" y="2993667"/>
            <a:ext cx="12098727" cy="3313413"/>
            <a:chOff x="54620" y="2826325"/>
            <a:chExt cx="12098727" cy="3313413"/>
          </a:xfrm>
          <a:solidFill>
            <a:schemeClr val="tx2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E09FB0B-3809-0792-1CF1-80286201DCFD}"/>
                </a:ext>
              </a:extLst>
            </p:cNvPr>
            <p:cNvSpPr/>
            <p:nvPr/>
          </p:nvSpPr>
          <p:spPr>
            <a:xfrm>
              <a:off x="2815353" y="3078059"/>
              <a:ext cx="1349074" cy="1346643"/>
            </a:xfrm>
            <a:custGeom>
              <a:avLst/>
              <a:gdLst>
                <a:gd name="connsiteX0" fmla="*/ 942410 w 1349074"/>
                <a:gd name="connsiteY0" fmla="*/ 1346644 h 1346643"/>
                <a:gd name="connsiteX1" fmla="*/ 654642 w 1349074"/>
                <a:gd name="connsiteY1" fmla="*/ 1227818 h 1346643"/>
                <a:gd name="connsiteX2" fmla="*/ 3343 w 1349074"/>
                <a:gd name="connsiteY2" fmla="*/ 577769 h 1346643"/>
                <a:gd name="connsiteX3" fmla="*/ 3343 w 1349074"/>
                <a:gd name="connsiteY3" fmla="*/ 560612 h 1346643"/>
                <a:gd name="connsiteX4" fmla="*/ 20532 w 1349074"/>
                <a:gd name="connsiteY4" fmla="*/ 560612 h 1346643"/>
                <a:gd name="connsiteX5" fmla="*/ 671831 w 1349074"/>
                <a:gd name="connsiteY5" fmla="*/ 1210661 h 1346643"/>
                <a:gd name="connsiteX6" fmla="*/ 942410 w 1349074"/>
                <a:gd name="connsiteY6" fmla="*/ 1322497 h 1346643"/>
                <a:gd name="connsiteX7" fmla="*/ 1212989 w 1349074"/>
                <a:gd name="connsiteY7" fmla="*/ 1210661 h 1346643"/>
                <a:gd name="connsiteX8" fmla="*/ 1213626 w 1349074"/>
                <a:gd name="connsiteY8" fmla="*/ 670542 h 1346643"/>
                <a:gd name="connsiteX9" fmla="*/ 561690 w 1349074"/>
                <a:gd name="connsiteY9" fmla="*/ 20493 h 1346643"/>
                <a:gd name="connsiteX10" fmla="*/ 561690 w 1349074"/>
                <a:gd name="connsiteY10" fmla="*/ 3336 h 1346643"/>
                <a:gd name="connsiteX11" fmla="*/ 578880 w 1349074"/>
                <a:gd name="connsiteY11" fmla="*/ 3336 h 1346643"/>
                <a:gd name="connsiteX12" fmla="*/ 1230179 w 1349074"/>
                <a:gd name="connsiteY12" fmla="*/ 653385 h 1346643"/>
                <a:gd name="connsiteX13" fmla="*/ 1230179 w 1349074"/>
                <a:gd name="connsiteY13" fmla="*/ 1227182 h 1346643"/>
                <a:gd name="connsiteX14" fmla="*/ 942410 w 1349074"/>
                <a:gd name="connsiteY14" fmla="*/ 1346644 h 1346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49074" h="1346643">
                  <a:moveTo>
                    <a:pt x="942410" y="1346644"/>
                  </a:moveTo>
                  <a:cubicBezTo>
                    <a:pt x="833542" y="1346644"/>
                    <a:pt x="731677" y="1304705"/>
                    <a:pt x="654642" y="1227818"/>
                  </a:cubicBezTo>
                  <a:lnTo>
                    <a:pt x="3343" y="577769"/>
                  </a:lnTo>
                  <a:cubicBezTo>
                    <a:pt x="-1114" y="573320"/>
                    <a:pt x="-1114" y="565060"/>
                    <a:pt x="3343" y="560612"/>
                  </a:cubicBezTo>
                  <a:cubicBezTo>
                    <a:pt x="7799" y="556164"/>
                    <a:pt x="16076" y="556164"/>
                    <a:pt x="20532" y="560612"/>
                  </a:cubicBezTo>
                  <a:lnTo>
                    <a:pt x="671831" y="1210661"/>
                  </a:lnTo>
                  <a:cubicBezTo>
                    <a:pt x="743774" y="1282465"/>
                    <a:pt x="839909" y="1322497"/>
                    <a:pt x="942410" y="1322497"/>
                  </a:cubicBezTo>
                  <a:cubicBezTo>
                    <a:pt x="1044912" y="1322497"/>
                    <a:pt x="1140410" y="1283100"/>
                    <a:pt x="1212989" y="1210661"/>
                  </a:cubicBezTo>
                  <a:cubicBezTo>
                    <a:pt x="1362603" y="1061334"/>
                    <a:pt x="1362603" y="819233"/>
                    <a:pt x="1213626" y="670542"/>
                  </a:cubicBezTo>
                  <a:lnTo>
                    <a:pt x="561690" y="20493"/>
                  </a:lnTo>
                  <a:cubicBezTo>
                    <a:pt x="557233" y="16045"/>
                    <a:pt x="557233" y="7784"/>
                    <a:pt x="561690" y="3336"/>
                  </a:cubicBezTo>
                  <a:cubicBezTo>
                    <a:pt x="566146" y="-1112"/>
                    <a:pt x="574423" y="-1112"/>
                    <a:pt x="578880" y="3336"/>
                  </a:cubicBezTo>
                  <a:lnTo>
                    <a:pt x="1230179" y="653385"/>
                  </a:lnTo>
                  <a:cubicBezTo>
                    <a:pt x="1388706" y="811608"/>
                    <a:pt x="1388706" y="1068959"/>
                    <a:pt x="1230179" y="1227182"/>
                  </a:cubicBezTo>
                  <a:cubicBezTo>
                    <a:pt x="1153144" y="1304070"/>
                    <a:pt x="1050642" y="1346644"/>
                    <a:pt x="942410" y="1346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9917970-6276-98FC-FC58-7552DF704EE6}"/>
                </a:ext>
              </a:extLst>
            </p:cNvPr>
            <p:cNvSpPr/>
            <p:nvPr/>
          </p:nvSpPr>
          <p:spPr>
            <a:xfrm>
              <a:off x="2815990" y="3077423"/>
              <a:ext cx="666841" cy="666093"/>
            </a:xfrm>
            <a:custGeom>
              <a:avLst/>
              <a:gdLst>
                <a:gd name="connsiteX0" fmla="*/ 227445 w 666841"/>
                <a:gd name="connsiteY0" fmla="*/ 666094 h 666093"/>
                <a:gd name="connsiteX1" fmla="*/ 3343 w 666841"/>
                <a:gd name="connsiteY1" fmla="*/ 577769 h 666093"/>
                <a:gd name="connsiteX2" fmla="*/ 3343 w 666841"/>
                <a:gd name="connsiteY2" fmla="*/ 560612 h 666093"/>
                <a:gd name="connsiteX3" fmla="*/ 20532 w 666841"/>
                <a:gd name="connsiteY3" fmla="*/ 560612 h 666093"/>
                <a:gd name="connsiteX4" fmla="*/ 515851 w 666841"/>
                <a:gd name="connsiteY4" fmla="*/ 515496 h 666093"/>
                <a:gd name="connsiteX5" fmla="*/ 639362 w 666841"/>
                <a:gd name="connsiteY5" fmla="*/ 274031 h 666093"/>
                <a:gd name="connsiteX6" fmla="*/ 561053 w 666841"/>
                <a:gd name="connsiteY6" fmla="*/ 20493 h 666093"/>
                <a:gd name="connsiteX7" fmla="*/ 561053 w 666841"/>
                <a:gd name="connsiteY7" fmla="*/ 3336 h 666093"/>
                <a:gd name="connsiteX8" fmla="*/ 578243 w 666841"/>
                <a:gd name="connsiteY8" fmla="*/ 3336 h 666093"/>
                <a:gd name="connsiteX9" fmla="*/ 663555 w 666841"/>
                <a:gd name="connsiteY9" fmla="*/ 277208 h 666093"/>
                <a:gd name="connsiteX10" fmla="*/ 533040 w 666841"/>
                <a:gd name="connsiteY10" fmla="*/ 532653 h 666093"/>
                <a:gd name="connsiteX11" fmla="*/ 227445 w 666841"/>
                <a:gd name="connsiteY11" fmla="*/ 666094 h 666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6841" h="666093">
                  <a:moveTo>
                    <a:pt x="227445" y="666094"/>
                  </a:moveTo>
                  <a:cubicBezTo>
                    <a:pt x="142770" y="666094"/>
                    <a:pt x="63188" y="636864"/>
                    <a:pt x="3343" y="577769"/>
                  </a:cubicBezTo>
                  <a:cubicBezTo>
                    <a:pt x="-1114" y="573321"/>
                    <a:pt x="-1114" y="565060"/>
                    <a:pt x="3343" y="560612"/>
                  </a:cubicBezTo>
                  <a:cubicBezTo>
                    <a:pt x="7799" y="556164"/>
                    <a:pt x="16076" y="556164"/>
                    <a:pt x="20532" y="560612"/>
                  </a:cubicBezTo>
                  <a:cubicBezTo>
                    <a:pt x="144680" y="684522"/>
                    <a:pt x="366873" y="664188"/>
                    <a:pt x="515851" y="515496"/>
                  </a:cubicBezTo>
                  <a:cubicBezTo>
                    <a:pt x="583973" y="447505"/>
                    <a:pt x="627266" y="362356"/>
                    <a:pt x="639362" y="274031"/>
                  </a:cubicBezTo>
                  <a:cubicBezTo>
                    <a:pt x="652732" y="176174"/>
                    <a:pt x="624082" y="83401"/>
                    <a:pt x="561053" y="20493"/>
                  </a:cubicBezTo>
                  <a:cubicBezTo>
                    <a:pt x="556596" y="16045"/>
                    <a:pt x="556596" y="7784"/>
                    <a:pt x="561053" y="3336"/>
                  </a:cubicBezTo>
                  <a:cubicBezTo>
                    <a:pt x="565510" y="-1112"/>
                    <a:pt x="573786" y="-1112"/>
                    <a:pt x="578243" y="3336"/>
                  </a:cubicBezTo>
                  <a:cubicBezTo>
                    <a:pt x="646365" y="71327"/>
                    <a:pt x="677561" y="171091"/>
                    <a:pt x="663555" y="277208"/>
                  </a:cubicBezTo>
                  <a:cubicBezTo>
                    <a:pt x="650822" y="370617"/>
                    <a:pt x="604983" y="460849"/>
                    <a:pt x="533040" y="532653"/>
                  </a:cubicBezTo>
                  <a:cubicBezTo>
                    <a:pt x="445182" y="620978"/>
                    <a:pt x="333130" y="666094"/>
                    <a:pt x="227445" y="6660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0685573-621B-14C1-901A-51AF9E0A6519}"/>
                </a:ext>
              </a:extLst>
            </p:cNvPr>
            <p:cNvSpPr/>
            <p:nvPr/>
          </p:nvSpPr>
          <p:spPr>
            <a:xfrm>
              <a:off x="2774766" y="3036914"/>
              <a:ext cx="621535" cy="620819"/>
            </a:xfrm>
            <a:custGeom>
              <a:avLst/>
              <a:gdLst>
                <a:gd name="connsiteX0" fmla="*/ 52206 w 621535"/>
                <a:gd name="connsiteY0" fmla="*/ 620819 h 620819"/>
                <a:gd name="connsiteX1" fmla="*/ 43293 w 621535"/>
                <a:gd name="connsiteY1" fmla="*/ 617007 h 620819"/>
                <a:gd name="connsiteX2" fmla="*/ 0 w 621535"/>
                <a:gd name="connsiteY2" fmla="*/ 513431 h 620819"/>
                <a:gd name="connsiteX3" fmla="*/ 43293 w 621535"/>
                <a:gd name="connsiteY3" fmla="*/ 409855 h 620819"/>
                <a:gd name="connsiteX4" fmla="*/ 189723 w 621535"/>
                <a:gd name="connsiteY4" fmla="*/ 373000 h 620819"/>
                <a:gd name="connsiteX5" fmla="*/ 226649 w 621535"/>
                <a:gd name="connsiteY5" fmla="*/ 226850 h 620819"/>
                <a:gd name="connsiteX6" fmla="*/ 374354 w 621535"/>
                <a:gd name="connsiteY6" fmla="*/ 190630 h 620819"/>
                <a:gd name="connsiteX7" fmla="*/ 410643 w 621535"/>
                <a:gd name="connsiteY7" fmla="*/ 43210 h 620819"/>
                <a:gd name="connsiteX8" fmla="*/ 514418 w 621535"/>
                <a:gd name="connsiteY8" fmla="*/ 0 h 620819"/>
                <a:gd name="connsiteX9" fmla="*/ 618193 w 621535"/>
                <a:gd name="connsiteY9" fmla="*/ 43210 h 620819"/>
                <a:gd name="connsiteX10" fmla="*/ 618193 w 621535"/>
                <a:gd name="connsiteY10" fmla="*/ 60366 h 620819"/>
                <a:gd name="connsiteX11" fmla="*/ 601003 w 621535"/>
                <a:gd name="connsiteY11" fmla="*/ 60366 h 620819"/>
                <a:gd name="connsiteX12" fmla="*/ 427833 w 621535"/>
                <a:gd name="connsiteY12" fmla="*/ 60366 h 620819"/>
                <a:gd name="connsiteX13" fmla="*/ 408096 w 621535"/>
                <a:gd name="connsiteY13" fmla="*/ 207787 h 620819"/>
                <a:gd name="connsiteX14" fmla="*/ 406187 w 621535"/>
                <a:gd name="connsiteY14" fmla="*/ 222402 h 620819"/>
                <a:gd name="connsiteX15" fmla="*/ 391544 w 621535"/>
                <a:gd name="connsiteY15" fmla="*/ 224308 h 620819"/>
                <a:gd name="connsiteX16" fmla="*/ 243839 w 621535"/>
                <a:gd name="connsiteY16" fmla="*/ 244007 h 620819"/>
                <a:gd name="connsiteX17" fmla="*/ 223466 w 621535"/>
                <a:gd name="connsiteY17" fmla="*/ 390157 h 620819"/>
                <a:gd name="connsiteX18" fmla="*/ 221556 w 621535"/>
                <a:gd name="connsiteY18" fmla="*/ 404772 h 620819"/>
                <a:gd name="connsiteX19" fmla="*/ 206913 w 621535"/>
                <a:gd name="connsiteY19" fmla="*/ 406678 h 620819"/>
                <a:gd name="connsiteX20" fmla="*/ 60482 w 621535"/>
                <a:gd name="connsiteY20" fmla="*/ 427012 h 620819"/>
                <a:gd name="connsiteX21" fmla="*/ 60482 w 621535"/>
                <a:gd name="connsiteY21" fmla="*/ 599850 h 620819"/>
                <a:gd name="connsiteX22" fmla="*/ 60482 w 621535"/>
                <a:gd name="connsiteY22" fmla="*/ 617007 h 620819"/>
                <a:gd name="connsiteX23" fmla="*/ 52206 w 621535"/>
                <a:gd name="connsiteY23" fmla="*/ 620819 h 620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1535" h="620819">
                  <a:moveTo>
                    <a:pt x="52206" y="620819"/>
                  </a:moveTo>
                  <a:cubicBezTo>
                    <a:pt x="49022" y="620819"/>
                    <a:pt x="45839" y="619548"/>
                    <a:pt x="43293" y="617007"/>
                  </a:cubicBezTo>
                  <a:cubicBezTo>
                    <a:pt x="15280" y="589047"/>
                    <a:pt x="0" y="552192"/>
                    <a:pt x="0" y="513431"/>
                  </a:cubicBezTo>
                  <a:cubicBezTo>
                    <a:pt x="0" y="474669"/>
                    <a:pt x="15280" y="437179"/>
                    <a:pt x="43293" y="409855"/>
                  </a:cubicBezTo>
                  <a:cubicBezTo>
                    <a:pt x="82129" y="371094"/>
                    <a:pt x="138791" y="357749"/>
                    <a:pt x="189723" y="373000"/>
                  </a:cubicBezTo>
                  <a:cubicBezTo>
                    <a:pt x="174444" y="322165"/>
                    <a:pt x="187814" y="264976"/>
                    <a:pt x="226649" y="226850"/>
                  </a:cubicBezTo>
                  <a:cubicBezTo>
                    <a:pt x="265485" y="188089"/>
                    <a:pt x="322785" y="174744"/>
                    <a:pt x="374354" y="190630"/>
                  </a:cubicBezTo>
                  <a:cubicBezTo>
                    <a:pt x="358437" y="139160"/>
                    <a:pt x="371807" y="82606"/>
                    <a:pt x="410643" y="43210"/>
                  </a:cubicBezTo>
                  <a:cubicBezTo>
                    <a:pt x="438656" y="15250"/>
                    <a:pt x="475582" y="0"/>
                    <a:pt x="514418" y="0"/>
                  </a:cubicBezTo>
                  <a:cubicBezTo>
                    <a:pt x="553254" y="0"/>
                    <a:pt x="590817" y="15250"/>
                    <a:pt x="618193" y="43210"/>
                  </a:cubicBezTo>
                  <a:cubicBezTo>
                    <a:pt x="622650" y="47658"/>
                    <a:pt x="622650" y="55918"/>
                    <a:pt x="618193" y="60366"/>
                  </a:cubicBezTo>
                  <a:cubicBezTo>
                    <a:pt x="613736" y="64814"/>
                    <a:pt x="605460" y="64814"/>
                    <a:pt x="601003" y="60366"/>
                  </a:cubicBezTo>
                  <a:cubicBezTo>
                    <a:pt x="553254" y="12709"/>
                    <a:pt x="475582" y="12709"/>
                    <a:pt x="427833" y="60366"/>
                  </a:cubicBezTo>
                  <a:cubicBezTo>
                    <a:pt x="388997" y="99128"/>
                    <a:pt x="380720" y="160129"/>
                    <a:pt x="408096" y="207787"/>
                  </a:cubicBezTo>
                  <a:cubicBezTo>
                    <a:pt x="410643" y="212870"/>
                    <a:pt x="410007" y="218589"/>
                    <a:pt x="406187" y="222402"/>
                  </a:cubicBezTo>
                  <a:cubicBezTo>
                    <a:pt x="402367" y="226215"/>
                    <a:pt x="396000" y="226850"/>
                    <a:pt x="391544" y="224308"/>
                  </a:cubicBezTo>
                  <a:cubicBezTo>
                    <a:pt x="343794" y="196985"/>
                    <a:pt x="282675" y="204610"/>
                    <a:pt x="243839" y="244007"/>
                  </a:cubicBezTo>
                  <a:cubicBezTo>
                    <a:pt x="205640" y="282133"/>
                    <a:pt x="196727" y="342499"/>
                    <a:pt x="223466" y="390157"/>
                  </a:cubicBezTo>
                  <a:cubicBezTo>
                    <a:pt x="226013" y="395240"/>
                    <a:pt x="225376" y="400959"/>
                    <a:pt x="221556" y="404772"/>
                  </a:cubicBezTo>
                  <a:cubicBezTo>
                    <a:pt x="217736" y="408584"/>
                    <a:pt x="212006" y="409220"/>
                    <a:pt x="206913" y="406678"/>
                  </a:cubicBezTo>
                  <a:cubicBezTo>
                    <a:pt x="159164" y="379990"/>
                    <a:pt x="99318" y="388886"/>
                    <a:pt x="60482" y="427012"/>
                  </a:cubicBezTo>
                  <a:cubicBezTo>
                    <a:pt x="12733" y="474669"/>
                    <a:pt x="12733" y="552192"/>
                    <a:pt x="60482" y="599850"/>
                  </a:cubicBezTo>
                  <a:cubicBezTo>
                    <a:pt x="64939" y="604298"/>
                    <a:pt x="64939" y="612559"/>
                    <a:pt x="60482" y="617007"/>
                  </a:cubicBezTo>
                  <a:cubicBezTo>
                    <a:pt x="58572" y="619548"/>
                    <a:pt x="55389" y="620819"/>
                    <a:pt x="52206" y="6208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6C6D531D-7DAD-4913-F66E-D8736661052D}"/>
                </a:ext>
              </a:extLst>
            </p:cNvPr>
            <p:cNvSpPr/>
            <p:nvPr/>
          </p:nvSpPr>
          <p:spPr>
            <a:xfrm>
              <a:off x="3166143" y="3257556"/>
              <a:ext cx="315586" cy="457366"/>
            </a:xfrm>
            <a:custGeom>
              <a:avLst/>
              <a:gdLst>
                <a:gd name="connsiteX0" fmla="*/ 22450 w 315586"/>
                <a:gd name="connsiteY0" fmla="*/ 457366 h 457366"/>
                <a:gd name="connsiteX1" fmla="*/ 10990 w 315586"/>
                <a:gd name="connsiteY1" fmla="*/ 448470 h 457366"/>
                <a:gd name="connsiteX2" fmla="*/ 45370 w 315586"/>
                <a:gd name="connsiteY2" fmla="*/ 177140 h 457366"/>
                <a:gd name="connsiteX3" fmla="*/ 300669 w 315586"/>
                <a:gd name="connsiteY3" fmla="*/ 489 h 457366"/>
                <a:gd name="connsiteX4" fmla="*/ 315312 w 315586"/>
                <a:gd name="connsiteY4" fmla="*/ 9385 h 457366"/>
                <a:gd name="connsiteX5" fmla="*/ 306399 w 315586"/>
                <a:gd name="connsiteY5" fmla="*/ 24000 h 457366"/>
                <a:gd name="connsiteX6" fmla="*/ 66379 w 315586"/>
                <a:gd name="connsiteY6" fmla="*/ 189213 h 457366"/>
                <a:gd name="connsiteX7" fmla="*/ 34547 w 315586"/>
                <a:gd name="connsiteY7" fmla="*/ 442116 h 457366"/>
                <a:gd name="connsiteX8" fmla="*/ 26270 w 315586"/>
                <a:gd name="connsiteY8" fmla="*/ 457366 h 457366"/>
                <a:gd name="connsiteX9" fmla="*/ 22450 w 315586"/>
                <a:gd name="connsiteY9" fmla="*/ 457366 h 457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86" h="457366">
                  <a:moveTo>
                    <a:pt x="22450" y="457366"/>
                  </a:moveTo>
                  <a:cubicBezTo>
                    <a:pt x="17357" y="457366"/>
                    <a:pt x="12264" y="453554"/>
                    <a:pt x="10990" y="448470"/>
                  </a:cubicBezTo>
                  <a:cubicBezTo>
                    <a:pt x="9080" y="442751"/>
                    <a:pt x="-27846" y="304862"/>
                    <a:pt x="45370" y="177140"/>
                  </a:cubicBezTo>
                  <a:cubicBezTo>
                    <a:pt x="93756" y="91992"/>
                    <a:pt x="179704" y="32896"/>
                    <a:pt x="300669" y="489"/>
                  </a:cubicBezTo>
                  <a:cubicBezTo>
                    <a:pt x="307036" y="-1417"/>
                    <a:pt x="314039" y="2395"/>
                    <a:pt x="315312" y="9385"/>
                  </a:cubicBezTo>
                  <a:cubicBezTo>
                    <a:pt x="316585" y="16375"/>
                    <a:pt x="313402" y="22729"/>
                    <a:pt x="306399" y="24000"/>
                  </a:cubicBezTo>
                  <a:cubicBezTo>
                    <a:pt x="192438" y="54501"/>
                    <a:pt x="111582" y="109784"/>
                    <a:pt x="66379" y="189213"/>
                  </a:cubicBezTo>
                  <a:cubicBezTo>
                    <a:pt x="-1743" y="308039"/>
                    <a:pt x="33910" y="440845"/>
                    <a:pt x="34547" y="442116"/>
                  </a:cubicBezTo>
                  <a:cubicBezTo>
                    <a:pt x="36457" y="448470"/>
                    <a:pt x="32637" y="455460"/>
                    <a:pt x="26270" y="457366"/>
                  </a:cubicBezTo>
                  <a:cubicBezTo>
                    <a:pt x="24360" y="457366"/>
                    <a:pt x="23723" y="457366"/>
                    <a:pt x="22450" y="4573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BF21F5F-1B95-F075-2D56-ED04F1E83E86}"/>
                </a:ext>
              </a:extLst>
            </p:cNvPr>
            <p:cNvSpPr/>
            <p:nvPr/>
          </p:nvSpPr>
          <p:spPr>
            <a:xfrm>
              <a:off x="2888485" y="3515604"/>
              <a:ext cx="309818" cy="195505"/>
            </a:xfrm>
            <a:custGeom>
              <a:avLst/>
              <a:gdLst>
                <a:gd name="connsiteX0" fmla="*/ 12339 w 309818"/>
                <a:gd name="connsiteY0" fmla="*/ 195506 h 195505"/>
                <a:gd name="connsiteX1" fmla="*/ 7882 w 309818"/>
                <a:gd name="connsiteY1" fmla="*/ 194870 h 195505"/>
                <a:gd name="connsiteX2" fmla="*/ 879 w 309818"/>
                <a:gd name="connsiteY2" fmla="*/ 178984 h 195505"/>
                <a:gd name="connsiteX3" fmla="*/ 301381 w 309818"/>
                <a:gd name="connsiteY3" fmla="*/ 9959 h 195505"/>
                <a:gd name="connsiteX4" fmla="*/ 309021 w 309818"/>
                <a:gd name="connsiteY4" fmla="*/ 25209 h 195505"/>
                <a:gd name="connsiteX5" fmla="*/ 293741 w 309818"/>
                <a:gd name="connsiteY5" fmla="*/ 32835 h 195505"/>
                <a:gd name="connsiteX6" fmla="*/ 23799 w 309818"/>
                <a:gd name="connsiteY6" fmla="*/ 187245 h 195505"/>
                <a:gd name="connsiteX7" fmla="*/ 12339 w 309818"/>
                <a:gd name="connsiteY7" fmla="*/ 195506 h 19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9818" h="195505">
                  <a:moveTo>
                    <a:pt x="12339" y="195506"/>
                  </a:moveTo>
                  <a:cubicBezTo>
                    <a:pt x="11066" y="195506"/>
                    <a:pt x="9792" y="195506"/>
                    <a:pt x="7882" y="194870"/>
                  </a:cubicBezTo>
                  <a:cubicBezTo>
                    <a:pt x="1516" y="192329"/>
                    <a:pt x="-1668" y="185339"/>
                    <a:pt x="879" y="178984"/>
                  </a:cubicBezTo>
                  <a:cubicBezTo>
                    <a:pt x="70911" y="-9104"/>
                    <a:pt x="228165" y="-13552"/>
                    <a:pt x="301381" y="9959"/>
                  </a:cubicBezTo>
                  <a:cubicBezTo>
                    <a:pt x="307747" y="11865"/>
                    <a:pt x="311567" y="18855"/>
                    <a:pt x="309021" y="25209"/>
                  </a:cubicBezTo>
                  <a:cubicBezTo>
                    <a:pt x="307111" y="31564"/>
                    <a:pt x="300108" y="35376"/>
                    <a:pt x="293741" y="32835"/>
                  </a:cubicBezTo>
                  <a:cubicBezTo>
                    <a:pt x="286101" y="30293"/>
                    <a:pt x="102744" y="-25625"/>
                    <a:pt x="23799" y="187245"/>
                  </a:cubicBezTo>
                  <a:cubicBezTo>
                    <a:pt x="21889" y="192329"/>
                    <a:pt x="17432" y="195506"/>
                    <a:pt x="12339" y="19550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0CFB817-16F7-044B-D553-C43968BBCA69}"/>
                </a:ext>
              </a:extLst>
            </p:cNvPr>
            <p:cNvSpPr/>
            <p:nvPr/>
          </p:nvSpPr>
          <p:spPr>
            <a:xfrm>
              <a:off x="3243328" y="3378536"/>
              <a:ext cx="147963" cy="211841"/>
            </a:xfrm>
            <a:custGeom>
              <a:avLst/>
              <a:gdLst>
                <a:gd name="connsiteX0" fmla="*/ 12114 w 147963"/>
                <a:gd name="connsiteY0" fmla="*/ 211842 h 211841"/>
                <a:gd name="connsiteX1" fmla="*/ 17 w 147963"/>
                <a:gd name="connsiteY1" fmla="*/ 200404 h 211841"/>
                <a:gd name="connsiteX2" fmla="*/ 131168 w 147963"/>
                <a:gd name="connsiteY2" fmla="*/ 877 h 211841"/>
                <a:gd name="connsiteX3" fmla="*/ 147085 w 147963"/>
                <a:gd name="connsiteY3" fmla="*/ 7867 h 211841"/>
                <a:gd name="connsiteX4" fmla="*/ 140081 w 147963"/>
                <a:gd name="connsiteY4" fmla="*/ 23753 h 211841"/>
                <a:gd name="connsiteX5" fmla="*/ 24210 w 147963"/>
                <a:gd name="connsiteY5" fmla="*/ 199133 h 211841"/>
                <a:gd name="connsiteX6" fmla="*/ 12114 w 147963"/>
                <a:gd name="connsiteY6" fmla="*/ 211842 h 211841"/>
                <a:gd name="connsiteX7" fmla="*/ 12114 w 147963"/>
                <a:gd name="connsiteY7" fmla="*/ 211842 h 211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7963" h="211841">
                  <a:moveTo>
                    <a:pt x="12114" y="211842"/>
                  </a:moveTo>
                  <a:cubicBezTo>
                    <a:pt x="5747" y="211842"/>
                    <a:pt x="17" y="206758"/>
                    <a:pt x="17" y="200404"/>
                  </a:cubicBezTo>
                  <a:cubicBezTo>
                    <a:pt x="17" y="199133"/>
                    <a:pt x="-4440" y="55525"/>
                    <a:pt x="131168" y="877"/>
                  </a:cubicBezTo>
                  <a:cubicBezTo>
                    <a:pt x="137535" y="-1664"/>
                    <a:pt x="144538" y="1513"/>
                    <a:pt x="147085" y="7867"/>
                  </a:cubicBezTo>
                  <a:cubicBezTo>
                    <a:pt x="149631" y="14222"/>
                    <a:pt x="146448" y="21211"/>
                    <a:pt x="140081" y="23753"/>
                  </a:cubicBezTo>
                  <a:cubicBezTo>
                    <a:pt x="19753" y="72046"/>
                    <a:pt x="24210" y="197862"/>
                    <a:pt x="24210" y="199133"/>
                  </a:cubicBezTo>
                  <a:cubicBezTo>
                    <a:pt x="24210" y="206123"/>
                    <a:pt x="19117" y="211206"/>
                    <a:pt x="12114" y="211842"/>
                  </a:cubicBezTo>
                  <a:lnTo>
                    <a:pt x="12114" y="2118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049BC44-613E-161C-8E52-BBDB172AE751}"/>
                </a:ext>
              </a:extLst>
            </p:cNvPr>
            <p:cNvSpPr/>
            <p:nvPr/>
          </p:nvSpPr>
          <p:spPr>
            <a:xfrm>
              <a:off x="4724682" y="3964648"/>
              <a:ext cx="637454" cy="688810"/>
            </a:xfrm>
            <a:custGeom>
              <a:avLst/>
              <a:gdLst>
                <a:gd name="connsiteX0" fmla="*/ 26265 w 637454"/>
                <a:gd name="connsiteY0" fmla="*/ 24147 h 688810"/>
                <a:gd name="connsiteX1" fmla="*/ 91204 w 637454"/>
                <a:gd name="connsiteY1" fmla="*/ 554734 h 688810"/>
                <a:gd name="connsiteX2" fmla="*/ 221718 w 637454"/>
                <a:gd name="connsiteY2" fmla="*/ 664029 h 688810"/>
                <a:gd name="connsiteX3" fmla="*/ 416535 w 637454"/>
                <a:gd name="connsiteY3" fmla="*/ 664029 h 688810"/>
                <a:gd name="connsiteX4" fmla="*/ 547050 w 637454"/>
                <a:gd name="connsiteY4" fmla="*/ 554734 h 688810"/>
                <a:gd name="connsiteX5" fmla="*/ 611989 w 637454"/>
                <a:gd name="connsiteY5" fmla="*/ 24147 h 688810"/>
                <a:gd name="connsiteX6" fmla="*/ 26265 w 637454"/>
                <a:gd name="connsiteY6" fmla="*/ 24147 h 688810"/>
                <a:gd name="connsiteX7" fmla="*/ 221718 w 637454"/>
                <a:gd name="connsiteY7" fmla="*/ 688811 h 688810"/>
                <a:gd name="connsiteX8" fmla="*/ 67011 w 637454"/>
                <a:gd name="connsiteY8" fmla="*/ 557911 h 688810"/>
                <a:gd name="connsiteX9" fmla="*/ 162 w 637454"/>
                <a:gd name="connsiteY9" fmla="*/ 13344 h 688810"/>
                <a:gd name="connsiteX10" fmla="*/ 3345 w 637454"/>
                <a:gd name="connsiteY10" fmla="*/ 3813 h 688810"/>
                <a:gd name="connsiteX11" fmla="*/ 12259 w 637454"/>
                <a:gd name="connsiteY11" fmla="*/ 0 h 688810"/>
                <a:gd name="connsiteX12" fmla="*/ 625359 w 637454"/>
                <a:gd name="connsiteY12" fmla="*/ 0 h 688810"/>
                <a:gd name="connsiteX13" fmla="*/ 634272 w 637454"/>
                <a:gd name="connsiteY13" fmla="*/ 3813 h 688810"/>
                <a:gd name="connsiteX14" fmla="*/ 637455 w 637454"/>
                <a:gd name="connsiteY14" fmla="*/ 13344 h 688810"/>
                <a:gd name="connsiteX15" fmla="*/ 570606 w 637454"/>
                <a:gd name="connsiteY15" fmla="*/ 557911 h 688810"/>
                <a:gd name="connsiteX16" fmla="*/ 415899 w 637454"/>
                <a:gd name="connsiteY16" fmla="*/ 688811 h 688810"/>
                <a:gd name="connsiteX17" fmla="*/ 221718 w 637454"/>
                <a:gd name="connsiteY17" fmla="*/ 688811 h 688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7454" h="688810">
                  <a:moveTo>
                    <a:pt x="26265" y="24147"/>
                  </a:moveTo>
                  <a:lnTo>
                    <a:pt x="91204" y="554734"/>
                  </a:lnTo>
                  <a:cubicBezTo>
                    <a:pt x="98844" y="617007"/>
                    <a:pt x="154870" y="664029"/>
                    <a:pt x="221718" y="664029"/>
                  </a:cubicBezTo>
                  <a:lnTo>
                    <a:pt x="416535" y="664029"/>
                  </a:lnTo>
                  <a:cubicBezTo>
                    <a:pt x="483384" y="664029"/>
                    <a:pt x="539410" y="617007"/>
                    <a:pt x="547050" y="554734"/>
                  </a:cubicBezTo>
                  <a:lnTo>
                    <a:pt x="611989" y="24147"/>
                  </a:lnTo>
                  <a:lnTo>
                    <a:pt x="26265" y="24147"/>
                  </a:lnTo>
                  <a:close/>
                  <a:moveTo>
                    <a:pt x="221718" y="688811"/>
                  </a:moveTo>
                  <a:cubicBezTo>
                    <a:pt x="142773" y="688811"/>
                    <a:pt x="75924" y="632892"/>
                    <a:pt x="67011" y="557911"/>
                  </a:cubicBezTo>
                  <a:lnTo>
                    <a:pt x="162" y="13344"/>
                  </a:lnTo>
                  <a:cubicBezTo>
                    <a:pt x="-474" y="10167"/>
                    <a:pt x="799" y="6354"/>
                    <a:pt x="3345" y="3813"/>
                  </a:cubicBezTo>
                  <a:cubicBezTo>
                    <a:pt x="5892" y="1271"/>
                    <a:pt x="9076" y="0"/>
                    <a:pt x="12259" y="0"/>
                  </a:cubicBezTo>
                  <a:lnTo>
                    <a:pt x="625359" y="0"/>
                  </a:lnTo>
                  <a:cubicBezTo>
                    <a:pt x="628542" y="0"/>
                    <a:pt x="632362" y="1271"/>
                    <a:pt x="634272" y="3813"/>
                  </a:cubicBezTo>
                  <a:cubicBezTo>
                    <a:pt x="636818" y="6354"/>
                    <a:pt x="637455" y="10167"/>
                    <a:pt x="637455" y="13344"/>
                  </a:cubicBezTo>
                  <a:lnTo>
                    <a:pt x="570606" y="557911"/>
                  </a:lnTo>
                  <a:cubicBezTo>
                    <a:pt x="561693" y="632257"/>
                    <a:pt x="494844" y="688811"/>
                    <a:pt x="415899" y="688811"/>
                  </a:cubicBezTo>
                  <a:lnTo>
                    <a:pt x="221718" y="68881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65DA89D-EAC2-3B8A-BDE9-95D0B6B1A778}"/>
                </a:ext>
              </a:extLst>
            </p:cNvPr>
            <p:cNvSpPr/>
            <p:nvPr/>
          </p:nvSpPr>
          <p:spPr>
            <a:xfrm>
              <a:off x="4613996" y="3704120"/>
              <a:ext cx="860819" cy="284674"/>
            </a:xfrm>
            <a:custGeom>
              <a:avLst/>
              <a:gdLst>
                <a:gd name="connsiteX0" fmla="*/ 429813 w 860819"/>
                <a:gd name="connsiteY0" fmla="*/ 260528 h 284674"/>
                <a:gd name="connsiteX1" fmla="*/ 788250 w 860819"/>
                <a:gd name="connsiteY1" fmla="*/ 260528 h 284674"/>
                <a:gd name="connsiteX2" fmla="*/ 788887 w 860819"/>
                <a:gd name="connsiteY2" fmla="*/ 258622 h 284674"/>
                <a:gd name="connsiteX3" fmla="*/ 835363 w 860819"/>
                <a:gd name="connsiteY3" fmla="*/ 32407 h 284674"/>
                <a:gd name="connsiteX4" fmla="*/ 834726 w 860819"/>
                <a:gd name="connsiteY4" fmla="*/ 24147 h 284674"/>
                <a:gd name="connsiteX5" fmla="*/ 25536 w 860819"/>
                <a:gd name="connsiteY5" fmla="*/ 24147 h 284674"/>
                <a:gd name="connsiteX6" fmla="*/ 24899 w 860819"/>
                <a:gd name="connsiteY6" fmla="*/ 32407 h 284674"/>
                <a:gd name="connsiteX7" fmla="*/ 71375 w 860819"/>
                <a:gd name="connsiteY7" fmla="*/ 258622 h 284674"/>
                <a:gd name="connsiteX8" fmla="*/ 72012 w 860819"/>
                <a:gd name="connsiteY8" fmla="*/ 260528 h 284674"/>
                <a:gd name="connsiteX9" fmla="*/ 429813 w 860819"/>
                <a:gd name="connsiteY9" fmla="*/ 260528 h 284674"/>
                <a:gd name="connsiteX10" fmla="*/ 790797 w 860819"/>
                <a:gd name="connsiteY10" fmla="*/ 284675 h 284674"/>
                <a:gd name="connsiteX11" fmla="*/ 68829 w 860819"/>
                <a:gd name="connsiteY11" fmla="*/ 284675 h 284674"/>
                <a:gd name="connsiteX12" fmla="*/ 47182 w 860819"/>
                <a:gd name="connsiteY12" fmla="*/ 263070 h 284674"/>
                <a:gd name="connsiteX13" fmla="*/ 707 w 860819"/>
                <a:gd name="connsiteY13" fmla="*/ 36855 h 284674"/>
                <a:gd name="connsiteX14" fmla="*/ 7073 w 860819"/>
                <a:gd name="connsiteY14" fmla="*/ 7625 h 284674"/>
                <a:gd name="connsiteX15" fmla="*/ 22990 w 860819"/>
                <a:gd name="connsiteY15" fmla="*/ 0 h 284674"/>
                <a:gd name="connsiteX16" fmla="*/ 837909 w 860819"/>
                <a:gd name="connsiteY16" fmla="*/ 0 h 284674"/>
                <a:gd name="connsiteX17" fmla="*/ 853826 w 860819"/>
                <a:gd name="connsiteY17" fmla="*/ 7625 h 284674"/>
                <a:gd name="connsiteX18" fmla="*/ 860192 w 860819"/>
                <a:gd name="connsiteY18" fmla="*/ 36855 h 284674"/>
                <a:gd name="connsiteX19" fmla="*/ 813717 w 860819"/>
                <a:gd name="connsiteY19" fmla="*/ 263070 h 284674"/>
                <a:gd name="connsiteX20" fmla="*/ 790797 w 860819"/>
                <a:gd name="connsiteY20" fmla="*/ 284675 h 284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60819" h="284674">
                  <a:moveTo>
                    <a:pt x="429813" y="260528"/>
                  </a:moveTo>
                  <a:lnTo>
                    <a:pt x="788250" y="260528"/>
                  </a:lnTo>
                  <a:cubicBezTo>
                    <a:pt x="788250" y="259893"/>
                    <a:pt x="788887" y="259257"/>
                    <a:pt x="788887" y="258622"/>
                  </a:cubicBezTo>
                  <a:lnTo>
                    <a:pt x="835363" y="32407"/>
                  </a:lnTo>
                  <a:cubicBezTo>
                    <a:pt x="835999" y="29230"/>
                    <a:pt x="835363" y="26053"/>
                    <a:pt x="834726" y="24147"/>
                  </a:cubicBezTo>
                  <a:lnTo>
                    <a:pt x="25536" y="24147"/>
                  </a:lnTo>
                  <a:cubicBezTo>
                    <a:pt x="24899" y="26053"/>
                    <a:pt x="24263" y="28595"/>
                    <a:pt x="24899" y="32407"/>
                  </a:cubicBezTo>
                  <a:lnTo>
                    <a:pt x="71375" y="258622"/>
                  </a:lnTo>
                  <a:cubicBezTo>
                    <a:pt x="71375" y="259257"/>
                    <a:pt x="72012" y="259893"/>
                    <a:pt x="72012" y="260528"/>
                  </a:cubicBezTo>
                  <a:lnTo>
                    <a:pt x="429813" y="260528"/>
                  </a:lnTo>
                  <a:close/>
                  <a:moveTo>
                    <a:pt x="790797" y="284675"/>
                  </a:moveTo>
                  <a:lnTo>
                    <a:pt x="68829" y="284675"/>
                  </a:lnTo>
                  <a:cubicBezTo>
                    <a:pt x="58642" y="284675"/>
                    <a:pt x="49729" y="275778"/>
                    <a:pt x="47182" y="263070"/>
                  </a:cubicBezTo>
                  <a:lnTo>
                    <a:pt x="707" y="36855"/>
                  </a:lnTo>
                  <a:cubicBezTo>
                    <a:pt x="-1203" y="26053"/>
                    <a:pt x="707" y="14615"/>
                    <a:pt x="7073" y="7625"/>
                  </a:cubicBezTo>
                  <a:cubicBezTo>
                    <a:pt x="11530" y="2542"/>
                    <a:pt x="16623" y="0"/>
                    <a:pt x="22990" y="0"/>
                  </a:cubicBezTo>
                  <a:lnTo>
                    <a:pt x="837909" y="0"/>
                  </a:lnTo>
                  <a:cubicBezTo>
                    <a:pt x="843639" y="0"/>
                    <a:pt x="849369" y="2542"/>
                    <a:pt x="853826" y="7625"/>
                  </a:cubicBezTo>
                  <a:cubicBezTo>
                    <a:pt x="859555" y="15250"/>
                    <a:pt x="862102" y="26053"/>
                    <a:pt x="860192" y="36855"/>
                  </a:cubicBezTo>
                  <a:lnTo>
                    <a:pt x="813717" y="263070"/>
                  </a:lnTo>
                  <a:cubicBezTo>
                    <a:pt x="809896" y="275778"/>
                    <a:pt x="800983" y="284675"/>
                    <a:pt x="790797" y="28467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A8A3A45-866D-267D-0C80-F62777DD6E84}"/>
                </a:ext>
              </a:extLst>
            </p:cNvPr>
            <p:cNvSpPr/>
            <p:nvPr/>
          </p:nvSpPr>
          <p:spPr>
            <a:xfrm>
              <a:off x="4644495" y="2826325"/>
              <a:ext cx="795443" cy="902118"/>
            </a:xfrm>
            <a:custGeom>
              <a:avLst/>
              <a:gdLst>
                <a:gd name="connsiteX0" fmla="*/ 729738 w 795443"/>
                <a:gd name="connsiteY0" fmla="*/ 901941 h 902118"/>
                <a:gd name="connsiteX1" fmla="*/ 720188 w 795443"/>
                <a:gd name="connsiteY1" fmla="*/ 897493 h 902118"/>
                <a:gd name="connsiteX2" fmla="*/ 722098 w 795443"/>
                <a:gd name="connsiteY2" fmla="*/ 880337 h 902118"/>
                <a:gd name="connsiteX3" fmla="*/ 771757 w 795443"/>
                <a:gd name="connsiteY3" fmla="*/ 784386 h 902118"/>
                <a:gd name="connsiteX4" fmla="*/ 683899 w 795443"/>
                <a:gd name="connsiteY4" fmla="*/ 657299 h 902118"/>
                <a:gd name="connsiteX5" fmla="*/ 676259 w 795443"/>
                <a:gd name="connsiteY5" fmla="*/ 648403 h 902118"/>
                <a:gd name="connsiteX6" fmla="*/ 679442 w 795443"/>
                <a:gd name="connsiteY6" fmla="*/ 636965 h 902118"/>
                <a:gd name="connsiteX7" fmla="*/ 705545 w 795443"/>
                <a:gd name="connsiteY7" fmla="*/ 566432 h 902118"/>
                <a:gd name="connsiteX8" fmla="*/ 611320 w 795443"/>
                <a:gd name="connsiteY8" fmla="*/ 482555 h 902118"/>
                <a:gd name="connsiteX9" fmla="*/ 601770 w 795443"/>
                <a:gd name="connsiteY9" fmla="*/ 482555 h 902118"/>
                <a:gd name="connsiteX10" fmla="*/ 590310 w 795443"/>
                <a:gd name="connsiteY10" fmla="*/ 474930 h 902118"/>
                <a:gd name="connsiteX11" fmla="*/ 593493 w 795443"/>
                <a:gd name="connsiteY11" fmla="*/ 461585 h 902118"/>
                <a:gd name="connsiteX12" fmla="*/ 622780 w 795443"/>
                <a:gd name="connsiteY12" fmla="*/ 390417 h 902118"/>
                <a:gd name="connsiteX13" fmla="*/ 550201 w 795443"/>
                <a:gd name="connsiteY13" fmla="*/ 305904 h 902118"/>
                <a:gd name="connsiteX14" fmla="*/ 485899 w 795443"/>
                <a:gd name="connsiteY14" fmla="*/ 275403 h 902118"/>
                <a:gd name="connsiteX15" fmla="*/ 373211 w 795443"/>
                <a:gd name="connsiteY15" fmla="*/ 44105 h 902118"/>
                <a:gd name="connsiteX16" fmla="*/ 301905 w 795443"/>
                <a:gd name="connsiteY16" fmla="*/ 261424 h 902118"/>
                <a:gd name="connsiteX17" fmla="*/ 294902 w 795443"/>
                <a:gd name="connsiteY17" fmla="*/ 290654 h 902118"/>
                <a:gd name="connsiteX18" fmla="*/ 268162 w 795443"/>
                <a:gd name="connsiteY18" fmla="*/ 303362 h 902118"/>
                <a:gd name="connsiteX19" fmla="*/ 173937 w 795443"/>
                <a:gd name="connsiteY19" fmla="*/ 390417 h 902118"/>
                <a:gd name="connsiteX20" fmla="*/ 203223 w 795443"/>
                <a:gd name="connsiteY20" fmla="*/ 461585 h 902118"/>
                <a:gd name="connsiteX21" fmla="*/ 206407 w 795443"/>
                <a:gd name="connsiteY21" fmla="*/ 474930 h 902118"/>
                <a:gd name="connsiteX22" fmla="*/ 194947 w 795443"/>
                <a:gd name="connsiteY22" fmla="*/ 482555 h 902118"/>
                <a:gd name="connsiteX23" fmla="*/ 185397 w 795443"/>
                <a:gd name="connsiteY23" fmla="*/ 482555 h 902118"/>
                <a:gd name="connsiteX24" fmla="*/ 91172 w 795443"/>
                <a:gd name="connsiteY24" fmla="*/ 566432 h 902118"/>
                <a:gd name="connsiteX25" fmla="*/ 117275 w 795443"/>
                <a:gd name="connsiteY25" fmla="*/ 636965 h 902118"/>
                <a:gd name="connsiteX26" fmla="*/ 120458 w 795443"/>
                <a:gd name="connsiteY26" fmla="*/ 648403 h 902118"/>
                <a:gd name="connsiteX27" fmla="*/ 112818 w 795443"/>
                <a:gd name="connsiteY27" fmla="*/ 657299 h 902118"/>
                <a:gd name="connsiteX28" fmla="*/ 24960 w 795443"/>
                <a:gd name="connsiteY28" fmla="*/ 784386 h 902118"/>
                <a:gd name="connsiteX29" fmla="*/ 74619 w 795443"/>
                <a:gd name="connsiteY29" fmla="*/ 880337 h 902118"/>
                <a:gd name="connsiteX30" fmla="*/ 76529 w 795443"/>
                <a:gd name="connsiteY30" fmla="*/ 897493 h 902118"/>
                <a:gd name="connsiteX31" fmla="*/ 59339 w 795443"/>
                <a:gd name="connsiteY31" fmla="*/ 899400 h 902118"/>
                <a:gd name="connsiteX32" fmla="*/ 130 w 795443"/>
                <a:gd name="connsiteY32" fmla="*/ 785657 h 902118"/>
                <a:gd name="connsiteX33" fmla="*/ 87989 w 795443"/>
                <a:gd name="connsiteY33" fmla="*/ 640778 h 902118"/>
                <a:gd name="connsiteX34" fmla="*/ 66342 w 795443"/>
                <a:gd name="connsiteY34" fmla="*/ 565161 h 902118"/>
                <a:gd name="connsiteX35" fmla="*/ 168844 w 795443"/>
                <a:gd name="connsiteY35" fmla="*/ 459679 h 902118"/>
                <a:gd name="connsiteX36" fmla="*/ 149107 w 795443"/>
                <a:gd name="connsiteY36" fmla="*/ 389781 h 902118"/>
                <a:gd name="connsiteX37" fmla="*/ 268162 w 795443"/>
                <a:gd name="connsiteY37" fmla="*/ 279851 h 902118"/>
                <a:gd name="connsiteX38" fmla="*/ 275802 w 795443"/>
                <a:gd name="connsiteY38" fmla="*/ 276039 h 902118"/>
                <a:gd name="connsiteX39" fmla="*/ 277712 w 795443"/>
                <a:gd name="connsiteY39" fmla="*/ 267143 h 902118"/>
                <a:gd name="connsiteX40" fmla="*/ 376394 w 795443"/>
                <a:gd name="connsiteY40" fmla="*/ 3437 h 902118"/>
                <a:gd name="connsiteX41" fmla="*/ 389763 w 795443"/>
                <a:gd name="connsiteY41" fmla="*/ 896 h 902118"/>
                <a:gd name="connsiteX42" fmla="*/ 396767 w 795443"/>
                <a:gd name="connsiteY42" fmla="*/ 12333 h 902118"/>
                <a:gd name="connsiteX43" fmla="*/ 501178 w 795443"/>
                <a:gd name="connsiteY43" fmla="*/ 256976 h 902118"/>
                <a:gd name="connsiteX44" fmla="*/ 554658 w 795443"/>
                <a:gd name="connsiteY44" fmla="*/ 282393 h 902118"/>
                <a:gd name="connsiteX45" fmla="*/ 646336 w 795443"/>
                <a:gd name="connsiteY45" fmla="*/ 389146 h 902118"/>
                <a:gd name="connsiteX46" fmla="*/ 626600 w 795443"/>
                <a:gd name="connsiteY46" fmla="*/ 459044 h 902118"/>
                <a:gd name="connsiteX47" fmla="*/ 729101 w 795443"/>
                <a:gd name="connsiteY47" fmla="*/ 564526 h 902118"/>
                <a:gd name="connsiteX48" fmla="*/ 707455 w 795443"/>
                <a:gd name="connsiteY48" fmla="*/ 640142 h 902118"/>
                <a:gd name="connsiteX49" fmla="*/ 795313 w 795443"/>
                <a:gd name="connsiteY49" fmla="*/ 785021 h 902118"/>
                <a:gd name="connsiteX50" fmla="*/ 736105 w 795443"/>
                <a:gd name="connsiteY50" fmla="*/ 898764 h 902118"/>
                <a:gd name="connsiteX51" fmla="*/ 729738 w 795443"/>
                <a:gd name="connsiteY51" fmla="*/ 901941 h 90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95443" h="902118">
                  <a:moveTo>
                    <a:pt x="729738" y="901941"/>
                  </a:moveTo>
                  <a:cubicBezTo>
                    <a:pt x="725918" y="901941"/>
                    <a:pt x="722735" y="900035"/>
                    <a:pt x="720188" y="897493"/>
                  </a:cubicBezTo>
                  <a:cubicBezTo>
                    <a:pt x="715731" y="892410"/>
                    <a:pt x="717005" y="884785"/>
                    <a:pt x="722098" y="880337"/>
                  </a:cubicBezTo>
                  <a:cubicBezTo>
                    <a:pt x="752657" y="856825"/>
                    <a:pt x="770484" y="821877"/>
                    <a:pt x="771757" y="784386"/>
                  </a:cubicBezTo>
                  <a:cubicBezTo>
                    <a:pt x="773667" y="727197"/>
                    <a:pt x="738651" y="675727"/>
                    <a:pt x="683899" y="657299"/>
                  </a:cubicBezTo>
                  <a:cubicBezTo>
                    <a:pt x="680079" y="656028"/>
                    <a:pt x="676896" y="652851"/>
                    <a:pt x="676259" y="648403"/>
                  </a:cubicBezTo>
                  <a:cubicBezTo>
                    <a:pt x="674986" y="644591"/>
                    <a:pt x="676259" y="640142"/>
                    <a:pt x="679442" y="636965"/>
                  </a:cubicBezTo>
                  <a:cubicBezTo>
                    <a:pt x="697905" y="618538"/>
                    <a:pt x="707455" y="592485"/>
                    <a:pt x="705545" y="566432"/>
                  </a:cubicBezTo>
                  <a:cubicBezTo>
                    <a:pt x="702362" y="519410"/>
                    <a:pt x="660979" y="482555"/>
                    <a:pt x="611320" y="482555"/>
                  </a:cubicBezTo>
                  <a:lnTo>
                    <a:pt x="601770" y="482555"/>
                  </a:lnTo>
                  <a:cubicBezTo>
                    <a:pt x="596677" y="482555"/>
                    <a:pt x="592220" y="479378"/>
                    <a:pt x="590310" y="474930"/>
                  </a:cubicBezTo>
                  <a:cubicBezTo>
                    <a:pt x="588400" y="470482"/>
                    <a:pt x="589674" y="464763"/>
                    <a:pt x="593493" y="461585"/>
                  </a:cubicBezTo>
                  <a:cubicBezTo>
                    <a:pt x="613230" y="443158"/>
                    <a:pt x="624053" y="417740"/>
                    <a:pt x="622780" y="390417"/>
                  </a:cubicBezTo>
                  <a:cubicBezTo>
                    <a:pt x="620870" y="350384"/>
                    <a:pt x="590947" y="315436"/>
                    <a:pt x="550201" y="305904"/>
                  </a:cubicBezTo>
                  <a:cubicBezTo>
                    <a:pt x="524098" y="300185"/>
                    <a:pt x="502452" y="289383"/>
                    <a:pt x="485899" y="275403"/>
                  </a:cubicBezTo>
                  <a:cubicBezTo>
                    <a:pt x="445153" y="239819"/>
                    <a:pt x="378941" y="164838"/>
                    <a:pt x="373211" y="44105"/>
                  </a:cubicBezTo>
                  <a:cubicBezTo>
                    <a:pt x="340741" y="84138"/>
                    <a:pt x="282169" y="171192"/>
                    <a:pt x="301905" y="261424"/>
                  </a:cubicBezTo>
                  <a:cubicBezTo>
                    <a:pt x="304452" y="271591"/>
                    <a:pt x="301905" y="282393"/>
                    <a:pt x="294902" y="290654"/>
                  </a:cubicBezTo>
                  <a:cubicBezTo>
                    <a:pt x="288535" y="298914"/>
                    <a:pt x="278349" y="303362"/>
                    <a:pt x="268162" y="303362"/>
                  </a:cubicBezTo>
                  <a:cubicBezTo>
                    <a:pt x="217866" y="303362"/>
                    <a:pt x="175847" y="342124"/>
                    <a:pt x="173937" y="390417"/>
                  </a:cubicBezTo>
                  <a:cubicBezTo>
                    <a:pt x="172664" y="417105"/>
                    <a:pt x="183487" y="443158"/>
                    <a:pt x="203223" y="461585"/>
                  </a:cubicBezTo>
                  <a:cubicBezTo>
                    <a:pt x="207043" y="464763"/>
                    <a:pt x="208316" y="470482"/>
                    <a:pt x="206407" y="474930"/>
                  </a:cubicBezTo>
                  <a:cubicBezTo>
                    <a:pt x="204497" y="479378"/>
                    <a:pt x="200040" y="482555"/>
                    <a:pt x="194947" y="482555"/>
                  </a:cubicBezTo>
                  <a:lnTo>
                    <a:pt x="185397" y="482555"/>
                  </a:lnTo>
                  <a:cubicBezTo>
                    <a:pt x="136374" y="482555"/>
                    <a:pt x="94992" y="519410"/>
                    <a:pt x="91172" y="566432"/>
                  </a:cubicBezTo>
                  <a:cubicBezTo>
                    <a:pt x="89262" y="592485"/>
                    <a:pt x="98812" y="618538"/>
                    <a:pt x="117275" y="636965"/>
                  </a:cubicBezTo>
                  <a:cubicBezTo>
                    <a:pt x="120458" y="640142"/>
                    <a:pt x="121731" y="643955"/>
                    <a:pt x="120458" y="648403"/>
                  </a:cubicBezTo>
                  <a:cubicBezTo>
                    <a:pt x="119185" y="652216"/>
                    <a:pt x="116638" y="656028"/>
                    <a:pt x="112818" y="657299"/>
                  </a:cubicBezTo>
                  <a:cubicBezTo>
                    <a:pt x="58066" y="675727"/>
                    <a:pt x="23050" y="727197"/>
                    <a:pt x="24960" y="784386"/>
                  </a:cubicBezTo>
                  <a:cubicBezTo>
                    <a:pt x="26233" y="821877"/>
                    <a:pt x="44696" y="856190"/>
                    <a:pt x="74619" y="880337"/>
                  </a:cubicBezTo>
                  <a:cubicBezTo>
                    <a:pt x="79712" y="884149"/>
                    <a:pt x="80985" y="892410"/>
                    <a:pt x="76529" y="897493"/>
                  </a:cubicBezTo>
                  <a:cubicBezTo>
                    <a:pt x="72709" y="902577"/>
                    <a:pt x="64432" y="903848"/>
                    <a:pt x="59339" y="899400"/>
                  </a:cubicBezTo>
                  <a:cubicBezTo>
                    <a:pt x="23050" y="871441"/>
                    <a:pt x="1403" y="830137"/>
                    <a:pt x="130" y="785657"/>
                  </a:cubicBezTo>
                  <a:cubicBezTo>
                    <a:pt x="-2417" y="723384"/>
                    <a:pt x="32599" y="666831"/>
                    <a:pt x="87989" y="640778"/>
                  </a:cubicBezTo>
                  <a:cubicBezTo>
                    <a:pt x="72072" y="619173"/>
                    <a:pt x="64432" y="591849"/>
                    <a:pt x="66342" y="565161"/>
                  </a:cubicBezTo>
                  <a:cubicBezTo>
                    <a:pt x="70162" y="510514"/>
                    <a:pt x="114091" y="466669"/>
                    <a:pt x="168844" y="459679"/>
                  </a:cubicBezTo>
                  <a:cubicBezTo>
                    <a:pt x="154838" y="439345"/>
                    <a:pt x="147834" y="415199"/>
                    <a:pt x="149107" y="389781"/>
                  </a:cubicBezTo>
                  <a:cubicBezTo>
                    <a:pt x="151654" y="328780"/>
                    <a:pt x="205133" y="279851"/>
                    <a:pt x="268162" y="279851"/>
                  </a:cubicBezTo>
                  <a:cubicBezTo>
                    <a:pt x="272619" y="279851"/>
                    <a:pt x="275165" y="277310"/>
                    <a:pt x="275802" y="276039"/>
                  </a:cubicBezTo>
                  <a:cubicBezTo>
                    <a:pt x="277712" y="273497"/>
                    <a:pt x="278349" y="270320"/>
                    <a:pt x="277712" y="267143"/>
                  </a:cubicBezTo>
                  <a:cubicBezTo>
                    <a:pt x="247789" y="131160"/>
                    <a:pt x="370664" y="9156"/>
                    <a:pt x="376394" y="3437"/>
                  </a:cubicBezTo>
                  <a:cubicBezTo>
                    <a:pt x="380214" y="260"/>
                    <a:pt x="385307" y="-1011"/>
                    <a:pt x="389763" y="896"/>
                  </a:cubicBezTo>
                  <a:cubicBezTo>
                    <a:pt x="394220" y="2802"/>
                    <a:pt x="397403" y="7250"/>
                    <a:pt x="396767" y="12333"/>
                  </a:cubicBezTo>
                  <a:cubicBezTo>
                    <a:pt x="391674" y="142597"/>
                    <a:pt x="459796" y="221391"/>
                    <a:pt x="501178" y="256976"/>
                  </a:cubicBezTo>
                  <a:cubicBezTo>
                    <a:pt x="515185" y="269049"/>
                    <a:pt x="533011" y="277310"/>
                    <a:pt x="554658" y="282393"/>
                  </a:cubicBezTo>
                  <a:cubicBezTo>
                    <a:pt x="606227" y="294466"/>
                    <a:pt x="643789" y="338311"/>
                    <a:pt x="646336" y="389146"/>
                  </a:cubicBezTo>
                  <a:cubicBezTo>
                    <a:pt x="647609" y="413928"/>
                    <a:pt x="640606" y="438710"/>
                    <a:pt x="626600" y="459044"/>
                  </a:cubicBezTo>
                  <a:cubicBezTo>
                    <a:pt x="681352" y="466033"/>
                    <a:pt x="724645" y="509878"/>
                    <a:pt x="729101" y="564526"/>
                  </a:cubicBezTo>
                  <a:cubicBezTo>
                    <a:pt x="731011" y="591849"/>
                    <a:pt x="723371" y="618538"/>
                    <a:pt x="707455" y="640142"/>
                  </a:cubicBezTo>
                  <a:cubicBezTo>
                    <a:pt x="762844" y="666195"/>
                    <a:pt x="797860" y="722113"/>
                    <a:pt x="795313" y="785021"/>
                  </a:cubicBezTo>
                  <a:cubicBezTo>
                    <a:pt x="793404" y="829502"/>
                    <a:pt x="771757" y="870805"/>
                    <a:pt x="736105" y="898764"/>
                  </a:cubicBezTo>
                  <a:cubicBezTo>
                    <a:pt x="734831" y="901306"/>
                    <a:pt x="732285" y="901941"/>
                    <a:pt x="729738" y="9019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DAA941B-6C3A-2E88-CF38-EDCA76F7BB01}"/>
                </a:ext>
              </a:extLst>
            </p:cNvPr>
            <p:cNvSpPr/>
            <p:nvPr/>
          </p:nvSpPr>
          <p:spPr>
            <a:xfrm>
              <a:off x="4239075" y="4457269"/>
              <a:ext cx="460004" cy="389362"/>
            </a:xfrm>
            <a:custGeom>
              <a:avLst/>
              <a:gdLst>
                <a:gd name="connsiteX0" fmla="*/ 226013 w 460004"/>
                <a:gd name="connsiteY0" fmla="*/ 389362 h 389362"/>
                <a:gd name="connsiteX1" fmla="*/ 56662 w 460004"/>
                <a:gd name="connsiteY1" fmla="*/ 319465 h 389362"/>
                <a:gd name="connsiteX2" fmla="*/ 0 w 460004"/>
                <a:gd name="connsiteY2" fmla="*/ 182846 h 389362"/>
                <a:gd name="connsiteX3" fmla="*/ 56662 w 460004"/>
                <a:gd name="connsiteY3" fmla="*/ 46228 h 389362"/>
                <a:gd name="connsiteX4" fmla="*/ 279492 w 460004"/>
                <a:gd name="connsiteY4" fmla="*/ 46228 h 389362"/>
                <a:gd name="connsiteX5" fmla="*/ 279492 w 460004"/>
                <a:gd name="connsiteY5" fmla="*/ 63385 h 389362"/>
                <a:gd name="connsiteX6" fmla="*/ 262302 w 460004"/>
                <a:gd name="connsiteY6" fmla="*/ 63385 h 389362"/>
                <a:gd name="connsiteX7" fmla="*/ 73852 w 460004"/>
                <a:gd name="connsiteY7" fmla="*/ 63385 h 389362"/>
                <a:gd name="connsiteX8" fmla="*/ 24193 w 460004"/>
                <a:gd name="connsiteY8" fmla="*/ 182846 h 389362"/>
                <a:gd name="connsiteX9" fmla="*/ 73852 w 460004"/>
                <a:gd name="connsiteY9" fmla="*/ 302308 h 389362"/>
                <a:gd name="connsiteX10" fmla="*/ 226013 w 460004"/>
                <a:gd name="connsiteY10" fmla="*/ 365216 h 389362"/>
                <a:gd name="connsiteX11" fmla="*/ 378174 w 460004"/>
                <a:gd name="connsiteY11" fmla="*/ 302308 h 389362"/>
                <a:gd name="connsiteX12" fmla="*/ 436746 w 460004"/>
                <a:gd name="connsiteY12" fmla="*/ 215889 h 389362"/>
                <a:gd name="connsiteX13" fmla="*/ 452662 w 460004"/>
                <a:gd name="connsiteY13" fmla="*/ 209534 h 389362"/>
                <a:gd name="connsiteX14" fmla="*/ 459029 w 460004"/>
                <a:gd name="connsiteY14" fmla="*/ 225420 h 389362"/>
                <a:gd name="connsiteX15" fmla="*/ 395363 w 460004"/>
                <a:gd name="connsiteY15" fmla="*/ 319465 h 389362"/>
                <a:gd name="connsiteX16" fmla="*/ 226013 w 460004"/>
                <a:gd name="connsiteY16" fmla="*/ 389362 h 38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60004" h="389362">
                  <a:moveTo>
                    <a:pt x="226013" y="389362"/>
                  </a:moveTo>
                  <a:cubicBezTo>
                    <a:pt x="162347" y="389362"/>
                    <a:pt x="101865" y="364580"/>
                    <a:pt x="56662" y="319465"/>
                  </a:cubicBezTo>
                  <a:cubicBezTo>
                    <a:pt x="19736" y="282609"/>
                    <a:pt x="0" y="234316"/>
                    <a:pt x="0" y="182846"/>
                  </a:cubicBezTo>
                  <a:cubicBezTo>
                    <a:pt x="0" y="131376"/>
                    <a:pt x="20373" y="82448"/>
                    <a:pt x="56662" y="46228"/>
                  </a:cubicBezTo>
                  <a:cubicBezTo>
                    <a:pt x="118418" y="-15409"/>
                    <a:pt x="218373" y="-15409"/>
                    <a:pt x="279492" y="46228"/>
                  </a:cubicBezTo>
                  <a:cubicBezTo>
                    <a:pt x="283948" y="50676"/>
                    <a:pt x="283948" y="58937"/>
                    <a:pt x="279492" y="63385"/>
                  </a:cubicBezTo>
                  <a:cubicBezTo>
                    <a:pt x="275036" y="67833"/>
                    <a:pt x="266759" y="67833"/>
                    <a:pt x="262302" y="63385"/>
                  </a:cubicBezTo>
                  <a:cubicBezTo>
                    <a:pt x="210097" y="11279"/>
                    <a:pt x="126058" y="11279"/>
                    <a:pt x="73852" y="63385"/>
                  </a:cubicBezTo>
                  <a:cubicBezTo>
                    <a:pt x="42019" y="95156"/>
                    <a:pt x="24193" y="137730"/>
                    <a:pt x="24193" y="182846"/>
                  </a:cubicBezTo>
                  <a:cubicBezTo>
                    <a:pt x="24193" y="227962"/>
                    <a:pt x="42019" y="270536"/>
                    <a:pt x="73852" y="302308"/>
                  </a:cubicBezTo>
                  <a:cubicBezTo>
                    <a:pt x="114598" y="342976"/>
                    <a:pt x="168714" y="365216"/>
                    <a:pt x="226013" y="365216"/>
                  </a:cubicBezTo>
                  <a:cubicBezTo>
                    <a:pt x="283312" y="365216"/>
                    <a:pt x="337428" y="342976"/>
                    <a:pt x="378174" y="302308"/>
                  </a:cubicBezTo>
                  <a:cubicBezTo>
                    <a:pt x="403003" y="277526"/>
                    <a:pt x="422739" y="248296"/>
                    <a:pt x="436746" y="215889"/>
                  </a:cubicBezTo>
                  <a:cubicBezTo>
                    <a:pt x="439293" y="209534"/>
                    <a:pt x="446296" y="206993"/>
                    <a:pt x="452662" y="209534"/>
                  </a:cubicBezTo>
                  <a:cubicBezTo>
                    <a:pt x="459029" y="212076"/>
                    <a:pt x="461576" y="219066"/>
                    <a:pt x="459029" y="225420"/>
                  </a:cubicBezTo>
                  <a:cubicBezTo>
                    <a:pt x="444386" y="261004"/>
                    <a:pt x="422739" y="292776"/>
                    <a:pt x="395363" y="319465"/>
                  </a:cubicBezTo>
                  <a:cubicBezTo>
                    <a:pt x="350161" y="364580"/>
                    <a:pt x="290315" y="389362"/>
                    <a:pt x="226013" y="38936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A84A268E-EBD7-D98C-BD75-8E7B12DDE248}"/>
                </a:ext>
              </a:extLst>
            </p:cNvPr>
            <p:cNvSpPr/>
            <p:nvPr/>
          </p:nvSpPr>
          <p:spPr>
            <a:xfrm>
              <a:off x="3722747" y="3995784"/>
              <a:ext cx="1334431" cy="1411934"/>
            </a:xfrm>
            <a:custGeom>
              <a:avLst/>
              <a:gdLst>
                <a:gd name="connsiteX0" fmla="*/ 749344 w 1334431"/>
                <a:gd name="connsiteY0" fmla="*/ 1411935 h 1411934"/>
                <a:gd name="connsiteX1" fmla="*/ 167441 w 1334431"/>
                <a:gd name="connsiteY1" fmla="*/ 1128531 h 1411934"/>
                <a:gd name="connsiteX2" fmla="*/ 0 w 1334431"/>
                <a:gd name="connsiteY2" fmla="*/ 665935 h 1411934"/>
                <a:gd name="connsiteX3" fmla="*/ 667216 w 1334431"/>
                <a:gd name="connsiteY3" fmla="*/ 0 h 1411934"/>
                <a:gd name="connsiteX4" fmla="*/ 1334431 w 1334431"/>
                <a:gd name="connsiteY4" fmla="*/ 665935 h 1411934"/>
                <a:gd name="connsiteX5" fmla="*/ 1251666 w 1334431"/>
                <a:gd name="connsiteY5" fmla="*/ 953151 h 1411934"/>
                <a:gd name="connsiteX6" fmla="*/ 1234476 w 1334431"/>
                <a:gd name="connsiteY6" fmla="*/ 953151 h 1411934"/>
                <a:gd name="connsiteX7" fmla="*/ 1234476 w 1334431"/>
                <a:gd name="connsiteY7" fmla="*/ 935995 h 1411934"/>
                <a:gd name="connsiteX8" fmla="*/ 1310239 w 1334431"/>
                <a:gd name="connsiteY8" fmla="*/ 665935 h 1411934"/>
                <a:gd name="connsiteX9" fmla="*/ 667216 w 1334431"/>
                <a:gd name="connsiteY9" fmla="*/ 24147 h 1411934"/>
                <a:gd name="connsiteX10" fmla="*/ 24193 w 1334431"/>
                <a:gd name="connsiteY10" fmla="*/ 665935 h 1411934"/>
                <a:gd name="connsiteX11" fmla="*/ 185904 w 1334431"/>
                <a:gd name="connsiteY11" fmla="*/ 1112645 h 1411934"/>
                <a:gd name="connsiteX12" fmla="*/ 919968 w 1334431"/>
                <a:gd name="connsiteY12" fmla="*/ 1369361 h 1411934"/>
                <a:gd name="connsiteX13" fmla="*/ 1230657 w 1334431"/>
                <a:gd name="connsiteY13" fmla="*/ 1160303 h 1411934"/>
                <a:gd name="connsiteX14" fmla="*/ 1206463 w 1334431"/>
                <a:gd name="connsiteY14" fmla="*/ 1072613 h 1411934"/>
                <a:gd name="connsiteX15" fmla="*/ 1118605 w 1334431"/>
                <a:gd name="connsiteY15" fmla="*/ 1068800 h 1411934"/>
                <a:gd name="connsiteX16" fmla="*/ 1117332 w 1334431"/>
                <a:gd name="connsiteY16" fmla="*/ 1069436 h 1411934"/>
                <a:gd name="connsiteX17" fmla="*/ 391544 w 1334431"/>
                <a:gd name="connsiteY17" fmla="*/ 1005892 h 1411934"/>
                <a:gd name="connsiteX18" fmla="*/ 257846 w 1334431"/>
                <a:gd name="connsiteY18" fmla="*/ 683727 h 1411934"/>
                <a:gd name="connsiteX19" fmla="*/ 391544 w 1334431"/>
                <a:gd name="connsiteY19" fmla="*/ 361562 h 1411934"/>
                <a:gd name="connsiteX20" fmla="*/ 651300 w 1334431"/>
                <a:gd name="connsiteY20" fmla="*/ 254174 h 1411934"/>
                <a:gd name="connsiteX21" fmla="*/ 911055 w 1334431"/>
                <a:gd name="connsiteY21" fmla="*/ 361562 h 1411934"/>
                <a:gd name="connsiteX22" fmla="*/ 974721 w 1334431"/>
                <a:gd name="connsiteY22" fmla="*/ 685634 h 1411934"/>
                <a:gd name="connsiteX23" fmla="*/ 958804 w 1334431"/>
                <a:gd name="connsiteY23" fmla="*/ 691988 h 1411934"/>
                <a:gd name="connsiteX24" fmla="*/ 952438 w 1334431"/>
                <a:gd name="connsiteY24" fmla="*/ 676102 h 1411934"/>
                <a:gd name="connsiteX25" fmla="*/ 893865 w 1334431"/>
                <a:gd name="connsiteY25" fmla="*/ 378719 h 1411934"/>
                <a:gd name="connsiteX26" fmla="*/ 651300 w 1334431"/>
                <a:gd name="connsiteY26" fmla="*/ 278320 h 1411934"/>
                <a:gd name="connsiteX27" fmla="*/ 408733 w 1334431"/>
                <a:gd name="connsiteY27" fmla="*/ 378719 h 1411934"/>
                <a:gd name="connsiteX28" fmla="*/ 282039 w 1334431"/>
                <a:gd name="connsiteY28" fmla="*/ 683092 h 1411934"/>
                <a:gd name="connsiteX29" fmla="*/ 408733 w 1334431"/>
                <a:gd name="connsiteY29" fmla="*/ 987465 h 1411934"/>
                <a:gd name="connsiteX30" fmla="*/ 1103325 w 1334431"/>
                <a:gd name="connsiteY30" fmla="*/ 1048467 h 1411934"/>
                <a:gd name="connsiteX31" fmla="*/ 1104598 w 1334431"/>
                <a:gd name="connsiteY31" fmla="*/ 1047831 h 1411934"/>
                <a:gd name="connsiteX32" fmla="*/ 1221107 w 1334431"/>
                <a:gd name="connsiteY32" fmla="*/ 1052279 h 1411934"/>
                <a:gd name="connsiteX33" fmla="*/ 1252940 w 1334431"/>
                <a:gd name="connsiteY33" fmla="*/ 1167928 h 1411934"/>
                <a:gd name="connsiteX34" fmla="*/ 924425 w 1334431"/>
                <a:gd name="connsiteY34" fmla="*/ 1392236 h 1411934"/>
                <a:gd name="connsiteX35" fmla="*/ 749344 w 1334431"/>
                <a:gd name="connsiteY35" fmla="*/ 1411935 h 1411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34431" h="1411934">
                  <a:moveTo>
                    <a:pt x="749344" y="1411935"/>
                  </a:moveTo>
                  <a:cubicBezTo>
                    <a:pt x="563441" y="1411935"/>
                    <a:pt x="348251" y="1349662"/>
                    <a:pt x="167441" y="1128531"/>
                  </a:cubicBezTo>
                  <a:cubicBezTo>
                    <a:pt x="64303" y="1000809"/>
                    <a:pt x="0" y="824158"/>
                    <a:pt x="0" y="665935"/>
                  </a:cubicBezTo>
                  <a:cubicBezTo>
                    <a:pt x="0" y="298654"/>
                    <a:pt x="299228" y="0"/>
                    <a:pt x="667216" y="0"/>
                  </a:cubicBezTo>
                  <a:cubicBezTo>
                    <a:pt x="1035203" y="0"/>
                    <a:pt x="1334431" y="298654"/>
                    <a:pt x="1334431" y="665935"/>
                  </a:cubicBezTo>
                  <a:cubicBezTo>
                    <a:pt x="1334431" y="867368"/>
                    <a:pt x="1254849" y="949974"/>
                    <a:pt x="1251666" y="953151"/>
                  </a:cubicBezTo>
                  <a:cubicBezTo>
                    <a:pt x="1247210" y="957599"/>
                    <a:pt x="1238933" y="958235"/>
                    <a:pt x="1234476" y="953151"/>
                  </a:cubicBezTo>
                  <a:cubicBezTo>
                    <a:pt x="1230020" y="948703"/>
                    <a:pt x="1229383" y="940443"/>
                    <a:pt x="1234476" y="935995"/>
                  </a:cubicBezTo>
                  <a:cubicBezTo>
                    <a:pt x="1235750" y="934724"/>
                    <a:pt x="1310239" y="855930"/>
                    <a:pt x="1310239" y="665935"/>
                  </a:cubicBezTo>
                  <a:cubicBezTo>
                    <a:pt x="1310239" y="311998"/>
                    <a:pt x="1021833" y="24147"/>
                    <a:pt x="667216" y="24147"/>
                  </a:cubicBezTo>
                  <a:cubicBezTo>
                    <a:pt x="312598" y="24147"/>
                    <a:pt x="24193" y="311998"/>
                    <a:pt x="24193" y="665935"/>
                  </a:cubicBezTo>
                  <a:cubicBezTo>
                    <a:pt x="24193" y="818439"/>
                    <a:pt x="85949" y="989371"/>
                    <a:pt x="185904" y="1112645"/>
                  </a:cubicBezTo>
                  <a:cubicBezTo>
                    <a:pt x="420193" y="1398591"/>
                    <a:pt x="714965" y="1410029"/>
                    <a:pt x="919968" y="1369361"/>
                  </a:cubicBezTo>
                  <a:cubicBezTo>
                    <a:pt x="1127518" y="1323609"/>
                    <a:pt x="1203280" y="1230201"/>
                    <a:pt x="1230657" y="1160303"/>
                  </a:cubicBezTo>
                  <a:cubicBezTo>
                    <a:pt x="1245936" y="1121541"/>
                    <a:pt x="1226836" y="1089134"/>
                    <a:pt x="1206463" y="1072613"/>
                  </a:cubicBezTo>
                  <a:cubicBezTo>
                    <a:pt x="1185454" y="1056092"/>
                    <a:pt x="1151711" y="1046560"/>
                    <a:pt x="1118605" y="1068800"/>
                  </a:cubicBezTo>
                  <a:lnTo>
                    <a:pt x="1117332" y="1069436"/>
                  </a:lnTo>
                  <a:cubicBezTo>
                    <a:pt x="891955" y="1227024"/>
                    <a:pt x="586361" y="1200335"/>
                    <a:pt x="391544" y="1005892"/>
                  </a:cubicBezTo>
                  <a:cubicBezTo>
                    <a:pt x="305595" y="920109"/>
                    <a:pt x="257846" y="805731"/>
                    <a:pt x="257846" y="683727"/>
                  </a:cubicBezTo>
                  <a:cubicBezTo>
                    <a:pt x="257846" y="561724"/>
                    <a:pt x="305595" y="447981"/>
                    <a:pt x="391544" y="361562"/>
                  </a:cubicBezTo>
                  <a:cubicBezTo>
                    <a:pt x="460939" y="292300"/>
                    <a:pt x="553254" y="254174"/>
                    <a:pt x="651300" y="254174"/>
                  </a:cubicBezTo>
                  <a:cubicBezTo>
                    <a:pt x="749344" y="254174"/>
                    <a:pt x="841659" y="292300"/>
                    <a:pt x="911055" y="361562"/>
                  </a:cubicBezTo>
                  <a:cubicBezTo>
                    <a:pt x="996367" y="446710"/>
                    <a:pt x="1021833" y="574433"/>
                    <a:pt x="974721" y="685634"/>
                  </a:cubicBezTo>
                  <a:cubicBezTo>
                    <a:pt x="972174" y="691988"/>
                    <a:pt x="965171" y="694530"/>
                    <a:pt x="958804" y="691988"/>
                  </a:cubicBezTo>
                  <a:cubicBezTo>
                    <a:pt x="952438" y="689446"/>
                    <a:pt x="949891" y="682456"/>
                    <a:pt x="952438" y="676102"/>
                  </a:cubicBezTo>
                  <a:cubicBezTo>
                    <a:pt x="995730" y="573797"/>
                    <a:pt x="972811" y="457513"/>
                    <a:pt x="893865" y="378719"/>
                  </a:cubicBezTo>
                  <a:cubicBezTo>
                    <a:pt x="828926" y="313905"/>
                    <a:pt x="742978" y="278320"/>
                    <a:pt x="651300" y="278320"/>
                  </a:cubicBezTo>
                  <a:cubicBezTo>
                    <a:pt x="559621" y="278320"/>
                    <a:pt x="473672" y="313905"/>
                    <a:pt x="408733" y="378719"/>
                  </a:cubicBezTo>
                  <a:cubicBezTo>
                    <a:pt x="327241" y="460054"/>
                    <a:pt x="282039" y="568078"/>
                    <a:pt x="282039" y="683092"/>
                  </a:cubicBezTo>
                  <a:cubicBezTo>
                    <a:pt x="282039" y="798105"/>
                    <a:pt x="327241" y="906129"/>
                    <a:pt x="408733" y="987465"/>
                  </a:cubicBezTo>
                  <a:cubicBezTo>
                    <a:pt x="595273" y="1173647"/>
                    <a:pt x="887499" y="1199700"/>
                    <a:pt x="1103325" y="1048467"/>
                  </a:cubicBezTo>
                  <a:lnTo>
                    <a:pt x="1104598" y="1047831"/>
                  </a:lnTo>
                  <a:cubicBezTo>
                    <a:pt x="1140888" y="1023049"/>
                    <a:pt x="1186727" y="1024955"/>
                    <a:pt x="1221107" y="1052279"/>
                  </a:cubicBezTo>
                  <a:cubicBezTo>
                    <a:pt x="1256759" y="1080874"/>
                    <a:pt x="1269492" y="1125989"/>
                    <a:pt x="1252940" y="1167928"/>
                  </a:cubicBezTo>
                  <a:cubicBezTo>
                    <a:pt x="1223653" y="1243545"/>
                    <a:pt x="1142798" y="1343308"/>
                    <a:pt x="924425" y="1392236"/>
                  </a:cubicBezTo>
                  <a:cubicBezTo>
                    <a:pt x="872219" y="1404945"/>
                    <a:pt x="812373" y="1411935"/>
                    <a:pt x="749344" y="14119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28DA3ED-72E4-6878-FEFD-34DB257A1F76}"/>
                </a:ext>
              </a:extLst>
            </p:cNvPr>
            <p:cNvSpPr/>
            <p:nvPr/>
          </p:nvSpPr>
          <p:spPr>
            <a:xfrm>
              <a:off x="6114664" y="3710475"/>
              <a:ext cx="1403190" cy="292935"/>
            </a:xfrm>
            <a:custGeom>
              <a:avLst/>
              <a:gdLst>
                <a:gd name="connsiteX0" fmla="*/ 1319788 w 1403190"/>
                <a:gd name="connsiteY0" fmla="*/ 292935 h 292935"/>
                <a:gd name="connsiteX1" fmla="*/ 1308328 w 1403190"/>
                <a:gd name="connsiteY1" fmla="*/ 284675 h 292935"/>
                <a:gd name="connsiteX2" fmla="*/ 1315969 w 1403190"/>
                <a:gd name="connsiteY2" fmla="*/ 269424 h 292935"/>
                <a:gd name="connsiteX3" fmla="*/ 1378997 w 1403190"/>
                <a:gd name="connsiteY3" fmla="*/ 189359 h 292935"/>
                <a:gd name="connsiteX4" fmla="*/ 1378997 w 1403190"/>
                <a:gd name="connsiteY4" fmla="*/ 86419 h 292935"/>
                <a:gd name="connsiteX5" fmla="*/ 1317242 w 1403190"/>
                <a:gd name="connsiteY5" fmla="*/ 24782 h 292935"/>
                <a:gd name="connsiteX6" fmla="*/ 85949 w 1403190"/>
                <a:gd name="connsiteY6" fmla="*/ 24782 h 292935"/>
                <a:gd name="connsiteX7" fmla="*/ 24193 w 1403190"/>
                <a:gd name="connsiteY7" fmla="*/ 86419 h 292935"/>
                <a:gd name="connsiteX8" fmla="*/ 24193 w 1403190"/>
                <a:gd name="connsiteY8" fmla="*/ 189359 h 292935"/>
                <a:gd name="connsiteX9" fmla="*/ 87222 w 1403190"/>
                <a:gd name="connsiteY9" fmla="*/ 269424 h 292935"/>
                <a:gd name="connsiteX10" fmla="*/ 94862 w 1403190"/>
                <a:gd name="connsiteY10" fmla="*/ 284675 h 292935"/>
                <a:gd name="connsiteX11" fmla="*/ 79582 w 1403190"/>
                <a:gd name="connsiteY11" fmla="*/ 292300 h 292935"/>
                <a:gd name="connsiteX12" fmla="*/ 0 w 1403190"/>
                <a:gd name="connsiteY12" fmla="*/ 189359 h 292935"/>
                <a:gd name="connsiteX13" fmla="*/ 0 w 1403190"/>
                <a:gd name="connsiteY13" fmla="*/ 86419 h 292935"/>
                <a:gd name="connsiteX14" fmla="*/ 86585 w 1403190"/>
                <a:gd name="connsiteY14" fmla="*/ 0 h 292935"/>
                <a:gd name="connsiteX15" fmla="*/ 1316605 w 1403190"/>
                <a:gd name="connsiteY15" fmla="*/ 0 h 292935"/>
                <a:gd name="connsiteX16" fmla="*/ 1403190 w 1403190"/>
                <a:gd name="connsiteY16" fmla="*/ 86419 h 292935"/>
                <a:gd name="connsiteX17" fmla="*/ 1403190 w 1403190"/>
                <a:gd name="connsiteY17" fmla="*/ 189359 h 292935"/>
                <a:gd name="connsiteX18" fmla="*/ 1323608 w 1403190"/>
                <a:gd name="connsiteY18" fmla="*/ 292300 h 292935"/>
                <a:gd name="connsiteX19" fmla="*/ 1319788 w 1403190"/>
                <a:gd name="connsiteY19" fmla="*/ 292935 h 292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03190" h="292935">
                  <a:moveTo>
                    <a:pt x="1319788" y="292935"/>
                  </a:moveTo>
                  <a:cubicBezTo>
                    <a:pt x="1314695" y="292935"/>
                    <a:pt x="1310239" y="289758"/>
                    <a:pt x="1308328" y="284675"/>
                  </a:cubicBezTo>
                  <a:cubicBezTo>
                    <a:pt x="1306419" y="278320"/>
                    <a:pt x="1309602" y="271330"/>
                    <a:pt x="1315969" y="269424"/>
                  </a:cubicBezTo>
                  <a:cubicBezTo>
                    <a:pt x="1377724" y="248455"/>
                    <a:pt x="1378997" y="189995"/>
                    <a:pt x="1378997" y="189359"/>
                  </a:cubicBezTo>
                  <a:lnTo>
                    <a:pt x="1378997" y="86419"/>
                  </a:lnTo>
                  <a:cubicBezTo>
                    <a:pt x="1378997" y="52106"/>
                    <a:pt x="1350985" y="24782"/>
                    <a:pt x="1317242" y="24782"/>
                  </a:cubicBezTo>
                  <a:lnTo>
                    <a:pt x="85949" y="24782"/>
                  </a:lnTo>
                  <a:cubicBezTo>
                    <a:pt x="51569" y="24782"/>
                    <a:pt x="24193" y="52741"/>
                    <a:pt x="24193" y="86419"/>
                  </a:cubicBezTo>
                  <a:lnTo>
                    <a:pt x="24193" y="189359"/>
                  </a:lnTo>
                  <a:cubicBezTo>
                    <a:pt x="24193" y="191901"/>
                    <a:pt x="25466" y="248455"/>
                    <a:pt x="87222" y="269424"/>
                  </a:cubicBezTo>
                  <a:cubicBezTo>
                    <a:pt x="93589" y="271330"/>
                    <a:pt x="96772" y="278320"/>
                    <a:pt x="94862" y="284675"/>
                  </a:cubicBezTo>
                  <a:cubicBezTo>
                    <a:pt x="92952" y="291029"/>
                    <a:pt x="85949" y="294206"/>
                    <a:pt x="79582" y="292300"/>
                  </a:cubicBezTo>
                  <a:cubicBezTo>
                    <a:pt x="17190" y="270695"/>
                    <a:pt x="0" y="215412"/>
                    <a:pt x="0" y="189359"/>
                  </a:cubicBezTo>
                  <a:lnTo>
                    <a:pt x="0" y="86419"/>
                  </a:lnTo>
                  <a:cubicBezTo>
                    <a:pt x="0" y="38762"/>
                    <a:pt x="38836" y="0"/>
                    <a:pt x="86585" y="0"/>
                  </a:cubicBezTo>
                  <a:lnTo>
                    <a:pt x="1316605" y="0"/>
                  </a:lnTo>
                  <a:cubicBezTo>
                    <a:pt x="1364354" y="0"/>
                    <a:pt x="1403190" y="38762"/>
                    <a:pt x="1403190" y="86419"/>
                  </a:cubicBezTo>
                  <a:lnTo>
                    <a:pt x="1403190" y="189359"/>
                  </a:lnTo>
                  <a:cubicBezTo>
                    <a:pt x="1403190" y="215412"/>
                    <a:pt x="1386637" y="270695"/>
                    <a:pt x="1323608" y="292300"/>
                  </a:cubicBezTo>
                  <a:cubicBezTo>
                    <a:pt x="1322335" y="292935"/>
                    <a:pt x="1321061" y="292935"/>
                    <a:pt x="1319788" y="2929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EB3930E2-3E08-5218-C89B-845D544BE408}"/>
                </a:ext>
              </a:extLst>
            </p:cNvPr>
            <p:cNvSpPr/>
            <p:nvPr/>
          </p:nvSpPr>
          <p:spPr>
            <a:xfrm>
              <a:off x="6114028" y="4603734"/>
              <a:ext cx="1401946" cy="289918"/>
            </a:xfrm>
            <a:custGeom>
              <a:avLst/>
              <a:gdLst>
                <a:gd name="connsiteX0" fmla="*/ 1317242 w 1401946"/>
                <a:gd name="connsiteY0" fmla="*/ 289919 h 289918"/>
                <a:gd name="connsiteX1" fmla="*/ 86585 w 1401946"/>
                <a:gd name="connsiteY1" fmla="*/ 289919 h 289918"/>
                <a:gd name="connsiteX2" fmla="*/ 0 w 1401946"/>
                <a:gd name="connsiteY2" fmla="*/ 203500 h 289918"/>
                <a:gd name="connsiteX3" fmla="*/ 0 w 1401946"/>
                <a:gd name="connsiteY3" fmla="*/ 82767 h 289918"/>
                <a:gd name="connsiteX4" fmla="*/ 59845 w 1401946"/>
                <a:gd name="connsiteY4" fmla="*/ 796 h 289918"/>
                <a:gd name="connsiteX5" fmla="*/ 75125 w 1401946"/>
                <a:gd name="connsiteY5" fmla="*/ 8421 h 289918"/>
                <a:gd name="connsiteX6" fmla="*/ 67485 w 1401946"/>
                <a:gd name="connsiteY6" fmla="*/ 23672 h 289918"/>
                <a:gd name="connsiteX7" fmla="*/ 24193 w 1401946"/>
                <a:gd name="connsiteY7" fmla="*/ 82767 h 289918"/>
                <a:gd name="connsiteX8" fmla="*/ 24193 w 1401946"/>
                <a:gd name="connsiteY8" fmla="*/ 203500 h 289918"/>
                <a:gd name="connsiteX9" fmla="*/ 85949 w 1401946"/>
                <a:gd name="connsiteY9" fmla="*/ 265137 h 289918"/>
                <a:gd name="connsiteX10" fmla="*/ 1315968 w 1401946"/>
                <a:gd name="connsiteY10" fmla="*/ 265137 h 289918"/>
                <a:gd name="connsiteX11" fmla="*/ 1377724 w 1401946"/>
                <a:gd name="connsiteY11" fmla="*/ 203500 h 289918"/>
                <a:gd name="connsiteX12" fmla="*/ 1377724 w 1401946"/>
                <a:gd name="connsiteY12" fmla="*/ 82767 h 289918"/>
                <a:gd name="connsiteX13" fmla="*/ 1334431 w 1401946"/>
                <a:gd name="connsiteY13" fmla="*/ 23672 h 289918"/>
                <a:gd name="connsiteX14" fmla="*/ 1326792 w 1401946"/>
                <a:gd name="connsiteY14" fmla="*/ 8421 h 289918"/>
                <a:gd name="connsiteX15" fmla="*/ 1342071 w 1401946"/>
                <a:gd name="connsiteY15" fmla="*/ 796 h 289918"/>
                <a:gd name="connsiteX16" fmla="*/ 1401916 w 1401946"/>
                <a:gd name="connsiteY16" fmla="*/ 82767 h 289918"/>
                <a:gd name="connsiteX17" fmla="*/ 1401916 w 1401946"/>
                <a:gd name="connsiteY17" fmla="*/ 203500 h 289918"/>
                <a:gd name="connsiteX18" fmla="*/ 1317242 w 1401946"/>
                <a:gd name="connsiteY18" fmla="*/ 289919 h 289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01946" h="289918">
                  <a:moveTo>
                    <a:pt x="1317242" y="289919"/>
                  </a:moveTo>
                  <a:lnTo>
                    <a:pt x="86585" y="289919"/>
                  </a:lnTo>
                  <a:cubicBezTo>
                    <a:pt x="38836" y="289919"/>
                    <a:pt x="0" y="251157"/>
                    <a:pt x="0" y="203500"/>
                  </a:cubicBezTo>
                  <a:lnTo>
                    <a:pt x="0" y="82767"/>
                  </a:lnTo>
                  <a:cubicBezTo>
                    <a:pt x="0" y="45277"/>
                    <a:pt x="24193" y="12234"/>
                    <a:pt x="59845" y="796"/>
                  </a:cubicBezTo>
                  <a:cubicBezTo>
                    <a:pt x="66212" y="-1110"/>
                    <a:pt x="73215" y="2067"/>
                    <a:pt x="75125" y="8421"/>
                  </a:cubicBezTo>
                  <a:cubicBezTo>
                    <a:pt x="77035" y="14776"/>
                    <a:pt x="73852" y="21766"/>
                    <a:pt x="67485" y="23672"/>
                  </a:cubicBezTo>
                  <a:cubicBezTo>
                    <a:pt x="42019" y="31932"/>
                    <a:pt x="24193" y="55444"/>
                    <a:pt x="24193" y="82767"/>
                  </a:cubicBezTo>
                  <a:lnTo>
                    <a:pt x="24193" y="203500"/>
                  </a:lnTo>
                  <a:cubicBezTo>
                    <a:pt x="24193" y="237813"/>
                    <a:pt x="52206" y="265137"/>
                    <a:pt x="85949" y="265137"/>
                  </a:cubicBezTo>
                  <a:lnTo>
                    <a:pt x="1315968" y="265137"/>
                  </a:lnTo>
                  <a:cubicBezTo>
                    <a:pt x="1350348" y="265137"/>
                    <a:pt x="1377724" y="237178"/>
                    <a:pt x="1377724" y="203500"/>
                  </a:cubicBezTo>
                  <a:lnTo>
                    <a:pt x="1377724" y="82767"/>
                  </a:lnTo>
                  <a:cubicBezTo>
                    <a:pt x="1377724" y="55444"/>
                    <a:pt x="1360534" y="31932"/>
                    <a:pt x="1334431" y="23672"/>
                  </a:cubicBezTo>
                  <a:cubicBezTo>
                    <a:pt x="1328065" y="21766"/>
                    <a:pt x="1324245" y="14776"/>
                    <a:pt x="1326792" y="8421"/>
                  </a:cubicBezTo>
                  <a:cubicBezTo>
                    <a:pt x="1328701" y="2067"/>
                    <a:pt x="1335705" y="-1746"/>
                    <a:pt x="1342071" y="796"/>
                  </a:cubicBezTo>
                  <a:cubicBezTo>
                    <a:pt x="1377724" y="12234"/>
                    <a:pt x="1401916" y="45277"/>
                    <a:pt x="1401916" y="82767"/>
                  </a:cubicBezTo>
                  <a:lnTo>
                    <a:pt x="1401916" y="203500"/>
                  </a:lnTo>
                  <a:cubicBezTo>
                    <a:pt x="1403190" y="251157"/>
                    <a:pt x="1364354" y="289919"/>
                    <a:pt x="1317242" y="2899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589DC180-41B8-2CFF-203B-39FB826F2A4E}"/>
                </a:ext>
              </a:extLst>
            </p:cNvPr>
            <p:cNvSpPr/>
            <p:nvPr/>
          </p:nvSpPr>
          <p:spPr>
            <a:xfrm>
              <a:off x="6113391" y="4431057"/>
              <a:ext cx="1405736" cy="245436"/>
            </a:xfrm>
            <a:custGeom>
              <a:avLst/>
              <a:gdLst>
                <a:gd name="connsiteX0" fmla="*/ 978541 w 1405736"/>
                <a:gd name="connsiteY0" fmla="*/ 245278 h 245436"/>
                <a:gd name="connsiteX1" fmla="*/ 900869 w 1405736"/>
                <a:gd name="connsiteY1" fmla="*/ 213506 h 245436"/>
                <a:gd name="connsiteX2" fmla="*/ 780541 w 1405736"/>
                <a:gd name="connsiteY2" fmla="*/ 213506 h 245436"/>
                <a:gd name="connsiteX3" fmla="*/ 702869 w 1405736"/>
                <a:gd name="connsiteY3" fmla="*/ 245278 h 245436"/>
                <a:gd name="connsiteX4" fmla="*/ 625196 w 1405736"/>
                <a:gd name="connsiteY4" fmla="*/ 213506 h 245436"/>
                <a:gd name="connsiteX5" fmla="*/ 564714 w 1405736"/>
                <a:gd name="connsiteY5" fmla="*/ 188724 h 245436"/>
                <a:gd name="connsiteX6" fmla="*/ 504232 w 1405736"/>
                <a:gd name="connsiteY6" fmla="*/ 213506 h 245436"/>
                <a:gd name="connsiteX7" fmla="*/ 426560 w 1405736"/>
                <a:gd name="connsiteY7" fmla="*/ 245278 h 245436"/>
                <a:gd name="connsiteX8" fmla="*/ 348888 w 1405736"/>
                <a:gd name="connsiteY8" fmla="*/ 213506 h 245436"/>
                <a:gd name="connsiteX9" fmla="*/ 288406 w 1405736"/>
                <a:gd name="connsiteY9" fmla="*/ 188724 h 245436"/>
                <a:gd name="connsiteX10" fmla="*/ 227923 w 1405736"/>
                <a:gd name="connsiteY10" fmla="*/ 213506 h 245436"/>
                <a:gd name="connsiteX11" fmla="*/ 150251 w 1405736"/>
                <a:gd name="connsiteY11" fmla="*/ 245278 h 245436"/>
                <a:gd name="connsiteX12" fmla="*/ 72579 w 1405736"/>
                <a:gd name="connsiteY12" fmla="*/ 213506 h 245436"/>
                <a:gd name="connsiteX13" fmla="*/ 0 w 1405736"/>
                <a:gd name="connsiteY13" fmla="*/ 38762 h 245436"/>
                <a:gd name="connsiteX14" fmla="*/ 0 w 1405736"/>
                <a:gd name="connsiteY14" fmla="*/ 12073 h 245436"/>
                <a:gd name="connsiteX15" fmla="*/ 12097 w 1405736"/>
                <a:gd name="connsiteY15" fmla="*/ 0 h 245436"/>
                <a:gd name="connsiteX16" fmla="*/ 1000187 w 1405736"/>
                <a:gd name="connsiteY16" fmla="*/ 0 h 245436"/>
                <a:gd name="connsiteX17" fmla="*/ 1012284 w 1405736"/>
                <a:gd name="connsiteY17" fmla="*/ 12073 h 245436"/>
                <a:gd name="connsiteX18" fmla="*/ 1000187 w 1405736"/>
                <a:gd name="connsiteY18" fmla="*/ 24147 h 245436"/>
                <a:gd name="connsiteX19" fmla="*/ 25466 w 1405736"/>
                <a:gd name="connsiteY19" fmla="*/ 24147 h 245436"/>
                <a:gd name="connsiteX20" fmla="*/ 25466 w 1405736"/>
                <a:gd name="connsiteY20" fmla="*/ 38762 h 245436"/>
                <a:gd name="connsiteX21" fmla="*/ 91042 w 1405736"/>
                <a:gd name="connsiteY21" fmla="*/ 196349 h 245436"/>
                <a:gd name="connsiteX22" fmla="*/ 211370 w 1405736"/>
                <a:gd name="connsiteY22" fmla="*/ 196349 h 245436"/>
                <a:gd name="connsiteX23" fmla="*/ 289042 w 1405736"/>
                <a:gd name="connsiteY23" fmla="*/ 164578 h 245436"/>
                <a:gd name="connsiteX24" fmla="*/ 366714 w 1405736"/>
                <a:gd name="connsiteY24" fmla="*/ 196349 h 245436"/>
                <a:gd name="connsiteX25" fmla="*/ 427196 w 1405736"/>
                <a:gd name="connsiteY25" fmla="*/ 221131 h 245436"/>
                <a:gd name="connsiteX26" fmla="*/ 487679 w 1405736"/>
                <a:gd name="connsiteY26" fmla="*/ 196349 h 245436"/>
                <a:gd name="connsiteX27" fmla="*/ 565351 w 1405736"/>
                <a:gd name="connsiteY27" fmla="*/ 164578 h 245436"/>
                <a:gd name="connsiteX28" fmla="*/ 643023 w 1405736"/>
                <a:gd name="connsiteY28" fmla="*/ 196349 h 245436"/>
                <a:gd name="connsiteX29" fmla="*/ 703505 w 1405736"/>
                <a:gd name="connsiteY29" fmla="*/ 221131 h 245436"/>
                <a:gd name="connsiteX30" fmla="*/ 763988 w 1405736"/>
                <a:gd name="connsiteY30" fmla="*/ 196349 h 245436"/>
                <a:gd name="connsiteX31" fmla="*/ 919332 w 1405736"/>
                <a:gd name="connsiteY31" fmla="*/ 196349 h 245436"/>
                <a:gd name="connsiteX32" fmla="*/ 979814 w 1405736"/>
                <a:gd name="connsiteY32" fmla="*/ 221131 h 245436"/>
                <a:gd name="connsiteX33" fmla="*/ 1040297 w 1405736"/>
                <a:gd name="connsiteY33" fmla="*/ 196349 h 245436"/>
                <a:gd name="connsiteX34" fmla="*/ 1117968 w 1405736"/>
                <a:gd name="connsiteY34" fmla="*/ 164578 h 245436"/>
                <a:gd name="connsiteX35" fmla="*/ 1195640 w 1405736"/>
                <a:gd name="connsiteY35" fmla="*/ 196349 h 245436"/>
                <a:gd name="connsiteX36" fmla="*/ 1315968 w 1405736"/>
                <a:gd name="connsiteY36" fmla="*/ 196349 h 245436"/>
                <a:gd name="connsiteX37" fmla="*/ 1381544 w 1405736"/>
                <a:gd name="connsiteY37" fmla="*/ 38762 h 245436"/>
                <a:gd name="connsiteX38" fmla="*/ 1381544 w 1405736"/>
                <a:gd name="connsiteY38" fmla="*/ 24147 h 245436"/>
                <a:gd name="connsiteX39" fmla="*/ 1289866 w 1405736"/>
                <a:gd name="connsiteY39" fmla="*/ 24147 h 245436"/>
                <a:gd name="connsiteX40" fmla="*/ 1277769 w 1405736"/>
                <a:gd name="connsiteY40" fmla="*/ 12073 h 245436"/>
                <a:gd name="connsiteX41" fmla="*/ 1289866 w 1405736"/>
                <a:gd name="connsiteY41" fmla="*/ 0 h 245436"/>
                <a:gd name="connsiteX42" fmla="*/ 1393641 w 1405736"/>
                <a:gd name="connsiteY42" fmla="*/ 0 h 245436"/>
                <a:gd name="connsiteX43" fmla="*/ 1405737 w 1405736"/>
                <a:gd name="connsiteY43" fmla="*/ 12073 h 245436"/>
                <a:gd name="connsiteX44" fmla="*/ 1405737 w 1405736"/>
                <a:gd name="connsiteY44" fmla="*/ 38762 h 245436"/>
                <a:gd name="connsiteX45" fmla="*/ 1333158 w 1405736"/>
                <a:gd name="connsiteY45" fmla="*/ 213506 h 245436"/>
                <a:gd name="connsiteX46" fmla="*/ 1177814 w 1405736"/>
                <a:gd name="connsiteY46" fmla="*/ 213506 h 245436"/>
                <a:gd name="connsiteX47" fmla="*/ 1117332 w 1405736"/>
                <a:gd name="connsiteY47" fmla="*/ 188724 h 245436"/>
                <a:gd name="connsiteX48" fmla="*/ 1056850 w 1405736"/>
                <a:gd name="connsiteY48" fmla="*/ 213506 h 245436"/>
                <a:gd name="connsiteX49" fmla="*/ 978541 w 1405736"/>
                <a:gd name="connsiteY49" fmla="*/ 245278 h 24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405736" h="245436">
                  <a:moveTo>
                    <a:pt x="978541" y="245278"/>
                  </a:moveTo>
                  <a:cubicBezTo>
                    <a:pt x="949255" y="245278"/>
                    <a:pt x="921878" y="233840"/>
                    <a:pt x="900869" y="213506"/>
                  </a:cubicBezTo>
                  <a:cubicBezTo>
                    <a:pt x="867762" y="180463"/>
                    <a:pt x="813646" y="180463"/>
                    <a:pt x="780541" y="213506"/>
                  </a:cubicBezTo>
                  <a:cubicBezTo>
                    <a:pt x="759531" y="234475"/>
                    <a:pt x="732155" y="245278"/>
                    <a:pt x="702869" y="245278"/>
                  </a:cubicBezTo>
                  <a:cubicBezTo>
                    <a:pt x="673582" y="245278"/>
                    <a:pt x="646206" y="233840"/>
                    <a:pt x="625196" y="213506"/>
                  </a:cubicBezTo>
                  <a:cubicBezTo>
                    <a:pt x="609280" y="197620"/>
                    <a:pt x="587634" y="188724"/>
                    <a:pt x="564714" y="188724"/>
                  </a:cubicBezTo>
                  <a:cubicBezTo>
                    <a:pt x="541795" y="188724"/>
                    <a:pt x="520785" y="197620"/>
                    <a:pt x="504232" y="213506"/>
                  </a:cubicBezTo>
                  <a:cubicBezTo>
                    <a:pt x="483223" y="234475"/>
                    <a:pt x="455846" y="245278"/>
                    <a:pt x="426560" y="245278"/>
                  </a:cubicBezTo>
                  <a:cubicBezTo>
                    <a:pt x="397274" y="245278"/>
                    <a:pt x="369897" y="233840"/>
                    <a:pt x="348888" y="213506"/>
                  </a:cubicBezTo>
                  <a:cubicBezTo>
                    <a:pt x="332971" y="197620"/>
                    <a:pt x="311325" y="188724"/>
                    <a:pt x="288406" y="188724"/>
                  </a:cubicBezTo>
                  <a:cubicBezTo>
                    <a:pt x="265486" y="188724"/>
                    <a:pt x="244476" y="197620"/>
                    <a:pt x="227923" y="213506"/>
                  </a:cubicBezTo>
                  <a:cubicBezTo>
                    <a:pt x="206913" y="234475"/>
                    <a:pt x="179537" y="245278"/>
                    <a:pt x="150251" y="245278"/>
                  </a:cubicBezTo>
                  <a:cubicBezTo>
                    <a:pt x="120965" y="245278"/>
                    <a:pt x="93589" y="233840"/>
                    <a:pt x="72579" y="213506"/>
                  </a:cubicBezTo>
                  <a:cubicBezTo>
                    <a:pt x="26103" y="167119"/>
                    <a:pt x="0" y="104847"/>
                    <a:pt x="0" y="38762"/>
                  </a:cubicBezTo>
                  <a:lnTo>
                    <a:pt x="0" y="12073"/>
                  </a:lnTo>
                  <a:cubicBezTo>
                    <a:pt x="0" y="5083"/>
                    <a:pt x="5730" y="0"/>
                    <a:pt x="12097" y="0"/>
                  </a:cubicBezTo>
                  <a:lnTo>
                    <a:pt x="1000187" y="0"/>
                  </a:lnTo>
                  <a:cubicBezTo>
                    <a:pt x="1007190" y="0"/>
                    <a:pt x="1012284" y="5719"/>
                    <a:pt x="1012284" y="12073"/>
                  </a:cubicBezTo>
                  <a:cubicBezTo>
                    <a:pt x="1012284" y="19063"/>
                    <a:pt x="1006554" y="24147"/>
                    <a:pt x="1000187" y="24147"/>
                  </a:cubicBezTo>
                  <a:lnTo>
                    <a:pt x="25466" y="24147"/>
                  </a:lnTo>
                  <a:lnTo>
                    <a:pt x="25466" y="38762"/>
                  </a:lnTo>
                  <a:cubicBezTo>
                    <a:pt x="25466" y="98492"/>
                    <a:pt x="48386" y="154411"/>
                    <a:pt x="91042" y="196349"/>
                  </a:cubicBezTo>
                  <a:cubicBezTo>
                    <a:pt x="124148" y="229392"/>
                    <a:pt x="178264" y="229392"/>
                    <a:pt x="211370" y="196349"/>
                  </a:cubicBezTo>
                  <a:cubicBezTo>
                    <a:pt x="232379" y="175380"/>
                    <a:pt x="259756" y="164578"/>
                    <a:pt x="289042" y="164578"/>
                  </a:cubicBezTo>
                  <a:cubicBezTo>
                    <a:pt x="318328" y="164578"/>
                    <a:pt x="345705" y="176015"/>
                    <a:pt x="366714" y="196349"/>
                  </a:cubicBezTo>
                  <a:cubicBezTo>
                    <a:pt x="382631" y="212235"/>
                    <a:pt x="404277" y="221131"/>
                    <a:pt x="427196" y="221131"/>
                  </a:cubicBezTo>
                  <a:cubicBezTo>
                    <a:pt x="450116" y="221131"/>
                    <a:pt x="471126" y="212235"/>
                    <a:pt x="487679" y="196349"/>
                  </a:cubicBezTo>
                  <a:cubicBezTo>
                    <a:pt x="508689" y="175380"/>
                    <a:pt x="536065" y="164578"/>
                    <a:pt x="565351" y="164578"/>
                  </a:cubicBezTo>
                  <a:cubicBezTo>
                    <a:pt x="594637" y="164578"/>
                    <a:pt x="622013" y="176015"/>
                    <a:pt x="643023" y="196349"/>
                  </a:cubicBezTo>
                  <a:cubicBezTo>
                    <a:pt x="658939" y="212235"/>
                    <a:pt x="680586" y="221131"/>
                    <a:pt x="703505" y="221131"/>
                  </a:cubicBezTo>
                  <a:cubicBezTo>
                    <a:pt x="726425" y="221131"/>
                    <a:pt x="747435" y="212235"/>
                    <a:pt x="763988" y="196349"/>
                  </a:cubicBezTo>
                  <a:cubicBezTo>
                    <a:pt x="806643" y="153775"/>
                    <a:pt x="876676" y="153775"/>
                    <a:pt x="919332" y="196349"/>
                  </a:cubicBezTo>
                  <a:cubicBezTo>
                    <a:pt x="935248" y="212235"/>
                    <a:pt x="956894" y="221131"/>
                    <a:pt x="979814" y="221131"/>
                  </a:cubicBezTo>
                  <a:cubicBezTo>
                    <a:pt x="1002734" y="221131"/>
                    <a:pt x="1023743" y="212235"/>
                    <a:pt x="1040297" y="196349"/>
                  </a:cubicBezTo>
                  <a:cubicBezTo>
                    <a:pt x="1061306" y="175380"/>
                    <a:pt x="1088682" y="164578"/>
                    <a:pt x="1117968" y="164578"/>
                  </a:cubicBezTo>
                  <a:cubicBezTo>
                    <a:pt x="1147254" y="164578"/>
                    <a:pt x="1174631" y="176015"/>
                    <a:pt x="1195640" y="196349"/>
                  </a:cubicBezTo>
                  <a:cubicBezTo>
                    <a:pt x="1228747" y="229392"/>
                    <a:pt x="1282863" y="229392"/>
                    <a:pt x="1315968" y="196349"/>
                  </a:cubicBezTo>
                  <a:cubicBezTo>
                    <a:pt x="1357987" y="154411"/>
                    <a:pt x="1381544" y="98492"/>
                    <a:pt x="1381544" y="38762"/>
                  </a:cubicBezTo>
                  <a:lnTo>
                    <a:pt x="1381544" y="24147"/>
                  </a:lnTo>
                  <a:lnTo>
                    <a:pt x="1289866" y="24147"/>
                  </a:lnTo>
                  <a:cubicBezTo>
                    <a:pt x="1282863" y="24147"/>
                    <a:pt x="1277769" y="18428"/>
                    <a:pt x="1277769" y="12073"/>
                  </a:cubicBezTo>
                  <a:cubicBezTo>
                    <a:pt x="1277769" y="5083"/>
                    <a:pt x="1283499" y="0"/>
                    <a:pt x="1289866" y="0"/>
                  </a:cubicBezTo>
                  <a:lnTo>
                    <a:pt x="1393641" y="0"/>
                  </a:lnTo>
                  <a:cubicBezTo>
                    <a:pt x="1400644" y="0"/>
                    <a:pt x="1405737" y="5719"/>
                    <a:pt x="1405737" y="12073"/>
                  </a:cubicBezTo>
                  <a:lnTo>
                    <a:pt x="1405737" y="38762"/>
                  </a:lnTo>
                  <a:cubicBezTo>
                    <a:pt x="1405737" y="104847"/>
                    <a:pt x="1380270" y="166484"/>
                    <a:pt x="1333158" y="213506"/>
                  </a:cubicBezTo>
                  <a:cubicBezTo>
                    <a:pt x="1290502" y="256080"/>
                    <a:pt x="1221106" y="256080"/>
                    <a:pt x="1177814" y="213506"/>
                  </a:cubicBezTo>
                  <a:cubicBezTo>
                    <a:pt x="1161898" y="197620"/>
                    <a:pt x="1140251" y="188724"/>
                    <a:pt x="1117332" y="188724"/>
                  </a:cubicBezTo>
                  <a:cubicBezTo>
                    <a:pt x="1094412" y="188724"/>
                    <a:pt x="1073402" y="197620"/>
                    <a:pt x="1056850" y="213506"/>
                  </a:cubicBezTo>
                  <a:cubicBezTo>
                    <a:pt x="1035203" y="233840"/>
                    <a:pt x="1007827" y="245278"/>
                    <a:pt x="978541" y="2452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2BDC45C-A7CF-369F-C7C3-3154B39C43F9}"/>
                </a:ext>
              </a:extLst>
            </p:cNvPr>
            <p:cNvSpPr/>
            <p:nvPr/>
          </p:nvSpPr>
          <p:spPr>
            <a:xfrm>
              <a:off x="6114028" y="3978628"/>
              <a:ext cx="1403190" cy="514701"/>
            </a:xfrm>
            <a:custGeom>
              <a:avLst/>
              <a:gdLst>
                <a:gd name="connsiteX0" fmla="*/ 83402 w 1403190"/>
                <a:gd name="connsiteY0" fmla="*/ 24782 h 514701"/>
                <a:gd name="connsiteX1" fmla="*/ 24829 w 1403190"/>
                <a:gd name="connsiteY1" fmla="*/ 83242 h 514701"/>
                <a:gd name="connsiteX2" fmla="*/ 83402 w 1403190"/>
                <a:gd name="connsiteY2" fmla="*/ 141702 h 514701"/>
                <a:gd name="connsiteX3" fmla="*/ 730244 w 1403190"/>
                <a:gd name="connsiteY3" fmla="*/ 141702 h 514701"/>
                <a:gd name="connsiteX4" fmla="*/ 1031383 w 1403190"/>
                <a:gd name="connsiteY4" fmla="*/ 303738 h 514701"/>
                <a:gd name="connsiteX5" fmla="*/ 1147891 w 1403190"/>
                <a:gd name="connsiteY5" fmla="*/ 480388 h 514701"/>
                <a:gd name="connsiteX6" fmla="*/ 1342708 w 1403190"/>
                <a:gd name="connsiteY6" fmla="*/ 201433 h 514701"/>
                <a:gd name="connsiteX7" fmla="*/ 1378361 w 1403190"/>
                <a:gd name="connsiteY7" fmla="*/ 88325 h 514701"/>
                <a:gd name="connsiteX8" fmla="*/ 1378361 w 1403190"/>
                <a:gd name="connsiteY8" fmla="*/ 83242 h 514701"/>
                <a:gd name="connsiteX9" fmla="*/ 1319788 w 1403190"/>
                <a:gd name="connsiteY9" fmla="*/ 24782 h 514701"/>
                <a:gd name="connsiteX10" fmla="*/ 83402 w 1403190"/>
                <a:gd name="connsiteY10" fmla="*/ 24782 h 514701"/>
                <a:gd name="connsiteX11" fmla="*/ 1147891 w 1403190"/>
                <a:gd name="connsiteY11" fmla="*/ 514702 h 514701"/>
                <a:gd name="connsiteX12" fmla="*/ 1147891 w 1403190"/>
                <a:gd name="connsiteY12" fmla="*/ 514702 h 514701"/>
                <a:gd name="connsiteX13" fmla="*/ 1137704 w 1403190"/>
                <a:gd name="connsiteY13" fmla="*/ 508983 h 514701"/>
                <a:gd name="connsiteX14" fmla="*/ 1011647 w 1403190"/>
                <a:gd name="connsiteY14" fmla="*/ 317717 h 514701"/>
                <a:gd name="connsiteX15" fmla="*/ 730882 w 1403190"/>
                <a:gd name="connsiteY15" fmla="*/ 166484 h 514701"/>
                <a:gd name="connsiteX16" fmla="*/ 83402 w 1403190"/>
                <a:gd name="connsiteY16" fmla="*/ 166484 h 514701"/>
                <a:gd name="connsiteX17" fmla="*/ 0 w 1403190"/>
                <a:gd name="connsiteY17" fmla="*/ 83242 h 514701"/>
                <a:gd name="connsiteX18" fmla="*/ 83402 w 1403190"/>
                <a:gd name="connsiteY18" fmla="*/ 0 h 514701"/>
                <a:gd name="connsiteX19" fmla="*/ 1319788 w 1403190"/>
                <a:gd name="connsiteY19" fmla="*/ 0 h 514701"/>
                <a:gd name="connsiteX20" fmla="*/ 1403190 w 1403190"/>
                <a:gd name="connsiteY20" fmla="*/ 83242 h 514701"/>
                <a:gd name="connsiteX21" fmla="*/ 1403190 w 1403190"/>
                <a:gd name="connsiteY21" fmla="*/ 88325 h 514701"/>
                <a:gd name="connsiteX22" fmla="*/ 1363081 w 1403190"/>
                <a:gd name="connsiteY22" fmla="*/ 215412 h 514701"/>
                <a:gd name="connsiteX23" fmla="*/ 1158078 w 1403190"/>
                <a:gd name="connsiteY23" fmla="*/ 509618 h 514701"/>
                <a:gd name="connsiteX24" fmla="*/ 1147891 w 1403190"/>
                <a:gd name="connsiteY24" fmla="*/ 514702 h 514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3190" h="514701">
                  <a:moveTo>
                    <a:pt x="83402" y="24782"/>
                  </a:moveTo>
                  <a:cubicBezTo>
                    <a:pt x="50932" y="24782"/>
                    <a:pt x="24829" y="50835"/>
                    <a:pt x="24829" y="83242"/>
                  </a:cubicBezTo>
                  <a:cubicBezTo>
                    <a:pt x="24829" y="115649"/>
                    <a:pt x="50932" y="141702"/>
                    <a:pt x="83402" y="141702"/>
                  </a:cubicBezTo>
                  <a:lnTo>
                    <a:pt x="730244" y="141702"/>
                  </a:lnTo>
                  <a:cubicBezTo>
                    <a:pt x="851846" y="141702"/>
                    <a:pt x="964534" y="202068"/>
                    <a:pt x="1031383" y="303738"/>
                  </a:cubicBezTo>
                  <a:lnTo>
                    <a:pt x="1147891" y="480388"/>
                  </a:lnTo>
                  <a:lnTo>
                    <a:pt x="1342708" y="201433"/>
                  </a:lnTo>
                  <a:cubicBezTo>
                    <a:pt x="1366264" y="168390"/>
                    <a:pt x="1378361" y="128993"/>
                    <a:pt x="1378361" y="88325"/>
                  </a:cubicBezTo>
                  <a:lnTo>
                    <a:pt x="1378361" y="83242"/>
                  </a:lnTo>
                  <a:cubicBezTo>
                    <a:pt x="1378361" y="50835"/>
                    <a:pt x="1352258" y="24782"/>
                    <a:pt x="1319788" y="24782"/>
                  </a:cubicBezTo>
                  <a:lnTo>
                    <a:pt x="83402" y="24782"/>
                  </a:lnTo>
                  <a:close/>
                  <a:moveTo>
                    <a:pt x="1147891" y="514702"/>
                  </a:moveTo>
                  <a:lnTo>
                    <a:pt x="1147891" y="514702"/>
                  </a:lnTo>
                  <a:cubicBezTo>
                    <a:pt x="1143434" y="514702"/>
                    <a:pt x="1140251" y="512795"/>
                    <a:pt x="1137704" y="508983"/>
                  </a:cubicBezTo>
                  <a:lnTo>
                    <a:pt x="1011647" y="317717"/>
                  </a:lnTo>
                  <a:cubicBezTo>
                    <a:pt x="949254" y="223037"/>
                    <a:pt x="844206" y="166484"/>
                    <a:pt x="730882" y="166484"/>
                  </a:cubicBezTo>
                  <a:lnTo>
                    <a:pt x="83402" y="166484"/>
                  </a:lnTo>
                  <a:cubicBezTo>
                    <a:pt x="37562" y="166484"/>
                    <a:pt x="0" y="128993"/>
                    <a:pt x="0" y="83242"/>
                  </a:cubicBezTo>
                  <a:cubicBezTo>
                    <a:pt x="0" y="37491"/>
                    <a:pt x="37562" y="0"/>
                    <a:pt x="83402" y="0"/>
                  </a:cubicBezTo>
                  <a:lnTo>
                    <a:pt x="1319788" y="0"/>
                  </a:lnTo>
                  <a:cubicBezTo>
                    <a:pt x="1365627" y="0"/>
                    <a:pt x="1403190" y="37491"/>
                    <a:pt x="1403190" y="83242"/>
                  </a:cubicBezTo>
                  <a:lnTo>
                    <a:pt x="1403190" y="88325"/>
                  </a:lnTo>
                  <a:cubicBezTo>
                    <a:pt x="1403190" y="134077"/>
                    <a:pt x="1389183" y="177922"/>
                    <a:pt x="1363081" y="215412"/>
                  </a:cubicBezTo>
                  <a:lnTo>
                    <a:pt x="1158078" y="509618"/>
                  </a:lnTo>
                  <a:cubicBezTo>
                    <a:pt x="1156167" y="512795"/>
                    <a:pt x="1152348" y="514702"/>
                    <a:pt x="1147891" y="51470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EA275D58-1FFC-6B1C-C511-1FADF960327C}"/>
                </a:ext>
              </a:extLst>
            </p:cNvPr>
            <p:cNvSpPr/>
            <p:nvPr/>
          </p:nvSpPr>
          <p:spPr>
            <a:xfrm>
              <a:off x="6114028" y="4248052"/>
              <a:ext cx="492771" cy="85783"/>
            </a:xfrm>
            <a:custGeom>
              <a:avLst/>
              <a:gdLst>
                <a:gd name="connsiteX0" fmla="*/ 480675 w 492771"/>
                <a:gd name="connsiteY0" fmla="*/ 85784 h 85783"/>
                <a:gd name="connsiteX1" fmla="*/ 468579 w 492771"/>
                <a:gd name="connsiteY1" fmla="*/ 73710 h 85783"/>
                <a:gd name="connsiteX2" fmla="*/ 418920 w 492771"/>
                <a:gd name="connsiteY2" fmla="*/ 24146 h 85783"/>
                <a:gd name="connsiteX3" fmla="*/ 73852 w 492771"/>
                <a:gd name="connsiteY3" fmla="*/ 24146 h 85783"/>
                <a:gd name="connsiteX4" fmla="*/ 24193 w 492771"/>
                <a:gd name="connsiteY4" fmla="*/ 73710 h 85783"/>
                <a:gd name="connsiteX5" fmla="*/ 12096 w 492771"/>
                <a:gd name="connsiteY5" fmla="*/ 85784 h 85783"/>
                <a:gd name="connsiteX6" fmla="*/ 0 w 492771"/>
                <a:gd name="connsiteY6" fmla="*/ 73710 h 85783"/>
                <a:gd name="connsiteX7" fmla="*/ 73852 w 492771"/>
                <a:gd name="connsiteY7" fmla="*/ 0 h 85783"/>
                <a:gd name="connsiteX8" fmla="*/ 418920 w 492771"/>
                <a:gd name="connsiteY8" fmla="*/ 0 h 85783"/>
                <a:gd name="connsiteX9" fmla="*/ 492772 w 492771"/>
                <a:gd name="connsiteY9" fmla="*/ 73710 h 85783"/>
                <a:gd name="connsiteX10" fmla="*/ 480675 w 492771"/>
                <a:gd name="connsiteY10" fmla="*/ 85784 h 85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92771" h="85783">
                  <a:moveTo>
                    <a:pt x="480675" y="85784"/>
                  </a:moveTo>
                  <a:cubicBezTo>
                    <a:pt x="473672" y="85784"/>
                    <a:pt x="468579" y="80065"/>
                    <a:pt x="468579" y="73710"/>
                  </a:cubicBezTo>
                  <a:cubicBezTo>
                    <a:pt x="468579" y="46387"/>
                    <a:pt x="446296" y="24146"/>
                    <a:pt x="418920" y="24146"/>
                  </a:cubicBezTo>
                  <a:lnTo>
                    <a:pt x="73852" y="24146"/>
                  </a:lnTo>
                  <a:cubicBezTo>
                    <a:pt x="46476" y="24146"/>
                    <a:pt x="24193" y="46387"/>
                    <a:pt x="24193" y="73710"/>
                  </a:cubicBezTo>
                  <a:cubicBezTo>
                    <a:pt x="24193" y="80700"/>
                    <a:pt x="18463" y="85784"/>
                    <a:pt x="12096" y="85784"/>
                  </a:cubicBezTo>
                  <a:cubicBezTo>
                    <a:pt x="5093" y="85784"/>
                    <a:pt x="0" y="80065"/>
                    <a:pt x="0" y="73710"/>
                  </a:cubicBezTo>
                  <a:cubicBezTo>
                    <a:pt x="0" y="33043"/>
                    <a:pt x="33106" y="0"/>
                    <a:pt x="73852" y="0"/>
                  </a:cubicBezTo>
                  <a:lnTo>
                    <a:pt x="418920" y="0"/>
                  </a:lnTo>
                  <a:cubicBezTo>
                    <a:pt x="459666" y="0"/>
                    <a:pt x="492772" y="33043"/>
                    <a:pt x="492772" y="73710"/>
                  </a:cubicBezTo>
                  <a:cubicBezTo>
                    <a:pt x="492772" y="80065"/>
                    <a:pt x="487678" y="85784"/>
                    <a:pt x="480675" y="8578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38A97E30-FB57-AC1E-3259-C11C7B820E4D}"/>
                </a:ext>
              </a:extLst>
            </p:cNvPr>
            <p:cNvSpPr/>
            <p:nvPr/>
          </p:nvSpPr>
          <p:spPr>
            <a:xfrm>
              <a:off x="6662825" y="4248052"/>
              <a:ext cx="358437" cy="85783"/>
            </a:xfrm>
            <a:custGeom>
              <a:avLst/>
              <a:gdLst>
                <a:gd name="connsiteX0" fmla="*/ 12097 w 358437"/>
                <a:gd name="connsiteY0" fmla="*/ 85784 h 85783"/>
                <a:gd name="connsiteX1" fmla="*/ 0 w 358437"/>
                <a:gd name="connsiteY1" fmla="*/ 73710 h 85783"/>
                <a:gd name="connsiteX2" fmla="*/ 73853 w 358437"/>
                <a:gd name="connsiteY2" fmla="*/ 0 h 85783"/>
                <a:gd name="connsiteX3" fmla="*/ 346341 w 358437"/>
                <a:gd name="connsiteY3" fmla="*/ 0 h 85783"/>
                <a:gd name="connsiteX4" fmla="*/ 358438 w 358437"/>
                <a:gd name="connsiteY4" fmla="*/ 12073 h 85783"/>
                <a:gd name="connsiteX5" fmla="*/ 346341 w 358437"/>
                <a:gd name="connsiteY5" fmla="*/ 24146 h 85783"/>
                <a:gd name="connsiteX6" fmla="*/ 73853 w 358437"/>
                <a:gd name="connsiteY6" fmla="*/ 24146 h 85783"/>
                <a:gd name="connsiteX7" fmla="*/ 24193 w 358437"/>
                <a:gd name="connsiteY7" fmla="*/ 73710 h 85783"/>
                <a:gd name="connsiteX8" fmla="*/ 12097 w 358437"/>
                <a:gd name="connsiteY8" fmla="*/ 85784 h 85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8437" h="85783">
                  <a:moveTo>
                    <a:pt x="12097" y="85784"/>
                  </a:moveTo>
                  <a:cubicBezTo>
                    <a:pt x="5094" y="85784"/>
                    <a:pt x="0" y="80065"/>
                    <a:pt x="0" y="73710"/>
                  </a:cubicBezTo>
                  <a:cubicBezTo>
                    <a:pt x="0" y="33043"/>
                    <a:pt x="33107" y="0"/>
                    <a:pt x="73853" y="0"/>
                  </a:cubicBezTo>
                  <a:lnTo>
                    <a:pt x="346341" y="0"/>
                  </a:lnTo>
                  <a:cubicBezTo>
                    <a:pt x="353344" y="0"/>
                    <a:pt x="358438" y="5719"/>
                    <a:pt x="358438" y="12073"/>
                  </a:cubicBezTo>
                  <a:cubicBezTo>
                    <a:pt x="358438" y="18428"/>
                    <a:pt x="352708" y="24146"/>
                    <a:pt x="346341" y="24146"/>
                  </a:cubicBezTo>
                  <a:lnTo>
                    <a:pt x="73853" y="24146"/>
                  </a:lnTo>
                  <a:cubicBezTo>
                    <a:pt x="46476" y="24146"/>
                    <a:pt x="24193" y="46387"/>
                    <a:pt x="24193" y="73710"/>
                  </a:cubicBezTo>
                  <a:cubicBezTo>
                    <a:pt x="24193" y="80065"/>
                    <a:pt x="19100" y="85784"/>
                    <a:pt x="12097" y="8578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8883A76-22ED-C2BD-384B-0895F4F9283E}"/>
                </a:ext>
              </a:extLst>
            </p:cNvPr>
            <p:cNvSpPr/>
            <p:nvPr/>
          </p:nvSpPr>
          <p:spPr>
            <a:xfrm>
              <a:off x="7385112" y="4442495"/>
              <a:ext cx="1452848" cy="1460863"/>
            </a:xfrm>
            <a:custGeom>
              <a:avLst/>
              <a:gdLst>
                <a:gd name="connsiteX0" fmla="*/ 183675 w 1452848"/>
                <a:gd name="connsiteY0" fmla="*/ 1196523 h 1460863"/>
                <a:gd name="connsiteX1" fmla="*/ 195135 w 1452848"/>
                <a:gd name="connsiteY1" fmla="*/ 1204148 h 1460863"/>
                <a:gd name="connsiteX2" fmla="*/ 191315 w 1452848"/>
                <a:gd name="connsiteY2" fmla="*/ 1218127 h 1460863"/>
                <a:gd name="connsiteX3" fmla="*/ 182402 w 1452848"/>
                <a:gd name="connsiteY3" fmla="*/ 1226388 h 1460863"/>
                <a:gd name="connsiteX4" fmla="*/ 182402 w 1452848"/>
                <a:gd name="connsiteY4" fmla="*/ 1400497 h 1460863"/>
                <a:gd name="connsiteX5" fmla="*/ 268987 w 1452848"/>
                <a:gd name="connsiteY5" fmla="*/ 1436717 h 1460863"/>
                <a:gd name="connsiteX6" fmla="*/ 355572 w 1452848"/>
                <a:gd name="connsiteY6" fmla="*/ 1400497 h 1460863"/>
                <a:gd name="connsiteX7" fmla="*/ 388042 w 1452848"/>
                <a:gd name="connsiteY7" fmla="*/ 1285483 h 1460863"/>
                <a:gd name="connsiteX8" fmla="*/ 393772 w 1452848"/>
                <a:gd name="connsiteY8" fmla="*/ 1272139 h 1460863"/>
                <a:gd name="connsiteX9" fmla="*/ 428788 w 1452848"/>
                <a:gd name="connsiteY9" fmla="*/ 1251805 h 1460863"/>
                <a:gd name="connsiteX10" fmla="*/ 898640 w 1452848"/>
                <a:gd name="connsiteY10" fmla="*/ 903587 h 1460863"/>
                <a:gd name="connsiteX11" fmla="*/ 1244981 w 1452848"/>
                <a:gd name="connsiteY11" fmla="*/ 430824 h 1460863"/>
                <a:gd name="connsiteX12" fmla="*/ 1265354 w 1452848"/>
                <a:gd name="connsiteY12" fmla="*/ 395876 h 1460863"/>
                <a:gd name="connsiteX13" fmla="*/ 1278724 w 1452848"/>
                <a:gd name="connsiteY13" fmla="*/ 390157 h 1460863"/>
                <a:gd name="connsiteX14" fmla="*/ 1392685 w 1452848"/>
                <a:gd name="connsiteY14" fmla="*/ 357750 h 1460863"/>
                <a:gd name="connsiteX15" fmla="*/ 1392685 w 1452848"/>
                <a:gd name="connsiteY15" fmla="*/ 183640 h 1460863"/>
                <a:gd name="connsiteX16" fmla="*/ 1306100 w 1452848"/>
                <a:gd name="connsiteY16" fmla="*/ 147421 h 1460863"/>
                <a:gd name="connsiteX17" fmla="*/ 1219514 w 1452848"/>
                <a:gd name="connsiteY17" fmla="*/ 183640 h 1460863"/>
                <a:gd name="connsiteX18" fmla="*/ 1219514 w 1452848"/>
                <a:gd name="connsiteY18" fmla="*/ 183640 h 1460863"/>
                <a:gd name="connsiteX19" fmla="*/ 1211238 w 1452848"/>
                <a:gd name="connsiteY19" fmla="*/ 193172 h 1460863"/>
                <a:gd name="connsiteX20" fmla="*/ 1197231 w 1452848"/>
                <a:gd name="connsiteY20" fmla="*/ 196985 h 1460863"/>
                <a:gd name="connsiteX21" fmla="*/ 1189592 w 1452848"/>
                <a:gd name="connsiteY21" fmla="*/ 184911 h 1460863"/>
                <a:gd name="connsiteX22" fmla="*/ 1153939 w 1452848"/>
                <a:gd name="connsiteY22" fmla="*/ 91502 h 1460863"/>
                <a:gd name="connsiteX23" fmla="*/ 1067354 w 1452848"/>
                <a:gd name="connsiteY23" fmla="*/ 55283 h 1460863"/>
                <a:gd name="connsiteX24" fmla="*/ 980768 w 1452848"/>
                <a:gd name="connsiteY24" fmla="*/ 91502 h 1460863"/>
                <a:gd name="connsiteX25" fmla="*/ 959759 w 1452848"/>
                <a:gd name="connsiteY25" fmla="*/ 120097 h 1460863"/>
                <a:gd name="connsiteX26" fmla="*/ 947662 w 1452848"/>
                <a:gd name="connsiteY26" fmla="*/ 126451 h 1460863"/>
                <a:gd name="connsiteX27" fmla="*/ 937476 w 1452848"/>
                <a:gd name="connsiteY27" fmla="*/ 117555 h 1460863"/>
                <a:gd name="connsiteX28" fmla="*/ 905643 w 1452848"/>
                <a:gd name="connsiteY28" fmla="*/ 61637 h 1460863"/>
                <a:gd name="connsiteX29" fmla="*/ 819058 w 1452848"/>
                <a:gd name="connsiteY29" fmla="*/ 25417 h 1460863"/>
                <a:gd name="connsiteX30" fmla="*/ 732472 w 1452848"/>
                <a:gd name="connsiteY30" fmla="*/ 61637 h 1460863"/>
                <a:gd name="connsiteX31" fmla="*/ 696820 w 1452848"/>
                <a:gd name="connsiteY31" fmla="*/ 146785 h 1460863"/>
                <a:gd name="connsiteX32" fmla="*/ 687906 w 1452848"/>
                <a:gd name="connsiteY32" fmla="*/ 158223 h 1460863"/>
                <a:gd name="connsiteX33" fmla="*/ 674537 w 1452848"/>
                <a:gd name="connsiteY33" fmla="*/ 153775 h 1460863"/>
                <a:gd name="connsiteX34" fmla="*/ 661167 w 1452848"/>
                <a:gd name="connsiteY34" fmla="*/ 137889 h 1460863"/>
                <a:gd name="connsiteX35" fmla="*/ 574582 w 1452848"/>
                <a:gd name="connsiteY35" fmla="*/ 101669 h 1460863"/>
                <a:gd name="connsiteX36" fmla="*/ 487997 w 1452848"/>
                <a:gd name="connsiteY36" fmla="*/ 137889 h 1460863"/>
                <a:gd name="connsiteX37" fmla="*/ 457437 w 1452848"/>
                <a:gd name="connsiteY37" fmla="*/ 260528 h 1460863"/>
                <a:gd name="connsiteX38" fmla="*/ 452981 w 1452848"/>
                <a:gd name="connsiteY38" fmla="*/ 273872 h 1460863"/>
                <a:gd name="connsiteX39" fmla="*/ 438974 w 1452848"/>
                <a:gd name="connsiteY39" fmla="*/ 273872 h 1460863"/>
                <a:gd name="connsiteX40" fmla="*/ 284904 w 1452848"/>
                <a:gd name="connsiteY40" fmla="*/ 289123 h 1460863"/>
                <a:gd name="connsiteX41" fmla="*/ 269624 w 1452848"/>
                <a:gd name="connsiteY41" fmla="*/ 444168 h 1460863"/>
                <a:gd name="connsiteX42" fmla="*/ 268987 w 1452848"/>
                <a:gd name="connsiteY42" fmla="*/ 458148 h 1460863"/>
                <a:gd name="connsiteX43" fmla="*/ 255618 w 1452848"/>
                <a:gd name="connsiteY43" fmla="*/ 462596 h 1460863"/>
                <a:gd name="connsiteX44" fmla="*/ 134016 w 1452848"/>
                <a:gd name="connsiteY44" fmla="*/ 493097 h 1460863"/>
                <a:gd name="connsiteX45" fmla="*/ 134016 w 1452848"/>
                <a:gd name="connsiteY45" fmla="*/ 667206 h 1460863"/>
                <a:gd name="connsiteX46" fmla="*/ 149932 w 1452848"/>
                <a:gd name="connsiteY46" fmla="*/ 680550 h 1460863"/>
                <a:gd name="connsiteX47" fmla="*/ 154389 w 1452848"/>
                <a:gd name="connsiteY47" fmla="*/ 693894 h 1460863"/>
                <a:gd name="connsiteX48" fmla="*/ 142929 w 1452848"/>
                <a:gd name="connsiteY48" fmla="*/ 702155 h 1460863"/>
                <a:gd name="connsiteX49" fmla="*/ 58254 w 1452848"/>
                <a:gd name="connsiteY49" fmla="*/ 737739 h 1460863"/>
                <a:gd name="connsiteX50" fmla="*/ 58254 w 1452848"/>
                <a:gd name="connsiteY50" fmla="*/ 911848 h 1460863"/>
                <a:gd name="connsiteX51" fmla="*/ 113643 w 1452848"/>
                <a:gd name="connsiteY51" fmla="*/ 943620 h 1460863"/>
                <a:gd name="connsiteX52" fmla="*/ 122556 w 1452848"/>
                <a:gd name="connsiteY52" fmla="*/ 953787 h 1460863"/>
                <a:gd name="connsiteX53" fmla="*/ 116190 w 1452848"/>
                <a:gd name="connsiteY53" fmla="*/ 965860 h 1460863"/>
                <a:gd name="connsiteX54" fmla="*/ 88177 w 1452848"/>
                <a:gd name="connsiteY54" fmla="*/ 986829 h 1460863"/>
                <a:gd name="connsiteX55" fmla="*/ 88177 w 1452848"/>
                <a:gd name="connsiteY55" fmla="*/ 1160938 h 1460863"/>
                <a:gd name="connsiteX56" fmla="*/ 181128 w 1452848"/>
                <a:gd name="connsiteY56" fmla="*/ 1196523 h 1460863"/>
                <a:gd name="connsiteX57" fmla="*/ 183675 w 1452848"/>
                <a:gd name="connsiteY57" fmla="*/ 1196523 h 1460863"/>
                <a:gd name="connsiteX58" fmla="*/ 268987 w 1452848"/>
                <a:gd name="connsiteY58" fmla="*/ 1460863 h 1460863"/>
                <a:gd name="connsiteX59" fmla="*/ 165212 w 1452848"/>
                <a:gd name="connsiteY59" fmla="*/ 1417654 h 1460863"/>
                <a:gd name="connsiteX60" fmla="*/ 155662 w 1452848"/>
                <a:gd name="connsiteY60" fmla="*/ 1220034 h 1460863"/>
                <a:gd name="connsiteX61" fmla="*/ 72897 w 1452848"/>
                <a:gd name="connsiteY61" fmla="*/ 1178730 h 1460863"/>
                <a:gd name="connsiteX62" fmla="*/ 72897 w 1452848"/>
                <a:gd name="connsiteY62" fmla="*/ 970308 h 1460863"/>
                <a:gd name="connsiteX63" fmla="*/ 85630 w 1452848"/>
                <a:gd name="connsiteY63" fmla="*/ 958870 h 1460863"/>
                <a:gd name="connsiteX64" fmla="*/ 42974 w 1452848"/>
                <a:gd name="connsiteY64" fmla="*/ 929005 h 1460863"/>
                <a:gd name="connsiteX65" fmla="*/ 42974 w 1452848"/>
                <a:gd name="connsiteY65" fmla="*/ 720582 h 1460863"/>
                <a:gd name="connsiteX66" fmla="*/ 116190 w 1452848"/>
                <a:gd name="connsiteY66" fmla="*/ 680550 h 1460863"/>
                <a:gd name="connsiteX67" fmla="*/ 118737 w 1452848"/>
                <a:gd name="connsiteY67" fmla="*/ 475305 h 1460863"/>
                <a:gd name="connsiteX68" fmla="*/ 238427 w 1452848"/>
                <a:gd name="connsiteY68" fmla="*/ 432731 h 1460863"/>
                <a:gd name="connsiteX69" fmla="*/ 269624 w 1452848"/>
                <a:gd name="connsiteY69" fmla="*/ 270695 h 1460863"/>
                <a:gd name="connsiteX70" fmla="*/ 430698 w 1452848"/>
                <a:gd name="connsiteY70" fmla="*/ 239559 h 1460863"/>
                <a:gd name="connsiteX71" fmla="*/ 472717 w 1452848"/>
                <a:gd name="connsiteY71" fmla="*/ 119462 h 1460863"/>
                <a:gd name="connsiteX72" fmla="*/ 576492 w 1452848"/>
                <a:gd name="connsiteY72" fmla="*/ 76252 h 1460863"/>
                <a:gd name="connsiteX73" fmla="*/ 576492 w 1452848"/>
                <a:gd name="connsiteY73" fmla="*/ 76252 h 1460863"/>
                <a:gd name="connsiteX74" fmla="*/ 677084 w 1452848"/>
                <a:gd name="connsiteY74" fmla="*/ 116285 h 1460863"/>
                <a:gd name="connsiteX75" fmla="*/ 716556 w 1452848"/>
                <a:gd name="connsiteY75" fmla="*/ 43210 h 1460863"/>
                <a:gd name="connsiteX76" fmla="*/ 820331 w 1452848"/>
                <a:gd name="connsiteY76" fmla="*/ 0 h 1460863"/>
                <a:gd name="connsiteX77" fmla="*/ 924107 w 1452848"/>
                <a:gd name="connsiteY77" fmla="*/ 43210 h 1460863"/>
                <a:gd name="connsiteX78" fmla="*/ 953393 w 1452848"/>
                <a:gd name="connsiteY78" fmla="*/ 85784 h 1460863"/>
                <a:gd name="connsiteX79" fmla="*/ 964215 w 1452848"/>
                <a:gd name="connsiteY79" fmla="*/ 73075 h 1460863"/>
                <a:gd name="connsiteX80" fmla="*/ 1067991 w 1452848"/>
                <a:gd name="connsiteY80" fmla="*/ 29865 h 1460863"/>
                <a:gd name="connsiteX81" fmla="*/ 1171765 w 1452848"/>
                <a:gd name="connsiteY81" fmla="*/ 73075 h 1460863"/>
                <a:gd name="connsiteX82" fmla="*/ 1213148 w 1452848"/>
                <a:gd name="connsiteY82" fmla="*/ 156317 h 1460863"/>
                <a:gd name="connsiteX83" fmla="*/ 1306100 w 1452848"/>
                <a:gd name="connsiteY83" fmla="*/ 122639 h 1460863"/>
                <a:gd name="connsiteX84" fmla="*/ 1409875 w 1452848"/>
                <a:gd name="connsiteY84" fmla="*/ 165848 h 1460863"/>
                <a:gd name="connsiteX85" fmla="*/ 1409875 w 1452848"/>
                <a:gd name="connsiteY85" fmla="*/ 374271 h 1460863"/>
                <a:gd name="connsiteX86" fmla="*/ 1281907 w 1452848"/>
                <a:gd name="connsiteY86" fmla="*/ 415574 h 1460863"/>
                <a:gd name="connsiteX87" fmla="*/ 1265991 w 1452848"/>
                <a:gd name="connsiteY87" fmla="*/ 442898 h 1460863"/>
                <a:gd name="connsiteX88" fmla="*/ 915830 w 1452848"/>
                <a:gd name="connsiteY88" fmla="*/ 920744 h 1460863"/>
                <a:gd name="connsiteX89" fmla="*/ 440884 w 1452848"/>
                <a:gd name="connsiteY89" fmla="*/ 1272775 h 1460863"/>
                <a:gd name="connsiteX90" fmla="*/ 413508 w 1452848"/>
                <a:gd name="connsiteY90" fmla="*/ 1288661 h 1460863"/>
                <a:gd name="connsiteX91" fmla="*/ 372762 w 1452848"/>
                <a:gd name="connsiteY91" fmla="*/ 1417018 h 1460863"/>
                <a:gd name="connsiteX92" fmla="*/ 268987 w 1452848"/>
                <a:gd name="connsiteY92" fmla="*/ 1460863 h 1460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452848" h="1460863">
                  <a:moveTo>
                    <a:pt x="183675" y="1196523"/>
                  </a:moveTo>
                  <a:cubicBezTo>
                    <a:pt x="188769" y="1196523"/>
                    <a:pt x="193225" y="1199700"/>
                    <a:pt x="195135" y="1204148"/>
                  </a:cubicBezTo>
                  <a:cubicBezTo>
                    <a:pt x="197045" y="1209231"/>
                    <a:pt x="195772" y="1214950"/>
                    <a:pt x="191315" y="1218127"/>
                  </a:cubicBezTo>
                  <a:cubicBezTo>
                    <a:pt x="188131" y="1220669"/>
                    <a:pt x="184948" y="1223211"/>
                    <a:pt x="182402" y="1226388"/>
                  </a:cubicBezTo>
                  <a:cubicBezTo>
                    <a:pt x="134653" y="1274046"/>
                    <a:pt x="134653" y="1352204"/>
                    <a:pt x="182402" y="1400497"/>
                  </a:cubicBezTo>
                  <a:cubicBezTo>
                    <a:pt x="205322" y="1424008"/>
                    <a:pt x="235881" y="1436717"/>
                    <a:pt x="268987" y="1436717"/>
                  </a:cubicBezTo>
                  <a:cubicBezTo>
                    <a:pt x="302093" y="1436717"/>
                    <a:pt x="332016" y="1424008"/>
                    <a:pt x="355572" y="1400497"/>
                  </a:cubicBezTo>
                  <a:cubicBezTo>
                    <a:pt x="385495" y="1370632"/>
                    <a:pt x="397591" y="1327422"/>
                    <a:pt x="388042" y="1285483"/>
                  </a:cubicBezTo>
                  <a:cubicBezTo>
                    <a:pt x="386769" y="1280400"/>
                    <a:pt x="389315" y="1274681"/>
                    <a:pt x="393772" y="1272139"/>
                  </a:cubicBezTo>
                  <a:cubicBezTo>
                    <a:pt x="404595" y="1265785"/>
                    <a:pt x="416055" y="1258795"/>
                    <a:pt x="428788" y="1251805"/>
                  </a:cubicBezTo>
                  <a:cubicBezTo>
                    <a:pt x="536383" y="1190168"/>
                    <a:pt x="717193" y="1085957"/>
                    <a:pt x="898640" y="903587"/>
                  </a:cubicBezTo>
                  <a:cubicBezTo>
                    <a:pt x="1080087" y="720582"/>
                    <a:pt x="1183225" y="538848"/>
                    <a:pt x="1244981" y="430824"/>
                  </a:cubicBezTo>
                  <a:cubicBezTo>
                    <a:pt x="1251984" y="418116"/>
                    <a:pt x="1258988" y="406678"/>
                    <a:pt x="1265354" y="395876"/>
                  </a:cubicBezTo>
                  <a:cubicBezTo>
                    <a:pt x="1267901" y="391428"/>
                    <a:pt x="1273630" y="388886"/>
                    <a:pt x="1278724" y="390157"/>
                  </a:cubicBezTo>
                  <a:cubicBezTo>
                    <a:pt x="1320106" y="399688"/>
                    <a:pt x="1362762" y="387615"/>
                    <a:pt x="1392685" y="357750"/>
                  </a:cubicBezTo>
                  <a:cubicBezTo>
                    <a:pt x="1440435" y="310092"/>
                    <a:pt x="1440435" y="231933"/>
                    <a:pt x="1392685" y="183640"/>
                  </a:cubicBezTo>
                  <a:cubicBezTo>
                    <a:pt x="1369766" y="160129"/>
                    <a:pt x="1339206" y="147421"/>
                    <a:pt x="1306100" y="147421"/>
                  </a:cubicBezTo>
                  <a:cubicBezTo>
                    <a:pt x="1272994" y="147421"/>
                    <a:pt x="1243071" y="160129"/>
                    <a:pt x="1219514" y="183640"/>
                  </a:cubicBezTo>
                  <a:lnTo>
                    <a:pt x="1219514" y="183640"/>
                  </a:lnTo>
                  <a:cubicBezTo>
                    <a:pt x="1216331" y="186818"/>
                    <a:pt x="1213785" y="189995"/>
                    <a:pt x="1211238" y="193172"/>
                  </a:cubicBezTo>
                  <a:cubicBezTo>
                    <a:pt x="1208055" y="196985"/>
                    <a:pt x="1202325" y="198891"/>
                    <a:pt x="1197231" y="196985"/>
                  </a:cubicBezTo>
                  <a:cubicBezTo>
                    <a:pt x="1192139" y="195078"/>
                    <a:pt x="1188955" y="189995"/>
                    <a:pt x="1189592" y="184911"/>
                  </a:cubicBezTo>
                  <a:cubicBezTo>
                    <a:pt x="1191502" y="149963"/>
                    <a:pt x="1178769" y="115649"/>
                    <a:pt x="1153939" y="91502"/>
                  </a:cubicBezTo>
                  <a:cubicBezTo>
                    <a:pt x="1131020" y="68627"/>
                    <a:pt x="1100460" y="55283"/>
                    <a:pt x="1067354" y="55283"/>
                  </a:cubicBezTo>
                  <a:cubicBezTo>
                    <a:pt x="1034248" y="55283"/>
                    <a:pt x="1004325" y="67992"/>
                    <a:pt x="980768" y="91502"/>
                  </a:cubicBezTo>
                  <a:cubicBezTo>
                    <a:pt x="972492" y="99763"/>
                    <a:pt x="965489" y="109295"/>
                    <a:pt x="959759" y="120097"/>
                  </a:cubicBezTo>
                  <a:cubicBezTo>
                    <a:pt x="957212" y="124545"/>
                    <a:pt x="952756" y="127087"/>
                    <a:pt x="947662" y="126451"/>
                  </a:cubicBezTo>
                  <a:cubicBezTo>
                    <a:pt x="942569" y="125816"/>
                    <a:pt x="938749" y="122003"/>
                    <a:pt x="937476" y="117555"/>
                  </a:cubicBezTo>
                  <a:cubicBezTo>
                    <a:pt x="931746" y="96586"/>
                    <a:pt x="920923" y="76888"/>
                    <a:pt x="905643" y="61637"/>
                  </a:cubicBezTo>
                  <a:cubicBezTo>
                    <a:pt x="882724" y="38126"/>
                    <a:pt x="852164" y="25417"/>
                    <a:pt x="819058" y="25417"/>
                  </a:cubicBezTo>
                  <a:cubicBezTo>
                    <a:pt x="785952" y="25417"/>
                    <a:pt x="756029" y="38126"/>
                    <a:pt x="732472" y="61637"/>
                  </a:cubicBezTo>
                  <a:cubicBezTo>
                    <a:pt x="709553" y="84513"/>
                    <a:pt x="697456" y="114378"/>
                    <a:pt x="696820" y="146785"/>
                  </a:cubicBezTo>
                  <a:cubicBezTo>
                    <a:pt x="696820" y="151869"/>
                    <a:pt x="693000" y="156952"/>
                    <a:pt x="687906" y="158223"/>
                  </a:cubicBezTo>
                  <a:cubicBezTo>
                    <a:pt x="682814" y="159494"/>
                    <a:pt x="677084" y="158223"/>
                    <a:pt x="674537" y="153775"/>
                  </a:cubicBezTo>
                  <a:cubicBezTo>
                    <a:pt x="670081" y="147421"/>
                    <a:pt x="665624" y="142337"/>
                    <a:pt x="661167" y="137889"/>
                  </a:cubicBezTo>
                  <a:cubicBezTo>
                    <a:pt x="638248" y="114378"/>
                    <a:pt x="607688" y="101669"/>
                    <a:pt x="574582" y="101669"/>
                  </a:cubicBezTo>
                  <a:cubicBezTo>
                    <a:pt x="541476" y="101669"/>
                    <a:pt x="511553" y="114378"/>
                    <a:pt x="487997" y="137889"/>
                  </a:cubicBezTo>
                  <a:cubicBezTo>
                    <a:pt x="456164" y="170296"/>
                    <a:pt x="444704" y="217319"/>
                    <a:pt x="457437" y="260528"/>
                  </a:cubicBezTo>
                  <a:cubicBezTo>
                    <a:pt x="458710" y="265612"/>
                    <a:pt x="457437" y="270695"/>
                    <a:pt x="452981" y="273872"/>
                  </a:cubicBezTo>
                  <a:cubicBezTo>
                    <a:pt x="448524" y="277049"/>
                    <a:pt x="443431" y="277049"/>
                    <a:pt x="438974" y="273872"/>
                  </a:cubicBezTo>
                  <a:cubicBezTo>
                    <a:pt x="390588" y="241465"/>
                    <a:pt x="326286" y="247819"/>
                    <a:pt x="284904" y="289123"/>
                  </a:cubicBezTo>
                  <a:cubicBezTo>
                    <a:pt x="243521" y="330426"/>
                    <a:pt x="237154" y="395876"/>
                    <a:pt x="269624" y="444168"/>
                  </a:cubicBezTo>
                  <a:cubicBezTo>
                    <a:pt x="272171" y="448617"/>
                    <a:pt x="272171" y="454335"/>
                    <a:pt x="268987" y="458148"/>
                  </a:cubicBezTo>
                  <a:cubicBezTo>
                    <a:pt x="265804" y="462596"/>
                    <a:pt x="260710" y="463867"/>
                    <a:pt x="255618" y="462596"/>
                  </a:cubicBezTo>
                  <a:cubicBezTo>
                    <a:pt x="212325" y="449252"/>
                    <a:pt x="165848" y="461325"/>
                    <a:pt x="134016" y="493097"/>
                  </a:cubicBezTo>
                  <a:cubicBezTo>
                    <a:pt x="86266" y="540755"/>
                    <a:pt x="86266" y="618913"/>
                    <a:pt x="134016" y="667206"/>
                  </a:cubicBezTo>
                  <a:cubicBezTo>
                    <a:pt x="138473" y="671654"/>
                    <a:pt x="143565" y="676102"/>
                    <a:pt x="149932" y="680550"/>
                  </a:cubicBezTo>
                  <a:cubicBezTo>
                    <a:pt x="154389" y="683727"/>
                    <a:pt x="156299" y="688811"/>
                    <a:pt x="154389" y="693894"/>
                  </a:cubicBezTo>
                  <a:cubicBezTo>
                    <a:pt x="153115" y="698978"/>
                    <a:pt x="148023" y="702155"/>
                    <a:pt x="142929" y="702155"/>
                  </a:cubicBezTo>
                  <a:cubicBezTo>
                    <a:pt x="111096" y="702790"/>
                    <a:pt x="80537" y="715499"/>
                    <a:pt x="58254" y="737739"/>
                  </a:cubicBezTo>
                  <a:cubicBezTo>
                    <a:pt x="10505" y="785397"/>
                    <a:pt x="10505" y="863555"/>
                    <a:pt x="58254" y="911848"/>
                  </a:cubicBezTo>
                  <a:cubicBezTo>
                    <a:pt x="73533" y="927098"/>
                    <a:pt x="92633" y="937901"/>
                    <a:pt x="113643" y="943620"/>
                  </a:cubicBezTo>
                  <a:cubicBezTo>
                    <a:pt x="118737" y="944891"/>
                    <a:pt x="121920" y="948703"/>
                    <a:pt x="122556" y="953787"/>
                  </a:cubicBezTo>
                  <a:cubicBezTo>
                    <a:pt x="123193" y="958870"/>
                    <a:pt x="120646" y="963318"/>
                    <a:pt x="116190" y="965860"/>
                  </a:cubicBezTo>
                  <a:cubicBezTo>
                    <a:pt x="106003" y="971579"/>
                    <a:pt x="96454" y="978569"/>
                    <a:pt x="88177" y="986829"/>
                  </a:cubicBezTo>
                  <a:cubicBezTo>
                    <a:pt x="40428" y="1034487"/>
                    <a:pt x="40428" y="1112645"/>
                    <a:pt x="88177" y="1160938"/>
                  </a:cubicBezTo>
                  <a:cubicBezTo>
                    <a:pt x="112370" y="1185720"/>
                    <a:pt x="146749" y="1198429"/>
                    <a:pt x="181128" y="1196523"/>
                  </a:cubicBezTo>
                  <a:lnTo>
                    <a:pt x="183675" y="1196523"/>
                  </a:lnTo>
                  <a:moveTo>
                    <a:pt x="268987" y="1460863"/>
                  </a:moveTo>
                  <a:cubicBezTo>
                    <a:pt x="230151" y="1460863"/>
                    <a:pt x="193225" y="1445613"/>
                    <a:pt x="165212" y="1417654"/>
                  </a:cubicBezTo>
                  <a:cubicBezTo>
                    <a:pt x="111733" y="1363642"/>
                    <a:pt x="108549" y="1277858"/>
                    <a:pt x="155662" y="1220034"/>
                  </a:cubicBezTo>
                  <a:cubicBezTo>
                    <a:pt x="124466" y="1215586"/>
                    <a:pt x="95180" y="1200971"/>
                    <a:pt x="72897" y="1178730"/>
                  </a:cubicBezTo>
                  <a:cubicBezTo>
                    <a:pt x="15598" y="1121541"/>
                    <a:pt x="15598" y="1028133"/>
                    <a:pt x="72897" y="970308"/>
                  </a:cubicBezTo>
                  <a:cubicBezTo>
                    <a:pt x="76717" y="966495"/>
                    <a:pt x="81174" y="962683"/>
                    <a:pt x="85630" y="958870"/>
                  </a:cubicBezTo>
                  <a:cubicBezTo>
                    <a:pt x="69714" y="951881"/>
                    <a:pt x="55071" y="941714"/>
                    <a:pt x="42974" y="929005"/>
                  </a:cubicBezTo>
                  <a:cubicBezTo>
                    <a:pt x="-14325" y="871816"/>
                    <a:pt x="-14325" y="778407"/>
                    <a:pt x="42974" y="720582"/>
                  </a:cubicBezTo>
                  <a:cubicBezTo>
                    <a:pt x="63347" y="700249"/>
                    <a:pt x="88177" y="686269"/>
                    <a:pt x="116190" y="680550"/>
                  </a:cubicBezTo>
                  <a:cubicBezTo>
                    <a:pt x="62074" y="622726"/>
                    <a:pt x="62710" y="531859"/>
                    <a:pt x="118737" y="475305"/>
                  </a:cubicBezTo>
                  <a:cubicBezTo>
                    <a:pt x="150569" y="443533"/>
                    <a:pt x="194498" y="428283"/>
                    <a:pt x="238427" y="432731"/>
                  </a:cubicBezTo>
                  <a:cubicBezTo>
                    <a:pt x="215508" y="378083"/>
                    <a:pt x="226968" y="313904"/>
                    <a:pt x="269624" y="270695"/>
                  </a:cubicBezTo>
                  <a:cubicBezTo>
                    <a:pt x="312279" y="227486"/>
                    <a:pt x="376582" y="216048"/>
                    <a:pt x="430698" y="239559"/>
                  </a:cubicBezTo>
                  <a:cubicBezTo>
                    <a:pt x="425604" y="195714"/>
                    <a:pt x="440884" y="151233"/>
                    <a:pt x="472717" y="119462"/>
                  </a:cubicBezTo>
                  <a:cubicBezTo>
                    <a:pt x="500093" y="91502"/>
                    <a:pt x="537019" y="76252"/>
                    <a:pt x="576492" y="76252"/>
                  </a:cubicBezTo>
                  <a:lnTo>
                    <a:pt x="576492" y="76252"/>
                  </a:lnTo>
                  <a:cubicBezTo>
                    <a:pt x="614055" y="76252"/>
                    <a:pt x="649707" y="90232"/>
                    <a:pt x="677084" y="116285"/>
                  </a:cubicBezTo>
                  <a:cubicBezTo>
                    <a:pt x="682814" y="88961"/>
                    <a:pt x="696183" y="63543"/>
                    <a:pt x="716556" y="43210"/>
                  </a:cubicBezTo>
                  <a:cubicBezTo>
                    <a:pt x="743933" y="15250"/>
                    <a:pt x="780859" y="0"/>
                    <a:pt x="820331" y="0"/>
                  </a:cubicBezTo>
                  <a:cubicBezTo>
                    <a:pt x="859804" y="0"/>
                    <a:pt x="896093" y="15250"/>
                    <a:pt x="924107" y="43210"/>
                  </a:cubicBezTo>
                  <a:cubicBezTo>
                    <a:pt x="936202" y="55283"/>
                    <a:pt x="946389" y="69898"/>
                    <a:pt x="953393" y="85784"/>
                  </a:cubicBezTo>
                  <a:cubicBezTo>
                    <a:pt x="956576" y="81336"/>
                    <a:pt x="960396" y="76888"/>
                    <a:pt x="964215" y="73075"/>
                  </a:cubicBezTo>
                  <a:cubicBezTo>
                    <a:pt x="991592" y="45116"/>
                    <a:pt x="1028518" y="29865"/>
                    <a:pt x="1067991" y="29865"/>
                  </a:cubicBezTo>
                  <a:cubicBezTo>
                    <a:pt x="1107463" y="29865"/>
                    <a:pt x="1143753" y="45116"/>
                    <a:pt x="1171765" y="73075"/>
                  </a:cubicBezTo>
                  <a:cubicBezTo>
                    <a:pt x="1194048" y="95951"/>
                    <a:pt x="1208692" y="125181"/>
                    <a:pt x="1213148" y="156317"/>
                  </a:cubicBezTo>
                  <a:cubicBezTo>
                    <a:pt x="1239251" y="134712"/>
                    <a:pt x="1271721" y="122639"/>
                    <a:pt x="1306100" y="122639"/>
                  </a:cubicBezTo>
                  <a:cubicBezTo>
                    <a:pt x="1344936" y="122639"/>
                    <a:pt x="1381862" y="137889"/>
                    <a:pt x="1409875" y="165848"/>
                  </a:cubicBezTo>
                  <a:cubicBezTo>
                    <a:pt x="1467174" y="223037"/>
                    <a:pt x="1467174" y="316446"/>
                    <a:pt x="1409875" y="374271"/>
                  </a:cubicBezTo>
                  <a:cubicBezTo>
                    <a:pt x="1376132" y="407949"/>
                    <a:pt x="1329020" y="423199"/>
                    <a:pt x="1281907" y="415574"/>
                  </a:cubicBezTo>
                  <a:cubicBezTo>
                    <a:pt x="1276813" y="424470"/>
                    <a:pt x="1271721" y="433366"/>
                    <a:pt x="1265991" y="442898"/>
                  </a:cubicBezTo>
                  <a:cubicBezTo>
                    <a:pt x="1203598" y="552192"/>
                    <a:pt x="1099823" y="735833"/>
                    <a:pt x="915830" y="920744"/>
                  </a:cubicBezTo>
                  <a:cubicBezTo>
                    <a:pt x="731836" y="1105656"/>
                    <a:pt x="549752" y="1210502"/>
                    <a:pt x="440884" y="1272775"/>
                  </a:cubicBezTo>
                  <a:cubicBezTo>
                    <a:pt x="431335" y="1278494"/>
                    <a:pt x="421785" y="1283577"/>
                    <a:pt x="413508" y="1288661"/>
                  </a:cubicBezTo>
                  <a:cubicBezTo>
                    <a:pt x="421148" y="1335683"/>
                    <a:pt x="406505" y="1383340"/>
                    <a:pt x="372762" y="1417018"/>
                  </a:cubicBezTo>
                  <a:cubicBezTo>
                    <a:pt x="344749" y="1445613"/>
                    <a:pt x="307823" y="1460863"/>
                    <a:pt x="268987" y="14608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4A3E76E-899C-55CA-7F0B-920D86ED8357}"/>
                </a:ext>
              </a:extLst>
            </p:cNvPr>
            <p:cNvSpPr/>
            <p:nvPr/>
          </p:nvSpPr>
          <p:spPr>
            <a:xfrm>
              <a:off x="7556473" y="5511734"/>
              <a:ext cx="138568" cy="152700"/>
            </a:xfrm>
            <a:custGeom>
              <a:avLst/>
              <a:gdLst>
                <a:gd name="connsiteX0" fmla="*/ 12314 w 138568"/>
                <a:gd name="connsiteY0" fmla="*/ 152065 h 152700"/>
                <a:gd name="connsiteX1" fmla="*/ 218 w 138568"/>
                <a:gd name="connsiteY1" fmla="*/ 141898 h 152700"/>
                <a:gd name="connsiteX2" fmla="*/ 9768 w 138568"/>
                <a:gd name="connsiteY2" fmla="*/ 127918 h 152700"/>
                <a:gd name="connsiteX3" fmla="*/ 114179 w 138568"/>
                <a:gd name="connsiteY3" fmla="*/ 10363 h 152700"/>
                <a:gd name="connsiteX4" fmla="*/ 128185 w 138568"/>
                <a:gd name="connsiteY4" fmla="*/ 196 h 152700"/>
                <a:gd name="connsiteX5" fmla="*/ 138373 w 138568"/>
                <a:gd name="connsiteY5" fmla="*/ 14176 h 152700"/>
                <a:gd name="connsiteX6" fmla="*/ 14225 w 138568"/>
                <a:gd name="connsiteY6" fmla="*/ 152700 h 152700"/>
                <a:gd name="connsiteX7" fmla="*/ 12314 w 138568"/>
                <a:gd name="connsiteY7" fmla="*/ 152065 h 15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568" h="152700">
                  <a:moveTo>
                    <a:pt x="12314" y="152065"/>
                  </a:moveTo>
                  <a:cubicBezTo>
                    <a:pt x="6584" y="152065"/>
                    <a:pt x="1491" y="148252"/>
                    <a:pt x="218" y="141898"/>
                  </a:cubicBezTo>
                  <a:cubicBezTo>
                    <a:pt x="-1055" y="135543"/>
                    <a:pt x="3401" y="129189"/>
                    <a:pt x="9768" y="127918"/>
                  </a:cubicBezTo>
                  <a:cubicBezTo>
                    <a:pt x="13587" y="127283"/>
                    <a:pt x="100173" y="109491"/>
                    <a:pt x="114179" y="10363"/>
                  </a:cubicBezTo>
                  <a:cubicBezTo>
                    <a:pt x="114816" y="4009"/>
                    <a:pt x="121182" y="-1075"/>
                    <a:pt x="128185" y="196"/>
                  </a:cubicBezTo>
                  <a:cubicBezTo>
                    <a:pt x="134552" y="831"/>
                    <a:pt x="139646" y="7186"/>
                    <a:pt x="138373" y="14176"/>
                  </a:cubicBezTo>
                  <a:cubicBezTo>
                    <a:pt x="121819" y="131095"/>
                    <a:pt x="15498" y="152065"/>
                    <a:pt x="14225" y="152700"/>
                  </a:cubicBezTo>
                  <a:cubicBezTo>
                    <a:pt x="13587" y="152065"/>
                    <a:pt x="12951" y="152065"/>
                    <a:pt x="12314" y="1520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9ACAD3AB-A62A-F854-8D40-54AD7302E378}"/>
                </a:ext>
              </a:extLst>
            </p:cNvPr>
            <p:cNvSpPr/>
            <p:nvPr/>
          </p:nvSpPr>
          <p:spPr>
            <a:xfrm>
              <a:off x="7485325" y="5294698"/>
              <a:ext cx="165504" cy="116833"/>
            </a:xfrm>
            <a:custGeom>
              <a:avLst/>
              <a:gdLst>
                <a:gd name="connsiteX0" fmla="*/ 19796 w 165504"/>
                <a:gd name="connsiteY0" fmla="*/ 116834 h 116833"/>
                <a:gd name="connsiteX1" fmla="*/ 10883 w 165504"/>
                <a:gd name="connsiteY1" fmla="*/ 116198 h 116833"/>
                <a:gd name="connsiteX2" fmla="*/ 60 w 165504"/>
                <a:gd name="connsiteY2" fmla="*/ 102854 h 116833"/>
                <a:gd name="connsiteX3" fmla="*/ 13430 w 165504"/>
                <a:gd name="connsiteY3" fmla="*/ 92052 h 116833"/>
                <a:gd name="connsiteX4" fmla="*/ 142034 w 165504"/>
                <a:gd name="connsiteY4" fmla="*/ 8175 h 116833"/>
                <a:gd name="connsiteX5" fmla="*/ 157314 w 165504"/>
                <a:gd name="connsiteY5" fmla="*/ 549 h 116833"/>
                <a:gd name="connsiteX6" fmla="*/ 164954 w 165504"/>
                <a:gd name="connsiteY6" fmla="*/ 15800 h 116833"/>
                <a:gd name="connsiteX7" fmla="*/ 19796 w 165504"/>
                <a:gd name="connsiteY7" fmla="*/ 116834 h 11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5504" h="116833">
                  <a:moveTo>
                    <a:pt x="19796" y="116834"/>
                  </a:moveTo>
                  <a:cubicBezTo>
                    <a:pt x="14066" y="116834"/>
                    <a:pt x="10883" y="116834"/>
                    <a:pt x="10883" y="116198"/>
                  </a:cubicBezTo>
                  <a:cubicBezTo>
                    <a:pt x="3880" y="115563"/>
                    <a:pt x="-576" y="109209"/>
                    <a:pt x="60" y="102854"/>
                  </a:cubicBezTo>
                  <a:cubicBezTo>
                    <a:pt x="697" y="95865"/>
                    <a:pt x="6427" y="91416"/>
                    <a:pt x="13430" y="92052"/>
                  </a:cubicBezTo>
                  <a:cubicBezTo>
                    <a:pt x="17250" y="92687"/>
                    <a:pt x="110201" y="100948"/>
                    <a:pt x="142034" y="8175"/>
                  </a:cubicBezTo>
                  <a:cubicBezTo>
                    <a:pt x="143944" y="1820"/>
                    <a:pt x="150947" y="-1357"/>
                    <a:pt x="157314" y="549"/>
                  </a:cubicBezTo>
                  <a:cubicBezTo>
                    <a:pt x="163681" y="2456"/>
                    <a:pt x="166864" y="9446"/>
                    <a:pt x="164954" y="15800"/>
                  </a:cubicBezTo>
                  <a:cubicBezTo>
                    <a:pt x="133122" y="108573"/>
                    <a:pt x="47810" y="116834"/>
                    <a:pt x="19796" y="1168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432B9A4B-E194-4C5A-283D-AD36D0F2C192}"/>
                </a:ext>
              </a:extLst>
            </p:cNvPr>
            <p:cNvSpPr/>
            <p:nvPr/>
          </p:nvSpPr>
          <p:spPr>
            <a:xfrm>
              <a:off x="7690714" y="5000146"/>
              <a:ext cx="1072700" cy="1004881"/>
            </a:xfrm>
            <a:custGeom>
              <a:avLst/>
              <a:gdLst>
                <a:gd name="connsiteX0" fmla="*/ 91989 w 1072700"/>
                <a:gd name="connsiteY0" fmla="*/ 1004881 h 1004881"/>
                <a:gd name="connsiteX1" fmla="*/ 4768 w 1072700"/>
                <a:gd name="connsiteY1" fmla="*/ 975651 h 1004881"/>
                <a:gd name="connsiteX2" fmla="*/ 2221 w 1072700"/>
                <a:gd name="connsiteY2" fmla="*/ 958494 h 1004881"/>
                <a:gd name="connsiteX3" fmla="*/ 19410 w 1072700"/>
                <a:gd name="connsiteY3" fmla="*/ 955953 h 1004881"/>
                <a:gd name="connsiteX4" fmla="*/ 178574 w 1072700"/>
                <a:gd name="connsiteY4" fmla="*/ 944515 h 1004881"/>
                <a:gd name="connsiteX5" fmla="*/ 211045 w 1072700"/>
                <a:gd name="connsiteY5" fmla="*/ 829501 h 1004881"/>
                <a:gd name="connsiteX6" fmla="*/ 216774 w 1072700"/>
                <a:gd name="connsiteY6" fmla="*/ 816157 h 1004881"/>
                <a:gd name="connsiteX7" fmla="*/ 251790 w 1072700"/>
                <a:gd name="connsiteY7" fmla="*/ 795823 h 1004881"/>
                <a:gd name="connsiteX8" fmla="*/ 722279 w 1072700"/>
                <a:gd name="connsiteY8" fmla="*/ 446970 h 1004881"/>
                <a:gd name="connsiteX9" fmla="*/ 1050157 w 1072700"/>
                <a:gd name="connsiteY9" fmla="*/ 5979 h 1004881"/>
                <a:gd name="connsiteX10" fmla="*/ 1066710 w 1072700"/>
                <a:gd name="connsiteY10" fmla="*/ 1531 h 1004881"/>
                <a:gd name="connsiteX11" fmla="*/ 1071167 w 1072700"/>
                <a:gd name="connsiteY11" fmla="*/ 18052 h 1004881"/>
                <a:gd name="connsiteX12" fmla="*/ 739469 w 1072700"/>
                <a:gd name="connsiteY12" fmla="*/ 464127 h 1004881"/>
                <a:gd name="connsiteX13" fmla="*/ 263887 w 1072700"/>
                <a:gd name="connsiteY13" fmla="*/ 816793 h 1004881"/>
                <a:gd name="connsiteX14" fmla="*/ 236511 w 1072700"/>
                <a:gd name="connsiteY14" fmla="*/ 832679 h 1004881"/>
                <a:gd name="connsiteX15" fmla="*/ 195765 w 1072700"/>
                <a:gd name="connsiteY15" fmla="*/ 961036 h 1004881"/>
                <a:gd name="connsiteX16" fmla="*/ 91989 w 1072700"/>
                <a:gd name="connsiteY16" fmla="*/ 1004881 h 1004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72700" h="1004881">
                  <a:moveTo>
                    <a:pt x="91989" y="1004881"/>
                  </a:moveTo>
                  <a:cubicBezTo>
                    <a:pt x="61430" y="1004881"/>
                    <a:pt x="30234" y="995350"/>
                    <a:pt x="4768" y="975651"/>
                  </a:cubicBezTo>
                  <a:cubicBezTo>
                    <a:pt x="-326" y="971839"/>
                    <a:pt x="-1599" y="964213"/>
                    <a:pt x="2221" y="958494"/>
                  </a:cubicBezTo>
                  <a:cubicBezTo>
                    <a:pt x="6041" y="953411"/>
                    <a:pt x="13681" y="952140"/>
                    <a:pt x="19410" y="955953"/>
                  </a:cubicBezTo>
                  <a:cubicBezTo>
                    <a:pt x="67797" y="992172"/>
                    <a:pt x="135919" y="987089"/>
                    <a:pt x="178574" y="944515"/>
                  </a:cubicBezTo>
                  <a:cubicBezTo>
                    <a:pt x="208498" y="914650"/>
                    <a:pt x="220594" y="871440"/>
                    <a:pt x="211045" y="829501"/>
                  </a:cubicBezTo>
                  <a:cubicBezTo>
                    <a:pt x="209771" y="824418"/>
                    <a:pt x="212318" y="818699"/>
                    <a:pt x="216774" y="816157"/>
                  </a:cubicBezTo>
                  <a:cubicBezTo>
                    <a:pt x="227597" y="809803"/>
                    <a:pt x="239057" y="803449"/>
                    <a:pt x="251790" y="795823"/>
                  </a:cubicBezTo>
                  <a:cubicBezTo>
                    <a:pt x="360021" y="733551"/>
                    <a:pt x="540195" y="629975"/>
                    <a:pt x="722279" y="446970"/>
                  </a:cubicBezTo>
                  <a:cubicBezTo>
                    <a:pt x="879534" y="288747"/>
                    <a:pt x="976305" y="135607"/>
                    <a:pt x="1050157" y="5979"/>
                  </a:cubicBezTo>
                  <a:cubicBezTo>
                    <a:pt x="1053340" y="260"/>
                    <a:pt x="1060981" y="-1647"/>
                    <a:pt x="1066710" y="1531"/>
                  </a:cubicBezTo>
                  <a:cubicBezTo>
                    <a:pt x="1072440" y="4708"/>
                    <a:pt x="1074350" y="12333"/>
                    <a:pt x="1071167" y="18052"/>
                  </a:cubicBezTo>
                  <a:cubicBezTo>
                    <a:pt x="996678" y="148316"/>
                    <a:pt x="898633" y="303362"/>
                    <a:pt x="739469" y="464127"/>
                  </a:cubicBezTo>
                  <a:cubicBezTo>
                    <a:pt x="555475" y="649673"/>
                    <a:pt x="372755" y="753885"/>
                    <a:pt x="263887" y="816793"/>
                  </a:cubicBezTo>
                  <a:cubicBezTo>
                    <a:pt x="254337" y="822512"/>
                    <a:pt x="245423" y="827595"/>
                    <a:pt x="236511" y="832679"/>
                  </a:cubicBezTo>
                  <a:cubicBezTo>
                    <a:pt x="244150" y="879701"/>
                    <a:pt x="229507" y="927358"/>
                    <a:pt x="195765" y="961036"/>
                  </a:cubicBezTo>
                  <a:cubicBezTo>
                    <a:pt x="167752" y="990266"/>
                    <a:pt x="130189" y="1004881"/>
                    <a:pt x="91989" y="100488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C71E89E0-DF45-019C-08D6-C14CA51D9F30}"/>
                </a:ext>
              </a:extLst>
            </p:cNvPr>
            <p:cNvSpPr/>
            <p:nvPr/>
          </p:nvSpPr>
          <p:spPr>
            <a:xfrm>
              <a:off x="8172448" y="4785386"/>
              <a:ext cx="101998" cy="143851"/>
            </a:xfrm>
            <a:custGeom>
              <a:avLst/>
              <a:gdLst>
                <a:gd name="connsiteX0" fmla="*/ 15169 w 101998"/>
                <a:gd name="connsiteY0" fmla="*/ 143852 h 143851"/>
                <a:gd name="connsiteX1" fmla="*/ 3073 w 101998"/>
                <a:gd name="connsiteY1" fmla="*/ 134320 h 143851"/>
                <a:gd name="connsiteX2" fmla="*/ 17079 w 101998"/>
                <a:gd name="connsiteY2" fmla="*/ 49807 h 143851"/>
                <a:gd name="connsiteX3" fmla="*/ 87111 w 101998"/>
                <a:gd name="connsiteY3" fmla="*/ 243 h 143851"/>
                <a:gd name="connsiteX4" fmla="*/ 101755 w 101998"/>
                <a:gd name="connsiteY4" fmla="*/ 9140 h 143851"/>
                <a:gd name="connsiteX5" fmla="*/ 92841 w 101998"/>
                <a:gd name="connsiteY5" fmla="*/ 23755 h 143851"/>
                <a:gd name="connsiteX6" fmla="*/ 38089 w 101998"/>
                <a:gd name="connsiteY6" fmla="*/ 62516 h 143851"/>
                <a:gd name="connsiteX7" fmla="*/ 27265 w 101998"/>
                <a:gd name="connsiteY7" fmla="*/ 128601 h 143851"/>
                <a:gd name="connsiteX8" fmla="*/ 18352 w 101998"/>
                <a:gd name="connsiteY8" fmla="*/ 143216 h 143851"/>
                <a:gd name="connsiteX9" fmla="*/ 15169 w 101998"/>
                <a:gd name="connsiteY9" fmla="*/ 143852 h 143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998" h="143851">
                  <a:moveTo>
                    <a:pt x="15169" y="143852"/>
                  </a:moveTo>
                  <a:cubicBezTo>
                    <a:pt x="9439" y="143852"/>
                    <a:pt x="4346" y="140039"/>
                    <a:pt x="3073" y="134320"/>
                  </a:cubicBezTo>
                  <a:cubicBezTo>
                    <a:pt x="-3931" y="105090"/>
                    <a:pt x="1163" y="75225"/>
                    <a:pt x="17079" y="49807"/>
                  </a:cubicBezTo>
                  <a:cubicBezTo>
                    <a:pt x="32995" y="24390"/>
                    <a:pt x="57825" y="6598"/>
                    <a:pt x="87111" y="243"/>
                  </a:cubicBezTo>
                  <a:cubicBezTo>
                    <a:pt x="93478" y="-1027"/>
                    <a:pt x="100481" y="2785"/>
                    <a:pt x="101755" y="9140"/>
                  </a:cubicBezTo>
                  <a:cubicBezTo>
                    <a:pt x="103028" y="15494"/>
                    <a:pt x="99208" y="22484"/>
                    <a:pt x="92841" y="23755"/>
                  </a:cubicBezTo>
                  <a:cubicBezTo>
                    <a:pt x="69922" y="28838"/>
                    <a:pt x="50822" y="42818"/>
                    <a:pt x="38089" y="62516"/>
                  </a:cubicBezTo>
                  <a:cubicBezTo>
                    <a:pt x="25356" y="82214"/>
                    <a:pt x="21535" y="105726"/>
                    <a:pt x="27265" y="128601"/>
                  </a:cubicBezTo>
                  <a:cubicBezTo>
                    <a:pt x="28539" y="134956"/>
                    <a:pt x="24719" y="141945"/>
                    <a:pt x="18352" y="143216"/>
                  </a:cubicBezTo>
                  <a:cubicBezTo>
                    <a:pt x="16442" y="143852"/>
                    <a:pt x="15806" y="143852"/>
                    <a:pt x="15169" y="1438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58BDE07F-746C-F3E6-42C3-D43FC12FA3A0}"/>
                </a:ext>
              </a:extLst>
            </p:cNvPr>
            <p:cNvSpPr/>
            <p:nvPr/>
          </p:nvSpPr>
          <p:spPr>
            <a:xfrm>
              <a:off x="7890409" y="4874982"/>
              <a:ext cx="101998" cy="143851"/>
            </a:xfrm>
            <a:custGeom>
              <a:avLst/>
              <a:gdLst>
                <a:gd name="connsiteX0" fmla="*/ 15169 w 101998"/>
                <a:gd name="connsiteY0" fmla="*/ 143852 h 143851"/>
                <a:gd name="connsiteX1" fmla="*/ 3072 w 101998"/>
                <a:gd name="connsiteY1" fmla="*/ 134320 h 143851"/>
                <a:gd name="connsiteX2" fmla="*/ 17079 w 101998"/>
                <a:gd name="connsiteY2" fmla="*/ 49807 h 143851"/>
                <a:gd name="connsiteX3" fmla="*/ 87111 w 101998"/>
                <a:gd name="connsiteY3" fmla="*/ 244 h 143851"/>
                <a:gd name="connsiteX4" fmla="*/ 101754 w 101998"/>
                <a:gd name="connsiteY4" fmla="*/ 9140 h 143851"/>
                <a:gd name="connsiteX5" fmla="*/ 92841 w 101998"/>
                <a:gd name="connsiteY5" fmla="*/ 23755 h 143851"/>
                <a:gd name="connsiteX6" fmla="*/ 38089 w 101998"/>
                <a:gd name="connsiteY6" fmla="*/ 62516 h 143851"/>
                <a:gd name="connsiteX7" fmla="*/ 27266 w 101998"/>
                <a:gd name="connsiteY7" fmla="*/ 128601 h 143851"/>
                <a:gd name="connsiteX8" fmla="*/ 18352 w 101998"/>
                <a:gd name="connsiteY8" fmla="*/ 143216 h 143851"/>
                <a:gd name="connsiteX9" fmla="*/ 15169 w 101998"/>
                <a:gd name="connsiteY9" fmla="*/ 143852 h 143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998" h="143851">
                  <a:moveTo>
                    <a:pt x="15169" y="143852"/>
                  </a:moveTo>
                  <a:cubicBezTo>
                    <a:pt x="9439" y="143852"/>
                    <a:pt x="4345" y="140039"/>
                    <a:pt x="3072" y="134320"/>
                  </a:cubicBezTo>
                  <a:cubicBezTo>
                    <a:pt x="-3931" y="105090"/>
                    <a:pt x="1162" y="75225"/>
                    <a:pt x="17079" y="49807"/>
                  </a:cubicBezTo>
                  <a:cubicBezTo>
                    <a:pt x="32995" y="24390"/>
                    <a:pt x="57825" y="6598"/>
                    <a:pt x="87111" y="244"/>
                  </a:cubicBezTo>
                  <a:cubicBezTo>
                    <a:pt x="93477" y="-1027"/>
                    <a:pt x="100481" y="2785"/>
                    <a:pt x="101754" y="9140"/>
                  </a:cubicBezTo>
                  <a:cubicBezTo>
                    <a:pt x="103027" y="15494"/>
                    <a:pt x="99207" y="22484"/>
                    <a:pt x="92841" y="23755"/>
                  </a:cubicBezTo>
                  <a:cubicBezTo>
                    <a:pt x="69921" y="28838"/>
                    <a:pt x="50822" y="42818"/>
                    <a:pt x="38089" y="62516"/>
                  </a:cubicBezTo>
                  <a:cubicBezTo>
                    <a:pt x="25355" y="82214"/>
                    <a:pt x="21536" y="105726"/>
                    <a:pt x="27266" y="128601"/>
                  </a:cubicBezTo>
                  <a:cubicBezTo>
                    <a:pt x="28539" y="134956"/>
                    <a:pt x="24719" y="141945"/>
                    <a:pt x="18352" y="143216"/>
                  </a:cubicBezTo>
                  <a:cubicBezTo>
                    <a:pt x="17079" y="143852"/>
                    <a:pt x="15806" y="143852"/>
                    <a:pt x="15169" y="1438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8ADFE3CC-4F2E-D17C-F559-6765F7A117D5}"/>
                </a:ext>
              </a:extLst>
            </p:cNvPr>
            <p:cNvSpPr/>
            <p:nvPr/>
          </p:nvSpPr>
          <p:spPr>
            <a:xfrm>
              <a:off x="8032383" y="5122801"/>
              <a:ext cx="101998" cy="143851"/>
            </a:xfrm>
            <a:custGeom>
              <a:avLst/>
              <a:gdLst>
                <a:gd name="connsiteX0" fmla="*/ 15169 w 101998"/>
                <a:gd name="connsiteY0" fmla="*/ 143852 h 143851"/>
                <a:gd name="connsiteX1" fmla="*/ 3073 w 101998"/>
                <a:gd name="connsiteY1" fmla="*/ 134320 h 143851"/>
                <a:gd name="connsiteX2" fmla="*/ 17079 w 101998"/>
                <a:gd name="connsiteY2" fmla="*/ 49807 h 143851"/>
                <a:gd name="connsiteX3" fmla="*/ 87111 w 101998"/>
                <a:gd name="connsiteY3" fmla="*/ 244 h 143851"/>
                <a:gd name="connsiteX4" fmla="*/ 101755 w 101998"/>
                <a:gd name="connsiteY4" fmla="*/ 9140 h 143851"/>
                <a:gd name="connsiteX5" fmla="*/ 92841 w 101998"/>
                <a:gd name="connsiteY5" fmla="*/ 23755 h 143851"/>
                <a:gd name="connsiteX6" fmla="*/ 38089 w 101998"/>
                <a:gd name="connsiteY6" fmla="*/ 62516 h 143851"/>
                <a:gd name="connsiteX7" fmla="*/ 27265 w 101998"/>
                <a:gd name="connsiteY7" fmla="*/ 128601 h 143851"/>
                <a:gd name="connsiteX8" fmla="*/ 18352 w 101998"/>
                <a:gd name="connsiteY8" fmla="*/ 143216 h 143851"/>
                <a:gd name="connsiteX9" fmla="*/ 15169 w 101998"/>
                <a:gd name="connsiteY9" fmla="*/ 143852 h 143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998" h="143851">
                  <a:moveTo>
                    <a:pt x="15169" y="143852"/>
                  </a:moveTo>
                  <a:cubicBezTo>
                    <a:pt x="9439" y="143852"/>
                    <a:pt x="4346" y="140039"/>
                    <a:pt x="3073" y="134320"/>
                  </a:cubicBezTo>
                  <a:cubicBezTo>
                    <a:pt x="-3931" y="105090"/>
                    <a:pt x="1163" y="75225"/>
                    <a:pt x="17079" y="49807"/>
                  </a:cubicBezTo>
                  <a:cubicBezTo>
                    <a:pt x="32995" y="24390"/>
                    <a:pt x="57825" y="6598"/>
                    <a:pt x="87111" y="244"/>
                  </a:cubicBezTo>
                  <a:cubicBezTo>
                    <a:pt x="93478" y="-1027"/>
                    <a:pt x="100481" y="2785"/>
                    <a:pt x="101755" y="9140"/>
                  </a:cubicBezTo>
                  <a:cubicBezTo>
                    <a:pt x="103028" y="15494"/>
                    <a:pt x="99208" y="22484"/>
                    <a:pt x="92841" y="23755"/>
                  </a:cubicBezTo>
                  <a:cubicBezTo>
                    <a:pt x="69922" y="28838"/>
                    <a:pt x="50822" y="42818"/>
                    <a:pt x="38089" y="62516"/>
                  </a:cubicBezTo>
                  <a:cubicBezTo>
                    <a:pt x="25356" y="82214"/>
                    <a:pt x="21535" y="105726"/>
                    <a:pt x="27265" y="128601"/>
                  </a:cubicBezTo>
                  <a:cubicBezTo>
                    <a:pt x="28539" y="134956"/>
                    <a:pt x="24719" y="141945"/>
                    <a:pt x="18352" y="143216"/>
                  </a:cubicBezTo>
                  <a:cubicBezTo>
                    <a:pt x="16442" y="143852"/>
                    <a:pt x="15806" y="143852"/>
                    <a:pt x="15169" y="1438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C088EBE6-50D6-62DC-688D-57967BC281C0}"/>
                </a:ext>
              </a:extLst>
            </p:cNvPr>
            <p:cNvSpPr/>
            <p:nvPr/>
          </p:nvSpPr>
          <p:spPr>
            <a:xfrm>
              <a:off x="4864272" y="5415344"/>
              <a:ext cx="1364990" cy="724394"/>
            </a:xfrm>
            <a:custGeom>
              <a:avLst/>
              <a:gdLst>
                <a:gd name="connsiteX0" fmla="*/ 682495 w 1364990"/>
                <a:gd name="connsiteY0" fmla="*/ 724395 h 724394"/>
                <a:gd name="connsiteX1" fmla="*/ 130515 w 1364990"/>
                <a:gd name="connsiteY1" fmla="*/ 653862 h 724394"/>
                <a:gd name="connsiteX2" fmla="*/ 0 w 1364990"/>
                <a:gd name="connsiteY2" fmla="*/ 485472 h 724394"/>
                <a:gd name="connsiteX3" fmla="*/ 0 w 1364990"/>
                <a:gd name="connsiteY3" fmla="*/ 12073 h 724394"/>
                <a:gd name="connsiteX4" fmla="*/ 12096 w 1364990"/>
                <a:gd name="connsiteY4" fmla="*/ 0 h 724394"/>
                <a:gd name="connsiteX5" fmla="*/ 24193 w 1364990"/>
                <a:gd name="connsiteY5" fmla="*/ 12073 h 724394"/>
                <a:gd name="connsiteX6" fmla="*/ 24193 w 1364990"/>
                <a:gd name="connsiteY6" fmla="*/ 485472 h 724394"/>
                <a:gd name="connsiteX7" fmla="*/ 136881 w 1364990"/>
                <a:gd name="connsiteY7" fmla="*/ 630351 h 724394"/>
                <a:gd name="connsiteX8" fmla="*/ 1228109 w 1364990"/>
                <a:gd name="connsiteY8" fmla="*/ 630351 h 724394"/>
                <a:gd name="connsiteX9" fmla="*/ 1340798 w 1364990"/>
                <a:gd name="connsiteY9" fmla="*/ 485472 h 724394"/>
                <a:gd name="connsiteX10" fmla="*/ 1340798 w 1364990"/>
                <a:gd name="connsiteY10" fmla="*/ 12073 h 724394"/>
                <a:gd name="connsiteX11" fmla="*/ 1352894 w 1364990"/>
                <a:gd name="connsiteY11" fmla="*/ 0 h 724394"/>
                <a:gd name="connsiteX12" fmla="*/ 1364991 w 1364990"/>
                <a:gd name="connsiteY12" fmla="*/ 12073 h 724394"/>
                <a:gd name="connsiteX13" fmla="*/ 1364991 w 1364990"/>
                <a:gd name="connsiteY13" fmla="*/ 485472 h 724394"/>
                <a:gd name="connsiteX14" fmla="*/ 1234476 w 1364990"/>
                <a:gd name="connsiteY14" fmla="*/ 653862 h 724394"/>
                <a:gd name="connsiteX15" fmla="*/ 682495 w 1364990"/>
                <a:gd name="connsiteY15" fmla="*/ 724395 h 72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64990" h="724394">
                  <a:moveTo>
                    <a:pt x="682495" y="724395"/>
                  </a:moveTo>
                  <a:cubicBezTo>
                    <a:pt x="496592" y="724395"/>
                    <a:pt x="311325" y="700884"/>
                    <a:pt x="130515" y="653862"/>
                  </a:cubicBezTo>
                  <a:cubicBezTo>
                    <a:pt x="53479" y="633528"/>
                    <a:pt x="0" y="564265"/>
                    <a:pt x="0" y="485472"/>
                  </a:cubicBezTo>
                  <a:lnTo>
                    <a:pt x="0" y="12073"/>
                  </a:lnTo>
                  <a:cubicBezTo>
                    <a:pt x="0" y="5083"/>
                    <a:pt x="5730" y="0"/>
                    <a:pt x="12096" y="0"/>
                  </a:cubicBezTo>
                  <a:cubicBezTo>
                    <a:pt x="19100" y="0"/>
                    <a:pt x="24193" y="5719"/>
                    <a:pt x="24193" y="12073"/>
                  </a:cubicBezTo>
                  <a:lnTo>
                    <a:pt x="24193" y="485472"/>
                  </a:lnTo>
                  <a:cubicBezTo>
                    <a:pt x="24193" y="553463"/>
                    <a:pt x="70669" y="613194"/>
                    <a:pt x="136881" y="630351"/>
                  </a:cubicBezTo>
                  <a:cubicBezTo>
                    <a:pt x="494045" y="723760"/>
                    <a:pt x="870946" y="723760"/>
                    <a:pt x="1228109" y="630351"/>
                  </a:cubicBezTo>
                  <a:cubicBezTo>
                    <a:pt x="1294322" y="613194"/>
                    <a:pt x="1340798" y="553463"/>
                    <a:pt x="1340798" y="485472"/>
                  </a:cubicBezTo>
                  <a:lnTo>
                    <a:pt x="1340798" y="12073"/>
                  </a:lnTo>
                  <a:cubicBezTo>
                    <a:pt x="1340798" y="5083"/>
                    <a:pt x="1346528" y="0"/>
                    <a:pt x="1352894" y="0"/>
                  </a:cubicBezTo>
                  <a:cubicBezTo>
                    <a:pt x="1359897" y="0"/>
                    <a:pt x="1364991" y="5719"/>
                    <a:pt x="1364991" y="12073"/>
                  </a:cubicBezTo>
                  <a:lnTo>
                    <a:pt x="1364991" y="485472"/>
                  </a:lnTo>
                  <a:cubicBezTo>
                    <a:pt x="1364991" y="564901"/>
                    <a:pt x="1311512" y="634163"/>
                    <a:pt x="1234476" y="653862"/>
                  </a:cubicBezTo>
                  <a:cubicBezTo>
                    <a:pt x="1053666" y="700884"/>
                    <a:pt x="868399" y="724395"/>
                    <a:pt x="682495" y="72439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CF58BF3F-9833-EDA7-91B0-CE910F341346}"/>
                </a:ext>
              </a:extLst>
            </p:cNvPr>
            <p:cNvSpPr/>
            <p:nvPr/>
          </p:nvSpPr>
          <p:spPr>
            <a:xfrm>
              <a:off x="4863635" y="5295194"/>
              <a:ext cx="1364353" cy="562412"/>
            </a:xfrm>
            <a:custGeom>
              <a:avLst/>
              <a:gdLst>
                <a:gd name="connsiteX0" fmla="*/ 1161261 w 1364353"/>
                <a:gd name="connsiteY0" fmla="*/ 561777 h 562412"/>
                <a:gd name="connsiteX1" fmla="*/ 1104598 w 1364353"/>
                <a:gd name="connsiteY1" fmla="*/ 538902 h 562412"/>
                <a:gd name="connsiteX2" fmla="*/ 1079769 w 1364353"/>
                <a:gd name="connsiteY2" fmla="*/ 480442 h 562412"/>
                <a:gd name="connsiteX3" fmla="*/ 1079769 w 1364353"/>
                <a:gd name="connsiteY3" fmla="*/ 281551 h 562412"/>
                <a:gd name="connsiteX4" fmla="*/ 1069582 w 1364353"/>
                <a:gd name="connsiteY4" fmla="*/ 259946 h 562412"/>
                <a:gd name="connsiteX5" fmla="*/ 1046663 w 1364353"/>
                <a:gd name="connsiteY5" fmla="*/ 252956 h 562412"/>
                <a:gd name="connsiteX6" fmla="*/ 1019923 w 1364353"/>
                <a:gd name="connsiteY6" fmla="*/ 282186 h 562412"/>
                <a:gd name="connsiteX7" fmla="*/ 1019923 w 1364353"/>
                <a:gd name="connsiteY7" fmla="*/ 394023 h 562412"/>
                <a:gd name="connsiteX8" fmla="*/ 996367 w 1364353"/>
                <a:gd name="connsiteY8" fmla="*/ 449941 h 562412"/>
                <a:gd name="connsiteX9" fmla="*/ 939705 w 1364353"/>
                <a:gd name="connsiteY9" fmla="*/ 472181 h 562412"/>
                <a:gd name="connsiteX10" fmla="*/ 863942 w 1364353"/>
                <a:gd name="connsiteY10" fmla="*/ 391481 h 562412"/>
                <a:gd name="connsiteX11" fmla="*/ 863942 w 1364353"/>
                <a:gd name="connsiteY11" fmla="*/ 299978 h 562412"/>
                <a:gd name="connsiteX12" fmla="*/ 855029 w 1364353"/>
                <a:gd name="connsiteY12" fmla="*/ 279009 h 562412"/>
                <a:gd name="connsiteX13" fmla="*/ 833383 w 1364353"/>
                <a:gd name="connsiteY13" fmla="*/ 270749 h 562412"/>
                <a:gd name="connsiteX14" fmla="*/ 682495 w 1364353"/>
                <a:gd name="connsiteY14" fmla="*/ 273926 h 562412"/>
                <a:gd name="connsiteX15" fmla="*/ 0 w 1364353"/>
                <a:gd name="connsiteY15" fmla="*/ 132859 h 562412"/>
                <a:gd name="connsiteX16" fmla="*/ 439293 w 1364353"/>
                <a:gd name="connsiteY16" fmla="*/ 54 h 562412"/>
                <a:gd name="connsiteX17" fmla="*/ 452663 w 1364353"/>
                <a:gd name="connsiteY17" fmla="*/ 11491 h 562412"/>
                <a:gd name="connsiteX18" fmla="*/ 441203 w 1364353"/>
                <a:gd name="connsiteY18" fmla="*/ 24836 h 562412"/>
                <a:gd name="connsiteX19" fmla="*/ 24193 w 1364353"/>
                <a:gd name="connsiteY19" fmla="*/ 132859 h 562412"/>
                <a:gd name="connsiteX20" fmla="*/ 681859 w 1364353"/>
                <a:gd name="connsiteY20" fmla="*/ 249779 h 562412"/>
                <a:gd name="connsiteX21" fmla="*/ 831473 w 1364353"/>
                <a:gd name="connsiteY21" fmla="*/ 246602 h 562412"/>
                <a:gd name="connsiteX22" fmla="*/ 870946 w 1364353"/>
                <a:gd name="connsiteY22" fmla="*/ 261217 h 562412"/>
                <a:gd name="connsiteX23" fmla="*/ 887499 w 1364353"/>
                <a:gd name="connsiteY23" fmla="*/ 299978 h 562412"/>
                <a:gd name="connsiteX24" fmla="*/ 887499 w 1364353"/>
                <a:gd name="connsiteY24" fmla="*/ 391481 h 562412"/>
                <a:gd name="connsiteX25" fmla="*/ 939705 w 1364353"/>
                <a:gd name="connsiteY25" fmla="*/ 448035 h 562412"/>
                <a:gd name="connsiteX26" fmla="*/ 978541 w 1364353"/>
                <a:gd name="connsiteY26" fmla="*/ 432784 h 562412"/>
                <a:gd name="connsiteX27" fmla="*/ 995093 w 1364353"/>
                <a:gd name="connsiteY27" fmla="*/ 394658 h 562412"/>
                <a:gd name="connsiteX28" fmla="*/ 995093 w 1364353"/>
                <a:gd name="connsiteY28" fmla="*/ 282822 h 562412"/>
                <a:gd name="connsiteX29" fmla="*/ 1042206 w 1364353"/>
                <a:gd name="connsiteY29" fmla="*/ 229445 h 562412"/>
                <a:gd name="connsiteX30" fmla="*/ 1084862 w 1364353"/>
                <a:gd name="connsiteY30" fmla="*/ 242154 h 562412"/>
                <a:gd name="connsiteX31" fmla="*/ 1102689 w 1364353"/>
                <a:gd name="connsiteY31" fmla="*/ 282186 h 562412"/>
                <a:gd name="connsiteX32" fmla="*/ 1102689 w 1364353"/>
                <a:gd name="connsiteY32" fmla="*/ 481077 h 562412"/>
                <a:gd name="connsiteX33" fmla="*/ 1119878 w 1364353"/>
                <a:gd name="connsiteY33" fmla="*/ 521745 h 562412"/>
                <a:gd name="connsiteX34" fmla="*/ 1161261 w 1364353"/>
                <a:gd name="connsiteY34" fmla="*/ 537631 h 562412"/>
                <a:gd name="connsiteX35" fmla="*/ 1216650 w 1364353"/>
                <a:gd name="connsiteY35" fmla="*/ 477900 h 562412"/>
                <a:gd name="connsiteX36" fmla="*/ 1216650 w 1364353"/>
                <a:gd name="connsiteY36" fmla="*/ 237706 h 562412"/>
                <a:gd name="connsiteX37" fmla="*/ 1253576 w 1364353"/>
                <a:gd name="connsiteY37" fmla="*/ 186871 h 562412"/>
                <a:gd name="connsiteX38" fmla="*/ 1339525 w 1364353"/>
                <a:gd name="connsiteY38" fmla="*/ 132224 h 562412"/>
                <a:gd name="connsiteX39" fmla="*/ 961988 w 1364353"/>
                <a:gd name="connsiteY39" fmla="*/ 27377 h 562412"/>
                <a:gd name="connsiteX40" fmla="*/ 951164 w 1364353"/>
                <a:gd name="connsiteY40" fmla="*/ 14033 h 562412"/>
                <a:gd name="connsiteX41" fmla="*/ 964534 w 1364353"/>
                <a:gd name="connsiteY41" fmla="*/ 3231 h 562412"/>
                <a:gd name="connsiteX42" fmla="*/ 1364354 w 1364353"/>
                <a:gd name="connsiteY42" fmla="*/ 132224 h 562412"/>
                <a:gd name="connsiteX43" fmla="*/ 1261216 w 1364353"/>
                <a:gd name="connsiteY43" fmla="*/ 209747 h 562412"/>
                <a:gd name="connsiteX44" fmla="*/ 1240843 w 1364353"/>
                <a:gd name="connsiteY44" fmla="*/ 237706 h 562412"/>
                <a:gd name="connsiteX45" fmla="*/ 1240843 w 1364353"/>
                <a:gd name="connsiteY45" fmla="*/ 477900 h 562412"/>
                <a:gd name="connsiteX46" fmla="*/ 1161897 w 1364353"/>
                <a:gd name="connsiteY46" fmla="*/ 562413 h 562412"/>
                <a:gd name="connsiteX47" fmla="*/ 1161261 w 1364353"/>
                <a:gd name="connsiteY47" fmla="*/ 561777 h 562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364353" h="562412">
                  <a:moveTo>
                    <a:pt x="1161261" y="561777"/>
                  </a:moveTo>
                  <a:cubicBezTo>
                    <a:pt x="1139614" y="561777"/>
                    <a:pt x="1119878" y="553517"/>
                    <a:pt x="1104598" y="538902"/>
                  </a:cubicBezTo>
                  <a:cubicBezTo>
                    <a:pt x="1088682" y="523651"/>
                    <a:pt x="1079769" y="502682"/>
                    <a:pt x="1079769" y="480442"/>
                  </a:cubicBezTo>
                  <a:lnTo>
                    <a:pt x="1079769" y="281551"/>
                  </a:lnTo>
                  <a:cubicBezTo>
                    <a:pt x="1079769" y="273290"/>
                    <a:pt x="1075949" y="265030"/>
                    <a:pt x="1069582" y="259946"/>
                  </a:cubicBezTo>
                  <a:cubicBezTo>
                    <a:pt x="1063216" y="254227"/>
                    <a:pt x="1054939" y="251686"/>
                    <a:pt x="1046663" y="252956"/>
                  </a:cubicBezTo>
                  <a:cubicBezTo>
                    <a:pt x="1031383" y="254863"/>
                    <a:pt x="1019923" y="267571"/>
                    <a:pt x="1019923" y="282186"/>
                  </a:cubicBezTo>
                  <a:lnTo>
                    <a:pt x="1019923" y="394023"/>
                  </a:lnTo>
                  <a:cubicBezTo>
                    <a:pt x="1019923" y="414992"/>
                    <a:pt x="1011647" y="435326"/>
                    <a:pt x="996367" y="449941"/>
                  </a:cubicBezTo>
                  <a:cubicBezTo>
                    <a:pt x="981087" y="464556"/>
                    <a:pt x="960714" y="472181"/>
                    <a:pt x="939705" y="472181"/>
                  </a:cubicBezTo>
                  <a:cubicBezTo>
                    <a:pt x="897685" y="470910"/>
                    <a:pt x="863942" y="434691"/>
                    <a:pt x="863942" y="391481"/>
                  </a:cubicBezTo>
                  <a:lnTo>
                    <a:pt x="863942" y="299978"/>
                  </a:lnTo>
                  <a:cubicBezTo>
                    <a:pt x="863942" y="291718"/>
                    <a:pt x="860759" y="284728"/>
                    <a:pt x="855029" y="279009"/>
                  </a:cubicBezTo>
                  <a:cubicBezTo>
                    <a:pt x="849299" y="273290"/>
                    <a:pt x="841659" y="270749"/>
                    <a:pt x="833383" y="270749"/>
                  </a:cubicBezTo>
                  <a:cubicBezTo>
                    <a:pt x="784360" y="272655"/>
                    <a:pt x="733428" y="273926"/>
                    <a:pt x="682495" y="273926"/>
                  </a:cubicBezTo>
                  <a:cubicBezTo>
                    <a:pt x="351434" y="273926"/>
                    <a:pt x="0" y="224362"/>
                    <a:pt x="0" y="132859"/>
                  </a:cubicBezTo>
                  <a:cubicBezTo>
                    <a:pt x="0" y="41357"/>
                    <a:pt x="336154" y="8314"/>
                    <a:pt x="439293" y="54"/>
                  </a:cubicBezTo>
                  <a:cubicBezTo>
                    <a:pt x="446296" y="-582"/>
                    <a:pt x="452026" y="4502"/>
                    <a:pt x="452663" y="11491"/>
                  </a:cubicBezTo>
                  <a:cubicBezTo>
                    <a:pt x="453299" y="18481"/>
                    <a:pt x="448206" y="24200"/>
                    <a:pt x="441203" y="24836"/>
                  </a:cubicBezTo>
                  <a:cubicBezTo>
                    <a:pt x="170624" y="45169"/>
                    <a:pt x="24193" y="95369"/>
                    <a:pt x="24193" y="132859"/>
                  </a:cubicBezTo>
                  <a:cubicBezTo>
                    <a:pt x="24193" y="180517"/>
                    <a:pt x="258483" y="249779"/>
                    <a:pt x="681859" y="249779"/>
                  </a:cubicBezTo>
                  <a:cubicBezTo>
                    <a:pt x="732155" y="249779"/>
                    <a:pt x="782451" y="248508"/>
                    <a:pt x="831473" y="246602"/>
                  </a:cubicBezTo>
                  <a:cubicBezTo>
                    <a:pt x="846116" y="245967"/>
                    <a:pt x="860123" y="251050"/>
                    <a:pt x="870946" y="261217"/>
                  </a:cubicBezTo>
                  <a:cubicBezTo>
                    <a:pt x="881769" y="271384"/>
                    <a:pt x="887499" y="285364"/>
                    <a:pt x="887499" y="299978"/>
                  </a:cubicBezTo>
                  <a:lnTo>
                    <a:pt x="887499" y="391481"/>
                  </a:lnTo>
                  <a:cubicBezTo>
                    <a:pt x="887499" y="421346"/>
                    <a:pt x="911055" y="446764"/>
                    <a:pt x="939705" y="448035"/>
                  </a:cubicBezTo>
                  <a:cubicBezTo>
                    <a:pt x="954348" y="448670"/>
                    <a:pt x="968354" y="442951"/>
                    <a:pt x="978541" y="432784"/>
                  </a:cubicBezTo>
                  <a:cubicBezTo>
                    <a:pt x="989364" y="422617"/>
                    <a:pt x="995093" y="409273"/>
                    <a:pt x="995093" y="394658"/>
                  </a:cubicBezTo>
                  <a:lnTo>
                    <a:pt x="995093" y="282822"/>
                  </a:lnTo>
                  <a:cubicBezTo>
                    <a:pt x="995093" y="256134"/>
                    <a:pt x="1015467" y="233258"/>
                    <a:pt x="1042206" y="229445"/>
                  </a:cubicBezTo>
                  <a:cubicBezTo>
                    <a:pt x="1058123" y="227539"/>
                    <a:pt x="1073402" y="231987"/>
                    <a:pt x="1084862" y="242154"/>
                  </a:cubicBezTo>
                  <a:cubicBezTo>
                    <a:pt x="1096322" y="252321"/>
                    <a:pt x="1102689" y="266936"/>
                    <a:pt x="1102689" y="282186"/>
                  </a:cubicBezTo>
                  <a:lnTo>
                    <a:pt x="1102689" y="481077"/>
                  </a:lnTo>
                  <a:cubicBezTo>
                    <a:pt x="1102689" y="496328"/>
                    <a:pt x="1109055" y="510943"/>
                    <a:pt x="1119878" y="521745"/>
                  </a:cubicBezTo>
                  <a:cubicBezTo>
                    <a:pt x="1131338" y="532547"/>
                    <a:pt x="1145981" y="538266"/>
                    <a:pt x="1161261" y="537631"/>
                  </a:cubicBezTo>
                  <a:cubicBezTo>
                    <a:pt x="1191820" y="536996"/>
                    <a:pt x="1216650" y="509672"/>
                    <a:pt x="1216650" y="477900"/>
                  </a:cubicBezTo>
                  <a:lnTo>
                    <a:pt x="1216650" y="237706"/>
                  </a:lnTo>
                  <a:cubicBezTo>
                    <a:pt x="1216650" y="214195"/>
                    <a:pt x="1231293" y="193861"/>
                    <a:pt x="1253576" y="186871"/>
                  </a:cubicBezTo>
                  <a:cubicBezTo>
                    <a:pt x="1333158" y="161454"/>
                    <a:pt x="1339525" y="138578"/>
                    <a:pt x="1339525" y="132224"/>
                  </a:cubicBezTo>
                  <a:cubicBezTo>
                    <a:pt x="1339525" y="96640"/>
                    <a:pt x="1209647" y="49617"/>
                    <a:pt x="961988" y="27377"/>
                  </a:cubicBezTo>
                  <a:cubicBezTo>
                    <a:pt x="954984" y="26742"/>
                    <a:pt x="950528" y="21023"/>
                    <a:pt x="951164" y="14033"/>
                  </a:cubicBezTo>
                  <a:cubicBezTo>
                    <a:pt x="951801" y="7043"/>
                    <a:pt x="957531" y="2595"/>
                    <a:pt x="964534" y="3231"/>
                  </a:cubicBezTo>
                  <a:cubicBezTo>
                    <a:pt x="1084862" y="14033"/>
                    <a:pt x="1364354" y="47711"/>
                    <a:pt x="1364354" y="132224"/>
                  </a:cubicBezTo>
                  <a:cubicBezTo>
                    <a:pt x="1364354" y="162089"/>
                    <a:pt x="1330611" y="187507"/>
                    <a:pt x="1261216" y="209747"/>
                  </a:cubicBezTo>
                  <a:cubicBezTo>
                    <a:pt x="1249119" y="213560"/>
                    <a:pt x="1240843" y="224997"/>
                    <a:pt x="1240843" y="237706"/>
                  </a:cubicBezTo>
                  <a:lnTo>
                    <a:pt x="1240843" y="477900"/>
                  </a:lnTo>
                  <a:cubicBezTo>
                    <a:pt x="1240843" y="523016"/>
                    <a:pt x="1205190" y="561142"/>
                    <a:pt x="1161897" y="562413"/>
                  </a:cubicBezTo>
                  <a:cubicBezTo>
                    <a:pt x="1162534" y="561777"/>
                    <a:pt x="1161897" y="561777"/>
                    <a:pt x="1161261" y="5617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89CBC20F-655D-75EE-4A7B-E6D0E243FDDC}"/>
                </a:ext>
              </a:extLst>
            </p:cNvPr>
            <p:cNvSpPr/>
            <p:nvPr/>
          </p:nvSpPr>
          <p:spPr>
            <a:xfrm>
              <a:off x="5274158" y="4321127"/>
              <a:ext cx="799384" cy="1040205"/>
            </a:xfrm>
            <a:custGeom>
              <a:avLst/>
              <a:gdLst>
                <a:gd name="connsiteX0" fmla="*/ 108989 w 799384"/>
                <a:gd name="connsiteY0" fmla="*/ 832419 h 1040205"/>
                <a:gd name="connsiteX1" fmla="*/ 129362 w 799384"/>
                <a:gd name="connsiteY1" fmla="*/ 834961 h 1040205"/>
                <a:gd name="connsiteX2" fmla="*/ 173291 w 799384"/>
                <a:gd name="connsiteY2" fmla="*/ 869909 h 1040205"/>
                <a:gd name="connsiteX3" fmla="*/ 191117 w 799384"/>
                <a:gd name="connsiteY3" fmla="*/ 902316 h 1040205"/>
                <a:gd name="connsiteX4" fmla="*/ 200667 w 799384"/>
                <a:gd name="connsiteY4" fmla="*/ 958870 h 1040205"/>
                <a:gd name="connsiteX5" fmla="*/ 212127 w 799384"/>
                <a:gd name="connsiteY5" fmla="*/ 997632 h 1040205"/>
                <a:gd name="connsiteX6" fmla="*/ 266880 w 799384"/>
                <a:gd name="connsiteY6" fmla="*/ 1013517 h 1040205"/>
                <a:gd name="connsiteX7" fmla="*/ 299349 w 799384"/>
                <a:gd name="connsiteY7" fmla="*/ 983652 h 1040205"/>
                <a:gd name="connsiteX8" fmla="*/ 296803 w 799384"/>
                <a:gd name="connsiteY8" fmla="*/ 940442 h 1040205"/>
                <a:gd name="connsiteX9" fmla="*/ 271973 w 799384"/>
                <a:gd name="connsiteY9" fmla="*/ 918202 h 1040205"/>
                <a:gd name="connsiteX10" fmla="*/ 230590 w 799384"/>
                <a:gd name="connsiteY10" fmla="*/ 880712 h 1040205"/>
                <a:gd name="connsiteX11" fmla="*/ 212764 w 799384"/>
                <a:gd name="connsiteY11" fmla="*/ 848305 h 1040205"/>
                <a:gd name="connsiteX12" fmla="*/ 241413 w 799384"/>
                <a:gd name="connsiteY12" fmla="*/ 749177 h 1040205"/>
                <a:gd name="connsiteX13" fmla="*/ 268153 w 799384"/>
                <a:gd name="connsiteY13" fmla="*/ 734562 h 1040205"/>
                <a:gd name="connsiteX14" fmla="*/ 303806 w 799384"/>
                <a:gd name="connsiteY14" fmla="*/ 730749 h 1040205"/>
                <a:gd name="connsiteX15" fmla="*/ 331819 w 799384"/>
                <a:gd name="connsiteY15" fmla="*/ 752989 h 1040205"/>
                <a:gd name="connsiteX16" fmla="*/ 341369 w 799384"/>
                <a:gd name="connsiteY16" fmla="*/ 809543 h 1040205"/>
                <a:gd name="connsiteX17" fmla="*/ 352828 w 799384"/>
                <a:gd name="connsiteY17" fmla="*/ 848305 h 1040205"/>
                <a:gd name="connsiteX18" fmla="*/ 407581 w 799384"/>
                <a:gd name="connsiteY18" fmla="*/ 864190 h 1040205"/>
                <a:gd name="connsiteX19" fmla="*/ 440050 w 799384"/>
                <a:gd name="connsiteY19" fmla="*/ 834325 h 1040205"/>
                <a:gd name="connsiteX20" fmla="*/ 437503 w 799384"/>
                <a:gd name="connsiteY20" fmla="*/ 791115 h 1040205"/>
                <a:gd name="connsiteX21" fmla="*/ 415857 w 799384"/>
                <a:gd name="connsiteY21" fmla="*/ 770146 h 1040205"/>
                <a:gd name="connsiteX22" fmla="*/ 370018 w 799384"/>
                <a:gd name="connsiteY22" fmla="*/ 728208 h 1040205"/>
                <a:gd name="connsiteX23" fmla="*/ 366198 w 799384"/>
                <a:gd name="connsiteY23" fmla="*/ 695800 h 1040205"/>
                <a:gd name="connsiteX24" fmla="*/ 386571 w 799384"/>
                <a:gd name="connsiteY24" fmla="*/ 670383 h 1040205"/>
                <a:gd name="connsiteX25" fmla="*/ 436867 w 799384"/>
                <a:gd name="connsiteY25" fmla="*/ 642424 h 1040205"/>
                <a:gd name="connsiteX26" fmla="*/ 527909 w 799384"/>
                <a:gd name="connsiteY26" fmla="*/ 668477 h 1040205"/>
                <a:gd name="connsiteX27" fmla="*/ 566108 w 799384"/>
                <a:gd name="connsiteY27" fmla="*/ 789209 h 1040205"/>
                <a:gd name="connsiteX28" fmla="*/ 576931 w 799384"/>
                <a:gd name="connsiteY28" fmla="*/ 813991 h 1040205"/>
                <a:gd name="connsiteX29" fmla="*/ 631684 w 799384"/>
                <a:gd name="connsiteY29" fmla="*/ 829877 h 1040205"/>
                <a:gd name="connsiteX30" fmla="*/ 664153 w 799384"/>
                <a:gd name="connsiteY30" fmla="*/ 800012 h 1040205"/>
                <a:gd name="connsiteX31" fmla="*/ 661606 w 799384"/>
                <a:gd name="connsiteY31" fmla="*/ 756802 h 1040205"/>
                <a:gd name="connsiteX32" fmla="*/ 649510 w 799384"/>
                <a:gd name="connsiteY32" fmla="*/ 742187 h 1040205"/>
                <a:gd name="connsiteX33" fmla="*/ 560378 w 799384"/>
                <a:gd name="connsiteY33" fmla="*/ 633528 h 1040205"/>
                <a:gd name="connsiteX34" fmla="*/ 555921 w 799384"/>
                <a:gd name="connsiteY34" fmla="*/ 594131 h 1040205"/>
                <a:gd name="connsiteX35" fmla="*/ 580751 w 799384"/>
                <a:gd name="connsiteY35" fmla="*/ 562995 h 1040205"/>
                <a:gd name="connsiteX36" fmla="*/ 774931 w 799384"/>
                <a:gd name="connsiteY36" fmla="*/ 455606 h 1040205"/>
                <a:gd name="connsiteX37" fmla="*/ 139548 w 799384"/>
                <a:gd name="connsiteY37" fmla="*/ 25417 h 1040205"/>
                <a:gd name="connsiteX38" fmla="*/ 31317 w 799384"/>
                <a:gd name="connsiteY38" fmla="*/ 867368 h 1040205"/>
                <a:gd name="connsiteX39" fmla="*/ 77793 w 799384"/>
                <a:gd name="connsiteY39" fmla="*/ 841950 h 1040205"/>
                <a:gd name="connsiteX40" fmla="*/ 108989 w 799384"/>
                <a:gd name="connsiteY40" fmla="*/ 832419 h 1040205"/>
                <a:gd name="connsiteX41" fmla="*/ 250963 w 799384"/>
                <a:gd name="connsiteY41" fmla="*/ 1040206 h 1040205"/>
                <a:gd name="connsiteX42" fmla="*/ 193027 w 799384"/>
                <a:gd name="connsiteY42" fmla="*/ 1012882 h 1040205"/>
                <a:gd name="connsiteX43" fmla="*/ 176474 w 799384"/>
                <a:gd name="connsiteY43" fmla="*/ 955693 h 1040205"/>
                <a:gd name="connsiteX44" fmla="*/ 169471 w 799384"/>
                <a:gd name="connsiteY44" fmla="*/ 914390 h 1040205"/>
                <a:gd name="connsiteX45" fmla="*/ 151645 w 799384"/>
                <a:gd name="connsiteY45" fmla="*/ 881983 h 1040205"/>
                <a:gd name="connsiteX46" fmla="*/ 122359 w 799384"/>
                <a:gd name="connsiteY46" fmla="*/ 859107 h 1040205"/>
                <a:gd name="connsiteX47" fmla="*/ 85433 w 799384"/>
                <a:gd name="connsiteY47" fmla="*/ 863555 h 1040205"/>
                <a:gd name="connsiteX48" fmla="*/ 17947 w 799384"/>
                <a:gd name="connsiteY48" fmla="*/ 901046 h 1040205"/>
                <a:gd name="connsiteX49" fmla="*/ 5214 w 799384"/>
                <a:gd name="connsiteY49" fmla="*/ 900410 h 1040205"/>
                <a:gd name="connsiteX50" fmla="*/ 121 w 799384"/>
                <a:gd name="connsiteY50" fmla="*/ 888972 h 1040205"/>
                <a:gd name="connsiteX51" fmla="*/ 112809 w 799384"/>
                <a:gd name="connsiteY51" fmla="*/ 10802 h 1040205"/>
                <a:gd name="connsiteX52" fmla="*/ 117265 w 799384"/>
                <a:gd name="connsiteY52" fmla="*/ 2542 h 1040205"/>
                <a:gd name="connsiteX53" fmla="*/ 126178 w 799384"/>
                <a:gd name="connsiteY53" fmla="*/ 0 h 1040205"/>
                <a:gd name="connsiteX54" fmla="*/ 797851 w 799384"/>
                <a:gd name="connsiteY54" fmla="*/ 454971 h 1040205"/>
                <a:gd name="connsiteX55" fmla="*/ 793394 w 799384"/>
                <a:gd name="connsiteY55" fmla="*/ 471492 h 1040205"/>
                <a:gd name="connsiteX56" fmla="*/ 588391 w 799384"/>
                <a:gd name="connsiteY56" fmla="*/ 585235 h 1040205"/>
                <a:gd name="connsiteX57" fmla="*/ 575021 w 799384"/>
                <a:gd name="connsiteY57" fmla="*/ 601756 h 1040205"/>
                <a:gd name="connsiteX58" fmla="*/ 577568 w 799384"/>
                <a:gd name="connsiteY58" fmla="*/ 622725 h 1040205"/>
                <a:gd name="connsiteX59" fmla="*/ 660970 w 799384"/>
                <a:gd name="connsiteY59" fmla="*/ 724395 h 1040205"/>
                <a:gd name="connsiteX60" fmla="*/ 679433 w 799384"/>
                <a:gd name="connsiteY60" fmla="*/ 746000 h 1040205"/>
                <a:gd name="connsiteX61" fmla="*/ 683889 w 799384"/>
                <a:gd name="connsiteY61" fmla="*/ 810178 h 1040205"/>
                <a:gd name="connsiteX62" fmla="*/ 636777 w 799384"/>
                <a:gd name="connsiteY62" fmla="*/ 854659 h 1040205"/>
                <a:gd name="connsiteX63" fmla="*/ 555921 w 799384"/>
                <a:gd name="connsiteY63" fmla="*/ 830512 h 1040205"/>
                <a:gd name="connsiteX64" fmla="*/ 539368 w 799384"/>
                <a:gd name="connsiteY64" fmla="*/ 793657 h 1040205"/>
                <a:gd name="connsiteX65" fmla="*/ 504352 w 799384"/>
                <a:gd name="connsiteY65" fmla="*/ 681185 h 1040205"/>
                <a:gd name="connsiteX66" fmla="*/ 446417 w 799384"/>
                <a:gd name="connsiteY66" fmla="*/ 664664 h 1040205"/>
                <a:gd name="connsiteX67" fmla="*/ 396121 w 799384"/>
                <a:gd name="connsiteY67" fmla="*/ 692623 h 1040205"/>
                <a:gd name="connsiteX68" fmla="*/ 387207 w 799384"/>
                <a:gd name="connsiteY68" fmla="*/ 704061 h 1040205"/>
                <a:gd name="connsiteX69" fmla="*/ 389118 w 799384"/>
                <a:gd name="connsiteY69" fmla="*/ 718041 h 1040205"/>
                <a:gd name="connsiteX70" fmla="*/ 424134 w 799384"/>
                <a:gd name="connsiteY70" fmla="*/ 749812 h 1040205"/>
                <a:gd name="connsiteX71" fmla="*/ 456603 w 799384"/>
                <a:gd name="connsiteY71" fmla="*/ 780949 h 1040205"/>
                <a:gd name="connsiteX72" fmla="*/ 461060 w 799384"/>
                <a:gd name="connsiteY72" fmla="*/ 845127 h 1040205"/>
                <a:gd name="connsiteX73" fmla="*/ 413311 w 799384"/>
                <a:gd name="connsiteY73" fmla="*/ 889608 h 1040205"/>
                <a:gd name="connsiteX74" fmla="*/ 332455 w 799384"/>
                <a:gd name="connsiteY74" fmla="*/ 865461 h 1040205"/>
                <a:gd name="connsiteX75" fmla="*/ 315902 w 799384"/>
                <a:gd name="connsiteY75" fmla="*/ 808272 h 1040205"/>
                <a:gd name="connsiteX76" fmla="*/ 308899 w 799384"/>
                <a:gd name="connsiteY76" fmla="*/ 766969 h 1040205"/>
                <a:gd name="connsiteX77" fmla="*/ 295529 w 799384"/>
                <a:gd name="connsiteY77" fmla="*/ 756167 h 1040205"/>
                <a:gd name="connsiteX78" fmla="*/ 278339 w 799384"/>
                <a:gd name="connsiteY78" fmla="*/ 758073 h 1040205"/>
                <a:gd name="connsiteX79" fmla="*/ 251600 w 799384"/>
                <a:gd name="connsiteY79" fmla="*/ 772688 h 1040205"/>
                <a:gd name="connsiteX80" fmla="*/ 232500 w 799384"/>
                <a:gd name="connsiteY80" fmla="*/ 838773 h 1040205"/>
                <a:gd name="connsiteX81" fmla="*/ 250326 w 799384"/>
                <a:gd name="connsiteY81" fmla="*/ 871180 h 1040205"/>
                <a:gd name="connsiteX82" fmla="*/ 279613 w 799384"/>
                <a:gd name="connsiteY82" fmla="*/ 897869 h 1040205"/>
                <a:gd name="connsiteX83" fmla="*/ 315902 w 799384"/>
                <a:gd name="connsiteY83" fmla="*/ 930276 h 1040205"/>
                <a:gd name="connsiteX84" fmla="*/ 320359 w 799384"/>
                <a:gd name="connsiteY84" fmla="*/ 994454 h 1040205"/>
                <a:gd name="connsiteX85" fmla="*/ 273246 w 799384"/>
                <a:gd name="connsiteY85" fmla="*/ 1038935 h 1040205"/>
                <a:gd name="connsiteX86" fmla="*/ 250963 w 799384"/>
                <a:gd name="connsiteY86" fmla="*/ 1040206 h 1040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799384" h="1040205">
                  <a:moveTo>
                    <a:pt x="108989" y="832419"/>
                  </a:moveTo>
                  <a:cubicBezTo>
                    <a:pt x="115992" y="832419"/>
                    <a:pt x="122359" y="833054"/>
                    <a:pt x="129362" y="834961"/>
                  </a:cubicBezTo>
                  <a:cubicBezTo>
                    <a:pt x="147825" y="840044"/>
                    <a:pt x="163741" y="852753"/>
                    <a:pt x="173291" y="869909"/>
                  </a:cubicBezTo>
                  <a:lnTo>
                    <a:pt x="191117" y="902316"/>
                  </a:lnTo>
                  <a:cubicBezTo>
                    <a:pt x="200031" y="918202"/>
                    <a:pt x="203214" y="937901"/>
                    <a:pt x="200667" y="958870"/>
                  </a:cubicBezTo>
                  <a:cubicBezTo>
                    <a:pt x="198757" y="972850"/>
                    <a:pt x="202577" y="986829"/>
                    <a:pt x="212127" y="997632"/>
                  </a:cubicBezTo>
                  <a:cubicBezTo>
                    <a:pt x="224860" y="1013517"/>
                    <a:pt x="247143" y="1019872"/>
                    <a:pt x="266880" y="1013517"/>
                  </a:cubicBezTo>
                  <a:cubicBezTo>
                    <a:pt x="282159" y="1008434"/>
                    <a:pt x="293619" y="998267"/>
                    <a:pt x="299349" y="983652"/>
                  </a:cubicBezTo>
                  <a:cubicBezTo>
                    <a:pt x="305079" y="969673"/>
                    <a:pt x="303806" y="953787"/>
                    <a:pt x="296803" y="940442"/>
                  </a:cubicBezTo>
                  <a:cubicBezTo>
                    <a:pt x="291073" y="930276"/>
                    <a:pt x="282796" y="922650"/>
                    <a:pt x="271973" y="918202"/>
                  </a:cubicBezTo>
                  <a:cubicBezTo>
                    <a:pt x="254783" y="910577"/>
                    <a:pt x="240140" y="897869"/>
                    <a:pt x="230590" y="880712"/>
                  </a:cubicBezTo>
                  <a:lnTo>
                    <a:pt x="212764" y="848305"/>
                  </a:lnTo>
                  <a:cubicBezTo>
                    <a:pt x="193027" y="813356"/>
                    <a:pt x="205760" y="768875"/>
                    <a:pt x="241413" y="749177"/>
                  </a:cubicBezTo>
                  <a:lnTo>
                    <a:pt x="268153" y="734562"/>
                  </a:lnTo>
                  <a:cubicBezTo>
                    <a:pt x="278976" y="728843"/>
                    <a:pt x="291709" y="726937"/>
                    <a:pt x="303806" y="730749"/>
                  </a:cubicBezTo>
                  <a:cubicBezTo>
                    <a:pt x="315902" y="733926"/>
                    <a:pt x="325452" y="742187"/>
                    <a:pt x="331819" y="752989"/>
                  </a:cubicBezTo>
                  <a:cubicBezTo>
                    <a:pt x="340732" y="768875"/>
                    <a:pt x="343915" y="788574"/>
                    <a:pt x="341369" y="809543"/>
                  </a:cubicBezTo>
                  <a:cubicBezTo>
                    <a:pt x="339458" y="823523"/>
                    <a:pt x="343278" y="837502"/>
                    <a:pt x="352828" y="848305"/>
                  </a:cubicBezTo>
                  <a:cubicBezTo>
                    <a:pt x="365561" y="864190"/>
                    <a:pt x="387844" y="870545"/>
                    <a:pt x="407581" y="864190"/>
                  </a:cubicBezTo>
                  <a:cubicBezTo>
                    <a:pt x="422860" y="859107"/>
                    <a:pt x="434320" y="848940"/>
                    <a:pt x="440050" y="834325"/>
                  </a:cubicBezTo>
                  <a:cubicBezTo>
                    <a:pt x="445780" y="820345"/>
                    <a:pt x="444506" y="804460"/>
                    <a:pt x="437503" y="791115"/>
                  </a:cubicBezTo>
                  <a:cubicBezTo>
                    <a:pt x="432410" y="782219"/>
                    <a:pt x="424770" y="774594"/>
                    <a:pt x="415857" y="770146"/>
                  </a:cubicBezTo>
                  <a:cubicBezTo>
                    <a:pt x="395484" y="759979"/>
                    <a:pt x="379568" y="745364"/>
                    <a:pt x="370018" y="728208"/>
                  </a:cubicBezTo>
                  <a:cubicBezTo>
                    <a:pt x="364288" y="718041"/>
                    <a:pt x="363015" y="706603"/>
                    <a:pt x="366198" y="695800"/>
                  </a:cubicBezTo>
                  <a:cubicBezTo>
                    <a:pt x="369381" y="684998"/>
                    <a:pt x="376385" y="675467"/>
                    <a:pt x="386571" y="670383"/>
                  </a:cubicBezTo>
                  <a:lnTo>
                    <a:pt x="436867" y="642424"/>
                  </a:lnTo>
                  <a:cubicBezTo>
                    <a:pt x="469336" y="624632"/>
                    <a:pt x="510082" y="636070"/>
                    <a:pt x="527909" y="668477"/>
                  </a:cubicBezTo>
                  <a:cubicBezTo>
                    <a:pt x="546371" y="701519"/>
                    <a:pt x="559105" y="741552"/>
                    <a:pt x="566108" y="789209"/>
                  </a:cubicBezTo>
                  <a:cubicBezTo>
                    <a:pt x="567381" y="798105"/>
                    <a:pt x="571201" y="807001"/>
                    <a:pt x="576931" y="813991"/>
                  </a:cubicBezTo>
                  <a:cubicBezTo>
                    <a:pt x="589664" y="829877"/>
                    <a:pt x="611947" y="836231"/>
                    <a:pt x="631684" y="829877"/>
                  </a:cubicBezTo>
                  <a:cubicBezTo>
                    <a:pt x="646963" y="824794"/>
                    <a:pt x="658423" y="814627"/>
                    <a:pt x="664153" y="800012"/>
                  </a:cubicBezTo>
                  <a:cubicBezTo>
                    <a:pt x="669883" y="786032"/>
                    <a:pt x="668610" y="770146"/>
                    <a:pt x="661606" y="756802"/>
                  </a:cubicBezTo>
                  <a:cubicBezTo>
                    <a:pt x="658423" y="751083"/>
                    <a:pt x="654603" y="746000"/>
                    <a:pt x="649510" y="742187"/>
                  </a:cubicBezTo>
                  <a:cubicBezTo>
                    <a:pt x="614494" y="713593"/>
                    <a:pt x="584571" y="677373"/>
                    <a:pt x="560378" y="633528"/>
                  </a:cubicBezTo>
                  <a:cubicBezTo>
                    <a:pt x="553375" y="621455"/>
                    <a:pt x="552102" y="607475"/>
                    <a:pt x="555921" y="594131"/>
                  </a:cubicBezTo>
                  <a:cubicBezTo>
                    <a:pt x="559742" y="580787"/>
                    <a:pt x="568654" y="569984"/>
                    <a:pt x="580751" y="562995"/>
                  </a:cubicBezTo>
                  <a:lnTo>
                    <a:pt x="774931" y="455606"/>
                  </a:lnTo>
                  <a:cubicBezTo>
                    <a:pt x="641233" y="223037"/>
                    <a:pt x="405671" y="63543"/>
                    <a:pt x="139548" y="25417"/>
                  </a:cubicBezTo>
                  <a:lnTo>
                    <a:pt x="31317" y="867368"/>
                  </a:lnTo>
                  <a:lnTo>
                    <a:pt x="77793" y="841950"/>
                  </a:lnTo>
                  <a:cubicBezTo>
                    <a:pt x="84796" y="834961"/>
                    <a:pt x="96892" y="832419"/>
                    <a:pt x="108989" y="832419"/>
                  </a:cubicBezTo>
                  <a:moveTo>
                    <a:pt x="250963" y="1040206"/>
                  </a:moveTo>
                  <a:cubicBezTo>
                    <a:pt x="228680" y="1040206"/>
                    <a:pt x="207034" y="1030039"/>
                    <a:pt x="193027" y="1012882"/>
                  </a:cubicBezTo>
                  <a:cubicBezTo>
                    <a:pt x="179658" y="996361"/>
                    <a:pt x="173928" y="976027"/>
                    <a:pt x="176474" y="955693"/>
                  </a:cubicBezTo>
                  <a:cubicBezTo>
                    <a:pt x="178384" y="940442"/>
                    <a:pt x="175838" y="925828"/>
                    <a:pt x="169471" y="914390"/>
                  </a:cubicBezTo>
                  <a:lnTo>
                    <a:pt x="151645" y="881983"/>
                  </a:lnTo>
                  <a:cubicBezTo>
                    <a:pt x="145278" y="870545"/>
                    <a:pt x="135092" y="862284"/>
                    <a:pt x="122359" y="859107"/>
                  </a:cubicBezTo>
                  <a:cubicBezTo>
                    <a:pt x="109626" y="855294"/>
                    <a:pt x="96892" y="857201"/>
                    <a:pt x="85433" y="863555"/>
                  </a:cubicBezTo>
                  <a:lnTo>
                    <a:pt x="17947" y="901046"/>
                  </a:lnTo>
                  <a:cubicBezTo>
                    <a:pt x="14127" y="903587"/>
                    <a:pt x="9034" y="902952"/>
                    <a:pt x="5214" y="900410"/>
                  </a:cubicBezTo>
                  <a:cubicBezTo>
                    <a:pt x="1394" y="897869"/>
                    <a:pt x="-516" y="893420"/>
                    <a:pt x="121" y="888972"/>
                  </a:cubicBezTo>
                  <a:lnTo>
                    <a:pt x="112809" y="10802"/>
                  </a:lnTo>
                  <a:cubicBezTo>
                    <a:pt x="113445" y="7625"/>
                    <a:pt x="114719" y="4448"/>
                    <a:pt x="117265" y="2542"/>
                  </a:cubicBezTo>
                  <a:cubicBezTo>
                    <a:pt x="119812" y="635"/>
                    <a:pt x="122995" y="0"/>
                    <a:pt x="126178" y="0"/>
                  </a:cubicBezTo>
                  <a:cubicBezTo>
                    <a:pt x="408854" y="36220"/>
                    <a:pt x="660333" y="206516"/>
                    <a:pt x="797851" y="454971"/>
                  </a:cubicBezTo>
                  <a:cubicBezTo>
                    <a:pt x="801034" y="460690"/>
                    <a:pt x="799124" y="468315"/>
                    <a:pt x="793394" y="471492"/>
                  </a:cubicBezTo>
                  <a:lnTo>
                    <a:pt x="588391" y="585235"/>
                  </a:lnTo>
                  <a:cubicBezTo>
                    <a:pt x="582024" y="589047"/>
                    <a:pt x="577568" y="594766"/>
                    <a:pt x="575021" y="601756"/>
                  </a:cubicBezTo>
                  <a:cubicBezTo>
                    <a:pt x="573111" y="608746"/>
                    <a:pt x="573748" y="616371"/>
                    <a:pt x="577568" y="622725"/>
                  </a:cubicBezTo>
                  <a:cubicBezTo>
                    <a:pt x="600487" y="664029"/>
                    <a:pt x="628500" y="697707"/>
                    <a:pt x="660970" y="724395"/>
                  </a:cubicBezTo>
                  <a:cubicBezTo>
                    <a:pt x="668610" y="730114"/>
                    <a:pt x="674340" y="737739"/>
                    <a:pt x="679433" y="746000"/>
                  </a:cubicBezTo>
                  <a:cubicBezTo>
                    <a:pt x="690256" y="765698"/>
                    <a:pt x="692166" y="789209"/>
                    <a:pt x="683889" y="810178"/>
                  </a:cubicBezTo>
                  <a:cubicBezTo>
                    <a:pt x="675613" y="831148"/>
                    <a:pt x="658423" y="847034"/>
                    <a:pt x="636777" y="854659"/>
                  </a:cubicBezTo>
                  <a:cubicBezTo>
                    <a:pt x="607491" y="864190"/>
                    <a:pt x="575021" y="854659"/>
                    <a:pt x="555921" y="830512"/>
                  </a:cubicBezTo>
                  <a:cubicBezTo>
                    <a:pt x="547008" y="819710"/>
                    <a:pt x="541278" y="807001"/>
                    <a:pt x="539368" y="793657"/>
                  </a:cubicBezTo>
                  <a:cubicBezTo>
                    <a:pt x="533002" y="748541"/>
                    <a:pt x="520905" y="711686"/>
                    <a:pt x="504352" y="681185"/>
                  </a:cubicBezTo>
                  <a:cubicBezTo>
                    <a:pt x="492893" y="660851"/>
                    <a:pt x="466789" y="653226"/>
                    <a:pt x="446417" y="664664"/>
                  </a:cubicBezTo>
                  <a:lnTo>
                    <a:pt x="396121" y="692623"/>
                  </a:lnTo>
                  <a:cubicBezTo>
                    <a:pt x="391664" y="695165"/>
                    <a:pt x="388481" y="698978"/>
                    <a:pt x="387207" y="704061"/>
                  </a:cubicBezTo>
                  <a:cubicBezTo>
                    <a:pt x="385934" y="709145"/>
                    <a:pt x="386571" y="713593"/>
                    <a:pt x="389118" y="718041"/>
                  </a:cubicBezTo>
                  <a:cubicBezTo>
                    <a:pt x="396121" y="731385"/>
                    <a:pt x="408217" y="741552"/>
                    <a:pt x="424134" y="749812"/>
                  </a:cubicBezTo>
                  <a:cubicBezTo>
                    <a:pt x="438140" y="756802"/>
                    <a:pt x="448963" y="766969"/>
                    <a:pt x="456603" y="780949"/>
                  </a:cubicBezTo>
                  <a:cubicBezTo>
                    <a:pt x="467426" y="800647"/>
                    <a:pt x="469336" y="824158"/>
                    <a:pt x="461060" y="845127"/>
                  </a:cubicBezTo>
                  <a:cubicBezTo>
                    <a:pt x="452783" y="866097"/>
                    <a:pt x="435594" y="881983"/>
                    <a:pt x="413311" y="889608"/>
                  </a:cubicBezTo>
                  <a:cubicBezTo>
                    <a:pt x="384024" y="899139"/>
                    <a:pt x="351555" y="889608"/>
                    <a:pt x="332455" y="865461"/>
                  </a:cubicBezTo>
                  <a:cubicBezTo>
                    <a:pt x="319086" y="848940"/>
                    <a:pt x="313355" y="828606"/>
                    <a:pt x="315902" y="808272"/>
                  </a:cubicBezTo>
                  <a:cubicBezTo>
                    <a:pt x="317812" y="793022"/>
                    <a:pt x="315265" y="778407"/>
                    <a:pt x="308899" y="766969"/>
                  </a:cubicBezTo>
                  <a:cubicBezTo>
                    <a:pt x="305716" y="761886"/>
                    <a:pt x="301259" y="758073"/>
                    <a:pt x="295529" y="756167"/>
                  </a:cubicBezTo>
                  <a:cubicBezTo>
                    <a:pt x="289799" y="754260"/>
                    <a:pt x="284069" y="754896"/>
                    <a:pt x="278339" y="758073"/>
                  </a:cubicBezTo>
                  <a:lnTo>
                    <a:pt x="251600" y="772688"/>
                  </a:lnTo>
                  <a:cubicBezTo>
                    <a:pt x="228043" y="785397"/>
                    <a:pt x="219767" y="815262"/>
                    <a:pt x="232500" y="838773"/>
                  </a:cubicBezTo>
                  <a:lnTo>
                    <a:pt x="250326" y="871180"/>
                  </a:lnTo>
                  <a:cubicBezTo>
                    <a:pt x="256693" y="883253"/>
                    <a:pt x="267516" y="892785"/>
                    <a:pt x="279613" y="897869"/>
                  </a:cubicBezTo>
                  <a:cubicBezTo>
                    <a:pt x="294892" y="904223"/>
                    <a:pt x="307625" y="915661"/>
                    <a:pt x="315902" y="930276"/>
                  </a:cubicBezTo>
                  <a:cubicBezTo>
                    <a:pt x="326725" y="949974"/>
                    <a:pt x="328635" y="973485"/>
                    <a:pt x="320359" y="994454"/>
                  </a:cubicBezTo>
                  <a:cubicBezTo>
                    <a:pt x="312082" y="1015424"/>
                    <a:pt x="294892" y="1031310"/>
                    <a:pt x="273246" y="1038935"/>
                  </a:cubicBezTo>
                  <a:cubicBezTo>
                    <a:pt x="266243" y="1038935"/>
                    <a:pt x="258603" y="1040206"/>
                    <a:pt x="250963" y="104020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724A1EB-D050-124D-7B1B-E89C4D275B4B}"/>
                </a:ext>
              </a:extLst>
            </p:cNvPr>
            <p:cNvSpPr/>
            <p:nvPr/>
          </p:nvSpPr>
          <p:spPr>
            <a:xfrm>
              <a:off x="5576468" y="4589628"/>
              <a:ext cx="41892" cy="42225"/>
            </a:xfrm>
            <a:custGeom>
              <a:avLst/>
              <a:gdLst>
                <a:gd name="connsiteX0" fmla="*/ 21231 w 41892"/>
                <a:gd name="connsiteY0" fmla="*/ 42226 h 42225"/>
                <a:gd name="connsiteX1" fmla="*/ 16775 w 41892"/>
                <a:gd name="connsiteY1" fmla="*/ 41590 h 42225"/>
                <a:gd name="connsiteX2" fmla="*/ 3405 w 41892"/>
                <a:gd name="connsiteY2" fmla="*/ 32694 h 42225"/>
                <a:gd name="connsiteX3" fmla="*/ 222 w 41892"/>
                <a:gd name="connsiteY3" fmla="*/ 16809 h 42225"/>
                <a:gd name="connsiteX4" fmla="*/ 9135 w 41892"/>
                <a:gd name="connsiteY4" fmla="*/ 3464 h 42225"/>
                <a:gd name="connsiteX5" fmla="*/ 38421 w 41892"/>
                <a:gd name="connsiteY5" fmla="*/ 9819 h 42225"/>
                <a:gd name="connsiteX6" fmla="*/ 32055 w 41892"/>
                <a:gd name="connsiteY6" fmla="*/ 39049 h 42225"/>
                <a:gd name="connsiteX7" fmla="*/ 32055 w 41892"/>
                <a:gd name="connsiteY7" fmla="*/ 39049 h 42225"/>
                <a:gd name="connsiteX8" fmla="*/ 21231 w 41892"/>
                <a:gd name="connsiteY8" fmla="*/ 42226 h 4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892" h="42225">
                  <a:moveTo>
                    <a:pt x="21231" y="42226"/>
                  </a:moveTo>
                  <a:cubicBezTo>
                    <a:pt x="19958" y="42226"/>
                    <a:pt x="18048" y="42226"/>
                    <a:pt x="16775" y="41590"/>
                  </a:cubicBezTo>
                  <a:cubicBezTo>
                    <a:pt x="11045" y="40319"/>
                    <a:pt x="6588" y="37142"/>
                    <a:pt x="3405" y="32694"/>
                  </a:cubicBezTo>
                  <a:cubicBezTo>
                    <a:pt x="222" y="28246"/>
                    <a:pt x="-415" y="22527"/>
                    <a:pt x="222" y="16809"/>
                  </a:cubicBezTo>
                  <a:cubicBezTo>
                    <a:pt x="1495" y="11089"/>
                    <a:pt x="4678" y="6642"/>
                    <a:pt x="9135" y="3464"/>
                  </a:cubicBezTo>
                  <a:cubicBezTo>
                    <a:pt x="18685" y="-2890"/>
                    <a:pt x="32055" y="-348"/>
                    <a:pt x="38421" y="9819"/>
                  </a:cubicBezTo>
                  <a:cubicBezTo>
                    <a:pt x="44788" y="19350"/>
                    <a:pt x="42241" y="32694"/>
                    <a:pt x="32055" y="39049"/>
                  </a:cubicBezTo>
                  <a:lnTo>
                    <a:pt x="32055" y="39049"/>
                  </a:lnTo>
                  <a:cubicBezTo>
                    <a:pt x="28871" y="40955"/>
                    <a:pt x="25052" y="42226"/>
                    <a:pt x="21231" y="422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52EA7F2B-F50C-5C42-60C4-3F9E45D3CC28}"/>
                </a:ext>
              </a:extLst>
            </p:cNvPr>
            <p:cNvSpPr/>
            <p:nvPr/>
          </p:nvSpPr>
          <p:spPr>
            <a:xfrm>
              <a:off x="5552846" y="4748487"/>
              <a:ext cx="42594" cy="42225"/>
            </a:xfrm>
            <a:custGeom>
              <a:avLst/>
              <a:gdLst>
                <a:gd name="connsiteX0" fmla="*/ 21298 w 42594"/>
                <a:gd name="connsiteY0" fmla="*/ 42226 h 42225"/>
                <a:gd name="connsiteX1" fmla="*/ 3471 w 42594"/>
                <a:gd name="connsiteY1" fmla="*/ 32694 h 42225"/>
                <a:gd name="connsiteX2" fmla="*/ 9838 w 42594"/>
                <a:gd name="connsiteY2" fmla="*/ 3464 h 42225"/>
                <a:gd name="connsiteX3" fmla="*/ 39124 w 42594"/>
                <a:gd name="connsiteY3" fmla="*/ 9819 h 42225"/>
                <a:gd name="connsiteX4" fmla="*/ 32757 w 42594"/>
                <a:gd name="connsiteY4" fmla="*/ 39049 h 42225"/>
                <a:gd name="connsiteX5" fmla="*/ 32757 w 42594"/>
                <a:gd name="connsiteY5" fmla="*/ 39049 h 42225"/>
                <a:gd name="connsiteX6" fmla="*/ 21298 w 42594"/>
                <a:gd name="connsiteY6" fmla="*/ 42226 h 4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594" h="42225">
                  <a:moveTo>
                    <a:pt x="21298" y="42226"/>
                  </a:moveTo>
                  <a:cubicBezTo>
                    <a:pt x="14294" y="42226"/>
                    <a:pt x="7928" y="39049"/>
                    <a:pt x="3471" y="32694"/>
                  </a:cubicBezTo>
                  <a:cubicBezTo>
                    <a:pt x="-2896" y="23163"/>
                    <a:pt x="-349" y="9819"/>
                    <a:pt x="9838" y="3464"/>
                  </a:cubicBezTo>
                  <a:cubicBezTo>
                    <a:pt x="19387" y="-2890"/>
                    <a:pt x="32757" y="-348"/>
                    <a:pt x="39124" y="9819"/>
                  </a:cubicBezTo>
                  <a:cubicBezTo>
                    <a:pt x="45491" y="19350"/>
                    <a:pt x="42944" y="32694"/>
                    <a:pt x="32757" y="39049"/>
                  </a:cubicBezTo>
                  <a:lnTo>
                    <a:pt x="32757" y="39049"/>
                  </a:lnTo>
                  <a:cubicBezTo>
                    <a:pt x="28937" y="40955"/>
                    <a:pt x="25117" y="42226"/>
                    <a:pt x="21298" y="422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71C9B944-05D7-AA95-0ABB-9BEC0ABA8045}"/>
                </a:ext>
              </a:extLst>
            </p:cNvPr>
            <p:cNvSpPr/>
            <p:nvPr/>
          </p:nvSpPr>
          <p:spPr>
            <a:xfrm>
              <a:off x="5698004" y="4694541"/>
              <a:ext cx="42528" cy="42160"/>
            </a:xfrm>
            <a:custGeom>
              <a:avLst/>
              <a:gdLst>
                <a:gd name="connsiteX0" fmla="*/ 21297 w 42528"/>
                <a:gd name="connsiteY0" fmla="*/ 42160 h 42160"/>
                <a:gd name="connsiteX1" fmla="*/ 3471 w 42528"/>
                <a:gd name="connsiteY1" fmla="*/ 32629 h 42160"/>
                <a:gd name="connsiteX2" fmla="*/ 9838 w 42528"/>
                <a:gd name="connsiteY2" fmla="*/ 3399 h 42160"/>
                <a:gd name="connsiteX3" fmla="*/ 25754 w 42528"/>
                <a:gd name="connsiteY3" fmla="*/ 221 h 42160"/>
                <a:gd name="connsiteX4" fmla="*/ 39124 w 42528"/>
                <a:gd name="connsiteY4" fmla="*/ 9117 h 42160"/>
                <a:gd name="connsiteX5" fmla="*/ 42307 w 42528"/>
                <a:gd name="connsiteY5" fmla="*/ 25003 h 42160"/>
                <a:gd name="connsiteX6" fmla="*/ 33394 w 42528"/>
                <a:gd name="connsiteY6" fmla="*/ 38347 h 42160"/>
                <a:gd name="connsiteX7" fmla="*/ 33394 w 42528"/>
                <a:gd name="connsiteY7" fmla="*/ 38347 h 42160"/>
                <a:gd name="connsiteX8" fmla="*/ 21297 w 42528"/>
                <a:gd name="connsiteY8" fmla="*/ 42160 h 4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28" h="42160">
                  <a:moveTo>
                    <a:pt x="21297" y="42160"/>
                  </a:moveTo>
                  <a:cubicBezTo>
                    <a:pt x="14294" y="42160"/>
                    <a:pt x="7927" y="38983"/>
                    <a:pt x="3471" y="32629"/>
                  </a:cubicBezTo>
                  <a:cubicBezTo>
                    <a:pt x="-2895" y="23097"/>
                    <a:pt x="-349" y="9753"/>
                    <a:pt x="9838" y="3399"/>
                  </a:cubicBezTo>
                  <a:cubicBezTo>
                    <a:pt x="14294" y="221"/>
                    <a:pt x="20024" y="-414"/>
                    <a:pt x="25754" y="221"/>
                  </a:cubicBezTo>
                  <a:cubicBezTo>
                    <a:pt x="31484" y="1492"/>
                    <a:pt x="35940" y="4669"/>
                    <a:pt x="39124" y="9117"/>
                  </a:cubicBezTo>
                  <a:cubicBezTo>
                    <a:pt x="42307" y="13566"/>
                    <a:pt x="42943" y="19284"/>
                    <a:pt x="42307" y="25003"/>
                  </a:cubicBezTo>
                  <a:cubicBezTo>
                    <a:pt x="41034" y="30722"/>
                    <a:pt x="37850" y="35170"/>
                    <a:pt x="33394" y="38347"/>
                  </a:cubicBezTo>
                  <a:lnTo>
                    <a:pt x="33394" y="38347"/>
                  </a:lnTo>
                  <a:cubicBezTo>
                    <a:pt x="28937" y="40889"/>
                    <a:pt x="25117" y="42160"/>
                    <a:pt x="21297" y="421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B4E86E35-224A-C3D6-397D-984818737729}"/>
                </a:ext>
              </a:extLst>
            </p:cNvPr>
            <p:cNvSpPr/>
            <p:nvPr/>
          </p:nvSpPr>
          <p:spPr>
            <a:xfrm>
              <a:off x="8871882" y="4514299"/>
              <a:ext cx="1127160" cy="751083"/>
            </a:xfrm>
            <a:custGeom>
              <a:avLst/>
              <a:gdLst>
                <a:gd name="connsiteX0" fmla="*/ 68899 w 1127160"/>
                <a:gd name="connsiteY0" fmla="*/ 24782 h 751083"/>
                <a:gd name="connsiteX1" fmla="*/ 33246 w 1127160"/>
                <a:gd name="connsiteY1" fmla="*/ 41939 h 751083"/>
                <a:gd name="connsiteX2" fmla="*/ 24969 w 1127160"/>
                <a:gd name="connsiteY2" fmla="*/ 80065 h 751083"/>
                <a:gd name="connsiteX3" fmla="*/ 175857 w 1127160"/>
                <a:gd name="connsiteY3" fmla="*/ 690081 h 751083"/>
                <a:gd name="connsiteX4" fmla="*/ 223606 w 1127160"/>
                <a:gd name="connsiteY4" fmla="*/ 726937 h 751083"/>
                <a:gd name="connsiteX5" fmla="*/ 901645 w 1127160"/>
                <a:gd name="connsiteY5" fmla="*/ 726937 h 751083"/>
                <a:gd name="connsiteX6" fmla="*/ 949394 w 1127160"/>
                <a:gd name="connsiteY6" fmla="*/ 690081 h 751083"/>
                <a:gd name="connsiteX7" fmla="*/ 1100281 w 1127160"/>
                <a:gd name="connsiteY7" fmla="*/ 80065 h 751083"/>
                <a:gd name="connsiteX8" fmla="*/ 1092005 w 1127160"/>
                <a:gd name="connsiteY8" fmla="*/ 41939 h 751083"/>
                <a:gd name="connsiteX9" fmla="*/ 1056352 w 1127160"/>
                <a:gd name="connsiteY9" fmla="*/ 24782 h 751083"/>
                <a:gd name="connsiteX10" fmla="*/ 932204 w 1127160"/>
                <a:gd name="connsiteY10" fmla="*/ 24782 h 751083"/>
                <a:gd name="connsiteX11" fmla="*/ 885091 w 1127160"/>
                <a:gd name="connsiteY11" fmla="*/ 61002 h 751083"/>
                <a:gd name="connsiteX12" fmla="*/ 562307 w 1127160"/>
                <a:gd name="connsiteY12" fmla="*/ 284039 h 751083"/>
                <a:gd name="connsiteX13" fmla="*/ 239523 w 1127160"/>
                <a:gd name="connsiteY13" fmla="*/ 61002 h 751083"/>
                <a:gd name="connsiteX14" fmla="*/ 192410 w 1127160"/>
                <a:gd name="connsiteY14" fmla="*/ 24782 h 751083"/>
                <a:gd name="connsiteX15" fmla="*/ 68899 w 1127160"/>
                <a:gd name="connsiteY15" fmla="*/ 24782 h 751083"/>
                <a:gd name="connsiteX16" fmla="*/ 902282 w 1127160"/>
                <a:gd name="connsiteY16" fmla="*/ 751083 h 751083"/>
                <a:gd name="connsiteX17" fmla="*/ 224243 w 1127160"/>
                <a:gd name="connsiteY17" fmla="*/ 751083 h 751083"/>
                <a:gd name="connsiteX18" fmla="*/ 152937 w 1127160"/>
                <a:gd name="connsiteY18" fmla="*/ 695800 h 751083"/>
                <a:gd name="connsiteX19" fmla="*/ 2050 w 1127160"/>
                <a:gd name="connsiteY19" fmla="*/ 85784 h 751083"/>
                <a:gd name="connsiteX20" fmla="*/ 14783 w 1127160"/>
                <a:gd name="connsiteY20" fmla="*/ 26688 h 751083"/>
                <a:gd name="connsiteX21" fmla="*/ 69535 w 1127160"/>
                <a:gd name="connsiteY21" fmla="*/ 0 h 751083"/>
                <a:gd name="connsiteX22" fmla="*/ 193683 w 1127160"/>
                <a:gd name="connsiteY22" fmla="*/ 0 h 751083"/>
                <a:gd name="connsiteX23" fmla="*/ 264352 w 1127160"/>
                <a:gd name="connsiteY23" fmla="*/ 53376 h 751083"/>
                <a:gd name="connsiteX24" fmla="*/ 563580 w 1127160"/>
                <a:gd name="connsiteY24" fmla="*/ 259257 h 751083"/>
                <a:gd name="connsiteX25" fmla="*/ 862808 w 1127160"/>
                <a:gd name="connsiteY25" fmla="*/ 53376 h 751083"/>
                <a:gd name="connsiteX26" fmla="*/ 933478 w 1127160"/>
                <a:gd name="connsiteY26" fmla="*/ 0 h 751083"/>
                <a:gd name="connsiteX27" fmla="*/ 1057626 w 1127160"/>
                <a:gd name="connsiteY27" fmla="*/ 0 h 751083"/>
                <a:gd name="connsiteX28" fmla="*/ 1112378 w 1127160"/>
                <a:gd name="connsiteY28" fmla="*/ 26688 h 751083"/>
                <a:gd name="connsiteX29" fmla="*/ 1125111 w 1127160"/>
                <a:gd name="connsiteY29" fmla="*/ 85784 h 751083"/>
                <a:gd name="connsiteX30" fmla="*/ 974223 w 1127160"/>
                <a:gd name="connsiteY30" fmla="*/ 695800 h 751083"/>
                <a:gd name="connsiteX31" fmla="*/ 902282 w 1127160"/>
                <a:gd name="connsiteY31" fmla="*/ 751083 h 75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27160" h="751083">
                  <a:moveTo>
                    <a:pt x="68899" y="24782"/>
                  </a:moveTo>
                  <a:cubicBezTo>
                    <a:pt x="54892" y="24782"/>
                    <a:pt x="41522" y="31136"/>
                    <a:pt x="33246" y="41939"/>
                  </a:cubicBezTo>
                  <a:cubicBezTo>
                    <a:pt x="24969" y="52741"/>
                    <a:pt x="21786" y="66721"/>
                    <a:pt x="24969" y="80065"/>
                  </a:cubicBezTo>
                  <a:lnTo>
                    <a:pt x="175857" y="690081"/>
                  </a:lnTo>
                  <a:cubicBezTo>
                    <a:pt x="180950" y="711686"/>
                    <a:pt x="200686" y="726937"/>
                    <a:pt x="223606" y="726937"/>
                  </a:cubicBezTo>
                  <a:lnTo>
                    <a:pt x="901645" y="726937"/>
                  </a:lnTo>
                  <a:cubicBezTo>
                    <a:pt x="924565" y="726937"/>
                    <a:pt x="943664" y="711686"/>
                    <a:pt x="949394" y="690081"/>
                  </a:cubicBezTo>
                  <a:lnTo>
                    <a:pt x="1100281" y="80065"/>
                  </a:lnTo>
                  <a:cubicBezTo>
                    <a:pt x="1103465" y="66721"/>
                    <a:pt x="1100918" y="52741"/>
                    <a:pt x="1092005" y="41939"/>
                  </a:cubicBezTo>
                  <a:cubicBezTo>
                    <a:pt x="1083092" y="31136"/>
                    <a:pt x="1070359" y="24782"/>
                    <a:pt x="1056352" y="24782"/>
                  </a:cubicBezTo>
                  <a:lnTo>
                    <a:pt x="932204" y="24782"/>
                  </a:lnTo>
                  <a:cubicBezTo>
                    <a:pt x="910558" y="24782"/>
                    <a:pt x="891458" y="39397"/>
                    <a:pt x="885091" y="61002"/>
                  </a:cubicBezTo>
                  <a:cubicBezTo>
                    <a:pt x="846256" y="192536"/>
                    <a:pt x="713832" y="284039"/>
                    <a:pt x="562307" y="284039"/>
                  </a:cubicBezTo>
                  <a:cubicBezTo>
                    <a:pt x="410783" y="284039"/>
                    <a:pt x="278359" y="192536"/>
                    <a:pt x="239523" y="61002"/>
                  </a:cubicBezTo>
                  <a:cubicBezTo>
                    <a:pt x="233156" y="39397"/>
                    <a:pt x="214056" y="24782"/>
                    <a:pt x="192410" y="24782"/>
                  </a:cubicBezTo>
                  <a:lnTo>
                    <a:pt x="68899" y="24782"/>
                  </a:lnTo>
                  <a:close/>
                  <a:moveTo>
                    <a:pt x="902282" y="751083"/>
                  </a:moveTo>
                  <a:lnTo>
                    <a:pt x="224243" y="751083"/>
                  </a:lnTo>
                  <a:cubicBezTo>
                    <a:pt x="190500" y="751083"/>
                    <a:pt x="161214" y="728207"/>
                    <a:pt x="152937" y="695800"/>
                  </a:cubicBezTo>
                  <a:lnTo>
                    <a:pt x="2050" y="85784"/>
                  </a:lnTo>
                  <a:cubicBezTo>
                    <a:pt x="-3044" y="65450"/>
                    <a:pt x="1413" y="43845"/>
                    <a:pt x="14783" y="26688"/>
                  </a:cubicBezTo>
                  <a:cubicBezTo>
                    <a:pt x="28152" y="9532"/>
                    <a:pt x="47889" y="0"/>
                    <a:pt x="69535" y="0"/>
                  </a:cubicBezTo>
                  <a:lnTo>
                    <a:pt x="193683" y="0"/>
                  </a:lnTo>
                  <a:cubicBezTo>
                    <a:pt x="226152" y="0"/>
                    <a:pt x="254802" y="21605"/>
                    <a:pt x="264352" y="53376"/>
                  </a:cubicBezTo>
                  <a:cubicBezTo>
                    <a:pt x="300005" y="174744"/>
                    <a:pt x="423516" y="259257"/>
                    <a:pt x="563580" y="259257"/>
                  </a:cubicBezTo>
                  <a:cubicBezTo>
                    <a:pt x="703644" y="259257"/>
                    <a:pt x="827156" y="174744"/>
                    <a:pt x="862808" y="53376"/>
                  </a:cubicBezTo>
                  <a:cubicBezTo>
                    <a:pt x="872358" y="21605"/>
                    <a:pt x="900371" y="0"/>
                    <a:pt x="933478" y="0"/>
                  </a:cubicBezTo>
                  <a:lnTo>
                    <a:pt x="1057626" y="0"/>
                  </a:lnTo>
                  <a:cubicBezTo>
                    <a:pt x="1079272" y="0"/>
                    <a:pt x="1099008" y="9532"/>
                    <a:pt x="1112378" y="26688"/>
                  </a:cubicBezTo>
                  <a:cubicBezTo>
                    <a:pt x="1125748" y="43209"/>
                    <a:pt x="1130204" y="64814"/>
                    <a:pt x="1125111" y="85784"/>
                  </a:cubicBezTo>
                  <a:lnTo>
                    <a:pt x="974223" y="695800"/>
                  </a:lnTo>
                  <a:cubicBezTo>
                    <a:pt x="965311" y="728207"/>
                    <a:pt x="936024" y="751083"/>
                    <a:pt x="902282" y="751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540A39F4-DDDC-441E-F3F6-E7762E3AF7E0}"/>
                </a:ext>
              </a:extLst>
            </p:cNvPr>
            <p:cNvSpPr/>
            <p:nvPr/>
          </p:nvSpPr>
          <p:spPr>
            <a:xfrm>
              <a:off x="9045746" y="5097627"/>
              <a:ext cx="779433" cy="154493"/>
            </a:xfrm>
            <a:custGeom>
              <a:avLst/>
              <a:gdLst>
                <a:gd name="connsiteX0" fmla="*/ 766617 w 779433"/>
                <a:gd name="connsiteY0" fmla="*/ 154410 h 154493"/>
                <a:gd name="connsiteX1" fmla="*/ 757704 w 779433"/>
                <a:gd name="connsiteY1" fmla="*/ 150598 h 154493"/>
                <a:gd name="connsiteX2" fmla="*/ 662206 w 779433"/>
                <a:gd name="connsiteY2" fmla="*/ 45751 h 154493"/>
                <a:gd name="connsiteX3" fmla="*/ 613184 w 779433"/>
                <a:gd name="connsiteY3" fmla="*/ 24146 h 154493"/>
                <a:gd name="connsiteX4" fmla="*/ 165614 w 779433"/>
                <a:gd name="connsiteY4" fmla="*/ 24146 h 154493"/>
                <a:gd name="connsiteX5" fmla="*/ 116592 w 779433"/>
                <a:gd name="connsiteY5" fmla="*/ 45751 h 154493"/>
                <a:gd name="connsiteX6" fmla="*/ 21093 w 779433"/>
                <a:gd name="connsiteY6" fmla="*/ 150598 h 154493"/>
                <a:gd name="connsiteX7" fmla="*/ 3903 w 779433"/>
                <a:gd name="connsiteY7" fmla="*/ 151233 h 154493"/>
                <a:gd name="connsiteX8" fmla="*/ 3267 w 779433"/>
                <a:gd name="connsiteY8" fmla="*/ 134077 h 154493"/>
                <a:gd name="connsiteX9" fmla="*/ 98765 w 779433"/>
                <a:gd name="connsiteY9" fmla="*/ 29230 h 154493"/>
                <a:gd name="connsiteX10" fmla="*/ 166250 w 779433"/>
                <a:gd name="connsiteY10" fmla="*/ 0 h 154493"/>
                <a:gd name="connsiteX11" fmla="*/ 613820 w 779433"/>
                <a:gd name="connsiteY11" fmla="*/ 0 h 154493"/>
                <a:gd name="connsiteX12" fmla="*/ 680669 w 779433"/>
                <a:gd name="connsiteY12" fmla="*/ 29230 h 154493"/>
                <a:gd name="connsiteX13" fmla="*/ 776167 w 779433"/>
                <a:gd name="connsiteY13" fmla="*/ 134077 h 154493"/>
                <a:gd name="connsiteX14" fmla="*/ 775531 w 779433"/>
                <a:gd name="connsiteY14" fmla="*/ 151233 h 154493"/>
                <a:gd name="connsiteX15" fmla="*/ 766617 w 779433"/>
                <a:gd name="connsiteY15" fmla="*/ 154410 h 154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9433" h="154493">
                  <a:moveTo>
                    <a:pt x="766617" y="154410"/>
                  </a:moveTo>
                  <a:cubicBezTo>
                    <a:pt x="763434" y="154410"/>
                    <a:pt x="760251" y="153140"/>
                    <a:pt x="757704" y="150598"/>
                  </a:cubicBezTo>
                  <a:lnTo>
                    <a:pt x="662206" y="45751"/>
                  </a:lnTo>
                  <a:cubicBezTo>
                    <a:pt x="649473" y="31772"/>
                    <a:pt x="631646" y="24146"/>
                    <a:pt x="613184" y="24146"/>
                  </a:cubicBezTo>
                  <a:lnTo>
                    <a:pt x="165614" y="24146"/>
                  </a:lnTo>
                  <a:cubicBezTo>
                    <a:pt x="147151" y="24146"/>
                    <a:pt x="128688" y="31772"/>
                    <a:pt x="116592" y="45751"/>
                  </a:cubicBezTo>
                  <a:lnTo>
                    <a:pt x="21093" y="150598"/>
                  </a:lnTo>
                  <a:cubicBezTo>
                    <a:pt x="16636" y="155681"/>
                    <a:pt x="8997" y="155681"/>
                    <a:pt x="3903" y="151233"/>
                  </a:cubicBezTo>
                  <a:cubicBezTo>
                    <a:pt x="-1190" y="146785"/>
                    <a:pt x="-1190" y="139160"/>
                    <a:pt x="3267" y="134077"/>
                  </a:cubicBezTo>
                  <a:lnTo>
                    <a:pt x="98765" y="29230"/>
                  </a:lnTo>
                  <a:cubicBezTo>
                    <a:pt x="115954" y="10167"/>
                    <a:pt x="140148" y="0"/>
                    <a:pt x="166250" y="0"/>
                  </a:cubicBezTo>
                  <a:lnTo>
                    <a:pt x="613820" y="0"/>
                  </a:lnTo>
                  <a:cubicBezTo>
                    <a:pt x="639286" y="0"/>
                    <a:pt x="664116" y="10802"/>
                    <a:pt x="680669" y="29230"/>
                  </a:cubicBezTo>
                  <a:lnTo>
                    <a:pt x="776167" y="134077"/>
                  </a:lnTo>
                  <a:cubicBezTo>
                    <a:pt x="780624" y="139160"/>
                    <a:pt x="780624" y="146785"/>
                    <a:pt x="775531" y="151233"/>
                  </a:cubicBezTo>
                  <a:cubicBezTo>
                    <a:pt x="772348" y="153140"/>
                    <a:pt x="769801" y="154410"/>
                    <a:pt x="766617" y="1544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12E35E7-A55C-3D67-C08C-CF3CF1757C9E}"/>
                </a:ext>
              </a:extLst>
            </p:cNvPr>
            <p:cNvSpPr/>
            <p:nvPr/>
          </p:nvSpPr>
          <p:spPr>
            <a:xfrm>
              <a:off x="8891287" y="3703557"/>
              <a:ext cx="570135" cy="447909"/>
            </a:xfrm>
            <a:custGeom>
              <a:avLst/>
              <a:gdLst>
                <a:gd name="connsiteX0" fmla="*/ 303520 w 570135"/>
                <a:gd name="connsiteY0" fmla="*/ 24075 h 447909"/>
                <a:gd name="connsiteX1" fmla="*/ 269140 w 570135"/>
                <a:gd name="connsiteY1" fmla="*/ 25981 h 447909"/>
                <a:gd name="connsiteX2" fmla="*/ 89603 w 570135"/>
                <a:gd name="connsiteY2" fmla="*/ 73639 h 447909"/>
                <a:gd name="connsiteX3" fmla="*/ 24664 w 570135"/>
                <a:gd name="connsiteY3" fmla="*/ 156881 h 447909"/>
                <a:gd name="connsiteX4" fmla="*/ 41217 w 570135"/>
                <a:gd name="connsiteY4" fmla="*/ 336073 h 447909"/>
                <a:gd name="connsiteX5" fmla="*/ 121436 w 570135"/>
                <a:gd name="connsiteY5" fmla="*/ 406606 h 447909"/>
                <a:gd name="connsiteX6" fmla="*/ 303520 w 570135"/>
                <a:gd name="connsiteY6" fmla="*/ 423127 h 447909"/>
                <a:gd name="connsiteX7" fmla="*/ 479873 w 570135"/>
                <a:gd name="connsiteY7" fmla="*/ 373564 h 447909"/>
                <a:gd name="connsiteX8" fmla="*/ 545449 w 570135"/>
                <a:gd name="connsiteY8" fmla="*/ 290322 h 447909"/>
                <a:gd name="connsiteX9" fmla="*/ 528896 w 570135"/>
                <a:gd name="connsiteY9" fmla="*/ 111129 h 447909"/>
                <a:gd name="connsiteX10" fmla="*/ 449314 w 570135"/>
                <a:gd name="connsiteY10" fmla="*/ 41231 h 447909"/>
                <a:gd name="connsiteX11" fmla="*/ 303520 w 570135"/>
                <a:gd name="connsiteY11" fmla="*/ 24075 h 447909"/>
                <a:gd name="connsiteX12" fmla="*/ 271687 w 570135"/>
                <a:gd name="connsiteY12" fmla="*/ 447909 h 447909"/>
                <a:gd name="connsiteX13" fmla="*/ 115070 w 570135"/>
                <a:gd name="connsiteY13" fmla="*/ 429482 h 447909"/>
                <a:gd name="connsiteX14" fmla="*/ 17024 w 570135"/>
                <a:gd name="connsiteY14" fmla="*/ 337979 h 447909"/>
                <a:gd name="connsiteX15" fmla="*/ 471 w 570135"/>
                <a:gd name="connsiteY15" fmla="*/ 158787 h 447909"/>
                <a:gd name="connsiteX16" fmla="*/ 80690 w 570135"/>
                <a:gd name="connsiteY16" fmla="*/ 50763 h 447909"/>
                <a:gd name="connsiteX17" fmla="*/ 267230 w 570135"/>
                <a:gd name="connsiteY17" fmla="*/ 1835 h 447909"/>
                <a:gd name="connsiteX18" fmla="*/ 454407 w 570135"/>
                <a:gd name="connsiteY18" fmla="*/ 17085 h 447909"/>
                <a:gd name="connsiteX19" fmla="*/ 553089 w 570135"/>
                <a:gd name="connsiteY19" fmla="*/ 108588 h 447909"/>
                <a:gd name="connsiteX20" fmla="*/ 569641 w 570135"/>
                <a:gd name="connsiteY20" fmla="*/ 287780 h 447909"/>
                <a:gd name="connsiteX21" fmla="*/ 490059 w 570135"/>
                <a:gd name="connsiteY21" fmla="*/ 395168 h 447909"/>
                <a:gd name="connsiteX22" fmla="*/ 305429 w 570135"/>
                <a:gd name="connsiteY22" fmla="*/ 446639 h 447909"/>
                <a:gd name="connsiteX23" fmla="*/ 271687 w 570135"/>
                <a:gd name="connsiteY23" fmla="*/ 447909 h 447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70135" h="447909">
                  <a:moveTo>
                    <a:pt x="303520" y="24075"/>
                  </a:moveTo>
                  <a:cubicBezTo>
                    <a:pt x="291423" y="24075"/>
                    <a:pt x="279963" y="24710"/>
                    <a:pt x="269140" y="25981"/>
                  </a:cubicBezTo>
                  <a:cubicBezTo>
                    <a:pt x="183828" y="34877"/>
                    <a:pt x="90240" y="73003"/>
                    <a:pt x="89603" y="73639"/>
                  </a:cubicBezTo>
                  <a:cubicBezTo>
                    <a:pt x="42491" y="92702"/>
                    <a:pt x="20844" y="119390"/>
                    <a:pt x="24664" y="156881"/>
                  </a:cubicBezTo>
                  <a:lnTo>
                    <a:pt x="41217" y="336073"/>
                  </a:lnTo>
                  <a:cubicBezTo>
                    <a:pt x="45037" y="375470"/>
                    <a:pt x="76233" y="392627"/>
                    <a:pt x="121436" y="406606"/>
                  </a:cubicBezTo>
                  <a:cubicBezTo>
                    <a:pt x="122073" y="406606"/>
                    <a:pt x="216935" y="429482"/>
                    <a:pt x="303520" y="423127"/>
                  </a:cubicBezTo>
                  <a:cubicBezTo>
                    <a:pt x="376735" y="418044"/>
                    <a:pt x="478600" y="374199"/>
                    <a:pt x="479873" y="373564"/>
                  </a:cubicBezTo>
                  <a:cubicBezTo>
                    <a:pt x="529533" y="350053"/>
                    <a:pt x="548632" y="325906"/>
                    <a:pt x="545449" y="290322"/>
                  </a:cubicBezTo>
                  <a:lnTo>
                    <a:pt x="528896" y="111129"/>
                  </a:lnTo>
                  <a:cubicBezTo>
                    <a:pt x="525713" y="74910"/>
                    <a:pt x="501520" y="53940"/>
                    <a:pt x="449314" y="41231"/>
                  </a:cubicBezTo>
                  <a:cubicBezTo>
                    <a:pt x="447404" y="39961"/>
                    <a:pt x="371642" y="24075"/>
                    <a:pt x="303520" y="24075"/>
                  </a:cubicBezTo>
                  <a:moveTo>
                    <a:pt x="271687" y="447909"/>
                  </a:moveTo>
                  <a:cubicBezTo>
                    <a:pt x="192741" y="447909"/>
                    <a:pt x="118253" y="430117"/>
                    <a:pt x="115070" y="429482"/>
                  </a:cubicBezTo>
                  <a:cubicBezTo>
                    <a:pt x="69230" y="415502"/>
                    <a:pt x="22117" y="393897"/>
                    <a:pt x="17024" y="337979"/>
                  </a:cubicBezTo>
                  <a:lnTo>
                    <a:pt x="471" y="158787"/>
                  </a:lnTo>
                  <a:cubicBezTo>
                    <a:pt x="-2712" y="125109"/>
                    <a:pt x="8748" y="79358"/>
                    <a:pt x="80690" y="50763"/>
                  </a:cubicBezTo>
                  <a:cubicBezTo>
                    <a:pt x="84510" y="49492"/>
                    <a:pt x="178098" y="10731"/>
                    <a:pt x="267230" y="1835"/>
                  </a:cubicBezTo>
                  <a:cubicBezTo>
                    <a:pt x="345539" y="-6426"/>
                    <a:pt x="449951" y="15814"/>
                    <a:pt x="454407" y="17085"/>
                  </a:cubicBezTo>
                  <a:cubicBezTo>
                    <a:pt x="493880" y="27252"/>
                    <a:pt x="547358" y="47586"/>
                    <a:pt x="553089" y="108588"/>
                  </a:cubicBezTo>
                  <a:lnTo>
                    <a:pt x="569641" y="287780"/>
                  </a:lnTo>
                  <a:cubicBezTo>
                    <a:pt x="575372" y="347511"/>
                    <a:pt x="530169" y="376741"/>
                    <a:pt x="490059" y="395168"/>
                  </a:cubicBezTo>
                  <a:cubicBezTo>
                    <a:pt x="485603" y="397075"/>
                    <a:pt x="383102" y="441555"/>
                    <a:pt x="305429" y="446639"/>
                  </a:cubicBezTo>
                  <a:cubicBezTo>
                    <a:pt x="293970" y="447274"/>
                    <a:pt x="282510" y="447909"/>
                    <a:pt x="271687" y="44790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D87D88D9-26A8-6CC4-9E0D-BD5E0CBC939A}"/>
                </a:ext>
              </a:extLst>
            </p:cNvPr>
            <p:cNvSpPr/>
            <p:nvPr/>
          </p:nvSpPr>
          <p:spPr>
            <a:xfrm>
              <a:off x="9178885" y="3998957"/>
              <a:ext cx="17836" cy="17802"/>
            </a:xfrm>
            <a:custGeom>
              <a:avLst/>
              <a:gdLst>
                <a:gd name="connsiteX0" fmla="*/ 5735 w 17836"/>
                <a:gd name="connsiteY0" fmla="*/ 640 h 17802"/>
                <a:gd name="connsiteX1" fmla="*/ 17195 w 17836"/>
                <a:gd name="connsiteY1" fmla="*/ 5724 h 17802"/>
                <a:gd name="connsiteX2" fmla="*/ 12102 w 17836"/>
                <a:gd name="connsiteY2" fmla="*/ 17162 h 17802"/>
                <a:gd name="connsiteX3" fmla="*/ 642 w 17836"/>
                <a:gd name="connsiteY3" fmla="*/ 12078 h 17802"/>
                <a:gd name="connsiteX4" fmla="*/ 5735 w 17836"/>
                <a:gd name="connsiteY4" fmla="*/ 640 h 1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36" h="17802">
                  <a:moveTo>
                    <a:pt x="5735" y="640"/>
                  </a:moveTo>
                  <a:cubicBezTo>
                    <a:pt x="10192" y="-1266"/>
                    <a:pt x="15285" y="1276"/>
                    <a:pt x="17195" y="5724"/>
                  </a:cubicBezTo>
                  <a:cubicBezTo>
                    <a:pt x="19105" y="10172"/>
                    <a:pt x="16558" y="15255"/>
                    <a:pt x="12102" y="17162"/>
                  </a:cubicBezTo>
                  <a:cubicBezTo>
                    <a:pt x="7645" y="19068"/>
                    <a:pt x="2552" y="16526"/>
                    <a:pt x="642" y="12078"/>
                  </a:cubicBezTo>
                  <a:cubicBezTo>
                    <a:pt x="-1269" y="6995"/>
                    <a:pt x="1278" y="1911"/>
                    <a:pt x="5735" y="64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F734F4CE-E0D6-3CDD-3FBD-DE4BEA26902E}"/>
                </a:ext>
              </a:extLst>
            </p:cNvPr>
            <p:cNvSpPr/>
            <p:nvPr/>
          </p:nvSpPr>
          <p:spPr>
            <a:xfrm>
              <a:off x="9166706" y="3986901"/>
              <a:ext cx="41458" cy="41291"/>
            </a:xfrm>
            <a:custGeom>
              <a:avLst/>
              <a:gdLst>
                <a:gd name="connsiteX0" fmla="*/ 21098 w 41458"/>
                <a:gd name="connsiteY0" fmla="*/ 41291 h 41291"/>
                <a:gd name="connsiteX1" fmla="*/ 12185 w 41458"/>
                <a:gd name="connsiteY1" fmla="*/ 39385 h 41291"/>
                <a:gd name="connsiteX2" fmla="*/ 1361 w 41458"/>
                <a:gd name="connsiteY2" fmla="*/ 27947 h 41291"/>
                <a:gd name="connsiteX3" fmla="*/ 1998 w 41458"/>
                <a:gd name="connsiteY3" fmla="*/ 12061 h 41291"/>
                <a:gd name="connsiteX4" fmla="*/ 13458 w 41458"/>
                <a:gd name="connsiteY4" fmla="*/ 1259 h 41291"/>
                <a:gd name="connsiteX5" fmla="*/ 40198 w 41458"/>
                <a:gd name="connsiteY5" fmla="*/ 13332 h 41291"/>
                <a:gd name="connsiteX6" fmla="*/ 28101 w 41458"/>
                <a:gd name="connsiteY6" fmla="*/ 40020 h 41291"/>
                <a:gd name="connsiteX7" fmla="*/ 21098 w 41458"/>
                <a:gd name="connsiteY7" fmla="*/ 41291 h 4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458" h="41291">
                  <a:moveTo>
                    <a:pt x="21098" y="41291"/>
                  </a:moveTo>
                  <a:cubicBezTo>
                    <a:pt x="17915" y="41291"/>
                    <a:pt x="15368" y="40656"/>
                    <a:pt x="12185" y="39385"/>
                  </a:cubicBezTo>
                  <a:cubicBezTo>
                    <a:pt x="7091" y="36843"/>
                    <a:pt x="3271" y="33030"/>
                    <a:pt x="1361" y="27947"/>
                  </a:cubicBezTo>
                  <a:cubicBezTo>
                    <a:pt x="-548" y="22863"/>
                    <a:pt x="-548" y="17145"/>
                    <a:pt x="1998" y="12061"/>
                  </a:cubicBezTo>
                  <a:cubicBezTo>
                    <a:pt x="4544" y="6978"/>
                    <a:pt x="8365" y="3165"/>
                    <a:pt x="13458" y="1259"/>
                  </a:cubicBezTo>
                  <a:cubicBezTo>
                    <a:pt x="24281" y="-2554"/>
                    <a:pt x="36377" y="2530"/>
                    <a:pt x="40198" y="13332"/>
                  </a:cubicBezTo>
                  <a:cubicBezTo>
                    <a:pt x="44017" y="24134"/>
                    <a:pt x="38924" y="36208"/>
                    <a:pt x="28101" y="40020"/>
                  </a:cubicBezTo>
                  <a:cubicBezTo>
                    <a:pt x="25554" y="41291"/>
                    <a:pt x="23008" y="41291"/>
                    <a:pt x="21098" y="412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8B4A381A-8EF6-401F-CF51-AB69EA0E83C8}"/>
                </a:ext>
              </a:extLst>
            </p:cNvPr>
            <p:cNvSpPr/>
            <p:nvPr/>
          </p:nvSpPr>
          <p:spPr>
            <a:xfrm>
              <a:off x="9224105" y="3836838"/>
              <a:ext cx="41458" cy="41391"/>
            </a:xfrm>
            <a:custGeom>
              <a:avLst/>
              <a:gdLst>
                <a:gd name="connsiteX0" fmla="*/ 20998 w 41458"/>
                <a:gd name="connsiteY0" fmla="*/ 41391 h 41391"/>
                <a:gd name="connsiteX1" fmla="*/ 12085 w 41458"/>
                <a:gd name="connsiteY1" fmla="*/ 39485 h 41391"/>
                <a:gd name="connsiteX2" fmla="*/ 1261 w 41458"/>
                <a:gd name="connsiteY2" fmla="*/ 28047 h 41391"/>
                <a:gd name="connsiteX3" fmla="*/ 13358 w 41458"/>
                <a:gd name="connsiteY3" fmla="*/ 1359 h 41391"/>
                <a:gd name="connsiteX4" fmla="*/ 13358 w 41458"/>
                <a:gd name="connsiteY4" fmla="*/ 1359 h 41391"/>
                <a:gd name="connsiteX5" fmla="*/ 29274 w 41458"/>
                <a:gd name="connsiteY5" fmla="*/ 1994 h 41391"/>
                <a:gd name="connsiteX6" fmla="*/ 40098 w 41458"/>
                <a:gd name="connsiteY6" fmla="*/ 13432 h 41391"/>
                <a:gd name="connsiteX7" fmla="*/ 39460 w 41458"/>
                <a:gd name="connsiteY7" fmla="*/ 29318 h 41391"/>
                <a:gd name="connsiteX8" fmla="*/ 28001 w 41458"/>
                <a:gd name="connsiteY8" fmla="*/ 40120 h 41391"/>
                <a:gd name="connsiteX9" fmla="*/ 20998 w 41458"/>
                <a:gd name="connsiteY9" fmla="*/ 41391 h 4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458" h="41391">
                  <a:moveTo>
                    <a:pt x="20998" y="41391"/>
                  </a:moveTo>
                  <a:cubicBezTo>
                    <a:pt x="17815" y="41391"/>
                    <a:pt x="15268" y="40756"/>
                    <a:pt x="12085" y="39485"/>
                  </a:cubicBezTo>
                  <a:cubicBezTo>
                    <a:pt x="6991" y="36943"/>
                    <a:pt x="3171" y="33131"/>
                    <a:pt x="1261" y="28047"/>
                  </a:cubicBezTo>
                  <a:cubicBezTo>
                    <a:pt x="-2559" y="17245"/>
                    <a:pt x="2535" y="5171"/>
                    <a:pt x="13358" y="1359"/>
                  </a:cubicBezTo>
                  <a:lnTo>
                    <a:pt x="13358" y="1359"/>
                  </a:lnTo>
                  <a:cubicBezTo>
                    <a:pt x="18451" y="-547"/>
                    <a:pt x="24181" y="-547"/>
                    <a:pt x="29274" y="1994"/>
                  </a:cubicBezTo>
                  <a:cubicBezTo>
                    <a:pt x="34368" y="4536"/>
                    <a:pt x="38187" y="8349"/>
                    <a:pt x="40098" y="13432"/>
                  </a:cubicBezTo>
                  <a:cubicBezTo>
                    <a:pt x="42007" y="18516"/>
                    <a:pt x="42007" y="24234"/>
                    <a:pt x="39460" y="29318"/>
                  </a:cubicBezTo>
                  <a:cubicBezTo>
                    <a:pt x="36914" y="34401"/>
                    <a:pt x="33094" y="38214"/>
                    <a:pt x="28001" y="40120"/>
                  </a:cubicBezTo>
                  <a:cubicBezTo>
                    <a:pt x="26091" y="40756"/>
                    <a:pt x="23544" y="41391"/>
                    <a:pt x="20998" y="41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B3A21BA5-7975-40C7-2000-DD2ECEAF339F}"/>
                </a:ext>
              </a:extLst>
            </p:cNvPr>
            <p:cNvSpPr/>
            <p:nvPr/>
          </p:nvSpPr>
          <p:spPr>
            <a:xfrm>
              <a:off x="9241442" y="3854083"/>
              <a:ext cx="4934" cy="6830"/>
            </a:xfrm>
            <a:custGeom>
              <a:avLst/>
              <a:gdLst>
                <a:gd name="connsiteX0" fmla="*/ 2387 w 4934"/>
                <a:gd name="connsiteY0" fmla="*/ 0 h 6830"/>
                <a:gd name="connsiteX1" fmla="*/ 2387 w 4934"/>
                <a:gd name="connsiteY1" fmla="*/ 0 h 6830"/>
                <a:gd name="connsiteX2" fmla="*/ 478 w 4934"/>
                <a:gd name="connsiteY2" fmla="*/ 1906 h 6830"/>
                <a:gd name="connsiteX3" fmla="*/ 478 w 4934"/>
                <a:gd name="connsiteY3" fmla="*/ 4448 h 6830"/>
                <a:gd name="connsiteX4" fmla="*/ 2387 w 4934"/>
                <a:gd name="connsiteY4" fmla="*/ 6354 h 6830"/>
                <a:gd name="connsiteX5" fmla="*/ 4934 w 4934"/>
                <a:gd name="connsiteY5" fmla="*/ 6354 h 6830"/>
                <a:gd name="connsiteX6" fmla="*/ 2387 w 4934"/>
                <a:gd name="connsiteY6" fmla="*/ 0 h 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34" h="6830">
                  <a:moveTo>
                    <a:pt x="2387" y="0"/>
                  </a:moveTo>
                  <a:lnTo>
                    <a:pt x="2387" y="0"/>
                  </a:lnTo>
                  <a:cubicBezTo>
                    <a:pt x="1751" y="635"/>
                    <a:pt x="1114" y="1271"/>
                    <a:pt x="478" y="1906"/>
                  </a:cubicBezTo>
                  <a:cubicBezTo>
                    <a:pt x="-159" y="2542"/>
                    <a:pt x="-159" y="3813"/>
                    <a:pt x="478" y="4448"/>
                  </a:cubicBezTo>
                  <a:cubicBezTo>
                    <a:pt x="478" y="5083"/>
                    <a:pt x="1751" y="5719"/>
                    <a:pt x="2387" y="6354"/>
                  </a:cubicBezTo>
                  <a:cubicBezTo>
                    <a:pt x="3024" y="6990"/>
                    <a:pt x="4298" y="6990"/>
                    <a:pt x="4934" y="6354"/>
                  </a:cubicBezTo>
                  <a:lnTo>
                    <a:pt x="2387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1ED706C0-9DA9-48D5-A836-E3C88D35DDE4}"/>
                </a:ext>
              </a:extLst>
            </p:cNvPr>
            <p:cNvSpPr/>
            <p:nvPr/>
          </p:nvSpPr>
          <p:spPr>
            <a:xfrm>
              <a:off x="9082750" y="3869964"/>
              <a:ext cx="17836" cy="17802"/>
            </a:xfrm>
            <a:custGeom>
              <a:avLst/>
              <a:gdLst>
                <a:gd name="connsiteX0" fmla="*/ 5735 w 17836"/>
                <a:gd name="connsiteY0" fmla="*/ 640 h 17802"/>
                <a:gd name="connsiteX1" fmla="*/ 17195 w 17836"/>
                <a:gd name="connsiteY1" fmla="*/ 5724 h 17802"/>
                <a:gd name="connsiteX2" fmla="*/ 12101 w 17836"/>
                <a:gd name="connsiteY2" fmla="*/ 17162 h 17802"/>
                <a:gd name="connsiteX3" fmla="*/ 642 w 17836"/>
                <a:gd name="connsiteY3" fmla="*/ 12078 h 17802"/>
                <a:gd name="connsiteX4" fmla="*/ 5735 w 17836"/>
                <a:gd name="connsiteY4" fmla="*/ 640 h 1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36" h="17802">
                  <a:moveTo>
                    <a:pt x="5735" y="640"/>
                  </a:moveTo>
                  <a:cubicBezTo>
                    <a:pt x="10192" y="-1266"/>
                    <a:pt x="15284" y="1276"/>
                    <a:pt x="17195" y="5724"/>
                  </a:cubicBezTo>
                  <a:cubicBezTo>
                    <a:pt x="19105" y="10172"/>
                    <a:pt x="16558" y="15255"/>
                    <a:pt x="12101" y="17162"/>
                  </a:cubicBezTo>
                  <a:cubicBezTo>
                    <a:pt x="7645" y="19068"/>
                    <a:pt x="2551" y="16526"/>
                    <a:pt x="642" y="12078"/>
                  </a:cubicBezTo>
                  <a:cubicBezTo>
                    <a:pt x="-1269" y="6995"/>
                    <a:pt x="1278" y="1911"/>
                    <a:pt x="5735" y="64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7AF3F007-B636-EC3F-CE0C-0C835EA50A30}"/>
                </a:ext>
              </a:extLst>
            </p:cNvPr>
            <p:cNvSpPr/>
            <p:nvPr/>
          </p:nvSpPr>
          <p:spPr>
            <a:xfrm>
              <a:off x="9070671" y="3857172"/>
              <a:ext cx="41458" cy="42026"/>
            </a:xfrm>
            <a:custGeom>
              <a:avLst/>
              <a:gdLst>
                <a:gd name="connsiteX0" fmla="*/ 20997 w 41458"/>
                <a:gd name="connsiteY0" fmla="*/ 42027 h 42026"/>
                <a:gd name="connsiteX1" fmla="*/ 12085 w 41458"/>
                <a:gd name="connsiteY1" fmla="*/ 40120 h 42026"/>
                <a:gd name="connsiteX2" fmla="*/ 1261 w 41458"/>
                <a:gd name="connsiteY2" fmla="*/ 28047 h 42026"/>
                <a:gd name="connsiteX3" fmla="*/ 13358 w 41458"/>
                <a:gd name="connsiteY3" fmla="*/ 1359 h 42026"/>
                <a:gd name="connsiteX4" fmla="*/ 13358 w 41458"/>
                <a:gd name="connsiteY4" fmla="*/ 1359 h 42026"/>
                <a:gd name="connsiteX5" fmla="*/ 29274 w 41458"/>
                <a:gd name="connsiteY5" fmla="*/ 1994 h 42026"/>
                <a:gd name="connsiteX6" fmla="*/ 40097 w 41458"/>
                <a:gd name="connsiteY6" fmla="*/ 13432 h 42026"/>
                <a:gd name="connsiteX7" fmla="*/ 39460 w 41458"/>
                <a:gd name="connsiteY7" fmla="*/ 29318 h 42026"/>
                <a:gd name="connsiteX8" fmla="*/ 28001 w 41458"/>
                <a:gd name="connsiteY8" fmla="*/ 40120 h 42026"/>
                <a:gd name="connsiteX9" fmla="*/ 20997 w 41458"/>
                <a:gd name="connsiteY9" fmla="*/ 42027 h 42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458" h="42026">
                  <a:moveTo>
                    <a:pt x="20997" y="42027"/>
                  </a:moveTo>
                  <a:cubicBezTo>
                    <a:pt x="17814" y="42027"/>
                    <a:pt x="15268" y="41391"/>
                    <a:pt x="12085" y="40120"/>
                  </a:cubicBezTo>
                  <a:cubicBezTo>
                    <a:pt x="6991" y="37579"/>
                    <a:pt x="3171" y="33766"/>
                    <a:pt x="1261" y="28047"/>
                  </a:cubicBezTo>
                  <a:cubicBezTo>
                    <a:pt x="-2559" y="17245"/>
                    <a:pt x="2535" y="5171"/>
                    <a:pt x="13358" y="1359"/>
                  </a:cubicBezTo>
                  <a:lnTo>
                    <a:pt x="13358" y="1359"/>
                  </a:lnTo>
                  <a:cubicBezTo>
                    <a:pt x="18451" y="-547"/>
                    <a:pt x="24180" y="-547"/>
                    <a:pt x="29274" y="1994"/>
                  </a:cubicBezTo>
                  <a:cubicBezTo>
                    <a:pt x="34368" y="4536"/>
                    <a:pt x="38187" y="8349"/>
                    <a:pt x="40097" y="13432"/>
                  </a:cubicBezTo>
                  <a:cubicBezTo>
                    <a:pt x="42007" y="18516"/>
                    <a:pt x="42007" y="24234"/>
                    <a:pt x="39460" y="29318"/>
                  </a:cubicBezTo>
                  <a:cubicBezTo>
                    <a:pt x="36914" y="34401"/>
                    <a:pt x="33094" y="38214"/>
                    <a:pt x="28001" y="40120"/>
                  </a:cubicBezTo>
                  <a:cubicBezTo>
                    <a:pt x="25454" y="42027"/>
                    <a:pt x="23544" y="42027"/>
                    <a:pt x="20997" y="420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5EAFBBEA-A904-48A7-7E8D-B93517BCCB92}"/>
                </a:ext>
              </a:extLst>
            </p:cNvPr>
            <p:cNvSpPr/>
            <p:nvPr/>
          </p:nvSpPr>
          <p:spPr>
            <a:xfrm>
              <a:off x="9493301" y="3736639"/>
              <a:ext cx="562008" cy="580039"/>
            </a:xfrm>
            <a:custGeom>
              <a:avLst/>
              <a:gdLst>
                <a:gd name="connsiteX0" fmla="*/ 331159 w 562008"/>
                <a:gd name="connsiteY0" fmla="*/ 24035 h 580039"/>
                <a:gd name="connsiteX1" fmla="*/ 266856 w 562008"/>
                <a:gd name="connsiteY1" fmla="*/ 46275 h 580039"/>
                <a:gd name="connsiteX2" fmla="*/ 129338 w 562008"/>
                <a:gd name="connsiteY2" fmla="*/ 161289 h 580039"/>
                <a:gd name="connsiteX3" fmla="*/ 36386 w 562008"/>
                <a:gd name="connsiteY3" fmla="*/ 320783 h 580039"/>
                <a:gd name="connsiteX4" fmla="*/ 49756 w 562008"/>
                <a:gd name="connsiteY4" fmla="*/ 424994 h 580039"/>
                <a:gd name="connsiteX5" fmla="*/ 189184 w 562008"/>
                <a:gd name="connsiteY5" fmla="*/ 540008 h 580039"/>
                <a:gd name="connsiteX6" fmla="*/ 296142 w 562008"/>
                <a:gd name="connsiteY6" fmla="*/ 533653 h 580039"/>
                <a:gd name="connsiteX7" fmla="*/ 436843 w 562008"/>
                <a:gd name="connsiteY7" fmla="*/ 418004 h 580039"/>
                <a:gd name="connsiteX8" fmla="*/ 525975 w 562008"/>
                <a:gd name="connsiteY8" fmla="*/ 259781 h 580039"/>
                <a:gd name="connsiteX9" fmla="*/ 512605 w 562008"/>
                <a:gd name="connsiteY9" fmla="*/ 154935 h 580039"/>
                <a:gd name="connsiteX10" fmla="*/ 373178 w 562008"/>
                <a:gd name="connsiteY10" fmla="*/ 39921 h 580039"/>
                <a:gd name="connsiteX11" fmla="*/ 331159 w 562008"/>
                <a:gd name="connsiteY11" fmla="*/ 24035 h 580039"/>
                <a:gd name="connsiteX12" fmla="*/ 229930 w 562008"/>
                <a:gd name="connsiteY12" fmla="*/ 580040 h 580039"/>
                <a:gd name="connsiteX13" fmla="*/ 173904 w 562008"/>
                <a:gd name="connsiteY13" fmla="*/ 559706 h 580039"/>
                <a:gd name="connsiteX14" fmla="*/ 34476 w 562008"/>
                <a:gd name="connsiteY14" fmla="*/ 444693 h 580039"/>
                <a:gd name="connsiteX15" fmla="*/ 14103 w 562008"/>
                <a:gd name="connsiteY15" fmla="*/ 311887 h 580039"/>
                <a:gd name="connsiteX16" fmla="*/ 110875 w 562008"/>
                <a:gd name="connsiteY16" fmla="*/ 146674 h 580039"/>
                <a:gd name="connsiteX17" fmla="*/ 254122 w 562008"/>
                <a:gd name="connsiteY17" fmla="*/ 25941 h 580039"/>
                <a:gd name="connsiteX18" fmla="*/ 389094 w 562008"/>
                <a:gd name="connsiteY18" fmla="*/ 21493 h 580039"/>
                <a:gd name="connsiteX19" fmla="*/ 528522 w 562008"/>
                <a:gd name="connsiteY19" fmla="*/ 136507 h 580039"/>
                <a:gd name="connsiteX20" fmla="*/ 548895 w 562008"/>
                <a:gd name="connsiteY20" fmla="*/ 268677 h 580039"/>
                <a:gd name="connsiteX21" fmla="*/ 455306 w 562008"/>
                <a:gd name="connsiteY21" fmla="*/ 434526 h 580039"/>
                <a:gd name="connsiteX22" fmla="*/ 308238 w 562008"/>
                <a:gd name="connsiteY22" fmla="*/ 555258 h 580039"/>
                <a:gd name="connsiteX23" fmla="*/ 229930 w 562008"/>
                <a:gd name="connsiteY23" fmla="*/ 580040 h 58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62008" h="580039">
                  <a:moveTo>
                    <a:pt x="331159" y="24035"/>
                  </a:moveTo>
                  <a:cubicBezTo>
                    <a:pt x="312695" y="24035"/>
                    <a:pt x="291685" y="31660"/>
                    <a:pt x="266856" y="46275"/>
                  </a:cubicBezTo>
                  <a:cubicBezTo>
                    <a:pt x="266219" y="46911"/>
                    <a:pt x="176451" y="104100"/>
                    <a:pt x="129338" y="161289"/>
                  </a:cubicBezTo>
                  <a:cubicBezTo>
                    <a:pt x="75222" y="227374"/>
                    <a:pt x="36386" y="320147"/>
                    <a:pt x="36386" y="320783"/>
                  </a:cubicBezTo>
                  <a:cubicBezTo>
                    <a:pt x="16650" y="367170"/>
                    <a:pt x="21107" y="401483"/>
                    <a:pt x="49756" y="424994"/>
                  </a:cubicBezTo>
                  <a:lnTo>
                    <a:pt x="189184" y="540008"/>
                  </a:lnTo>
                  <a:cubicBezTo>
                    <a:pt x="219744" y="565425"/>
                    <a:pt x="254122" y="555894"/>
                    <a:pt x="296142" y="533653"/>
                  </a:cubicBezTo>
                  <a:cubicBezTo>
                    <a:pt x="296142" y="533653"/>
                    <a:pt x="380181" y="482819"/>
                    <a:pt x="436843" y="418004"/>
                  </a:cubicBezTo>
                  <a:cubicBezTo>
                    <a:pt x="485229" y="362722"/>
                    <a:pt x="525339" y="260417"/>
                    <a:pt x="525975" y="259781"/>
                  </a:cubicBezTo>
                  <a:cubicBezTo>
                    <a:pt x="544438" y="208311"/>
                    <a:pt x="540618" y="178446"/>
                    <a:pt x="512605" y="154935"/>
                  </a:cubicBezTo>
                  <a:lnTo>
                    <a:pt x="373178" y="39921"/>
                  </a:lnTo>
                  <a:cubicBezTo>
                    <a:pt x="360445" y="29754"/>
                    <a:pt x="346438" y="24035"/>
                    <a:pt x="331159" y="24035"/>
                  </a:cubicBezTo>
                  <a:moveTo>
                    <a:pt x="229930" y="580040"/>
                  </a:moveTo>
                  <a:cubicBezTo>
                    <a:pt x="210830" y="580040"/>
                    <a:pt x="192367" y="574321"/>
                    <a:pt x="173904" y="559706"/>
                  </a:cubicBezTo>
                  <a:lnTo>
                    <a:pt x="34476" y="444693"/>
                  </a:lnTo>
                  <a:cubicBezTo>
                    <a:pt x="8373" y="423088"/>
                    <a:pt x="-16456" y="383055"/>
                    <a:pt x="14103" y="311887"/>
                  </a:cubicBezTo>
                  <a:cubicBezTo>
                    <a:pt x="15376" y="308074"/>
                    <a:pt x="54213" y="215301"/>
                    <a:pt x="110875" y="146674"/>
                  </a:cubicBezTo>
                  <a:cubicBezTo>
                    <a:pt x="160534" y="85672"/>
                    <a:pt x="250303" y="28483"/>
                    <a:pt x="254122" y="25941"/>
                  </a:cubicBezTo>
                  <a:cubicBezTo>
                    <a:pt x="289139" y="4972"/>
                    <a:pt x="341345" y="-17903"/>
                    <a:pt x="389094" y="21493"/>
                  </a:cubicBezTo>
                  <a:lnTo>
                    <a:pt x="528522" y="136507"/>
                  </a:lnTo>
                  <a:cubicBezTo>
                    <a:pt x="574997" y="174633"/>
                    <a:pt x="564175" y="227374"/>
                    <a:pt x="548895" y="268677"/>
                  </a:cubicBezTo>
                  <a:cubicBezTo>
                    <a:pt x="546984" y="273125"/>
                    <a:pt x="506239" y="376066"/>
                    <a:pt x="455306" y="434526"/>
                  </a:cubicBezTo>
                  <a:cubicBezTo>
                    <a:pt x="396097" y="502517"/>
                    <a:pt x="311422" y="553352"/>
                    <a:pt x="308238" y="555258"/>
                  </a:cubicBezTo>
                  <a:cubicBezTo>
                    <a:pt x="283409" y="568602"/>
                    <a:pt x="256669" y="580040"/>
                    <a:pt x="229930" y="58004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A98132C7-38E3-8746-D745-12FE41D57A7D}"/>
                </a:ext>
              </a:extLst>
            </p:cNvPr>
            <p:cNvSpPr/>
            <p:nvPr/>
          </p:nvSpPr>
          <p:spPr>
            <a:xfrm>
              <a:off x="9773527" y="4046587"/>
              <a:ext cx="42019" cy="41970"/>
            </a:xfrm>
            <a:custGeom>
              <a:avLst/>
              <a:gdLst>
                <a:gd name="connsiteX0" fmla="*/ 21009 w 42019"/>
                <a:gd name="connsiteY0" fmla="*/ 41971 h 41970"/>
                <a:gd name="connsiteX1" fmla="*/ 20373 w 42019"/>
                <a:gd name="connsiteY1" fmla="*/ 41971 h 41970"/>
                <a:gd name="connsiteX2" fmla="*/ 5729 w 42019"/>
                <a:gd name="connsiteY2" fmla="*/ 34981 h 41970"/>
                <a:gd name="connsiteX3" fmla="*/ 0 w 42019"/>
                <a:gd name="connsiteY3" fmla="*/ 19731 h 41970"/>
                <a:gd name="connsiteX4" fmla="*/ 21646 w 42019"/>
                <a:gd name="connsiteY4" fmla="*/ 32 h 41970"/>
                <a:gd name="connsiteX5" fmla="*/ 36289 w 42019"/>
                <a:gd name="connsiteY5" fmla="*/ 7022 h 41970"/>
                <a:gd name="connsiteX6" fmla="*/ 42019 w 42019"/>
                <a:gd name="connsiteY6" fmla="*/ 22272 h 41970"/>
                <a:gd name="connsiteX7" fmla="*/ 21009 w 42019"/>
                <a:gd name="connsiteY7" fmla="*/ 41971 h 41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19" h="41970">
                  <a:moveTo>
                    <a:pt x="21009" y="41971"/>
                  </a:moveTo>
                  <a:lnTo>
                    <a:pt x="20373" y="41971"/>
                  </a:lnTo>
                  <a:cubicBezTo>
                    <a:pt x="14643" y="41971"/>
                    <a:pt x="9550" y="39429"/>
                    <a:pt x="5729" y="34981"/>
                  </a:cubicBezTo>
                  <a:cubicBezTo>
                    <a:pt x="1910" y="31168"/>
                    <a:pt x="0" y="25449"/>
                    <a:pt x="0" y="19731"/>
                  </a:cubicBezTo>
                  <a:cubicBezTo>
                    <a:pt x="637" y="8293"/>
                    <a:pt x="10186" y="-603"/>
                    <a:pt x="21646" y="32"/>
                  </a:cubicBezTo>
                  <a:cubicBezTo>
                    <a:pt x="27376" y="32"/>
                    <a:pt x="32469" y="2574"/>
                    <a:pt x="36289" y="7022"/>
                  </a:cubicBezTo>
                  <a:cubicBezTo>
                    <a:pt x="40109" y="10834"/>
                    <a:pt x="42019" y="16553"/>
                    <a:pt x="42019" y="22272"/>
                  </a:cubicBezTo>
                  <a:cubicBezTo>
                    <a:pt x="42019" y="33075"/>
                    <a:pt x="32469" y="41971"/>
                    <a:pt x="21009" y="41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F3EEFF36-BE88-3CB1-F237-A7588A209DE7}"/>
                </a:ext>
              </a:extLst>
            </p:cNvPr>
            <p:cNvSpPr/>
            <p:nvPr/>
          </p:nvSpPr>
          <p:spPr>
            <a:xfrm>
              <a:off x="9886183" y="3931574"/>
              <a:ext cx="42051" cy="41335"/>
            </a:xfrm>
            <a:custGeom>
              <a:avLst/>
              <a:gdLst>
                <a:gd name="connsiteX0" fmla="*/ 20405 w 42051"/>
                <a:gd name="connsiteY0" fmla="*/ 41335 h 41335"/>
                <a:gd name="connsiteX1" fmla="*/ 19768 w 42051"/>
                <a:gd name="connsiteY1" fmla="*/ 41335 h 41335"/>
                <a:gd name="connsiteX2" fmla="*/ 32 w 42051"/>
                <a:gd name="connsiteY2" fmla="*/ 19730 h 41335"/>
                <a:gd name="connsiteX3" fmla="*/ 21679 w 42051"/>
                <a:gd name="connsiteY3" fmla="*/ 32 h 41335"/>
                <a:gd name="connsiteX4" fmla="*/ 36321 w 42051"/>
                <a:gd name="connsiteY4" fmla="*/ 7022 h 41335"/>
                <a:gd name="connsiteX5" fmla="*/ 42051 w 42051"/>
                <a:gd name="connsiteY5" fmla="*/ 22272 h 41335"/>
                <a:gd name="connsiteX6" fmla="*/ 35048 w 42051"/>
                <a:gd name="connsiteY6" fmla="*/ 36887 h 41335"/>
                <a:gd name="connsiteX7" fmla="*/ 20405 w 42051"/>
                <a:gd name="connsiteY7" fmla="*/ 41335 h 4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51" h="41335">
                  <a:moveTo>
                    <a:pt x="20405" y="41335"/>
                  </a:moveTo>
                  <a:lnTo>
                    <a:pt x="19768" y="41335"/>
                  </a:lnTo>
                  <a:cubicBezTo>
                    <a:pt x="8309" y="40700"/>
                    <a:pt x="-604" y="31168"/>
                    <a:pt x="32" y="19730"/>
                  </a:cubicBezTo>
                  <a:cubicBezTo>
                    <a:pt x="669" y="8293"/>
                    <a:pt x="10218" y="-603"/>
                    <a:pt x="21679" y="32"/>
                  </a:cubicBezTo>
                  <a:cubicBezTo>
                    <a:pt x="27409" y="32"/>
                    <a:pt x="32501" y="2574"/>
                    <a:pt x="36321" y="7022"/>
                  </a:cubicBezTo>
                  <a:cubicBezTo>
                    <a:pt x="40142" y="10834"/>
                    <a:pt x="42051" y="16553"/>
                    <a:pt x="42051" y="22272"/>
                  </a:cubicBezTo>
                  <a:cubicBezTo>
                    <a:pt x="42051" y="27991"/>
                    <a:pt x="39504" y="33075"/>
                    <a:pt x="35048" y="36887"/>
                  </a:cubicBezTo>
                  <a:cubicBezTo>
                    <a:pt x="30592" y="39429"/>
                    <a:pt x="25498" y="41335"/>
                    <a:pt x="20405" y="41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186F6BAC-4A59-30E7-D346-880D2E1C9FA4}"/>
                </a:ext>
              </a:extLst>
            </p:cNvPr>
            <p:cNvSpPr/>
            <p:nvPr/>
          </p:nvSpPr>
          <p:spPr>
            <a:xfrm>
              <a:off x="9736569" y="3890906"/>
              <a:ext cx="41446" cy="41335"/>
            </a:xfrm>
            <a:custGeom>
              <a:avLst/>
              <a:gdLst>
                <a:gd name="connsiteX0" fmla="*/ 20405 w 41446"/>
                <a:gd name="connsiteY0" fmla="*/ 41335 h 41335"/>
                <a:gd name="connsiteX1" fmla="*/ 19768 w 41446"/>
                <a:gd name="connsiteY1" fmla="*/ 41335 h 41335"/>
                <a:gd name="connsiteX2" fmla="*/ 32 w 41446"/>
                <a:gd name="connsiteY2" fmla="*/ 19731 h 41335"/>
                <a:gd name="connsiteX3" fmla="*/ 21679 w 41446"/>
                <a:gd name="connsiteY3" fmla="*/ 32 h 41335"/>
                <a:gd name="connsiteX4" fmla="*/ 41415 w 41446"/>
                <a:gd name="connsiteY4" fmla="*/ 21637 h 41335"/>
                <a:gd name="connsiteX5" fmla="*/ 34412 w 41446"/>
                <a:gd name="connsiteY5" fmla="*/ 36252 h 41335"/>
                <a:gd name="connsiteX6" fmla="*/ 20405 w 41446"/>
                <a:gd name="connsiteY6" fmla="*/ 41335 h 4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446" h="41335">
                  <a:moveTo>
                    <a:pt x="20405" y="41335"/>
                  </a:moveTo>
                  <a:lnTo>
                    <a:pt x="19768" y="41335"/>
                  </a:lnTo>
                  <a:cubicBezTo>
                    <a:pt x="8309" y="40700"/>
                    <a:pt x="-604" y="31168"/>
                    <a:pt x="32" y="19731"/>
                  </a:cubicBezTo>
                  <a:cubicBezTo>
                    <a:pt x="669" y="8293"/>
                    <a:pt x="9582" y="-603"/>
                    <a:pt x="21679" y="32"/>
                  </a:cubicBezTo>
                  <a:cubicBezTo>
                    <a:pt x="33138" y="668"/>
                    <a:pt x="42051" y="10199"/>
                    <a:pt x="41415" y="21637"/>
                  </a:cubicBezTo>
                  <a:cubicBezTo>
                    <a:pt x="41415" y="27356"/>
                    <a:pt x="38868" y="32439"/>
                    <a:pt x="34412" y="36252"/>
                  </a:cubicBezTo>
                  <a:cubicBezTo>
                    <a:pt x="30592" y="39429"/>
                    <a:pt x="25498" y="41335"/>
                    <a:pt x="20405" y="41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3C48366-798D-EECD-9E36-73F1231553BC}"/>
                </a:ext>
              </a:extLst>
            </p:cNvPr>
            <p:cNvSpPr/>
            <p:nvPr/>
          </p:nvSpPr>
          <p:spPr>
            <a:xfrm>
              <a:off x="9100969" y="4171673"/>
              <a:ext cx="596313" cy="504026"/>
            </a:xfrm>
            <a:custGeom>
              <a:avLst/>
              <a:gdLst>
                <a:gd name="connsiteX0" fmla="*/ 180423 w 596313"/>
                <a:gd name="connsiteY0" fmla="*/ 23638 h 504026"/>
                <a:gd name="connsiteX1" fmla="*/ 107208 w 596313"/>
                <a:gd name="connsiteY1" fmla="*/ 65577 h 504026"/>
                <a:gd name="connsiteX2" fmla="*/ 31445 w 596313"/>
                <a:gd name="connsiteY2" fmla="*/ 228883 h 504026"/>
                <a:gd name="connsiteX3" fmla="*/ 65188 w 596313"/>
                <a:gd name="connsiteY3" fmla="*/ 329282 h 504026"/>
                <a:gd name="connsiteX4" fmla="*/ 214166 w 596313"/>
                <a:gd name="connsiteY4" fmla="*/ 434129 h 504026"/>
                <a:gd name="connsiteX5" fmla="*/ 391792 w 596313"/>
                <a:gd name="connsiteY5" fmla="*/ 478609 h 504026"/>
                <a:gd name="connsiteX6" fmla="*/ 490474 w 596313"/>
                <a:gd name="connsiteY6" fmla="*/ 438577 h 504026"/>
                <a:gd name="connsiteX7" fmla="*/ 566236 w 596313"/>
                <a:gd name="connsiteY7" fmla="*/ 275270 h 504026"/>
                <a:gd name="connsiteX8" fmla="*/ 532494 w 596313"/>
                <a:gd name="connsiteY8" fmla="*/ 174871 h 504026"/>
                <a:gd name="connsiteX9" fmla="*/ 384789 w 596313"/>
                <a:gd name="connsiteY9" fmla="*/ 73202 h 504026"/>
                <a:gd name="connsiteX10" fmla="*/ 205253 w 596313"/>
                <a:gd name="connsiteY10" fmla="*/ 25544 h 504026"/>
                <a:gd name="connsiteX11" fmla="*/ 180423 w 596313"/>
                <a:gd name="connsiteY11" fmla="*/ 23638 h 504026"/>
                <a:gd name="connsiteX12" fmla="*/ 412802 w 596313"/>
                <a:gd name="connsiteY12" fmla="*/ 504026 h 504026"/>
                <a:gd name="connsiteX13" fmla="*/ 389246 w 596313"/>
                <a:gd name="connsiteY13" fmla="*/ 502755 h 504026"/>
                <a:gd name="connsiteX14" fmla="*/ 203342 w 596313"/>
                <a:gd name="connsiteY14" fmla="*/ 456369 h 504026"/>
                <a:gd name="connsiteX15" fmla="*/ 47362 w 596313"/>
                <a:gd name="connsiteY15" fmla="*/ 347074 h 504026"/>
                <a:gd name="connsiteX16" fmla="*/ 8526 w 596313"/>
                <a:gd name="connsiteY16" fmla="*/ 219352 h 504026"/>
                <a:gd name="connsiteX17" fmla="*/ 84288 w 596313"/>
                <a:gd name="connsiteY17" fmla="*/ 56045 h 504026"/>
                <a:gd name="connsiteX18" fmla="*/ 207799 w 596313"/>
                <a:gd name="connsiteY18" fmla="*/ 2033 h 504026"/>
                <a:gd name="connsiteX19" fmla="*/ 393703 w 596313"/>
                <a:gd name="connsiteY19" fmla="*/ 51597 h 504026"/>
                <a:gd name="connsiteX20" fmla="*/ 548411 w 596313"/>
                <a:gd name="connsiteY20" fmla="*/ 157715 h 504026"/>
                <a:gd name="connsiteX21" fmla="*/ 587246 w 596313"/>
                <a:gd name="connsiteY21" fmla="*/ 286072 h 504026"/>
                <a:gd name="connsiteX22" fmla="*/ 511484 w 596313"/>
                <a:gd name="connsiteY22" fmla="*/ 449379 h 504026"/>
                <a:gd name="connsiteX23" fmla="*/ 412802 w 596313"/>
                <a:gd name="connsiteY23" fmla="*/ 504026 h 504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96313" h="504026">
                  <a:moveTo>
                    <a:pt x="180423" y="23638"/>
                  </a:moveTo>
                  <a:cubicBezTo>
                    <a:pt x="144134" y="23638"/>
                    <a:pt x="119941" y="37618"/>
                    <a:pt x="107208" y="65577"/>
                  </a:cubicBezTo>
                  <a:lnTo>
                    <a:pt x="31445" y="228883"/>
                  </a:lnTo>
                  <a:cubicBezTo>
                    <a:pt x="14892" y="264468"/>
                    <a:pt x="32719" y="294969"/>
                    <a:pt x="65188" y="329282"/>
                  </a:cubicBezTo>
                  <a:cubicBezTo>
                    <a:pt x="65188" y="329282"/>
                    <a:pt x="136494" y="396638"/>
                    <a:pt x="214166" y="434129"/>
                  </a:cubicBezTo>
                  <a:cubicBezTo>
                    <a:pt x="280378" y="465900"/>
                    <a:pt x="390519" y="477974"/>
                    <a:pt x="391792" y="478609"/>
                  </a:cubicBezTo>
                  <a:cubicBezTo>
                    <a:pt x="446546" y="483057"/>
                    <a:pt x="475195" y="471619"/>
                    <a:pt x="490474" y="438577"/>
                  </a:cubicBezTo>
                  <a:lnTo>
                    <a:pt x="566236" y="275270"/>
                  </a:lnTo>
                  <a:cubicBezTo>
                    <a:pt x="581516" y="242227"/>
                    <a:pt x="571330" y="212362"/>
                    <a:pt x="532494" y="174871"/>
                  </a:cubicBezTo>
                  <a:cubicBezTo>
                    <a:pt x="531857" y="174236"/>
                    <a:pt x="452912" y="103067"/>
                    <a:pt x="384789" y="73202"/>
                  </a:cubicBezTo>
                  <a:cubicBezTo>
                    <a:pt x="305844" y="38253"/>
                    <a:pt x="205889" y="25544"/>
                    <a:pt x="205253" y="25544"/>
                  </a:cubicBezTo>
                  <a:cubicBezTo>
                    <a:pt x="196339" y="24273"/>
                    <a:pt x="188063" y="23638"/>
                    <a:pt x="180423" y="23638"/>
                  </a:cubicBezTo>
                  <a:moveTo>
                    <a:pt x="412802" y="504026"/>
                  </a:moveTo>
                  <a:cubicBezTo>
                    <a:pt x="405163" y="504026"/>
                    <a:pt x="396886" y="503391"/>
                    <a:pt x="389246" y="502755"/>
                  </a:cubicBezTo>
                  <a:cubicBezTo>
                    <a:pt x="384153" y="502120"/>
                    <a:pt x="273375" y="490047"/>
                    <a:pt x="203342" y="456369"/>
                  </a:cubicBezTo>
                  <a:cubicBezTo>
                    <a:pt x="121851" y="416972"/>
                    <a:pt x="50545" y="349616"/>
                    <a:pt x="47362" y="347074"/>
                  </a:cubicBezTo>
                  <a:cubicBezTo>
                    <a:pt x="14256" y="312125"/>
                    <a:pt x="-15030" y="270187"/>
                    <a:pt x="8526" y="219352"/>
                  </a:cubicBezTo>
                  <a:lnTo>
                    <a:pt x="84288" y="56045"/>
                  </a:lnTo>
                  <a:cubicBezTo>
                    <a:pt x="98294" y="25544"/>
                    <a:pt x="131401" y="-8769"/>
                    <a:pt x="207799" y="2033"/>
                  </a:cubicBezTo>
                  <a:cubicBezTo>
                    <a:pt x="211619" y="2669"/>
                    <a:pt x="312210" y="15377"/>
                    <a:pt x="393703" y="51597"/>
                  </a:cubicBezTo>
                  <a:cubicBezTo>
                    <a:pt x="465645" y="83369"/>
                    <a:pt x="545227" y="154537"/>
                    <a:pt x="548411" y="157715"/>
                  </a:cubicBezTo>
                  <a:cubicBezTo>
                    <a:pt x="577697" y="186309"/>
                    <a:pt x="613349" y="230154"/>
                    <a:pt x="587246" y="286072"/>
                  </a:cubicBezTo>
                  <a:lnTo>
                    <a:pt x="511484" y="449379"/>
                  </a:lnTo>
                  <a:cubicBezTo>
                    <a:pt x="491748" y="493859"/>
                    <a:pt x="451002" y="504026"/>
                    <a:pt x="412802" y="504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2B720C6E-DC77-193E-FAF5-51FD2217A6CC}"/>
                </a:ext>
              </a:extLst>
            </p:cNvPr>
            <p:cNvSpPr/>
            <p:nvPr/>
          </p:nvSpPr>
          <p:spPr>
            <a:xfrm>
              <a:off x="9365593" y="4452184"/>
              <a:ext cx="42330" cy="41781"/>
            </a:xfrm>
            <a:custGeom>
              <a:avLst/>
              <a:gdLst>
                <a:gd name="connsiteX0" fmla="*/ 21484 w 42330"/>
                <a:gd name="connsiteY0" fmla="*/ 41781 h 41781"/>
                <a:gd name="connsiteX1" fmla="*/ 11934 w 42330"/>
                <a:gd name="connsiteY1" fmla="*/ 39875 h 41781"/>
                <a:gd name="connsiteX2" fmla="*/ 1111 w 42330"/>
                <a:gd name="connsiteY2" fmla="*/ 27801 h 41781"/>
                <a:gd name="connsiteX3" fmla="*/ 2384 w 42330"/>
                <a:gd name="connsiteY3" fmla="*/ 11916 h 41781"/>
                <a:gd name="connsiteX4" fmla="*/ 14480 w 42330"/>
                <a:gd name="connsiteY4" fmla="*/ 1113 h 41781"/>
                <a:gd name="connsiteX5" fmla="*/ 14480 w 42330"/>
                <a:gd name="connsiteY5" fmla="*/ 1113 h 41781"/>
                <a:gd name="connsiteX6" fmla="*/ 41220 w 42330"/>
                <a:gd name="connsiteY6" fmla="*/ 14458 h 41781"/>
                <a:gd name="connsiteX7" fmla="*/ 39947 w 42330"/>
                <a:gd name="connsiteY7" fmla="*/ 30343 h 41781"/>
                <a:gd name="connsiteX8" fmla="*/ 27850 w 42330"/>
                <a:gd name="connsiteY8" fmla="*/ 41146 h 41781"/>
                <a:gd name="connsiteX9" fmla="*/ 21484 w 42330"/>
                <a:gd name="connsiteY9" fmla="*/ 41781 h 41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330" h="41781">
                  <a:moveTo>
                    <a:pt x="21484" y="41781"/>
                  </a:moveTo>
                  <a:cubicBezTo>
                    <a:pt x="18300" y="41781"/>
                    <a:pt x="15117" y="41146"/>
                    <a:pt x="11934" y="39875"/>
                  </a:cubicBezTo>
                  <a:cubicBezTo>
                    <a:pt x="6841" y="37333"/>
                    <a:pt x="3020" y="32885"/>
                    <a:pt x="1111" y="27801"/>
                  </a:cubicBezTo>
                  <a:cubicBezTo>
                    <a:pt x="-799" y="22718"/>
                    <a:pt x="-163" y="16999"/>
                    <a:pt x="2384" y="11916"/>
                  </a:cubicBezTo>
                  <a:cubicBezTo>
                    <a:pt x="4931" y="6832"/>
                    <a:pt x="9387" y="3020"/>
                    <a:pt x="14480" y="1113"/>
                  </a:cubicBezTo>
                  <a:lnTo>
                    <a:pt x="14480" y="1113"/>
                  </a:lnTo>
                  <a:cubicBezTo>
                    <a:pt x="25303" y="-2699"/>
                    <a:pt x="37400" y="3655"/>
                    <a:pt x="41220" y="14458"/>
                  </a:cubicBezTo>
                  <a:cubicBezTo>
                    <a:pt x="43130" y="19541"/>
                    <a:pt x="42493" y="25260"/>
                    <a:pt x="39947" y="30343"/>
                  </a:cubicBezTo>
                  <a:cubicBezTo>
                    <a:pt x="37400" y="35427"/>
                    <a:pt x="32944" y="39239"/>
                    <a:pt x="27850" y="41146"/>
                  </a:cubicBezTo>
                  <a:cubicBezTo>
                    <a:pt x="25941" y="41781"/>
                    <a:pt x="23394" y="41781"/>
                    <a:pt x="21484" y="4178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5C187E7E-0767-C994-E3F7-920DE14102BD}"/>
                </a:ext>
              </a:extLst>
            </p:cNvPr>
            <p:cNvSpPr/>
            <p:nvPr/>
          </p:nvSpPr>
          <p:spPr>
            <a:xfrm>
              <a:off x="9274546" y="4320014"/>
              <a:ext cx="42335" cy="41781"/>
            </a:xfrm>
            <a:custGeom>
              <a:avLst/>
              <a:gdLst>
                <a:gd name="connsiteX0" fmla="*/ 20852 w 42335"/>
                <a:gd name="connsiteY0" fmla="*/ 41781 h 41781"/>
                <a:gd name="connsiteX1" fmla="*/ 1115 w 42335"/>
                <a:gd name="connsiteY1" fmla="*/ 27802 h 41781"/>
                <a:gd name="connsiteX2" fmla="*/ 14485 w 42335"/>
                <a:gd name="connsiteY2" fmla="*/ 1113 h 41781"/>
                <a:gd name="connsiteX3" fmla="*/ 14485 w 42335"/>
                <a:gd name="connsiteY3" fmla="*/ 1113 h 41781"/>
                <a:gd name="connsiteX4" fmla="*/ 41225 w 42335"/>
                <a:gd name="connsiteY4" fmla="*/ 14457 h 41781"/>
                <a:gd name="connsiteX5" fmla="*/ 39951 w 42335"/>
                <a:gd name="connsiteY5" fmla="*/ 30343 h 41781"/>
                <a:gd name="connsiteX6" fmla="*/ 27855 w 42335"/>
                <a:gd name="connsiteY6" fmla="*/ 41146 h 41781"/>
                <a:gd name="connsiteX7" fmla="*/ 20852 w 42335"/>
                <a:gd name="connsiteY7" fmla="*/ 41781 h 41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335" h="41781">
                  <a:moveTo>
                    <a:pt x="20852" y="41781"/>
                  </a:moveTo>
                  <a:cubicBezTo>
                    <a:pt x="11939" y="41781"/>
                    <a:pt x="3662" y="36062"/>
                    <a:pt x="1115" y="27802"/>
                  </a:cubicBezTo>
                  <a:cubicBezTo>
                    <a:pt x="-2704" y="16999"/>
                    <a:pt x="3662" y="4926"/>
                    <a:pt x="14485" y="1113"/>
                  </a:cubicBezTo>
                  <a:lnTo>
                    <a:pt x="14485" y="1113"/>
                  </a:lnTo>
                  <a:cubicBezTo>
                    <a:pt x="25309" y="-2699"/>
                    <a:pt x="37405" y="3655"/>
                    <a:pt x="41225" y="14457"/>
                  </a:cubicBezTo>
                  <a:cubicBezTo>
                    <a:pt x="43135" y="19541"/>
                    <a:pt x="42498" y="25260"/>
                    <a:pt x="39951" y="30343"/>
                  </a:cubicBezTo>
                  <a:cubicBezTo>
                    <a:pt x="37405" y="35427"/>
                    <a:pt x="32948" y="39239"/>
                    <a:pt x="27855" y="41146"/>
                  </a:cubicBezTo>
                  <a:cubicBezTo>
                    <a:pt x="25309" y="41781"/>
                    <a:pt x="22762" y="41781"/>
                    <a:pt x="20852" y="4178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2A433DA9-61ED-A00A-0B7E-F1B590C9461F}"/>
                </a:ext>
              </a:extLst>
            </p:cNvPr>
            <p:cNvSpPr/>
            <p:nvPr/>
          </p:nvSpPr>
          <p:spPr>
            <a:xfrm>
              <a:off x="10314685" y="4628042"/>
              <a:ext cx="709871" cy="97856"/>
            </a:xfrm>
            <a:custGeom>
              <a:avLst/>
              <a:gdLst>
                <a:gd name="connsiteX0" fmla="*/ 697775 w 709871"/>
                <a:gd name="connsiteY0" fmla="*/ 97857 h 97856"/>
                <a:gd name="connsiteX1" fmla="*/ 685678 w 709871"/>
                <a:gd name="connsiteY1" fmla="*/ 85784 h 97856"/>
                <a:gd name="connsiteX2" fmla="*/ 632836 w 709871"/>
                <a:gd name="connsiteY2" fmla="*/ 24146 h 97856"/>
                <a:gd name="connsiteX3" fmla="*/ 77035 w 709871"/>
                <a:gd name="connsiteY3" fmla="*/ 24146 h 97856"/>
                <a:gd name="connsiteX4" fmla="*/ 24192 w 709871"/>
                <a:gd name="connsiteY4" fmla="*/ 85784 h 97856"/>
                <a:gd name="connsiteX5" fmla="*/ 12096 w 709871"/>
                <a:gd name="connsiteY5" fmla="*/ 97857 h 97856"/>
                <a:gd name="connsiteX6" fmla="*/ 0 w 709871"/>
                <a:gd name="connsiteY6" fmla="*/ 85784 h 97856"/>
                <a:gd name="connsiteX7" fmla="*/ 77035 w 709871"/>
                <a:gd name="connsiteY7" fmla="*/ 0 h 97856"/>
                <a:gd name="connsiteX8" fmla="*/ 632836 w 709871"/>
                <a:gd name="connsiteY8" fmla="*/ 0 h 97856"/>
                <a:gd name="connsiteX9" fmla="*/ 709872 w 709871"/>
                <a:gd name="connsiteY9" fmla="*/ 85784 h 97856"/>
                <a:gd name="connsiteX10" fmla="*/ 697775 w 709871"/>
                <a:gd name="connsiteY10" fmla="*/ 97857 h 97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9871" h="97856">
                  <a:moveTo>
                    <a:pt x="697775" y="97857"/>
                  </a:moveTo>
                  <a:cubicBezTo>
                    <a:pt x="690772" y="97857"/>
                    <a:pt x="685678" y="92138"/>
                    <a:pt x="685678" y="85784"/>
                  </a:cubicBezTo>
                  <a:cubicBezTo>
                    <a:pt x="685678" y="52105"/>
                    <a:pt x="662122" y="24146"/>
                    <a:pt x="632836" y="24146"/>
                  </a:cubicBezTo>
                  <a:lnTo>
                    <a:pt x="77035" y="24146"/>
                  </a:lnTo>
                  <a:cubicBezTo>
                    <a:pt x="47749" y="24146"/>
                    <a:pt x="24192" y="51470"/>
                    <a:pt x="24192" y="85784"/>
                  </a:cubicBezTo>
                  <a:cubicBezTo>
                    <a:pt x="24192" y="92773"/>
                    <a:pt x="18462" y="97857"/>
                    <a:pt x="12096" y="97857"/>
                  </a:cubicBezTo>
                  <a:cubicBezTo>
                    <a:pt x="5093" y="97857"/>
                    <a:pt x="0" y="92138"/>
                    <a:pt x="0" y="85784"/>
                  </a:cubicBezTo>
                  <a:cubicBezTo>
                    <a:pt x="0" y="38762"/>
                    <a:pt x="34379" y="0"/>
                    <a:pt x="77035" y="0"/>
                  </a:cubicBezTo>
                  <a:lnTo>
                    <a:pt x="632836" y="0"/>
                  </a:lnTo>
                  <a:cubicBezTo>
                    <a:pt x="675492" y="0"/>
                    <a:pt x="709872" y="38126"/>
                    <a:pt x="709872" y="85784"/>
                  </a:cubicBezTo>
                  <a:cubicBezTo>
                    <a:pt x="709872" y="92138"/>
                    <a:pt x="704142" y="97857"/>
                    <a:pt x="697775" y="978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C73417CA-1C75-3084-8B2E-7EE6E1F18F07}"/>
                </a:ext>
              </a:extLst>
            </p:cNvPr>
            <p:cNvSpPr/>
            <p:nvPr/>
          </p:nvSpPr>
          <p:spPr>
            <a:xfrm>
              <a:off x="10234466" y="4772920"/>
              <a:ext cx="856302" cy="24146"/>
            </a:xfrm>
            <a:custGeom>
              <a:avLst/>
              <a:gdLst>
                <a:gd name="connsiteX0" fmla="*/ 844207 w 856302"/>
                <a:gd name="connsiteY0" fmla="*/ 24147 h 24146"/>
                <a:gd name="connsiteX1" fmla="*/ 12097 w 856302"/>
                <a:gd name="connsiteY1" fmla="*/ 24147 h 24146"/>
                <a:gd name="connsiteX2" fmla="*/ 0 w 856302"/>
                <a:gd name="connsiteY2" fmla="*/ 12073 h 24146"/>
                <a:gd name="connsiteX3" fmla="*/ 12097 w 856302"/>
                <a:gd name="connsiteY3" fmla="*/ 0 h 24146"/>
                <a:gd name="connsiteX4" fmla="*/ 844207 w 856302"/>
                <a:gd name="connsiteY4" fmla="*/ 0 h 24146"/>
                <a:gd name="connsiteX5" fmla="*/ 856302 w 856302"/>
                <a:gd name="connsiteY5" fmla="*/ 12073 h 24146"/>
                <a:gd name="connsiteX6" fmla="*/ 844207 w 856302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6302" h="24146">
                  <a:moveTo>
                    <a:pt x="844207" y="24147"/>
                  </a:moveTo>
                  <a:lnTo>
                    <a:pt x="12097" y="24147"/>
                  </a:lnTo>
                  <a:cubicBezTo>
                    <a:pt x="5094" y="24147"/>
                    <a:pt x="0" y="18428"/>
                    <a:pt x="0" y="12073"/>
                  </a:cubicBezTo>
                  <a:cubicBezTo>
                    <a:pt x="0" y="5084"/>
                    <a:pt x="5730" y="0"/>
                    <a:pt x="12097" y="0"/>
                  </a:cubicBezTo>
                  <a:lnTo>
                    <a:pt x="844207" y="0"/>
                  </a:lnTo>
                  <a:cubicBezTo>
                    <a:pt x="851210" y="0"/>
                    <a:pt x="856302" y="5719"/>
                    <a:pt x="856302" y="12073"/>
                  </a:cubicBezTo>
                  <a:cubicBezTo>
                    <a:pt x="856302" y="18428"/>
                    <a:pt x="851210" y="24147"/>
                    <a:pt x="844207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89494A79-07B6-CFFF-4644-FEDC3558E84A}"/>
                </a:ext>
              </a:extLst>
            </p:cNvPr>
            <p:cNvSpPr/>
            <p:nvPr/>
          </p:nvSpPr>
          <p:spPr>
            <a:xfrm>
              <a:off x="10149791" y="3570044"/>
              <a:ext cx="1040932" cy="220495"/>
            </a:xfrm>
            <a:custGeom>
              <a:avLst/>
              <a:gdLst>
                <a:gd name="connsiteX0" fmla="*/ 1027563 w 1040932"/>
                <a:gd name="connsiteY0" fmla="*/ 220496 h 220495"/>
                <a:gd name="connsiteX1" fmla="*/ 1015467 w 1040932"/>
                <a:gd name="connsiteY1" fmla="*/ 208422 h 220495"/>
                <a:gd name="connsiteX2" fmla="*/ 1015467 w 1040932"/>
                <a:gd name="connsiteY2" fmla="*/ 142337 h 220495"/>
                <a:gd name="connsiteX3" fmla="*/ 902778 w 1040932"/>
                <a:gd name="connsiteY3" fmla="*/ 24146 h 220495"/>
                <a:gd name="connsiteX4" fmla="*/ 136881 w 1040932"/>
                <a:gd name="connsiteY4" fmla="*/ 24146 h 220495"/>
                <a:gd name="connsiteX5" fmla="*/ 24192 w 1040932"/>
                <a:gd name="connsiteY5" fmla="*/ 142337 h 220495"/>
                <a:gd name="connsiteX6" fmla="*/ 24192 w 1040932"/>
                <a:gd name="connsiteY6" fmla="*/ 208422 h 220495"/>
                <a:gd name="connsiteX7" fmla="*/ 12097 w 1040932"/>
                <a:gd name="connsiteY7" fmla="*/ 220496 h 220495"/>
                <a:gd name="connsiteX8" fmla="*/ 0 w 1040932"/>
                <a:gd name="connsiteY8" fmla="*/ 208422 h 220495"/>
                <a:gd name="connsiteX9" fmla="*/ 0 w 1040932"/>
                <a:gd name="connsiteY9" fmla="*/ 142337 h 220495"/>
                <a:gd name="connsiteX10" fmla="*/ 137518 w 1040932"/>
                <a:gd name="connsiteY10" fmla="*/ 0 h 220495"/>
                <a:gd name="connsiteX11" fmla="*/ 903415 w 1040932"/>
                <a:gd name="connsiteY11" fmla="*/ 0 h 220495"/>
                <a:gd name="connsiteX12" fmla="*/ 1040933 w 1040932"/>
                <a:gd name="connsiteY12" fmla="*/ 142337 h 220495"/>
                <a:gd name="connsiteX13" fmla="*/ 1040933 w 1040932"/>
                <a:gd name="connsiteY13" fmla="*/ 208422 h 220495"/>
                <a:gd name="connsiteX14" fmla="*/ 1027563 w 1040932"/>
                <a:gd name="connsiteY14" fmla="*/ 220496 h 220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40932" h="220495">
                  <a:moveTo>
                    <a:pt x="1027563" y="220496"/>
                  </a:moveTo>
                  <a:cubicBezTo>
                    <a:pt x="1020559" y="220496"/>
                    <a:pt x="1015467" y="214777"/>
                    <a:pt x="1015467" y="208422"/>
                  </a:cubicBezTo>
                  <a:lnTo>
                    <a:pt x="1015467" y="142337"/>
                  </a:lnTo>
                  <a:cubicBezTo>
                    <a:pt x="1015467" y="77523"/>
                    <a:pt x="964534" y="24146"/>
                    <a:pt x="902778" y="24146"/>
                  </a:cubicBezTo>
                  <a:lnTo>
                    <a:pt x="136881" y="24146"/>
                  </a:lnTo>
                  <a:cubicBezTo>
                    <a:pt x="74488" y="24146"/>
                    <a:pt x="24192" y="76888"/>
                    <a:pt x="24192" y="142337"/>
                  </a:cubicBezTo>
                  <a:lnTo>
                    <a:pt x="24192" y="208422"/>
                  </a:lnTo>
                  <a:cubicBezTo>
                    <a:pt x="24192" y="215412"/>
                    <a:pt x="18463" y="220496"/>
                    <a:pt x="12097" y="220496"/>
                  </a:cubicBezTo>
                  <a:cubicBezTo>
                    <a:pt x="5093" y="220496"/>
                    <a:pt x="0" y="214777"/>
                    <a:pt x="0" y="208422"/>
                  </a:cubicBezTo>
                  <a:lnTo>
                    <a:pt x="0" y="142337"/>
                  </a:lnTo>
                  <a:cubicBezTo>
                    <a:pt x="0" y="63543"/>
                    <a:pt x="61755" y="0"/>
                    <a:pt x="137518" y="0"/>
                  </a:cubicBezTo>
                  <a:lnTo>
                    <a:pt x="903415" y="0"/>
                  </a:lnTo>
                  <a:cubicBezTo>
                    <a:pt x="979177" y="0"/>
                    <a:pt x="1040933" y="63543"/>
                    <a:pt x="1040933" y="142337"/>
                  </a:cubicBezTo>
                  <a:lnTo>
                    <a:pt x="1040933" y="208422"/>
                  </a:lnTo>
                  <a:cubicBezTo>
                    <a:pt x="1040296" y="214777"/>
                    <a:pt x="1034566" y="220496"/>
                    <a:pt x="1027563" y="2204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3E376481-8E4F-7796-E111-D5B64B7DEF89}"/>
                </a:ext>
              </a:extLst>
            </p:cNvPr>
            <p:cNvSpPr/>
            <p:nvPr/>
          </p:nvSpPr>
          <p:spPr>
            <a:xfrm>
              <a:off x="10230585" y="3722352"/>
              <a:ext cx="875659" cy="939367"/>
            </a:xfrm>
            <a:custGeom>
              <a:avLst/>
              <a:gdLst>
                <a:gd name="connsiteX0" fmla="*/ 734125 w 875659"/>
                <a:gd name="connsiteY0" fmla="*/ 939368 h 939367"/>
                <a:gd name="connsiteX1" fmla="*/ 142672 w 875659"/>
                <a:gd name="connsiteY1" fmla="*/ 939368 h 939367"/>
                <a:gd name="connsiteX2" fmla="*/ 130575 w 875659"/>
                <a:gd name="connsiteY2" fmla="*/ 929201 h 939367"/>
                <a:gd name="connsiteX3" fmla="*/ 60 w 875659"/>
                <a:gd name="connsiteY3" fmla="*/ 14176 h 939367"/>
                <a:gd name="connsiteX4" fmla="*/ 10247 w 875659"/>
                <a:gd name="connsiteY4" fmla="*/ 196 h 939367"/>
                <a:gd name="connsiteX5" fmla="*/ 24254 w 875659"/>
                <a:gd name="connsiteY5" fmla="*/ 10363 h 939367"/>
                <a:gd name="connsiteX6" fmla="*/ 152858 w 875659"/>
                <a:gd name="connsiteY6" fmla="*/ 914586 h 939367"/>
                <a:gd name="connsiteX7" fmla="*/ 722665 w 875659"/>
                <a:gd name="connsiteY7" fmla="*/ 914586 h 939367"/>
                <a:gd name="connsiteX8" fmla="*/ 851270 w 875659"/>
                <a:gd name="connsiteY8" fmla="*/ 10363 h 939367"/>
                <a:gd name="connsiteX9" fmla="*/ 865276 w 875659"/>
                <a:gd name="connsiteY9" fmla="*/ 196 h 939367"/>
                <a:gd name="connsiteX10" fmla="*/ 875463 w 875659"/>
                <a:gd name="connsiteY10" fmla="*/ 14176 h 939367"/>
                <a:gd name="connsiteX11" fmla="*/ 744948 w 875659"/>
                <a:gd name="connsiteY11" fmla="*/ 929201 h 939367"/>
                <a:gd name="connsiteX12" fmla="*/ 734125 w 875659"/>
                <a:gd name="connsiteY12" fmla="*/ 939368 h 93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5659" h="939367">
                  <a:moveTo>
                    <a:pt x="734125" y="939368"/>
                  </a:moveTo>
                  <a:lnTo>
                    <a:pt x="142672" y="939368"/>
                  </a:lnTo>
                  <a:cubicBezTo>
                    <a:pt x="136305" y="939368"/>
                    <a:pt x="131211" y="934920"/>
                    <a:pt x="130575" y="929201"/>
                  </a:cubicBezTo>
                  <a:lnTo>
                    <a:pt x="60" y="14176"/>
                  </a:lnTo>
                  <a:cubicBezTo>
                    <a:pt x="-576" y="7821"/>
                    <a:pt x="3880" y="1467"/>
                    <a:pt x="10247" y="196"/>
                  </a:cubicBezTo>
                  <a:cubicBezTo>
                    <a:pt x="17251" y="-1075"/>
                    <a:pt x="22980" y="4009"/>
                    <a:pt x="24254" y="10363"/>
                  </a:cubicBezTo>
                  <a:lnTo>
                    <a:pt x="152858" y="914586"/>
                  </a:lnTo>
                  <a:lnTo>
                    <a:pt x="722665" y="914586"/>
                  </a:lnTo>
                  <a:lnTo>
                    <a:pt x="851270" y="10363"/>
                  </a:lnTo>
                  <a:cubicBezTo>
                    <a:pt x="851907" y="4009"/>
                    <a:pt x="858273" y="-1075"/>
                    <a:pt x="865276" y="196"/>
                  </a:cubicBezTo>
                  <a:cubicBezTo>
                    <a:pt x="871643" y="832"/>
                    <a:pt x="876736" y="7186"/>
                    <a:pt x="875463" y="14176"/>
                  </a:cubicBezTo>
                  <a:lnTo>
                    <a:pt x="744948" y="929201"/>
                  </a:lnTo>
                  <a:cubicBezTo>
                    <a:pt x="745585" y="934920"/>
                    <a:pt x="740492" y="939368"/>
                    <a:pt x="734125" y="9393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94A55A99-00A2-B60C-3D16-6CC558E3C02C}"/>
                </a:ext>
              </a:extLst>
            </p:cNvPr>
            <p:cNvSpPr/>
            <p:nvPr/>
          </p:nvSpPr>
          <p:spPr>
            <a:xfrm>
              <a:off x="10317231" y="3422623"/>
              <a:ext cx="443113" cy="244642"/>
            </a:xfrm>
            <a:custGeom>
              <a:avLst/>
              <a:gdLst>
                <a:gd name="connsiteX0" fmla="*/ 429743 w 443113"/>
                <a:gd name="connsiteY0" fmla="*/ 244642 h 244642"/>
                <a:gd name="connsiteX1" fmla="*/ 417647 w 443113"/>
                <a:gd name="connsiteY1" fmla="*/ 232569 h 244642"/>
                <a:gd name="connsiteX2" fmla="*/ 220920 w 443113"/>
                <a:gd name="connsiteY2" fmla="*/ 24782 h 244642"/>
                <a:gd name="connsiteX3" fmla="*/ 24193 w 443113"/>
                <a:gd name="connsiteY3" fmla="*/ 232569 h 244642"/>
                <a:gd name="connsiteX4" fmla="*/ 12097 w 443113"/>
                <a:gd name="connsiteY4" fmla="*/ 244642 h 244642"/>
                <a:gd name="connsiteX5" fmla="*/ 0 w 443113"/>
                <a:gd name="connsiteY5" fmla="*/ 232569 h 244642"/>
                <a:gd name="connsiteX6" fmla="*/ 221557 w 443113"/>
                <a:gd name="connsiteY6" fmla="*/ 0 h 244642"/>
                <a:gd name="connsiteX7" fmla="*/ 443113 w 443113"/>
                <a:gd name="connsiteY7" fmla="*/ 232569 h 244642"/>
                <a:gd name="connsiteX8" fmla="*/ 429743 w 443113"/>
                <a:gd name="connsiteY8" fmla="*/ 244642 h 24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3113" h="244642">
                  <a:moveTo>
                    <a:pt x="429743" y="244642"/>
                  </a:moveTo>
                  <a:cubicBezTo>
                    <a:pt x="422740" y="244642"/>
                    <a:pt x="417647" y="238923"/>
                    <a:pt x="417647" y="232569"/>
                  </a:cubicBezTo>
                  <a:cubicBezTo>
                    <a:pt x="417647" y="117555"/>
                    <a:pt x="329152" y="24782"/>
                    <a:pt x="220920" y="24782"/>
                  </a:cubicBezTo>
                  <a:cubicBezTo>
                    <a:pt x="112689" y="24782"/>
                    <a:pt x="24193" y="118191"/>
                    <a:pt x="24193" y="232569"/>
                  </a:cubicBezTo>
                  <a:cubicBezTo>
                    <a:pt x="24193" y="239559"/>
                    <a:pt x="18463" y="244642"/>
                    <a:pt x="12097" y="244642"/>
                  </a:cubicBezTo>
                  <a:cubicBezTo>
                    <a:pt x="5094" y="244642"/>
                    <a:pt x="0" y="238923"/>
                    <a:pt x="0" y="232569"/>
                  </a:cubicBezTo>
                  <a:cubicBezTo>
                    <a:pt x="0" y="104211"/>
                    <a:pt x="99319" y="0"/>
                    <a:pt x="221557" y="0"/>
                  </a:cubicBezTo>
                  <a:cubicBezTo>
                    <a:pt x="343794" y="0"/>
                    <a:pt x="443113" y="104211"/>
                    <a:pt x="443113" y="232569"/>
                  </a:cubicBezTo>
                  <a:cubicBezTo>
                    <a:pt x="442476" y="238923"/>
                    <a:pt x="436747" y="244642"/>
                    <a:pt x="429743" y="2446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BCB0945E-BC69-F74E-82C2-4D8899C8D6F5}"/>
                </a:ext>
              </a:extLst>
            </p:cNvPr>
            <p:cNvSpPr/>
            <p:nvPr/>
          </p:nvSpPr>
          <p:spPr>
            <a:xfrm>
              <a:off x="10352884" y="3727631"/>
              <a:ext cx="632835" cy="24146"/>
            </a:xfrm>
            <a:custGeom>
              <a:avLst/>
              <a:gdLst>
                <a:gd name="connsiteX0" fmla="*/ 620740 w 632835"/>
                <a:gd name="connsiteY0" fmla="*/ 24147 h 24146"/>
                <a:gd name="connsiteX1" fmla="*/ 12096 w 632835"/>
                <a:gd name="connsiteY1" fmla="*/ 24147 h 24146"/>
                <a:gd name="connsiteX2" fmla="*/ 0 w 632835"/>
                <a:gd name="connsiteY2" fmla="*/ 12073 h 24146"/>
                <a:gd name="connsiteX3" fmla="*/ 12096 w 632835"/>
                <a:gd name="connsiteY3" fmla="*/ 0 h 24146"/>
                <a:gd name="connsiteX4" fmla="*/ 620740 w 632835"/>
                <a:gd name="connsiteY4" fmla="*/ 0 h 24146"/>
                <a:gd name="connsiteX5" fmla="*/ 632836 w 632835"/>
                <a:gd name="connsiteY5" fmla="*/ 12073 h 24146"/>
                <a:gd name="connsiteX6" fmla="*/ 620740 w 6328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2835" h="24146">
                  <a:moveTo>
                    <a:pt x="620740" y="24147"/>
                  </a:moveTo>
                  <a:lnTo>
                    <a:pt x="12096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29" y="0"/>
                    <a:pt x="12096" y="0"/>
                  </a:cubicBezTo>
                  <a:lnTo>
                    <a:pt x="620740" y="0"/>
                  </a:lnTo>
                  <a:cubicBezTo>
                    <a:pt x="627743" y="0"/>
                    <a:pt x="632836" y="5719"/>
                    <a:pt x="632836" y="12073"/>
                  </a:cubicBezTo>
                  <a:cubicBezTo>
                    <a:pt x="632836" y="18428"/>
                    <a:pt x="627743" y="24147"/>
                    <a:pt x="620740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CB780B53-8005-4AE8-D49B-781C864FFAB4}"/>
                </a:ext>
              </a:extLst>
            </p:cNvPr>
            <p:cNvSpPr/>
            <p:nvPr/>
          </p:nvSpPr>
          <p:spPr>
            <a:xfrm>
              <a:off x="10831793" y="3093611"/>
              <a:ext cx="372157" cy="372221"/>
            </a:xfrm>
            <a:custGeom>
              <a:avLst/>
              <a:gdLst>
                <a:gd name="connsiteX0" fmla="*/ 11953 w 372157"/>
                <a:gd name="connsiteY0" fmla="*/ 372221 h 372221"/>
                <a:gd name="connsiteX1" fmla="*/ 8770 w 372157"/>
                <a:gd name="connsiteY1" fmla="*/ 371586 h 372221"/>
                <a:gd name="connsiteX2" fmla="*/ 493 w 372157"/>
                <a:gd name="connsiteY2" fmla="*/ 356336 h 372221"/>
                <a:gd name="connsiteX3" fmla="*/ 61612 w 372157"/>
                <a:gd name="connsiteY3" fmla="*/ 144736 h 372221"/>
                <a:gd name="connsiteX4" fmla="*/ 141831 w 372157"/>
                <a:gd name="connsiteY4" fmla="*/ 64036 h 372221"/>
                <a:gd name="connsiteX5" fmla="*/ 356384 w 372157"/>
                <a:gd name="connsiteY5" fmla="*/ 492 h 372221"/>
                <a:gd name="connsiteX6" fmla="*/ 371664 w 372157"/>
                <a:gd name="connsiteY6" fmla="*/ 8753 h 372221"/>
                <a:gd name="connsiteX7" fmla="*/ 363387 w 372157"/>
                <a:gd name="connsiteY7" fmla="*/ 24003 h 372221"/>
                <a:gd name="connsiteX8" fmla="*/ 148834 w 372157"/>
                <a:gd name="connsiteY8" fmla="*/ 87547 h 372221"/>
                <a:gd name="connsiteX9" fmla="*/ 85169 w 372157"/>
                <a:gd name="connsiteY9" fmla="*/ 151726 h 372221"/>
                <a:gd name="connsiteX10" fmla="*/ 24050 w 372157"/>
                <a:gd name="connsiteY10" fmla="*/ 363325 h 372221"/>
                <a:gd name="connsiteX11" fmla="*/ 11953 w 372157"/>
                <a:gd name="connsiteY11" fmla="*/ 372221 h 372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157" h="372221">
                  <a:moveTo>
                    <a:pt x="11953" y="372221"/>
                  </a:moveTo>
                  <a:cubicBezTo>
                    <a:pt x="10680" y="372221"/>
                    <a:pt x="9407" y="372221"/>
                    <a:pt x="8770" y="371586"/>
                  </a:cubicBezTo>
                  <a:cubicBezTo>
                    <a:pt x="2403" y="369680"/>
                    <a:pt x="-1416" y="362690"/>
                    <a:pt x="493" y="356336"/>
                  </a:cubicBezTo>
                  <a:lnTo>
                    <a:pt x="61612" y="144736"/>
                  </a:lnTo>
                  <a:cubicBezTo>
                    <a:pt x="73072" y="105339"/>
                    <a:pt x="102995" y="75474"/>
                    <a:pt x="141831" y="64036"/>
                  </a:cubicBezTo>
                  <a:lnTo>
                    <a:pt x="356384" y="492"/>
                  </a:lnTo>
                  <a:cubicBezTo>
                    <a:pt x="362751" y="-1414"/>
                    <a:pt x="369754" y="2399"/>
                    <a:pt x="371664" y="8753"/>
                  </a:cubicBezTo>
                  <a:cubicBezTo>
                    <a:pt x="373574" y="15107"/>
                    <a:pt x="369754" y="22097"/>
                    <a:pt x="363387" y="24003"/>
                  </a:cubicBezTo>
                  <a:lnTo>
                    <a:pt x="148834" y="87547"/>
                  </a:lnTo>
                  <a:cubicBezTo>
                    <a:pt x="117638" y="97078"/>
                    <a:pt x="94082" y="120589"/>
                    <a:pt x="85169" y="151726"/>
                  </a:cubicBezTo>
                  <a:lnTo>
                    <a:pt x="24050" y="363325"/>
                  </a:lnTo>
                  <a:cubicBezTo>
                    <a:pt x="22140" y="369044"/>
                    <a:pt x="17683" y="372221"/>
                    <a:pt x="11953" y="37222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67B41F03-878F-F910-6E2C-47A152301D5D}"/>
                </a:ext>
              </a:extLst>
            </p:cNvPr>
            <p:cNvSpPr/>
            <p:nvPr/>
          </p:nvSpPr>
          <p:spPr>
            <a:xfrm>
              <a:off x="10548337" y="3336839"/>
              <a:ext cx="443112" cy="244642"/>
            </a:xfrm>
            <a:custGeom>
              <a:avLst/>
              <a:gdLst>
                <a:gd name="connsiteX0" fmla="*/ 429743 w 443112"/>
                <a:gd name="connsiteY0" fmla="*/ 244642 h 244642"/>
                <a:gd name="connsiteX1" fmla="*/ 417646 w 443112"/>
                <a:gd name="connsiteY1" fmla="*/ 232569 h 244642"/>
                <a:gd name="connsiteX2" fmla="*/ 220919 w 443112"/>
                <a:gd name="connsiteY2" fmla="*/ 24782 h 244642"/>
                <a:gd name="connsiteX3" fmla="*/ 24193 w 443112"/>
                <a:gd name="connsiteY3" fmla="*/ 232569 h 244642"/>
                <a:gd name="connsiteX4" fmla="*/ 12097 w 443112"/>
                <a:gd name="connsiteY4" fmla="*/ 244642 h 244642"/>
                <a:gd name="connsiteX5" fmla="*/ 0 w 443112"/>
                <a:gd name="connsiteY5" fmla="*/ 232569 h 244642"/>
                <a:gd name="connsiteX6" fmla="*/ 221557 w 443112"/>
                <a:gd name="connsiteY6" fmla="*/ 0 h 244642"/>
                <a:gd name="connsiteX7" fmla="*/ 443113 w 443112"/>
                <a:gd name="connsiteY7" fmla="*/ 232569 h 244642"/>
                <a:gd name="connsiteX8" fmla="*/ 429743 w 443112"/>
                <a:gd name="connsiteY8" fmla="*/ 244642 h 24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3112" h="244642">
                  <a:moveTo>
                    <a:pt x="429743" y="244642"/>
                  </a:moveTo>
                  <a:cubicBezTo>
                    <a:pt x="422740" y="244642"/>
                    <a:pt x="417646" y="238923"/>
                    <a:pt x="417646" y="232569"/>
                  </a:cubicBezTo>
                  <a:cubicBezTo>
                    <a:pt x="417646" y="117555"/>
                    <a:pt x="329151" y="24782"/>
                    <a:pt x="220919" y="24782"/>
                  </a:cubicBezTo>
                  <a:cubicBezTo>
                    <a:pt x="112688" y="24782"/>
                    <a:pt x="24193" y="118191"/>
                    <a:pt x="24193" y="232569"/>
                  </a:cubicBezTo>
                  <a:cubicBezTo>
                    <a:pt x="24193" y="239559"/>
                    <a:pt x="18463" y="244642"/>
                    <a:pt x="12097" y="244642"/>
                  </a:cubicBezTo>
                  <a:cubicBezTo>
                    <a:pt x="5094" y="244642"/>
                    <a:pt x="0" y="238923"/>
                    <a:pt x="0" y="232569"/>
                  </a:cubicBezTo>
                  <a:cubicBezTo>
                    <a:pt x="0" y="104211"/>
                    <a:pt x="99318" y="0"/>
                    <a:pt x="221557" y="0"/>
                  </a:cubicBezTo>
                  <a:cubicBezTo>
                    <a:pt x="343794" y="0"/>
                    <a:pt x="443113" y="104211"/>
                    <a:pt x="443113" y="232569"/>
                  </a:cubicBezTo>
                  <a:cubicBezTo>
                    <a:pt x="441840" y="238923"/>
                    <a:pt x="436109" y="244642"/>
                    <a:pt x="429743" y="2446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13C8C95C-CD3F-13B4-C44B-F707ACBAC11C}"/>
                </a:ext>
              </a:extLst>
            </p:cNvPr>
            <p:cNvSpPr/>
            <p:nvPr/>
          </p:nvSpPr>
          <p:spPr>
            <a:xfrm>
              <a:off x="458907" y="4908751"/>
              <a:ext cx="701639" cy="558063"/>
            </a:xfrm>
            <a:custGeom>
              <a:avLst/>
              <a:gdLst>
                <a:gd name="connsiteX0" fmla="*/ 532585 w 701639"/>
                <a:gd name="connsiteY0" fmla="*/ 24299 h 558063"/>
                <a:gd name="connsiteX1" fmla="*/ 513486 w 701639"/>
                <a:gd name="connsiteY1" fmla="*/ 26841 h 558063"/>
                <a:gd name="connsiteX2" fmla="*/ 86289 w 701639"/>
                <a:gd name="connsiteY2" fmla="*/ 137406 h 558063"/>
                <a:gd name="connsiteX3" fmla="*/ 27717 w 701639"/>
                <a:gd name="connsiteY3" fmla="*/ 250514 h 558063"/>
                <a:gd name="connsiteX4" fmla="*/ 82469 w 701639"/>
                <a:gd name="connsiteY4" fmla="*/ 460842 h 558063"/>
                <a:gd name="connsiteX5" fmla="*/ 123852 w 701639"/>
                <a:gd name="connsiteY5" fmla="*/ 519938 h 558063"/>
                <a:gd name="connsiteX6" fmla="*/ 188154 w 701639"/>
                <a:gd name="connsiteY6" fmla="*/ 531376 h 558063"/>
                <a:gd name="connsiteX7" fmla="*/ 615351 w 701639"/>
                <a:gd name="connsiteY7" fmla="*/ 420810 h 558063"/>
                <a:gd name="connsiteX8" fmla="*/ 673923 w 701639"/>
                <a:gd name="connsiteY8" fmla="*/ 307703 h 558063"/>
                <a:gd name="connsiteX9" fmla="*/ 619171 w 701639"/>
                <a:gd name="connsiteY9" fmla="*/ 97374 h 558063"/>
                <a:gd name="connsiteX10" fmla="*/ 577788 w 701639"/>
                <a:gd name="connsiteY10" fmla="*/ 38279 h 558063"/>
                <a:gd name="connsiteX11" fmla="*/ 532585 w 701639"/>
                <a:gd name="connsiteY11" fmla="*/ 24299 h 558063"/>
                <a:gd name="connsiteX12" fmla="*/ 169055 w 701639"/>
                <a:gd name="connsiteY12" fmla="*/ 558064 h 558063"/>
                <a:gd name="connsiteX13" fmla="*/ 110482 w 701639"/>
                <a:gd name="connsiteY13" fmla="*/ 540272 h 558063"/>
                <a:gd name="connsiteX14" fmla="*/ 58913 w 701639"/>
                <a:gd name="connsiteY14" fmla="*/ 467197 h 558063"/>
                <a:gd name="connsiteX15" fmla="*/ 4161 w 701639"/>
                <a:gd name="connsiteY15" fmla="*/ 256868 h 558063"/>
                <a:gd name="connsiteX16" fmla="*/ 79923 w 701639"/>
                <a:gd name="connsiteY16" fmla="*/ 113895 h 558063"/>
                <a:gd name="connsiteX17" fmla="*/ 507119 w 701639"/>
                <a:gd name="connsiteY17" fmla="*/ 3330 h 558063"/>
                <a:gd name="connsiteX18" fmla="*/ 591158 w 701639"/>
                <a:gd name="connsiteY18" fmla="*/ 17945 h 558063"/>
                <a:gd name="connsiteX19" fmla="*/ 642727 w 701639"/>
                <a:gd name="connsiteY19" fmla="*/ 91020 h 558063"/>
                <a:gd name="connsiteX20" fmla="*/ 697479 w 701639"/>
                <a:gd name="connsiteY20" fmla="*/ 301349 h 558063"/>
                <a:gd name="connsiteX21" fmla="*/ 621717 w 701639"/>
                <a:gd name="connsiteY21" fmla="*/ 444321 h 558063"/>
                <a:gd name="connsiteX22" fmla="*/ 194521 w 701639"/>
                <a:gd name="connsiteY22" fmla="*/ 554887 h 558063"/>
                <a:gd name="connsiteX23" fmla="*/ 169055 w 701639"/>
                <a:gd name="connsiteY23" fmla="*/ 558064 h 558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01639" h="558063">
                  <a:moveTo>
                    <a:pt x="532585" y="24299"/>
                  </a:moveTo>
                  <a:cubicBezTo>
                    <a:pt x="526219" y="24299"/>
                    <a:pt x="519852" y="24935"/>
                    <a:pt x="513486" y="26841"/>
                  </a:cubicBezTo>
                  <a:lnTo>
                    <a:pt x="86289" y="137406"/>
                  </a:lnTo>
                  <a:cubicBezTo>
                    <a:pt x="41087" y="148844"/>
                    <a:pt x="14984" y="199679"/>
                    <a:pt x="27717" y="250514"/>
                  </a:cubicBezTo>
                  <a:lnTo>
                    <a:pt x="82469" y="460842"/>
                  </a:lnTo>
                  <a:cubicBezTo>
                    <a:pt x="88836" y="485624"/>
                    <a:pt x="103479" y="506594"/>
                    <a:pt x="123852" y="519938"/>
                  </a:cubicBezTo>
                  <a:cubicBezTo>
                    <a:pt x="143588" y="533282"/>
                    <a:pt x="166508" y="537094"/>
                    <a:pt x="188154" y="531376"/>
                  </a:cubicBezTo>
                  <a:lnTo>
                    <a:pt x="615351" y="420810"/>
                  </a:lnTo>
                  <a:cubicBezTo>
                    <a:pt x="660553" y="409372"/>
                    <a:pt x="686656" y="358538"/>
                    <a:pt x="673923" y="307703"/>
                  </a:cubicBezTo>
                  <a:lnTo>
                    <a:pt x="619171" y="97374"/>
                  </a:lnTo>
                  <a:cubicBezTo>
                    <a:pt x="612804" y="72592"/>
                    <a:pt x="598161" y="51623"/>
                    <a:pt x="577788" y="38279"/>
                  </a:cubicBezTo>
                  <a:cubicBezTo>
                    <a:pt x="563781" y="28747"/>
                    <a:pt x="548502" y="24299"/>
                    <a:pt x="532585" y="24299"/>
                  </a:cubicBezTo>
                  <a:moveTo>
                    <a:pt x="169055" y="558064"/>
                  </a:moveTo>
                  <a:cubicBezTo>
                    <a:pt x="148682" y="558064"/>
                    <a:pt x="128309" y="551710"/>
                    <a:pt x="110482" y="540272"/>
                  </a:cubicBezTo>
                  <a:cubicBezTo>
                    <a:pt x="85016" y="523750"/>
                    <a:pt x="66553" y="497698"/>
                    <a:pt x="58913" y="467197"/>
                  </a:cubicBezTo>
                  <a:lnTo>
                    <a:pt x="4161" y="256868"/>
                  </a:lnTo>
                  <a:cubicBezTo>
                    <a:pt x="-12392" y="193325"/>
                    <a:pt x="21987" y="129146"/>
                    <a:pt x="79923" y="113895"/>
                  </a:cubicBezTo>
                  <a:lnTo>
                    <a:pt x="507119" y="3330"/>
                  </a:lnTo>
                  <a:cubicBezTo>
                    <a:pt x="535769" y="-4295"/>
                    <a:pt x="565691" y="1423"/>
                    <a:pt x="591158" y="17945"/>
                  </a:cubicBezTo>
                  <a:cubicBezTo>
                    <a:pt x="616624" y="34466"/>
                    <a:pt x="635087" y="60519"/>
                    <a:pt x="642727" y="91020"/>
                  </a:cubicBezTo>
                  <a:lnTo>
                    <a:pt x="697479" y="301349"/>
                  </a:lnTo>
                  <a:cubicBezTo>
                    <a:pt x="714032" y="364892"/>
                    <a:pt x="679653" y="429071"/>
                    <a:pt x="621717" y="444321"/>
                  </a:cubicBezTo>
                  <a:lnTo>
                    <a:pt x="194521" y="554887"/>
                  </a:lnTo>
                  <a:cubicBezTo>
                    <a:pt x="186244" y="556793"/>
                    <a:pt x="177331" y="558064"/>
                    <a:pt x="169055" y="55806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AA197EB2-1F27-378E-93D5-9A47E247A50E}"/>
                </a:ext>
              </a:extLst>
            </p:cNvPr>
            <p:cNvSpPr/>
            <p:nvPr/>
          </p:nvSpPr>
          <p:spPr>
            <a:xfrm>
              <a:off x="981306" y="5178328"/>
              <a:ext cx="42019" cy="41938"/>
            </a:xfrm>
            <a:custGeom>
              <a:avLst/>
              <a:gdLst>
                <a:gd name="connsiteX0" fmla="*/ 21010 w 42019"/>
                <a:gd name="connsiteY0" fmla="*/ 41939 h 41938"/>
                <a:gd name="connsiteX1" fmla="*/ 0 w 42019"/>
                <a:gd name="connsiteY1" fmla="*/ 21605 h 41938"/>
                <a:gd name="connsiteX2" fmla="*/ 0 w 42019"/>
                <a:gd name="connsiteY2" fmla="*/ 21605 h 41938"/>
                <a:gd name="connsiteX3" fmla="*/ 20373 w 42019"/>
                <a:gd name="connsiteY3" fmla="*/ 0 h 41938"/>
                <a:gd name="connsiteX4" fmla="*/ 21010 w 42019"/>
                <a:gd name="connsiteY4" fmla="*/ 0 h 41938"/>
                <a:gd name="connsiteX5" fmla="*/ 42019 w 42019"/>
                <a:gd name="connsiteY5" fmla="*/ 20334 h 41938"/>
                <a:gd name="connsiteX6" fmla="*/ 21010 w 42019"/>
                <a:gd name="connsiteY6" fmla="*/ 41939 h 41938"/>
                <a:gd name="connsiteX7" fmla="*/ 21010 w 42019"/>
                <a:gd name="connsiteY7" fmla="*/ 41939 h 4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19" h="41938">
                  <a:moveTo>
                    <a:pt x="21010" y="41939"/>
                  </a:moveTo>
                  <a:cubicBezTo>
                    <a:pt x="9550" y="41939"/>
                    <a:pt x="0" y="33042"/>
                    <a:pt x="0" y="21605"/>
                  </a:cubicBezTo>
                  <a:lnTo>
                    <a:pt x="0" y="21605"/>
                  </a:lnTo>
                  <a:cubicBezTo>
                    <a:pt x="0" y="10167"/>
                    <a:pt x="8913" y="635"/>
                    <a:pt x="20373" y="0"/>
                  </a:cubicBezTo>
                  <a:lnTo>
                    <a:pt x="21010" y="0"/>
                  </a:lnTo>
                  <a:cubicBezTo>
                    <a:pt x="32470" y="0"/>
                    <a:pt x="42019" y="8896"/>
                    <a:pt x="42019" y="20334"/>
                  </a:cubicBezTo>
                  <a:cubicBezTo>
                    <a:pt x="42019" y="32407"/>
                    <a:pt x="33106" y="41939"/>
                    <a:pt x="21010" y="41939"/>
                  </a:cubicBezTo>
                  <a:lnTo>
                    <a:pt x="21010" y="419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DDD011F7-DB56-B4DC-9551-966BDCE0A9CF}"/>
                </a:ext>
              </a:extLst>
            </p:cNvPr>
            <p:cNvSpPr/>
            <p:nvPr/>
          </p:nvSpPr>
          <p:spPr>
            <a:xfrm>
              <a:off x="857795" y="5075387"/>
              <a:ext cx="41382" cy="41938"/>
            </a:xfrm>
            <a:custGeom>
              <a:avLst/>
              <a:gdLst>
                <a:gd name="connsiteX0" fmla="*/ 21010 w 41382"/>
                <a:gd name="connsiteY0" fmla="*/ 41939 h 41938"/>
                <a:gd name="connsiteX1" fmla="*/ 0 w 41382"/>
                <a:gd name="connsiteY1" fmla="*/ 21605 h 41938"/>
                <a:gd name="connsiteX2" fmla="*/ 5730 w 41382"/>
                <a:gd name="connsiteY2" fmla="*/ 6354 h 41938"/>
                <a:gd name="connsiteX3" fmla="*/ 20373 w 41382"/>
                <a:gd name="connsiteY3" fmla="*/ 0 h 41938"/>
                <a:gd name="connsiteX4" fmla="*/ 35016 w 41382"/>
                <a:gd name="connsiteY4" fmla="*/ 5719 h 41938"/>
                <a:gd name="connsiteX5" fmla="*/ 41383 w 41382"/>
                <a:gd name="connsiteY5" fmla="*/ 20334 h 41938"/>
                <a:gd name="connsiteX6" fmla="*/ 35653 w 41382"/>
                <a:gd name="connsiteY6" fmla="*/ 35584 h 41938"/>
                <a:gd name="connsiteX7" fmla="*/ 21010 w 41382"/>
                <a:gd name="connsiteY7" fmla="*/ 41939 h 41938"/>
                <a:gd name="connsiteX8" fmla="*/ 21010 w 41382"/>
                <a:gd name="connsiteY8" fmla="*/ 41939 h 4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382" h="41938">
                  <a:moveTo>
                    <a:pt x="21010" y="41939"/>
                  </a:moveTo>
                  <a:cubicBezTo>
                    <a:pt x="9550" y="41939"/>
                    <a:pt x="637" y="33043"/>
                    <a:pt x="0" y="21605"/>
                  </a:cubicBezTo>
                  <a:cubicBezTo>
                    <a:pt x="0" y="15886"/>
                    <a:pt x="1910" y="10802"/>
                    <a:pt x="5730" y="6354"/>
                  </a:cubicBezTo>
                  <a:cubicBezTo>
                    <a:pt x="9550" y="2542"/>
                    <a:pt x="14643" y="0"/>
                    <a:pt x="20373" y="0"/>
                  </a:cubicBezTo>
                  <a:cubicBezTo>
                    <a:pt x="25466" y="0"/>
                    <a:pt x="31196" y="1906"/>
                    <a:pt x="35016" y="5719"/>
                  </a:cubicBezTo>
                  <a:cubicBezTo>
                    <a:pt x="38836" y="9532"/>
                    <a:pt x="41383" y="14615"/>
                    <a:pt x="41383" y="20334"/>
                  </a:cubicBezTo>
                  <a:cubicBezTo>
                    <a:pt x="41383" y="26053"/>
                    <a:pt x="39473" y="31136"/>
                    <a:pt x="35653" y="35584"/>
                  </a:cubicBezTo>
                  <a:cubicBezTo>
                    <a:pt x="32469" y="39397"/>
                    <a:pt x="26740" y="41303"/>
                    <a:pt x="21010" y="41939"/>
                  </a:cubicBezTo>
                  <a:lnTo>
                    <a:pt x="21010" y="419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87A0A3D6-331F-6231-D66A-FC5E7ACB0866}"/>
                </a:ext>
              </a:extLst>
            </p:cNvPr>
            <p:cNvSpPr/>
            <p:nvPr/>
          </p:nvSpPr>
          <p:spPr>
            <a:xfrm>
              <a:off x="827872" y="5227256"/>
              <a:ext cx="42019" cy="41938"/>
            </a:xfrm>
            <a:custGeom>
              <a:avLst/>
              <a:gdLst>
                <a:gd name="connsiteX0" fmla="*/ 21010 w 42019"/>
                <a:gd name="connsiteY0" fmla="*/ 41939 h 41938"/>
                <a:gd name="connsiteX1" fmla="*/ 6367 w 42019"/>
                <a:gd name="connsiteY1" fmla="*/ 36220 h 41938"/>
                <a:gd name="connsiteX2" fmla="*/ 0 w 42019"/>
                <a:gd name="connsiteY2" fmla="*/ 21605 h 41938"/>
                <a:gd name="connsiteX3" fmla="*/ 5730 w 42019"/>
                <a:gd name="connsiteY3" fmla="*/ 6354 h 41938"/>
                <a:gd name="connsiteX4" fmla="*/ 20373 w 42019"/>
                <a:gd name="connsiteY4" fmla="*/ 0 h 41938"/>
                <a:gd name="connsiteX5" fmla="*/ 42019 w 42019"/>
                <a:gd name="connsiteY5" fmla="*/ 20334 h 41938"/>
                <a:gd name="connsiteX6" fmla="*/ 21010 w 42019"/>
                <a:gd name="connsiteY6" fmla="*/ 41939 h 41938"/>
                <a:gd name="connsiteX7" fmla="*/ 21010 w 42019"/>
                <a:gd name="connsiteY7" fmla="*/ 41939 h 4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19" h="41938">
                  <a:moveTo>
                    <a:pt x="21010" y="41939"/>
                  </a:moveTo>
                  <a:cubicBezTo>
                    <a:pt x="15280" y="41939"/>
                    <a:pt x="10186" y="40032"/>
                    <a:pt x="6367" y="36220"/>
                  </a:cubicBezTo>
                  <a:cubicBezTo>
                    <a:pt x="2547" y="32407"/>
                    <a:pt x="0" y="27324"/>
                    <a:pt x="0" y="21605"/>
                  </a:cubicBezTo>
                  <a:cubicBezTo>
                    <a:pt x="0" y="15886"/>
                    <a:pt x="1910" y="10802"/>
                    <a:pt x="5730" y="6354"/>
                  </a:cubicBezTo>
                  <a:cubicBezTo>
                    <a:pt x="9550" y="2542"/>
                    <a:pt x="14643" y="0"/>
                    <a:pt x="20373" y="0"/>
                  </a:cubicBezTo>
                  <a:cubicBezTo>
                    <a:pt x="31833" y="0"/>
                    <a:pt x="41383" y="8896"/>
                    <a:pt x="42019" y="20334"/>
                  </a:cubicBezTo>
                  <a:cubicBezTo>
                    <a:pt x="42019" y="31772"/>
                    <a:pt x="33106" y="41303"/>
                    <a:pt x="21010" y="41939"/>
                  </a:cubicBezTo>
                  <a:lnTo>
                    <a:pt x="21010" y="419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645FEDE4-9D3A-B952-3E2D-57CB8C212DAC}"/>
                </a:ext>
              </a:extLst>
            </p:cNvPr>
            <p:cNvSpPr/>
            <p:nvPr/>
          </p:nvSpPr>
          <p:spPr>
            <a:xfrm>
              <a:off x="304973" y="5122349"/>
              <a:ext cx="236318" cy="310787"/>
            </a:xfrm>
            <a:custGeom>
              <a:avLst/>
              <a:gdLst>
                <a:gd name="connsiteX0" fmla="*/ 165735 w 236318"/>
                <a:gd name="connsiteY0" fmla="*/ 310787 h 310787"/>
                <a:gd name="connsiteX1" fmla="*/ 3388 w 236318"/>
                <a:gd name="connsiteY1" fmla="*/ 193868 h 310787"/>
                <a:gd name="connsiteX2" fmla="*/ 23124 w 236318"/>
                <a:gd name="connsiteY2" fmla="*/ 83938 h 310787"/>
                <a:gd name="connsiteX3" fmla="*/ 140269 w 236318"/>
                <a:gd name="connsiteY3" fmla="*/ 3237 h 310787"/>
                <a:gd name="connsiteX4" fmla="*/ 160005 w 236318"/>
                <a:gd name="connsiteY4" fmla="*/ 60 h 310787"/>
                <a:gd name="connsiteX5" fmla="*/ 173375 w 236318"/>
                <a:gd name="connsiteY5" fmla="*/ 10863 h 310787"/>
                <a:gd name="connsiteX6" fmla="*/ 162552 w 236318"/>
                <a:gd name="connsiteY6" fmla="*/ 24207 h 310787"/>
                <a:gd name="connsiteX7" fmla="*/ 145362 w 236318"/>
                <a:gd name="connsiteY7" fmla="*/ 27384 h 310787"/>
                <a:gd name="connsiteX8" fmla="*/ 43497 w 236318"/>
                <a:gd name="connsiteY8" fmla="*/ 97282 h 310787"/>
                <a:gd name="connsiteX9" fmla="*/ 26944 w 236318"/>
                <a:gd name="connsiteY9" fmla="*/ 188784 h 310787"/>
                <a:gd name="connsiteX10" fmla="*/ 204571 w 236318"/>
                <a:gd name="connsiteY10" fmla="*/ 282193 h 310787"/>
                <a:gd name="connsiteX11" fmla="*/ 220488 w 236318"/>
                <a:gd name="connsiteY11" fmla="*/ 277745 h 310787"/>
                <a:gd name="connsiteX12" fmla="*/ 235768 w 236318"/>
                <a:gd name="connsiteY12" fmla="*/ 285370 h 310787"/>
                <a:gd name="connsiteX13" fmla="*/ 228128 w 236318"/>
                <a:gd name="connsiteY13" fmla="*/ 300621 h 310787"/>
                <a:gd name="connsiteX14" fmla="*/ 209665 w 236318"/>
                <a:gd name="connsiteY14" fmla="*/ 305704 h 310787"/>
                <a:gd name="connsiteX15" fmla="*/ 165735 w 236318"/>
                <a:gd name="connsiteY15" fmla="*/ 310787 h 310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6318" h="310787">
                  <a:moveTo>
                    <a:pt x="165735" y="310787"/>
                  </a:moveTo>
                  <a:cubicBezTo>
                    <a:pt x="88063" y="310787"/>
                    <a:pt x="19304" y="264401"/>
                    <a:pt x="3388" y="193868"/>
                  </a:cubicBezTo>
                  <a:cubicBezTo>
                    <a:pt x="-4888" y="157013"/>
                    <a:pt x="2115" y="118251"/>
                    <a:pt x="23124" y="83938"/>
                  </a:cubicBezTo>
                  <a:cubicBezTo>
                    <a:pt x="47954" y="43905"/>
                    <a:pt x="90610" y="14675"/>
                    <a:pt x="140269" y="3237"/>
                  </a:cubicBezTo>
                  <a:cubicBezTo>
                    <a:pt x="146636" y="1967"/>
                    <a:pt x="153639" y="696"/>
                    <a:pt x="160005" y="60"/>
                  </a:cubicBezTo>
                  <a:cubicBezTo>
                    <a:pt x="167009" y="-575"/>
                    <a:pt x="172739" y="3873"/>
                    <a:pt x="173375" y="10863"/>
                  </a:cubicBezTo>
                  <a:cubicBezTo>
                    <a:pt x="174012" y="17217"/>
                    <a:pt x="169555" y="23571"/>
                    <a:pt x="162552" y="24207"/>
                  </a:cubicBezTo>
                  <a:cubicBezTo>
                    <a:pt x="156822" y="24842"/>
                    <a:pt x="151092" y="26113"/>
                    <a:pt x="145362" y="27384"/>
                  </a:cubicBezTo>
                  <a:cubicBezTo>
                    <a:pt x="102070" y="37551"/>
                    <a:pt x="65144" y="62968"/>
                    <a:pt x="43497" y="97282"/>
                  </a:cubicBezTo>
                  <a:cubicBezTo>
                    <a:pt x="25671" y="125876"/>
                    <a:pt x="19941" y="158283"/>
                    <a:pt x="26944" y="188784"/>
                  </a:cubicBezTo>
                  <a:cubicBezTo>
                    <a:pt x="43497" y="259317"/>
                    <a:pt x="123079" y="301256"/>
                    <a:pt x="204571" y="282193"/>
                  </a:cubicBezTo>
                  <a:cubicBezTo>
                    <a:pt x="210301" y="280922"/>
                    <a:pt x="215395" y="279651"/>
                    <a:pt x="220488" y="277745"/>
                  </a:cubicBezTo>
                  <a:cubicBezTo>
                    <a:pt x="226854" y="275839"/>
                    <a:pt x="233858" y="279016"/>
                    <a:pt x="235768" y="285370"/>
                  </a:cubicBezTo>
                  <a:cubicBezTo>
                    <a:pt x="237678" y="291724"/>
                    <a:pt x="234494" y="298714"/>
                    <a:pt x="228128" y="300621"/>
                  </a:cubicBezTo>
                  <a:cubicBezTo>
                    <a:pt x="222398" y="302527"/>
                    <a:pt x="216031" y="304433"/>
                    <a:pt x="209665" y="305704"/>
                  </a:cubicBezTo>
                  <a:cubicBezTo>
                    <a:pt x="195658" y="308881"/>
                    <a:pt x="180378" y="310787"/>
                    <a:pt x="165735" y="310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79A048A9-E8C2-DC8F-038F-B3DE34AFACE2}"/>
                </a:ext>
              </a:extLst>
            </p:cNvPr>
            <p:cNvSpPr/>
            <p:nvPr/>
          </p:nvSpPr>
          <p:spPr>
            <a:xfrm>
              <a:off x="1084531" y="4942649"/>
              <a:ext cx="236954" cy="310660"/>
            </a:xfrm>
            <a:custGeom>
              <a:avLst/>
              <a:gdLst>
                <a:gd name="connsiteX0" fmla="*/ 75039 w 236954"/>
                <a:gd name="connsiteY0" fmla="*/ 310660 h 310660"/>
                <a:gd name="connsiteX1" fmla="*/ 62943 w 236954"/>
                <a:gd name="connsiteY1" fmla="*/ 299858 h 310660"/>
                <a:gd name="connsiteX2" fmla="*/ 73766 w 236954"/>
                <a:gd name="connsiteY2" fmla="*/ 286514 h 310660"/>
                <a:gd name="connsiteX3" fmla="*/ 90956 w 236954"/>
                <a:gd name="connsiteY3" fmla="*/ 283336 h 310660"/>
                <a:gd name="connsiteX4" fmla="*/ 192821 w 236954"/>
                <a:gd name="connsiteY4" fmla="*/ 213439 h 310660"/>
                <a:gd name="connsiteX5" fmla="*/ 209374 w 236954"/>
                <a:gd name="connsiteY5" fmla="*/ 121936 h 310660"/>
                <a:gd name="connsiteX6" fmla="*/ 31747 w 236954"/>
                <a:gd name="connsiteY6" fmla="*/ 28527 h 310660"/>
                <a:gd name="connsiteX7" fmla="*/ 15830 w 236954"/>
                <a:gd name="connsiteY7" fmla="*/ 32975 h 310660"/>
                <a:gd name="connsiteX8" fmla="*/ 550 w 236954"/>
                <a:gd name="connsiteY8" fmla="*/ 25350 h 310660"/>
                <a:gd name="connsiteX9" fmla="*/ 8190 w 236954"/>
                <a:gd name="connsiteY9" fmla="*/ 10100 h 310660"/>
                <a:gd name="connsiteX10" fmla="*/ 26653 w 236954"/>
                <a:gd name="connsiteY10" fmla="*/ 5016 h 310660"/>
                <a:gd name="connsiteX11" fmla="*/ 233567 w 236954"/>
                <a:gd name="connsiteY11" fmla="*/ 116853 h 310660"/>
                <a:gd name="connsiteX12" fmla="*/ 213830 w 236954"/>
                <a:gd name="connsiteY12" fmla="*/ 226783 h 310660"/>
                <a:gd name="connsiteX13" fmla="*/ 96686 w 236954"/>
                <a:gd name="connsiteY13" fmla="*/ 307483 h 310660"/>
                <a:gd name="connsiteX14" fmla="*/ 76949 w 236954"/>
                <a:gd name="connsiteY14" fmla="*/ 310660 h 310660"/>
                <a:gd name="connsiteX15" fmla="*/ 75039 w 236954"/>
                <a:gd name="connsiteY15" fmla="*/ 310660 h 310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6954" h="310660">
                  <a:moveTo>
                    <a:pt x="75039" y="310660"/>
                  </a:moveTo>
                  <a:cubicBezTo>
                    <a:pt x="68673" y="310660"/>
                    <a:pt x="63579" y="306212"/>
                    <a:pt x="62943" y="299858"/>
                  </a:cubicBezTo>
                  <a:cubicBezTo>
                    <a:pt x="62306" y="292868"/>
                    <a:pt x="66763" y="287149"/>
                    <a:pt x="73766" y="286514"/>
                  </a:cubicBezTo>
                  <a:cubicBezTo>
                    <a:pt x="79496" y="285878"/>
                    <a:pt x="85226" y="284607"/>
                    <a:pt x="90956" y="283336"/>
                  </a:cubicBezTo>
                  <a:cubicBezTo>
                    <a:pt x="134248" y="273169"/>
                    <a:pt x="171174" y="247752"/>
                    <a:pt x="192821" y="213439"/>
                  </a:cubicBezTo>
                  <a:cubicBezTo>
                    <a:pt x="210647" y="184844"/>
                    <a:pt x="216377" y="152437"/>
                    <a:pt x="209374" y="121936"/>
                  </a:cubicBezTo>
                  <a:cubicBezTo>
                    <a:pt x="192821" y="51403"/>
                    <a:pt x="113239" y="9464"/>
                    <a:pt x="31747" y="28527"/>
                  </a:cubicBezTo>
                  <a:cubicBezTo>
                    <a:pt x="26017" y="29798"/>
                    <a:pt x="20923" y="31069"/>
                    <a:pt x="15830" y="32975"/>
                  </a:cubicBezTo>
                  <a:cubicBezTo>
                    <a:pt x="9464" y="34882"/>
                    <a:pt x="2460" y="31704"/>
                    <a:pt x="550" y="25350"/>
                  </a:cubicBezTo>
                  <a:cubicBezTo>
                    <a:pt x="-1359" y="18996"/>
                    <a:pt x="1824" y="12006"/>
                    <a:pt x="8190" y="10100"/>
                  </a:cubicBezTo>
                  <a:cubicBezTo>
                    <a:pt x="14557" y="8193"/>
                    <a:pt x="20287" y="6287"/>
                    <a:pt x="26653" y="5016"/>
                  </a:cubicBezTo>
                  <a:cubicBezTo>
                    <a:pt x="121515" y="-16589"/>
                    <a:pt x="213830" y="33611"/>
                    <a:pt x="233567" y="116853"/>
                  </a:cubicBezTo>
                  <a:cubicBezTo>
                    <a:pt x="241843" y="153708"/>
                    <a:pt x="234840" y="192469"/>
                    <a:pt x="213830" y="226783"/>
                  </a:cubicBezTo>
                  <a:cubicBezTo>
                    <a:pt x="189001" y="266815"/>
                    <a:pt x="146345" y="296045"/>
                    <a:pt x="96686" y="307483"/>
                  </a:cubicBezTo>
                  <a:cubicBezTo>
                    <a:pt x="90319" y="308754"/>
                    <a:pt x="83316" y="310025"/>
                    <a:pt x="76949" y="310660"/>
                  </a:cubicBezTo>
                  <a:cubicBezTo>
                    <a:pt x="76313" y="310660"/>
                    <a:pt x="75676" y="310660"/>
                    <a:pt x="75039" y="3106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FDEFC3BE-6D27-FC28-0242-5FC591A99660}"/>
                </a:ext>
              </a:extLst>
            </p:cNvPr>
            <p:cNvSpPr/>
            <p:nvPr/>
          </p:nvSpPr>
          <p:spPr>
            <a:xfrm>
              <a:off x="146069" y="4198260"/>
              <a:ext cx="709123" cy="667434"/>
            </a:xfrm>
            <a:custGeom>
              <a:avLst/>
              <a:gdLst>
                <a:gd name="connsiteX0" fmla="*/ 173751 w 709123"/>
                <a:gd name="connsiteY0" fmla="*/ 64407 h 667434"/>
                <a:gd name="connsiteX1" fmla="*/ 44510 w 709123"/>
                <a:gd name="connsiteY1" fmla="*/ 239152 h 667434"/>
                <a:gd name="connsiteX2" fmla="*/ 56607 w 709123"/>
                <a:gd name="connsiteY2" fmla="*/ 365603 h 667434"/>
                <a:gd name="connsiteX3" fmla="*/ 411224 w 709123"/>
                <a:gd name="connsiteY3" fmla="*/ 627402 h 667434"/>
                <a:gd name="connsiteX4" fmla="*/ 475526 w 709123"/>
                <a:gd name="connsiteY4" fmla="*/ 640746 h 667434"/>
                <a:gd name="connsiteX5" fmla="*/ 536009 w 709123"/>
                <a:gd name="connsiteY5" fmla="*/ 601349 h 667434"/>
                <a:gd name="connsiteX6" fmla="*/ 665250 w 709123"/>
                <a:gd name="connsiteY6" fmla="*/ 426605 h 667434"/>
                <a:gd name="connsiteX7" fmla="*/ 653154 w 709123"/>
                <a:gd name="connsiteY7" fmla="*/ 300153 h 667434"/>
                <a:gd name="connsiteX8" fmla="*/ 298536 w 709123"/>
                <a:gd name="connsiteY8" fmla="*/ 38355 h 667434"/>
                <a:gd name="connsiteX9" fmla="*/ 234234 w 709123"/>
                <a:gd name="connsiteY9" fmla="*/ 25010 h 667434"/>
                <a:gd name="connsiteX10" fmla="*/ 173751 w 709123"/>
                <a:gd name="connsiteY10" fmla="*/ 64407 h 667434"/>
                <a:gd name="connsiteX11" fmla="*/ 457700 w 709123"/>
                <a:gd name="connsiteY11" fmla="*/ 667434 h 667434"/>
                <a:gd name="connsiteX12" fmla="*/ 396581 w 709123"/>
                <a:gd name="connsiteY12" fmla="*/ 647736 h 667434"/>
                <a:gd name="connsiteX13" fmla="*/ 41964 w 709123"/>
                <a:gd name="connsiteY13" fmla="*/ 385937 h 667434"/>
                <a:gd name="connsiteX14" fmla="*/ 24774 w 709123"/>
                <a:gd name="connsiteY14" fmla="*/ 225172 h 667434"/>
                <a:gd name="connsiteX15" fmla="*/ 154015 w 709123"/>
                <a:gd name="connsiteY15" fmla="*/ 50428 h 667434"/>
                <a:gd name="connsiteX16" fmla="*/ 229141 w 709123"/>
                <a:gd name="connsiteY16" fmla="*/ 2135 h 667434"/>
                <a:gd name="connsiteX17" fmla="*/ 312543 w 709123"/>
                <a:gd name="connsiteY17" fmla="*/ 19927 h 667434"/>
                <a:gd name="connsiteX18" fmla="*/ 667160 w 709123"/>
                <a:gd name="connsiteY18" fmla="*/ 281726 h 667434"/>
                <a:gd name="connsiteX19" fmla="*/ 684350 w 709123"/>
                <a:gd name="connsiteY19" fmla="*/ 442491 h 667434"/>
                <a:gd name="connsiteX20" fmla="*/ 555109 w 709123"/>
                <a:gd name="connsiteY20" fmla="*/ 616600 h 667434"/>
                <a:gd name="connsiteX21" fmla="*/ 479983 w 709123"/>
                <a:gd name="connsiteY21" fmla="*/ 664893 h 667434"/>
                <a:gd name="connsiteX22" fmla="*/ 457700 w 709123"/>
                <a:gd name="connsiteY22" fmla="*/ 667434 h 667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09123" h="667434">
                  <a:moveTo>
                    <a:pt x="173751" y="64407"/>
                  </a:moveTo>
                  <a:lnTo>
                    <a:pt x="44510" y="239152"/>
                  </a:lnTo>
                  <a:cubicBezTo>
                    <a:pt x="13314" y="281090"/>
                    <a:pt x="18407" y="338280"/>
                    <a:pt x="56607" y="365603"/>
                  </a:cubicBezTo>
                  <a:lnTo>
                    <a:pt x="411224" y="627402"/>
                  </a:lnTo>
                  <a:cubicBezTo>
                    <a:pt x="429051" y="640746"/>
                    <a:pt x="451970" y="645830"/>
                    <a:pt x="475526" y="640746"/>
                  </a:cubicBezTo>
                  <a:cubicBezTo>
                    <a:pt x="499083" y="636298"/>
                    <a:pt x="520729" y="622319"/>
                    <a:pt x="536009" y="601349"/>
                  </a:cubicBezTo>
                  <a:lnTo>
                    <a:pt x="665250" y="426605"/>
                  </a:lnTo>
                  <a:cubicBezTo>
                    <a:pt x="696446" y="384666"/>
                    <a:pt x="691353" y="327477"/>
                    <a:pt x="653154" y="300153"/>
                  </a:cubicBezTo>
                  <a:lnTo>
                    <a:pt x="298536" y="38355"/>
                  </a:lnTo>
                  <a:cubicBezTo>
                    <a:pt x="280710" y="25010"/>
                    <a:pt x="257790" y="19927"/>
                    <a:pt x="234234" y="25010"/>
                  </a:cubicBezTo>
                  <a:cubicBezTo>
                    <a:pt x="210041" y="30094"/>
                    <a:pt x="189031" y="43438"/>
                    <a:pt x="173751" y="64407"/>
                  </a:cubicBezTo>
                  <a:moveTo>
                    <a:pt x="457700" y="667434"/>
                  </a:moveTo>
                  <a:cubicBezTo>
                    <a:pt x="435417" y="667434"/>
                    <a:pt x="414407" y="660445"/>
                    <a:pt x="396581" y="647736"/>
                  </a:cubicBezTo>
                  <a:lnTo>
                    <a:pt x="41964" y="385937"/>
                  </a:lnTo>
                  <a:cubicBezTo>
                    <a:pt x="-6422" y="350353"/>
                    <a:pt x="-14062" y="277913"/>
                    <a:pt x="24774" y="225172"/>
                  </a:cubicBezTo>
                  <a:lnTo>
                    <a:pt x="154015" y="50428"/>
                  </a:lnTo>
                  <a:cubicBezTo>
                    <a:pt x="173115" y="25010"/>
                    <a:pt x="199854" y="7854"/>
                    <a:pt x="229141" y="2135"/>
                  </a:cubicBezTo>
                  <a:cubicBezTo>
                    <a:pt x="259063" y="-3584"/>
                    <a:pt x="288986" y="2135"/>
                    <a:pt x="312543" y="19927"/>
                  </a:cubicBezTo>
                  <a:lnTo>
                    <a:pt x="667160" y="281726"/>
                  </a:lnTo>
                  <a:cubicBezTo>
                    <a:pt x="715546" y="317310"/>
                    <a:pt x="723186" y="389750"/>
                    <a:pt x="684350" y="442491"/>
                  </a:cubicBezTo>
                  <a:lnTo>
                    <a:pt x="555109" y="616600"/>
                  </a:lnTo>
                  <a:cubicBezTo>
                    <a:pt x="536009" y="642017"/>
                    <a:pt x="509269" y="659174"/>
                    <a:pt x="479983" y="664893"/>
                  </a:cubicBezTo>
                  <a:cubicBezTo>
                    <a:pt x="472343" y="666163"/>
                    <a:pt x="464703" y="667434"/>
                    <a:pt x="457700" y="667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FBD8D0E4-B765-951C-D993-8ECA9B000403}"/>
                </a:ext>
              </a:extLst>
            </p:cNvPr>
            <p:cNvSpPr/>
            <p:nvPr/>
          </p:nvSpPr>
          <p:spPr>
            <a:xfrm>
              <a:off x="508347" y="4602065"/>
              <a:ext cx="42063" cy="41226"/>
            </a:xfrm>
            <a:custGeom>
              <a:avLst/>
              <a:gdLst>
                <a:gd name="connsiteX0" fmla="*/ 20933 w 42063"/>
                <a:gd name="connsiteY0" fmla="*/ 41227 h 41226"/>
                <a:gd name="connsiteX1" fmla="*/ 5016 w 42063"/>
                <a:gd name="connsiteY1" fmla="*/ 34237 h 41226"/>
                <a:gd name="connsiteX2" fmla="*/ 7563 w 42063"/>
                <a:gd name="connsiteY2" fmla="*/ 5007 h 41226"/>
                <a:gd name="connsiteX3" fmla="*/ 36849 w 42063"/>
                <a:gd name="connsiteY3" fmla="*/ 7549 h 41226"/>
                <a:gd name="connsiteX4" fmla="*/ 41943 w 42063"/>
                <a:gd name="connsiteY4" fmla="*/ 22799 h 41226"/>
                <a:gd name="connsiteX5" fmla="*/ 34939 w 42063"/>
                <a:gd name="connsiteY5" fmla="*/ 36779 h 41226"/>
                <a:gd name="connsiteX6" fmla="*/ 20933 w 42063"/>
                <a:gd name="connsiteY6" fmla="*/ 41227 h 41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063" h="41226">
                  <a:moveTo>
                    <a:pt x="20933" y="41227"/>
                  </a:moveTo>
                  <a:cubicBezTo>
                    <a:pt x="15203" y="41227"/>
                    <a:pt x="8836" y="38685"/>
                    <a:pt x="5016" y="34237"/>
                  </a:cubicBezTo>
                  <a:cubicBezTo>
                    <a:pt x="-2623" y="25341"/>
                    <a:pt x="-1350" y="11997"/>
                    <a:pt x="7563" y="5007"/>
                  </a:cubicBezTo>
                  <a:cubicBezTo>
                    <a:pt x="16476" y="-2618"/>
                    <a:pt x="29846" y="-1348"/>
                    <a:pt x="36849" y="7549"/>
                  </a:cubicBezTo>
                  <a:cubicBezTo>
                    <a:pt x="40669" y="11997"/>
                    <a:pt x="42579" y="17080"/>
                    <a:pt x="41943" y="22799"/>
                  </a:cubicBezTo>
                  <a:cubicBezTo>
                    <a:pt x="41306" y="28518"/>
                    <a:pt x="38759" y="33601"/>
                    <a:pt x="34939" y="36779"/>
                  </a:cubicBezTo>
                  <a:cubicBezTo>
                    <a:pt x="30483" y="39956"/>
                    <a:pt x="25390" y="41227"/>
                    <a:pt x="20933" y="412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BC096BF-5651-05BE-0C59-D9D1A6C48DA1}"/>
                </a:ext>
              </a:extLst>
            </p:cNvPr>
            <p:cNvSpPr/>
            <p:nvPr/>
          </p:nvSpPr>
          <p:spPr>
            <a:xfrm>
              <a:off x="510817" y="4440665"/>
              <a:ext cx="41503" cy="41862"/>
            </a:xfrm>
            <a:custGeom>
              <a:avLst/>
              <a:gdLst>
                <a:gd name="connsiteX0" fmla="*/ 21010 w 41503"/>
                <a:gd name="connsiteY0" fmla="*/ 41862 h 41862"/>
                <a:gd name="connsiteX1" fmla="*/ 5093 w 41503"/>
                <a:gd name="connsiteY1" fmla="*/ 34237 h 41862"/>
                <a:gd name="connsiteX2" fmla="*/ 0 w 41503"/>
                <a:gd name="connsiteY2" fmla="*/ 18986 h 41862"/>
                <a:gd name="connsiteX3" fmla="*/ 7003 w 41503"/>
                <a:gd name="connsiteY3" fmla="*/ 5007 h 41862"/>
                <a:gd name="connsiteX4" fmla="*/ 36289 w 41503"/>
                <a:gd name="connsiteY4" fmla="*/ 7549 h 41862"/>
                <a:gd name="connsiteX5" fmla="*/ 41383 w 41503"/>
                <a:gd name="connsiteY5" fmla="*/ 22799 h 41862"/>
                <a:gd name="connsiteX6" fmla="*/ 34379 w 41503"/>
                <a:gd name="connsiteY6" fmla="*/ 36779 h 41862"/>
                <a:gd name="connsiteX7" fmla="*/ 21010 w 41503"/>
                <a:gd name="connsiteY7" fmla="*/ 41862 h 4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503" h="41862">
                  <a:moveTo>
                    <a:pt x="21010" y="41862"/>
                  </a:moveTo>
                  <a:cubicBezTo>
                    <a:pt x="15280" y="41862"/>
                    <a:pt x="8913" y="39320"/>
                    <a:pt x="5093" y="34237"/>
                  </a:cubicBezTo>
                  <a:cubicBezTo>
                    <a:pt x="1273" y="29789"/>
                    <a:pt x="0" y="24705"/>
                    <a:pt x="0" y="18986"/>
                  </a:cubicBezTo>
                  <a:cubicBezTo>
                    <a:pt x="637" y="13268"/>
                    <a:pt x="3183" y="8184"/>
                    <a:pt x="7003" y="5007"/>
                  </a:cubicBezTo>
                  <a:cubicBezTo>
                    <a:pt x="15916" y="-2618"/>
                    <a:pt x="29286" y="-1347"/>
                    <a:pt x="36289" y="7549"/>
                  </a:cubicBezTo>
                  <a:cubicBezTo>
                    <a:pt x="40109" y="11997"/>
                    <a:pt x="42019" y="17080"/>
                    <a:pt x="41383" y="22799"/>
                  </a:cubicBezTo>
                  <a:cubicBezTo>
                    <a:pt x="40746" y="28518"/>
                    <a:pt x="38199" y="33601"/>
                    <a:pt x="34379" y="36779"/>
                  </a:cubicBezTo>
                  <a:cubicBezTo>
                    <a:pt x="30559" y="39956"/>
                    <a:pt x="25466" y="41862"/>
                    <a:pt x="21010" y="4186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0CF3BB2B-95AB-8F18-0DB5-3ED5EC330262}"/>
                </a:ext>
              </a:extLst>
            </p:cNvPr>
            <p:cNvSpPr/>
            <p:nvPr/>
          </p:nvSpPr>
          <p:spPr>
            <a:xfrm>
              <a:off x="666714" y="4601912"/>
              <a:ext cx="283110" cy="297460"/>
            </a:xfrm>
            <a:custGeom>
              <a:avLst/>
              <a:gdLst>
                <a:gd name="connsiteX0" fmla="*/ 134418 w 283110"/>
                <a:gd name="connsiteY0" fmla="*/ 297460 h 297460"/>
                <a:gd name="connsiteX1" fmla="*/ 19183 w 283110"/>
                <a:gd name="connsiteY1" fmla="*/ 256793 h 297460"/>
                <a:gd name="connsiteX2" fmla="*/ 3904 w 283110"/>
                <a:gd name="connsiteY2" fmla="*/ 244084 h 297460"/>
                <a:gd name="connsiteX3" fmla="*/ 3267 w 283110"/>
                <a:gd name="connsiteY3" fmla="*/ 226927 h 297460"/>
                <a:gd name="connsiteX4" fmla="*/ 20457 w 283110"/>
                <a:gd name="connsiteY4" fmla="*/ 226292 h 297460"/>
                <a:gd name="connsiteX5" fmla="*/ 33826 w 283110"/>
                <a:gd name="connsiteY5" fmla="*/ 237730 h 297460"/>
                <a:gd name="connsiteX6" fmla="*/ 233736 w 283110"/>
                <a:gd name="connsiteY6" fmla="*/ 227563 h 297460"/>
                <a:gd name="connsiteX7" fmla="*/ 256019 w 283110"/>
                <a:gd name="connsiteY7" fmla="*/ 128435 h 297460"/>
                <a:gd name="connsiteX8" fmla="*/ 195537 w 283110"/>
                <a:gd name="connsiteY8" fmla="*/ 31849 h 297460"/>
                <a:gd name="connsiteX9" fmla="*/ 181531 w 283110"/>
                <a:gd name="connsiteY9" fmla="*/ 22317 h 297460"/>
                <a:gd name="connsiteX10" fmla="*/ 177711 w 283110"/>
                <a:gd name="connsiteY10" fmla="*/ 5796 h 297460"/>
                <a:gd name="connsiteX11" fmla="*/ 194264 w 283110"/>
                <a:gd name="connsiteY11" fmla="*/ 1983 h 297460"/>
                <a:gd name="connsiteX12" fmla="*/ 210180 w 283110"/>
                <a:gd name="connsiteY12" fmla="*/ 12786 h 297460"/>
                <a:gd name="connsiteX13" fmla="*/ 280212 w 283110"/>
                <a:gd name="connsiteY13" fmla="*/ 123987 h 297460"/>
                <a:gd name="connsiteX14" fmla="*/ 252836 w 283110"/>
                <a:gd name="connsiteY14" fmla="*/ 242813 h 297460"/>
                <a:gd name="connsiteX15" fmla="*/ 134418 w 283110"/>
                <a:gd name="connsiteY15" fmla="*/ 297460 h 297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3110" h="297460">
                  <a:moveTo>
                    <a:pt x="134418" y="297460"/>
                  </a:moveTo>
                  <a:cubicBezTo>
                    <a:pt x="94945" y="297460"/>
                    <a:pt x="54199" y="284116"/>
                    <a:pt x="19183" y="256793"/>
                  </a:cubicBezTo>
                  <a:cubicBezTo>
                    <a:pt x="14090" y="252980"/>
                    <a:pt x="8997" y="248532"/>
                    <a:pt x="3904" y="244084"/>
                  </a:cubicBezTo>
                  <a:cubicBezTo>
                    <a:pt x="-1190" y="239636"/>
                    <a:pt x="-1190" y="232011"/>
                    <a:pt x="3267" y="226927"/>
                  </a:cubicBezTo>
                  <a:cubicBezTo>
                    <a:pt x="7723" y="221844"/>
                    <a:pt x="15363" y="221844"/>
                    <a:pt x="20457" y="226292"/>
                  </a:cubicBezTo>
                  <a:cubicBezTo>
                    <a:pt x="24913" y="230104"/>
                    <a:pt x="29370" y="233917"/>
                    <a:pt x="33826" y="237730"/>
                  </a:cubicBezTo>
                  <a:cubicBezTo>
                    <a:pt x="99402" y="289200"/>
                    <a:pt x="189170" y="284116"/>
                    <a:pt x="233736" y="227563"/>
                  </a:cubicBezTo>
                  <a:cubicBezTo>
                    <a:pt x="255383" y="200239"/>
                    <a:pt x="263023" y="164655"/>
                    <a:pt x="256019" y="128435"/>
                  </a:cubicBezTo>
                  <a:cubicBezTo>
                    <a:pt x="249016" y="90944"/>
                    <a:pt x="227370" y="56631"/>
                    <a:pt x="195537" y="31849"/>
                  </a:cubicBezTo>
                  <a:cubicBezTo>
                    <a:pt x="191080" y="28672"/>
                    <a:pt x="186624" y="25495"/>
                    <a:pt x="181531" y="22317"/>
                  </a:cubicBezTo>
                  <a:cubicBezTo>
                    <a:pt x="175801" y="18505"/>
                    <a:pt x="173891" y="10880"/>
                    <a:pt x="177711" y="5796"/>
                  </a:cubicBezTo>
                  <a:cubicBezTo>
                    <a:pt x="181531" y="77"/>
                    <a:pt x="189170" y="-1829"/>
                    <a:pt x="194264" y="1983"/>
                  </a:cubicBezTo>
                  <a:cubicBezTo>
                    <a:pt x="199994" y="5161"/>
                    <a:pt x="205087" y="8973"/>
                    <a:pt x="210180" y="12786"/>
                  </a:cubicBezTo>
                  <a:cubicBezTo>
                    <a:pt x="247106" y="41380"/>
                    <a:pt x="271936" y="80777"/>
                    <a:pt x="280212" y="123987"/>
                  </a:cubicBezTo>
                  <a:cubicBezTo>
                    <a:pt x="288489" y="167832"/>
                    <a:pt x="278939" y="209771"/>
                    <a:pt x="252836" y="242813"/>
                  </a:cubicBezTo>
                  <a:cubicBezTo>
                    <a:pt x="224823" y="278397"/>
                    <a:pt x="180894" y="297460"/>
                    <a:pt x="134418" y="2974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471F6F04-E54B-0B00-4161-11B2266A7B64}"/>
                </a:ext>
              </a:extLst>
            </p:cNvPr>
            <p:cNvSpPr/>
            <p:nvPr/>
          </p:nvSpPr>
          <p:spPr>
            <a:xfrm>
              <a:off x="845197" y="4075375"/>
              <a:ext cx="645298" cy="712796"/>
            </a:xfrm>
            <a:custGeom>
              <a:avLst/>
              <a:gdLst>
                <a:gd name="connsiteX0" fmla="*/ 260894 w 645298"/>
                <a:gd name="connsiteY0" fmla="*/ 38600 h 712796"/>
                <a:gd name="connsiteX1" fmla="*/ 73717 w 645298"/>
                <a:gd name="connsiteY1" fmla="*/ 148531 h 712796"/>
                <a:gd name="connsiteX2" fmla="*/ 28514 w 645298"/>
                <a:gd name="connsiteY2" fmla="*/ 204449 h 712796"/>
                <a:gd name="connsiteX3" fmla="*/ 35517 w 645298"/>
                <a:gd name="connsiteY3" fmla="*/ 269898 h 712796"/>
                <a:gd name="connsiteX4" fmla="*/ 259621 w 645298"/>
                <a:gd name="connsiteY4" fmla="*/ 649253 h 712796"/>
                <a:gd name="connsiteX5" fmla="*/ 384405 w 645298"/>
                <a:gd name="connsiteY5" fmla="*/ 674035 h 712796"/>
                <a:gd name="connsiteX6" fmla="*/ 572219 w 645298"/>
                <a:gd name="connsiteY6" fmla="*/ 564105 h 712796"/>
                <a:gd name="connsiteX7" fmla="*/ 617421 w 645298"/>
                <a:gd name="connsiteY7" fmla="*/ 508186 h 712796"/>
                <a:gd name="connsiteX8" fmla="*/ 610418 w 645298"/>
                <a:gd name="connsiteY8" fmla="*/ 442737 h 712796"/>
                <a:gd name="connsiteX9" fmla="*/ 386315 w 645298"/>
                <a:gd name="connsiteY9" fmla="*/ 63382 h 712796"/>
                <a:gd name="connsiteX10" fmla="*/ 260894 w 645298"/>
                <a:gd name="connsiteY10" fmla="*/ 38600 h 712796"/>
                <a:gd name="connsiteX11" fmla="*/ 332199 w 645298"/>
                <a:gd name="connsiteY11" fmla="*/ 712796 h 712796"/>
                <a:gd name="connsiteX12" fmla="*/ 237974 w 645298"/>
                <a:gd name="connsiteY12" fmla="*/ 661326 h 712796"/>
                <a:gd name="connsiteX13" fmla="*/ 13871 w 645298"/>
                <a:gd name="connsiteY13" fmla="*/ 281972 h 712796"/>
                <a:gd name="connsiteX14" fmla="*/ 4958 w 645298"/>
                <a:gd name="connsiteY14" fmla="*/ 197459 h 712796"/>
                <a:gd name="connsiteX15" fmla="*/ 60984 w 645298"/>
                <a:gd name="connsiteY15" fmla="*/ 127561 h 712796"/>
                <a:gd name="connsiteX16" fmla="*/ 248797 w 645298"/>
                <a:gd name="connsiteY16" fmla="*/ 17631 h 712796"/>
                <a:gd name="connsiteX17" fmla="*/ 407325 w 645298"/>
                <a:gd name="connsiteY17" fmla="*/ 51309 h 712796"/>
                <a:gd name="connsiteX18" fmla="*/ 631428 w 645298"/>
                <a:gd name="connsiteY18" fmla="*/ 430663 h 712796"/>
                <a:gd name="connsiteX19" fmla="*/ 640341 w 645298"/>
                <a:gd name="connsiteY19" fmla="*/ 515176 h 712796"/>
                <a:gd name="connsiteX20" fmla="*/ 584315 w 645298"/>
                <a:gd name="connsiteY20" fmla="*/ 585074 h 712796"/>
                <a:gd name="connsiteX21" fmla="*/ 396502 w 645298"/>
                <a:gd name="connsiteY21" fmla="*/ 695004 h 712796"/>
                <a:gd name="connsiteX22" fmla="*/ 332199 w 645298"/>
                <a:gd name="connsiteY22" fmla="*/ 712796 h 71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45298" h="712796">
                  <a:moveTo>
                    <a:pt x="260894" y="38600"/>
                  </a:moveTo>
                  <a:lnTo>
                    <a:pt x="73717" y="148531"/>
                  </a:lnTo>
                  <a:cubicBezTo>
                    <a:pt x="51434" y="161239"/>
                    <a:pt x="35517" y="181573"/>
                    <a:pt x="28514" y="204449"/>
                  </a:cubicBezTo>
                  <a:cubicBezTo>
                    <a:pt x="21511" y="227324"/>
                    <a:pt x="24058" y="250200"/>
                    <a:pt x="35517" y="269898"/>
                  </a:cubicBezTo>
                  <a:lnTo>
                    <a:pt x="259621" y="649253"/>
                  </a:lnTo>
                  <a:cubicBezTo>
                    <a:pt x="283177" y="689285"/>
                    <a:pt x="339203" y="700723"/>
                    <a:pt x="384405" y="674035"/>
                  </a:cubicBezTo>
                  <a:lnTo>
                    <a:pt x="572219" y="564105"/>
                  </a:lnTo>
                  <a:cubicBezTo>
                    <a:pt x="594502" y="551396"/>
                    <a:pt x="610418" y="531062"/>
                    <a:pt x="617421" y="508186"/>
                  </a:cubicBezTo>
                  <a:cubicBezTo>
                    <a:pt x="624424" y="485311"/>
                    <a:pt x="621878" y="462435"/>
                    <a:pt x="610418" y="442737"/>
                  </a:cubicBezTo>
                  <a:lnTo>
                    <a:pt x="386315" y="63382"/>
                  </a:lnTo>
                  <a:cubicBezTo>
                    <a:pt x="362122" y="23350"/>
                    <a:pt x="306096" y="11912"/>
                    <a:pt x="260894" y="38600"/>
                  </a:cubicBezTo>
                  <a:moveTo>
                    <a:pt x="332199" y="712796"/>
                  </a:moveTo>
                  <a:cubicBezTo>
                    <a:pt x="294000" y="712796"/>
                    <a:pt x="257711" y="694369"/>
                    <a:pt x="237974" y="661326"/>
                  </a:cubicBezTo>
                  <a:lnTo>
                    <a:pt x="13871" y="281972"/>
                  </a:lnTo>
                  <a:cubicBezTo>
                    <a:pt x="-772" y="256554"/>
                    <a:pt x="-3955" y="226689"/>
                    <a:pt x="4958" y="197459"/>
                  </a:cubicBezTo>
                  <a:cubicBezTo>
                    <a:pt x="13871" y="168229"/>
                    <a:pt x="34244" y="144083"/>
                    <a:pt x="60984" y="127561"/>
                  </a:cubicBezTo>
                  <a:lnTo>
                    <a:pt x="248797" y="17631"/>
                  </a:lnTo>
                  <a:cubicBezTo>
                    <a:pt x="305460" y="-15411"/>
                    <a:pt x="376765" y="-796"/>
                    <a:pt x="407325" y="51309"/>
                  </a:cubicBezTo>
                  <a:lnTo>
                    <a:pt x="631428" y="430663"/>
                  </a:lnTo>
                  <a:cubicBezTo>
                    <a:pt x="646071" y="456081"/>
                    <a:pt x="649254" y="485946"/>
                    <a:pt x="640341" y="515176"/>
                  </a:cubicBezTo>
                  <a:cubicBezTo>
                    <a:pt x="631428" y="544406"/>
                    <a:pt x="611055" y="568553"/>
                    <a:pt x="584315" y="585074"/>
                  </a:cubicBezTo>
                  <a:lnTo>
                    <a:pt x="396502" y="695004"/>
                  </a:lnTo>
                  <a:cubicBezTo>
                    <a:pt x="376129" y="707077"/>
                    <a:pt x="353846" y="712796"/>
                    <a:pt x="332199" y="7127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523432FD-203F-BE14-7664-3355D6968905}"/>
                </a:ext>
              </a:extLst>
            </p:cNvPr>
            <p:cNvSpPr/>
            <p:nvPr/>
          </p:nvSpPr>
          <p:spPr>
            <a:xfrm>
              <a:off x="1175366" y="4489396"/>
              <a:ext cx="41537" cy="41423"/>
            </a:xfrm>
            <a:custGeom>
              <a:avLst/>
              <a:gdLst>
                <a:gd name="connsiteX0" fmla="*/ 20494 w 41537"/>
                <a:gd name="connsiteY0" fmla="*/ 41424 h 41423"/>
                <a:gd name="connsiteX1" fmla="*/ 7124 w 41537"/>
                <a:gd name="connsiteY1" fmla="*/ 36340 h 41423"/>
                <a:gd name="connsiteX2" fmla="*/ 121 w 41537"/>
                <a:gd name="connsiteY2" fmla="*/ 22361 h 41423"/>
                <a:gd name="connsiteX3" fmla="*/ 5214 w 41537"/>
                <a:gd name="connsiteY3" fmla="*/ 7110 h 41423"/>
                <a:gd name="connsiteX4" fmla="*/ 19220 w 41537"/>
                <a:gd name="connsiteY4" fmla="*/ 120 h 41423"/>
                <a:gd name="connsiteX5" fmla="*/ 34500 w 41537"/>
                <a:gd name="connsiteY5" fmla="*/ 5204 h 41423"/>
                <a:gd name="connsiteX6" fmla="*/ 41503 w 41537"/>
                <a:gd name="connsiteY6" fmla="*/ 19183 h 41423"/>
                <a:gd name="connsiteX7" fmla="*/ 22404 w 41537"/>
                <a:gd name="connsiteY7" fmla="*/ 41424 h 41423"/>
                <a:gd name="connsiteX8" fmla="*/ 20494 w 41537"/>
                <a:gd name="connsiteY8" fmla="*/ 41424 h 4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537" h="41423">
                  <a:moveTo>
                    <a:pt x="20494" y="41424"/>
                  </a:moveTo>
                  <a:cubicBezTo>
                    <a:pt x="15400" y="41424"/>
                    <a:pt x="10944" y="39517"/>
                    <a:pt x="7124" y="36340"/>
                  </a:cubicBezTo>
                  <a:cubicBezTo>
                    <a:pt x="2667" y="32528"/>
                    <a:pt x="121" y="27444"/>
                    <a:pt x="121" y="22361"/>
                  </a:cubicBezTo>
                  <a:cubicBezTo>
                    <a:pt x="-516" y="16642"/>
                    <a:pt x="1394" y="11558"/>
                    <a:pt x="5214" y="7110"/>
                  </a:cubicBezTo>
                  <a:cubicBezTo>
                    <a:pt x="9034" y="2662"/>
                    <a:pt x="14127" y="120"/>
                    <a:pt x="19220" y="120"/>
                  </a:cubicBezTo>
                  <a:cubicBezTo>
                    <a:pt x="24950" y="-515"/>
                    <a:pt x="30043" y="1391"/>
                    <a:pt x="34500" y="5204"/>
                  </a:cubicBezTo>
                  <a:cubicBezTo>
                    <a:pt x="38957" y="9017"/>
                    <a:pt x="41503" y="14100"/>
                    <a:pt x="41503" y="19183"/>
                  </a:cubicBezTo>
                  <a:cubicBezTo>
                    <a:pt x="42140" y="30621"/>
                    <a:pt x="33863" y="40788"/>
                    <a:pt x="22404" y="41424"/>
                  </a:cubicBezTo>
                  <a:lnTo>
                    <a:pt x="20494" y="41424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8632A6D4-2BC4-4548-B2B7-1485FDED1C84}"/>
                </a:ext>
              </a:extLst>
            </p:cNvPr>
            <p:cNvSpPr/>
            <p:nvPr/>
          </p:nvSpPr>
          <p:spPr>
            <a:xfrm>
              <a:off x="1118153" y="4338885"/>
              <a:ext cx="41451" cy="41337"/>
            </a:xfrm>
            <a:custGeom>
              <a:avLst/>
              <a:gdLst>
                <a:gd name="connsiteX0" fmla="*/ 21044 w 41451"/>
                <a:gd name="connsiteY0" fmla="*/ 41338 h 41337"/>
                <a:gd name="connsiteX1" fmla="*/ 34 w 41451"/>
                <a:gd name="connsiteY1" fmla="*/ 22274 h 41337"/>
                <a:gd name="connsiteX2" fmla="*/ 19134 w 41451"/>
                <a:gd name="connsiteY2" fmla="*/ 34 h 41337"/>
                <a:gd name="connsiteX3" fmla="*/ 41417 w 41451"/>
                <a:gd name="connsiteY3" fmla="*/ 19097 h 41337"/>
                <a:gd name="connsiteX4" fmla="*/ 22317 w 41451"/>
                <a:gd name="connsiteY4" fmla="*/ 41338 h 41337"/>
                <a:gd name="connsiteX5" fmla="*/ 21044 w 41451"/>
                <a:gd name="connsiteY5" fmla="*/ 41338 h 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451" h="41337">
                  <a:moveTo>
                    <a:pt x="21044" y="41338"/>
                  </a:moveTo>
                  <a:cubicBezTo>
                    <a:pt x="10221" y="41338"/>
                    <a:pt x="1308" y="33077"/>
                    <a:pt x="34" y="22274"/>
                  </a:cubicBezTo>
                  <a:cubicBezTo>
                    <a:pt x="-602" y="10837"/>
                    <a:pt x="7674" y="670"/>
                    <a:pt x="19134" y="34"/>
                  </a:cubicBezTo>
                  <a:cubicBezTo>
                    <a:pt x="30594" y="-601"/>
                    <a:pt x="40780" y="7660"/>
                    <a:pt x="41417" y="19097"/>
                  </a:cubicBezTo>
                  <a:cubicBezTo>
                    <a:pt x="42054" y="30535"/>
                    <a:pt x="33777" y="40702"/>
                    <a:pt x="22317" y="41338"/>
                  </a:cubicBezTo>
                  <a:lnTo>
                    <a:pt x="21044" y="41338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7F3BE1BC-9DA5-FAB9-7184-94ACDF6BA204}"/>
                </a:ext>
              </a:extLst>
            </p:cNvPr>
            <p:cNvSpPr/>
            <p:nvPr/>
          </p:nvSpPr>
          <p:spPr>
            <a:xfrm>
              <a:off x="830115" y="3968827"/>
              <a:ext cx="306237" cy="267787"/>
            </a:xfrm>
            <a:custGeom>
              <a:avLst/>
              <a:gdLst>
                <a:gd name="connsiteX0" fmla="*/ 44870 w 306237"/>
                <a:gd name="connsiteY0" fmla="*/ 267787 h 267787"/>
                <a:gd name="connsiteX1" fmla="*/ 34683 w 306237"/>
                <a:gd name="connsiteY1" fmla="*/ 262704 h 267787"/>
                <a:gd name="connsiteX2" fmla="*/ 24497 w 306237"/>
                <a:gd name="connsiteY2" fmla="*/ 246182 h 267787"/>
                <a:gd name="connsiteX3" fmla="*/ 75429 w 306237"/>
                <a:gd name="connsiteY3" fmla="*/ 17426 h 267787"/>
                <a:gd name="connsiteX4" fmla="*/ 186844 w 306237"/>
                <a:gd name="connsiteY4" fmla="*/ 5988 h 267787"/>
                <a:gd name="connsiteX5" fmla="*/ 296349 w 306237"/>
                <a:gd name="connsiteY5" fmla="*/ 95584 h 267787"/>
                <a:gd name="connsiteX6" fmla="*/ 305262 w 306237"/>
                <a:gd name="connsiteY6" fmla="*/ 113377 h 267787"/>
                <a:gd name="connsiteX7" fmla="*/ 298895 w 306237"/>
                <a:gd name="connsiteY7" fmla="*/ 129263 h 267787"/>
                <a:gd name="connsiteX8" fmla="*/ 282979 w 306237"/>
                <a:gd name="connsiteY8" fmla="*/ 122908 h 267787"/>
                <a:gd name="connsiteX9" fmla="*/ 275339 w 306237"/>
                <a:gd name="connsiteY9" fmla="*/ 107022 h 267787"/>
                <a:gd name="connsiteX10" fmla="*/ 180477 w 306237"/>
                <a:gd name="connsiteY10" fmla="*/ 28864 h 267787"/>
                <a:gd name="connsiteX11" fmla="*/ 87525 w 306237"/>
                <a:gd name="connsiteY11" fmla="*/ 38395 h 267787"/>
                <a:gd name="connsiteX12" fmla="*/ 46143 w 306237"/>
                <a:gd name="connsiteY12" fmla="*/ 234109 h 267787"/>
                <a:gd name="connsiteX13" fmla="*/ 55056 w 306237"/>
                <a:gd name="connsiteY13" fmla="*/ 248089 h 267787"/>
                <a:gd name="connsiteX14" fmla="*/ 51873 w 306237"/>
                <a:gd name="connsiteY14" fmla="*/ 265245 h 267787"/>
                <a:gd name="connsiteX15" fmla="*/ 44870 w 306237"/>
                <a:gd name="connsiteY15" fmla="*/ 267787 h 267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6237" h="267787">
                  <a:moveTo>
                    <a:pt x="44870" y="267787"/>
                  </a:moveTo>
                  <a:cubicBezTo>
                    <a:pt x="41050" y="267787"/>
                    <a:pt x="37230" y="265881"/>
                    <a:pt x="34683" y="262704"/>
                  </a:cubicBezTo>
                  <a:cubicBezTo>
                    <a:pt x="30863" y="257620"/>
                    <a:pt x="27680" y="251901"/>
                    <a:pt x="24497" y="246182"/>
                  </a:cubicBezTo>
                  <a:cubicBezTo>
                    <a:pt x="-22616" y="161670"/>
                    <a:pt x="304" y="58729"/>
                    <a:pt x="75429" y="17426"/>
                  </a:cubicBezTo>
                  <a:cubicBezTo>
                    <a:pt x="108535" y="-1001"/>
                    <a:pt x="148008" y="-4814"/>
                    <a:pt x="186844" y="5988"/>
                  </a:cubicBezTo>
                  <a:cubicBezTo>
                    <a:pt x="232046" y="18697"/>
                    <a:pt x="272156" y="51740"/>
                    <a:pt x="296349" y="95584"/>
                  </a:cubicBezTo>
                  <a:cubicBezTo>
                    <a:pt x="299532" y="101303"/>
                    <a:pt x="302715" y="107022"/>
                    <a:pt x="305262" y="113377"/>
                  </a:cubicBezTo>
                  <a:cubicBezTo>
                    <a:pt x="307809" y="119731"/>
                    <a:pt x="305262" y="126721"/>
                    <a:pt x="298895" y="129263"/>
                  </a:cubicBezTo>
                  <a:cubicBezTo>
                    <a:pt x="292529" y="131804"/>
                    <a:pt x="285526" y="129263"/>
                    <a:pt x="282979" y="122908"/>
                  </a:cubicBezTo>
                  <a:cubicBezTo>
                    <a:pt x="280432" y="117825"/>
                    <a:pt x="277886" y="112106"/>
                    <a:pt x="275339" y="107022"/>
                  </a:cubicBezTo>
                  <a:cubicBezTo>
                    <a:pt x="254329" y="68896"/>
                    <a:pt x="219313" y="40302"/>
                    <a:pt x="180477" y="28864"/>
                  </a:cubicBezTo>
                  <a:cubicBezTo>
                    <a:pt x="148008" y="19332"/>
                    <a:pt x="114902" y="23145"/>
                    <a:pt x="87525" y="38395"/>
                  </a:cubicBezTo>
                  <a:cubicBezTo>
                    <a:pt x="24497" y="73344"/>
                    <a:pt x="6034" y="161034"/>
                    <a:pt x="46143" y="234109"/>
                  </a:cubicBezTo>
                  <a:cubicBezTo>
                    <a:pt x="48690" y="239193"/>
                    <a:pt x="51873" y="243641"/>
                    <a:pt x="55056" y="248089"/>
                  </a:cubicBezTo>
                  <a:cubicBezTo>
                    <a:pt x="58876" y="253808"/>
                    <a:pt x="57603" y="261433"/>
                    <a:pt x="51873" y="265245"/>
                  </a:cubicBezTo>
                  <a:cubicBezTo>
                    <a:pt x="49963" y="267152"/>
                    <a:pt x="47416" y="267787"/>
                    <a:pt x="44870" y="267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280C9253-8435-8FE1-30A1-A0F08D43A8FC}"/>
                </a:ext>
              </a:extLst>
            </p:cNvPr>
            <p:cNvSpPr/>
            <p:nvPr/>
          </p:nvSpPr>
          <p:spPr>
            <a:xfrm>
              <a:off x="1200613" y="4632852"/>
              <a:ext cx="306237" cy="267790"/>
            </a:xfrm>
            <a:custGeom>
              <a:avLst/>
              <a:gdLst>
                <a:gd name="connsiteX0" fmla="*/ 162050 w 306237"/>
                <a:gd name="connsiteY0" fmla="*/ 267791 h 267790"/>
                <a:gd name="connsiteX1" fmla="*/ 119394 w 306237"/>
                <a:gd name="connsiteY1" fmla="*/ 261436 h 267790"/>
                <a:gd name="connsiteX2" fmla="*/ 9889 w 306237"/>
                <a:gd name="connsiteY2" fmla="*/ 171840 h 267790"/>
                <a:gd name="connsiteX3" fmla="*/ 976 w 306237"/>
                <a:gd name="connsiteY3" fmla="*/ 154048 h 267790"/>
                <a:gd name="connsiteX4" fmla="*/ 7342 w 306237"/>
                <a:gd name="connsiteY4" fmla="*/ 138162 h 267790"/>
                <a:gd name="connsiteX5" fmla="*/ 23259 w 306237"/>
                <a:gd name="connsiteY5" fmla="*/ 144517 h 267790"/>
                <a:gd name="connsiteX6" fmla="*/ 30899 w 306237"/>
                <a:gd name="connsiteY6" fmla="*/ 160402 h 267790"/>
                <a:gd name="connsiteX7" fmla="*/ 125760 w 306237"/>
                <a:gd name="connsiteY7" fmla="*/ 238561 h 267790"/>
                <a:gd name="connsiteX8" fmla="*/ 218712 w 306237"/>
                <a:gd name="connsiteY8" fmla="*/ 229029 h 267790"/>
                <a:gd name="connsiteX9" fmla="*/ 260095 w 306237"/>
                <a:gd name="connsiteY9" fmla="*/ 33316 h 267790"/>
                <a:gd name="connsiteX10" fmla="*/ 251182 w 306237"/>
                <a:gd name="connsiteY10" fmla="*/ 19336 h 267790"/>
                <a:gd name="connsiteX11" fmla="*/ 254365 w 306237"/>
                <a:gd name="connsiteY11" fmla="*/ 2179 h 267790"/>
                <a:gd name="connsiteX12" fmla="*/ 271555 w 306237"/>
                <a:gd name="connsiteY12" fmla="*/ 5357 h 267790"/>
                <a:gd name="connsiteX13" fmla="*/ 281741 w 306237"/>
                <a:gd name="connsiteY13" fmla="*/ 21878 h 267790"/>
                <a:gd name="connsiteX14" fmla="*/ 230809 w 306237"/>
                <a:gd name="connsiteY14" fmla="*/ 250634 h 267790"/>
                <a:gd name="connsiteX15" fmla="*/ 162050 w 306237"/>
                <a:gd name="connsiteY15" fmla="*/ 267791 h 267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6237" h="267790">
                  <a:moveTo>
                    <a:pt x="162050" y="267791"/>
                  </a:moveTo>
                  <a:cubicBezTo>
                    <a:pt x="148043" y="267791"/>
                    <a:pt x="133400" y="265885"/>
                    <a:pt x="119394" y="261436"/>
                  </a:cubicBezTo>
                  <a:cubicBezTo>
                    <a:pt x="74191" y="248728"/>
                    <a:pt x="34082" y="215685"/>
                    <a:pt x="9889" y="171840"/>
                  </a:cubicBezTo>
                  <a:cubicBezTo>
                    <a:pt x="6706" y="166121"/>
                    <a:pt x="3522" y="160402"/>
                    <a:pt x="976" y="154048"/>
                  </a:cubicBezTo>
                  <a:cubicBezTo>
                    <a:pt x="-1571" y="147694"/>
                    <a:pt x="976" y="140704"/>
                    <a:pt x="7342" y="138162"/>
                  </a:cubicBezTo>
                  <a:cubicBezTo>
                    <a:pt x="13709" y="135621"/>
                    <a:pt x="20712" y="138162"/>
                    <a:pt x="23259" y="144517"/>
                  </a:cubicBezTo>
                  <a:cubicBezTo>
                    <a:pt x="25805" y="149600"/>
                    <a:pt x="28352" y="155319"/>
                    <a:pt x="30899" y="160402"/>
                  </a:cubicBezTo>
                  <a:cubicBezTo>
                    <a:pt x="51908" y="198529"/>
                    <a:pt x="86924" y="227123"/>
                    <a:pt x="125760" y="238561"/>
                  </a:cubicBezTo>
                  <a:cubicBezTo>
                    <a:pt x="158230" y="248092"/>
                    <a:pt x="191336" y="244280"/>
                    <a:pt x="218712" y="229029"/>
                  </a:cubicBezTo>
                  <a:cubicBezTo>
                    <a:pt x="281741" y="194080"/>
                    <a:pt x="300204" y="106391"/>
                    <a:pt x="260095" y="33316"/>
                  </a:cubicBezTo>
                  <a:cubicBezTo>
                    <a:pt x="257548" y="28232"/>
                    <a:pt x="254365" y="23784"/>
                    <a:pt x="251182" y="19336"/>
                  </a:cubicBezTo>
                  <a:cubicBezTo>
                    <a:pt x="247362" y="13617"/>
                    <a:pt x="248635" y="5992"/>
                    <a:pt x="254365" y="2179"/>
                  </a:cubicBezTo>
                  <a:cubicBezTo>
                    <a:pt x="260095" y="-1633"/>
                    <a:pt x="267735" y="-362"/>
                    <a:pt x="271555" y="5357"/>
                  </a:cubicBezTo>
                  <a:cubicBezTo>
                    <a:pt x="275375" y="10440"/>
                    <a:pt x="278558" y="16159"/>
                    <a:pt x="281741" y="21878"/>
                  </a:cubicBezTo>
                  <a:cubicBezTo>
                    <a:pt x="328854" y="106391"/>
                    <a:pt x="305934" y="209331"/>
                    <a:pt x="230809" y="250634"/>
                  </a:cubicBezTo>
                  <a:cubicBezTo>
                    <a:pt x="209799" y="262072"/>
                    <a:pt x="186243" y="267791"/>
                    <a:pt x="162050" y="2677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A34F0AC5-F1D3-B7C5-9056-8BD4AD38BF94}"/>
                </a:ext>
              </a:extLst>
            </p:cNvPr>
            <p:cNvSpPr/>
            <p:nvPr/>
          </p:nvSpPr>
          <p:spPr>
            <a:xfrm>
              <a:off x="54620" y="4168853"/>
              <a:ext cx="283747" cy="297788"/>
            </a:xfrm>
            <a:custGeom>
              <a:avLst/>
              <a:gdLst>
                <a:gd name="connsiteX0" fmla="*/ 95213 w 283747"/>
                <a:gd name="connsiteY0" fmla="*/ 297788 h 297788"/>
                <a:gd name="connsiteX1" fmla="*/ 88847 w 283747"/>
                <a:gd name="connsiteY1" fmla="*/ 295882 h 297788"/>
                <a:gd name="connsiteX2" fmla="*/ 72930 w 283747"/>
                <a:gd name="connsiteY2" fmla="*/ 285080 h 297788"/>
                <a:gd name="connsiteX3" fmla="*/ 2898 w 283747"/>
                <a:gd name="connsiteY3" fmla="*/ 173879 h 297788"/>
                <a:gd name="connsiteX4" fmla="*/ 30274 w 283747"/>
                <a:gd name="connsiteY4" fmla="*/ 55052 h 297788"/>
                <a:gd name="connsiteX5" fmla="*/ 264564 w 283747"/>
                <a:gd name="connsiteY5" fmla="*/ 40437 h 297788"/>
                <a:gd name="connsiteX6" fmla="*/ 279844 w 283747"/>
                <a:gd name="connsiteY6" fmla="*/ 53146 h 297788"/>
                <a:gd name="connsiteX7" fmla="*/ 280480 w 283747"/>
                <a:gd name="connsiteY7" fmla="*/ 70303 h 297788"/>
                <a:gd name="connsiteX8" fmla="*/ 263291 w 283747"/>
                <a:gd name="connsiteY8" fmla="*/ 70938 h 297788"/>
                <a:gd name="connsiteX9" fmla="*/ 249921 w 283747"/>
                <a:gd name="connsiteY9" fmla="*/ 59501 h 297788"/>
                <a:gd name="connsiteX10" fmla="*/ 50011 w 283747"/>
                <a:gd name="connsiteY10" fmla="*/ 69667 h 297788"/>
                <a:gd name="connsiteX11" fmla="*/ 27728 w 283747"/>
                <a:gd name="connsiteY11" fmla="*/ 168795 h 297788"/>
                <a:gd name="connsiteX12" fmla="*/ 88210 w 283747"/>
                <a:gd name="connsiteY12" fmla="*/ 265381 h 297788"/>
                <a:gd name="connsiteX13" fmla="*/ 102216 w 283747"/>
                <a:gd name="connsiteY13" fmla="*/ 274913 h 297788"/>
                <a:gd name="connsiteX14" fmla="*/ 106036 w 283747"/>
                <a:gd name="connsiteY14" fmla="*/ 291434 h 297788"/>
                <a:gd name="connsiteX15" fmla="*/ 95213 w 283747"/>
                <a:gd name="connsiteY15" fmla="*/ 297788 h 297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3747" h="297788">
                  <a:moveTo>
                    <a:pt x="95213" y="297788"/>
                  </a:moveTo>
                  <a:cubicBezTo>
                    <a:pt x="92667" y="297788"/>
                    <a:pt x="90757" y="297153"/>
                    <a:pt x="88847" y="295882"/>
                  </a:cubicBezTo>
                  <a:cubicBezTo>
                    <a:pt x="83753" y="292705"/>
                    <a:pt x="78024" y="288892"/>
                    <a:pt x="72930" y="285080"/>
                  </a:cubicBezTo>
                  <a:cubicBezTo>
                    <a:pt x="36004" y="256485"/>
                    <a:pt x="11175" y="217088"/>
                    <a:pt x="2898" y="173879"/>
                  </a:cubicBezTo>
                  <a:cubicBezTo>
                    <a:pt x="-5378" y="130034"/>
                    <a:pt x="4171" y="88095"/>
                    <a:pt x="30274" y="55052"/>
                  </a:cubicBezTo>
                  <a:cubicBezTo>
                    <a:pt x="83117" y="-12304"/>
                    <a:pt x="188165" y="-18658"/>
                    <a:pt x="264564" y="40437"/>
                  </a:cubicBezTo>
                  <a:cubicBezTo>
                    <a:pt x="269657" y="44250"/>
                    <a:pt x="274750" y="48698"/>
                    <a:pt x="279844" y="53146"/>
                  </a:cubicBezTo>
                  <a:cubicBezTo>
                    <a:pt x="284937" y="57594"/>
                    <a:pt x="284937" y="65219"/>
                    <a:pt x="280480" y="70303"/>
                  </a:cubicBezTo>
                  <a:cubicBezTo>
                    <a:pt x="276024" y="75386"/>
                    <a:pt x="268384" y="75386"/>
                    <a:pt x="263291" y="70938"/>
                  </a:cubicBezTo>
                  <a:cubicBezTo>
                    <a:pt x="258834" y="67126"/>
                    <a:pt x="254377" y="63313"/>
                    <a:pt x="249921" y="59501"/>
                  </a:cubicBezTo>
                  <a:cubicBezTo>
                    <a:pt x="184345" y="8030"/>
                    <a:pt x="94577" y="13114"/>
                    <a:pt x="50011" y="69667"/>
                  </a:cubicBezTo>
                  <a:cubicBezTo>
                    <a:pt x="28364" y="96991"/>
                    <a:pt x="20725" y="132575"/>
                    <a:pt x="27728" y="168795"/>
                  </a:cubicBezTo>
                  <a:cubicBezTo>
                    <a:pt x="34731" y="206286"/>
                    <a:pt x="56377" y="240599"/>
                    <a:pt x="88210" y="265381"/>
                  </a:cubicBezTo>
                  <a:cubicBezTo>
                    <a:pt x="92667" y="268558"/>
                    <a:pt x="97123" y="272371"/>
                    <a:pt x="102216" y="274913"/>
                  </a:cubicBezTo>
                  <a:cubicBezTo>
                    <a:pt x="107946" y="278725"/>
                    <a:pt x="109856" y="286350"/>
                    <a:pt x="106036" y="291434"/>
                  </a:cubicBezTo>
                  <a:cubicBezTo>
                    <a:pt x="103490" y="295247"/>
                    <a:pt x="99033" y="297788"/>
                    <a:pt x="95213" y="2977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6791D169-EE3E-C10C-A998-40911E8F2BF6}"/>
                </a:ext>
              </a:extLst>
            </p:cNvPr>
            <p:cNvSpPr/>
            <p:nvPr/>
          </p:nvSpPr>
          <p:spPr>
            <a:xfrm>
              <a:off x="373376" y="4512908"/>
              <a:ext cx="42063" cy="42059"/>
            </a:xfrm>
            <a:custGeom>
              <a:avLst/>
              <a:gdLst>
                <a:gd name="connsiteX0" fmla="*/ 20933 w 42063"/>
                <a:gd name="connsiteY0" fmla="*/ 42059 h 42059"/>
                <a:gd name="connsiteX1" fmla="*/ 5016 w 42063"/>
                <a:gd name="connsiteY1" fmla="*/ 34434 h 42059"/>
                <a:gd name="connsiteX2" fmla="*/ 7563 w 42063"/>
                <a:gd name="connsiteY2" fmla="*/ 5204 h 42059"/>
                <a:gd name="connsiteX3" fmla="*/ 22843 w 42063"/>
                <a:gd name="connsiteY3" fmla="*/ 120 h 42059"/>
                <a:gd name="connsiteX4" fmla="*/ 36849 w 42063"/>
                <a:gd name="connsiteY4" fmla="*/ 7110 h 42059"/>
                <a:gd name="connsiteX5" fmla="*/ 41943 w 42063"/>
                <a:gd name="connsiteY5" fmla="*/ 22361 h 42059"/>
                <a:gd name="connsiteX6" fmla="*/ 34939 w 42063"/>
                <a:gd name="connsiteY6" fmla="*/ 36340 h 42059"/>
                <a:gd name="connsiteX7" fmla="*/ 20933 w 42063"/>
                <a:gd name="connsiteY7" fmla="*/ 42059 h 4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63" h="42059">
                  <a:moveTo>
                    <a:pt x="20933" y="42059"/>
                  </a:moveTo>
                  <a:cubicBezTo>
                    <a:pt x="15203" y="42059"/>
                    <a:pt x="8836" y="39517"/>
                    <a:pt x="5016" y="34434"/>
                  </a:cubicBezTo>
                  <a:cubicBezTo>
                    <a:pt x="-2623" y="25538"/>
                    <a:pt x="-1350" y="12194"/>
                    <a:pt x="7563" y="5204"/>
                  </a:cubicBezTo>
                  <a:cubicBezTo>
                    <a:pt x="12020" y="1391"/>
                    <a:pt x="17113" y="-515"/>
                    <a:pt x="22843" y="120"/>
                  </a:cubicBezTo>
                  <a:cubicBezTo>
                    <a:pt x="28573" y="756"/>
                    <a:pt x="33666" y="3298"/>
                    <a:pt x="36849" y="7110"/>
                  </a:cubicBezTo>
                  <a:cubicBezTo>
                    <a:pt x="40669" y="11558"/>
                    <a:pt x="42579" y="16642"/>
                    <a:pt x="41943" y="22361"/>
                  </a:cubicBezTo>
                  <a:cubicBezTo>
                    <a:pt x="41306" y="28079"/>
                    <a:pt x="38759" y="33163"/>
                    <a:pt x="34939" y="36340"/>
                  </a:cubicBezTo>
                  <a:cubicBezTo>
                    <a:pt x="31119" y="40788"/>
                    <a:pt x="26026" y="42059"/>
                    <a:pt x="20933" y="420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196AA8E4-FEFE-00D0-C1ED-C82EF03A5F28}"/>
                </a:ext>
              </a:extLst>
            </p:cNvPr>
            <p:cNvSpPr/>
            <p:nvPr/>
          </p:nvSpPr>
          <p:spPr>
            <a:xfrm>
              <a:off x="11223829" y="4394837"/>
              <a:ext cx="57984" cy="24146"/>
            </a:xfrm>
            <a:custGeom>
              <a:avLst/>
              <a:gdLst>
                <a:gd name="connsiteX0" fmla="*/ 45840 w 57984"/>
                <a:gd name="connsiteY0" fmla="*/ 24147 h 24146"/>
                <a:gd name="connsiteX1" fmla="*/ 12097 w 57984"/>
                <a:gd name="connsiteY1" fmla="*/ 24147 h 24146"/>
                <a:gd name="connsiteX2" fmla="*/ 0 w 57984"/>
                <a:gd name="connsiteY2" fmla="*/ 12073 h 24146"/>
                <a:gd name="connsiteX3" fmla="*/ 12097 w 57984"/>
                <a:gd name="connsiteY3" fmla="*/ 0 h 24146"/>
                <a:gd name="connsiteX4" fmla="*/ 45840 w 57984"/>
                <a:gd name="connsiteY4" fmla="*/ 0 h 24146"/>
                <a:gd name="connsiteX5" fmla="*/ 57936 w 57984"/>
                <a:gd name="connsiteY5" fmla="*/ 12073 h 24146"/>
                <a:gd name="connsiteX6" fmla="*/ 45840 w 57984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84" h="24146">
                  <a:moveTo>
                    <a:pt x="45840" y="24147"/>
                  </a:moveTo>
                  <a:lnTo>
                    <a:pt x="12097" y="24147"/>
                  </a:lnTo>
                  <a:cubicBezTo>
                    <a:pt x="5094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45840" y="0"/>
                  </a:lnTo>
                  <a:cubicBezTo>
                    <a:pt x="52843" y="0"/>
                    <a:pt x="57936" y="5719"/>
                    <a:pt x="57936" y="12073"/>
                  </a:cubicBezTo>
                  <a:cubicBezTo>
                    <a:pt x="58573" y="19063"/>
                    <a:pt x="52843" y="24147"/>
                    <a:pt x="45840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D5937ED5-416F-96DE-B894-B9B2D0B35B2F}"/>
                </a:ext>
              </a:extLst>
            </p:cNvPr>
            <p:cNvSpPr/>
            <p:nvPr/>
          </p:nvSpPr>
          <p:spPr>
            <a:xfrm>
              <a:off x="11323148" y="4303335"/>
              <a:ext cx="57936" cy="24146"/>
            </a:xfrm>
            <a:custGeom>
              <a:avLst/>
              <a:gdLst>
                <a:gd name="connsiteX0" fmla="*/ 45840 w 57936"/>
                <a:gd name="connsiteY0" fmla="*/ 24147 h 24146"/>
                <a:gd name="connsiteX1" fmla="*/ 12097 w 57936"/>
                <a:gd name="connsiteY1" fmla="*/ 24147 h 24146"/>
                <a:gd name="connsiteX2" fmla="*/ 0 w 57936"/>
                <a:gd name="connsiteY2" fmla="*/ 12073 h 24146"/>
                <a:gd name="connsiteX3" fmla="*/ 12097 w 57936"/>
                <a:gd name="connsiteY3" fmla="*/ 0 h 24146"/>
                <a:gd name="connsiteX4" fmla="*/ 45840 w 57936"/>
                <a:gd name="connsiteY4" fmla="*/ 0 h 24146"/>
                <a:gd name="connsiteX5" fmla="*/ 57936 w 57936"/>
                <a:gd name="connsiteY5" fmla="*/ 12073 h 24146"/>
                <a:gd name="connsiteX6" fmla="*/ 45840 w 57936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6" h="24146">
                  <a:moveTo>
                    <a:pt x="45840" y="24147"/>
                  </a:moveTo>
                  <a:lnTo>
                    <a:pt x="12097" y="24147"/>
                  </a:lnTo>
                  <a:cubicBezTo>
                    <a:pt x="5094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45840" y="0"/>
                  </a:lnTo>
                  <a:cubicBezTo>
                    <a:pt x="52843" y="0"/>
                    <a:pt x="57936" y="5719"/>
                    <a:pt x="57936" y="12073"/>
                  </a:cubicBezTo>
                  <a:cubicBezTo>
                    <a:pt x="57936" y="18428"/>
                    <a:pt x="52843" y="24147"/>
                    <a:pt x="45840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2B33DFD7-49F9-7ECC-62CA-F8ED0C299CE5}"/>
                </a:ext>
              </a:extLst>
            </p:cNvPr>
            <p:cNvSpPr/>
            <p:nvPr/>
          </p:nvSpPr>
          <p:spPr>
            <a:xfrm>
              <a:off x="11422467" y="4394837"/>
              <a:ext cx="57935" cy="24146"/>
            </a:xfrm>
            <a:custGeom>
              <a:avLst/>
              <a:gdLst>
                <a:gd name="connsiteX0" fmla="*/ 45839 w 57935"/>
                <a:gd name="connsiteY0" fmla="*/ 24147 h 24146"/>
                <a:gd name="connsiteX1" fmla="*/ 12096 w 57935"/>
                <a:gd name="connsiteY1" fmla="*/ 24147 h 24146"/>
                <a:gd name="connsiteX2" fmla="*/ 0 w 57935"/>
                <a:gd name="connsiteY2" fmla="*/ 12073 h 24146"/>
                <a:gd name="connsiteX3" fmla="*/ 12096 w 57935"/>
                <a:gd name="connsiteY3" fmla="*/ 0 h 24146"/>
                <a:gd name="connsiteX4" fmla="*/ 45839 w 57935"/>
                <a:gd name="connsiteY4" fmla="*/ 0 h 24146"/>
                <a:gd name="connsiteX5" fmla="*/ 57936 w 57935"/>
                <a:gd name="connsiteY5" fmla="*/ 12073 h 24146"/>
                <a:gd name="connsiteX6" fmla="*/ 45839 w 579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5" h="24146">
                  <a:moveTo>
                    <a:pt x="45839" y="24147"/>
                  </a:moveTo>
                  <a:lnTo>
                    <a:pt x="12096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29" y="0"/>
                    <a:pt x="12096" y="0"/>
                  </a:cubicBezTo>
                  <a:lnTo>
                    <a:pt x="45839" y="0"/>
                  </a:lnTo>
                  <a:cubicBezTo>
                    <a:pt x="52842" y="0"/>
                    <a:pt x="57936" y="5719"/>
                    <a:pt x="57936" y="12073"/>
                  </a:cubicBezTo>
                  <a:cubicBezTo>
                    <a:pt x="57936" y="19063"/>
                    <a:pt x="52205" y="24147"/>
                    <a:pt x="45839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AFAAF997-096E-DC95-F97F-B3DBCDF17C48}"/>
                </a:ext>
              </a:extLst>
            </p:cNvPr>
            <p:cNvSpPr/>
            <p:nvPr/>
          </p:nvSpPr>
          <p:spPr>
            <a:xfrm>
              <a:off x="11521148" y="4303335"/>
              <a:ext cx="57935" cy="24146"/>
            </a:xfrm>
            <a:custGeom>
              <a:avLst/>
              <a:gdLst>
                <a:gd name="connsiteX0" fmla="*/ 45839 w 57935"/>
                <a:gd name="connsiteY0" fmla="*/ 24147 h 24146"/>
                <a:gd name="connsiteX1" fmla="*/ 12096 w 57935"/>
                <a:gd name="connsiteY1" fmla="*/ 24147 h 24146"/>
                <a:gd name="connsiteX2" fmla="*/ 0 w 57935"/>
                <a:gd name="connsiteY2" fmla="*/ 12073 h 24146"/>
                <a:gd name="connsiteX3" fmla="*/ 12096 w 57935"/>
                <a:gd name="connsiteY3" fmla="*/ 0 h 24146"/>
                <a:gd name="connsiteX4" fmla="*/ 45839 w 57935"/>
                <a:gd name="connsiteY4" fmla="*/ 0 h 24146"/>
                <a:gd name="connsiteX5" fmla="*/ 57936 w 57935"/>
                <a:gd name="connsiteY5" fmla="*/ 12073 h 24146"/>
                <a:gd name="connsiteX6" fmla="*/ 45839 w 579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5" h="24146">
                  <a:moveTo>
                    <a:pt x="45839" y="24147"/>
                  </a:moveTo>
                  <a:lnTo>
                    <a:pt x="12096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29" y="0"/>
                    <a:pt x="12096" y="0"/>
                  </a:cubicBezTo>
                  <a:lnTo>
                    <a:pt x="45839" y="0"/>
                  </a:lnTo>
                  <a:cubicBezTo>
                    <a:pt x="52842" y="0"/>
                    <a:pt x="57936" y="5719"/>
                    <a:pt x="57936" y="12073"/>
                  </a:cubicBezTo>
                  <a:cubicBezTo>
                    <a:pt x="57936" y="18428"/>
                    <a:pt x="52842" y="24147"/>
                    <a:pt x="45839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2305AB57-08DE-3989-603A-008DD6AEF861}"/>
                </a:ext>
              </a:extLst>
            </p:cNvPr>
            <p:cNvSpPr/>
            <p:nvPr/>
          </p:nvSpPr>
          <p:spPr>
            <a:xfrm>
              <a:off x="11620467" y="4394837"/>
              <a:ext cx="57935" cy="24146"/>
            </a:xfrm>
            <a:custGeom>
              <a:avLst/>
              <a:gdLst>
                <a:gd name="connsiteX0" fmla="*/ 45839 w 57935"/>
                <a:gd name="connsiteY0" fmla="*/ 24147 h 24146"/>
                <a:gd name="connsiteX1" fmla="*/ 12097 w 57935"/>
                <a:gd name="connsiteY1" fmla="*/ 24147 h 24146"/>
                <a:gd name="connsiteX2" fmla="*/ 0 w 57935"/>
                <a:gd name="connsiteY2" fmla="*/ 12073 h 24146"/>
                <a:gd name="connsiteX3" fmla="*/ 12097 w 57935"/>
                <a:gd name="connsiteY3" fmla="*/ 0 h 24146"/>
                <a:gd name="connsiteX4" fmla="*/ 45839 w 57935"/>
                <a:gd name="connsiteY4" fmla="*/ 0 h 24146"/>
                <a:gd name="connsiteX5" fmla="*/ 57936 w 57935"/>
                <a:gd name="connsiteY5" fmla="*/ 12073 h 24146"/>
                <a:gd name="connsiteX6" fmla="*/ 45839 w 579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5" h="24146">
                  <a:moveTo>
                    <a:pt x="45839" y="24147"/>
                  </a:moveTo>
                  <a:lnTo>
                    <a:pt x="12097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45839" y="0"/>
                  </a:lnTo>
                  <a:cubicBezTo>
                    <a:pt x="52842" y="0"/>
                    <a:pt x="57936" y="5719"/>
                    <a:pt x="57936" y="12073"/>
                  </a:cubicBezTo>
                  <a:cubicBezTo>
                    <a:pt x="57936" y="19063"/>
                    <a:pt x="52842" y="24147"/>
                    <a:pt x="45839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CD149875-6C7B-544D-5F47-4EB02B6BE99C}"/>
                </a:ext>
              </a:extLst>
            </p:cNvPr>
            <p:cNvSpPr/>
            <p:nvPr/>
          </p:nvSpPr>
          <p:spPr>
            <a:xfrm>
              <a:off x="10788994" y="4622269"/>
              <a:ext cx="1325517" cy="509036"/>
            </a:xfrm>
            <a:custGeom>
              <a:avLst/>
              <a:gdLst>
                <a:gd name="connsiteX0" fmla="*/ 970901 w 1325517"/>
                <a:gd name="connsiteY0" fmla="*/ 509036 h 509036"/>
                <a:gd name="connsiteX1" fmla="*/ 353344 w 1325517"/>
                <a:gd name="connsiteY1" fmla="*/ 509036 h 509036"/>
                <a:gd name="connsiteX2" fmla="*/ 349524 w 1325517"/>
                <a:gd name="connsiteY2" fmla="*/ 508401 h 509036"/>
                <a:gd name="connsiteX3" fmla="*/ 0 w 1325517"/>
                <a:gd name="connsiteY3" fmla="*/ 12762 h 509036"/>
                <a:gd name="connsiteX4" fmla="*/ 11459 w 1325517"/>
                <a:gd name="connsiteY4" fmla="*/ 54 h 509036"/>
                <a:gd name="connsiteX5" fmla="*/ 24192 w 1325517"/>
                <a:gd name="connsiteY5" fmla="*/ 11491 h 509036"/>
                <a:gd name="connsiteX6" fmla="*/ 355890 w 1325517"/>
                <a:gd name="connsiteY6" fmla="*/ 484254 h 509036"/>
                <a:gd name="connsiteX7" fmla="*/ 968990 w 1325517"/>
                <a:gd name="connsiteY7" fmla="*/ 484254 h 509036"/>
                <a:gd name="connsiteX8" fmla="*/ 1300688 w 1325517"/>
                <a:gd name="connsiteY8" fmla="*/ 11491 h 509036"/>
                <a:gd name="connsiteX9" fmla="*/ 1313421 w 1325517"/>
                <a:gd name="connsiteY9" fmla="*/ 54 h 509036"/>
                <a:gd name="connsiteX10" fmla="*/ 1325518 w 1325517"/>
                <a:gd name="connsiteY10" fmla="*/ 12762 h 509036"/>
                <a:gd name="connsiteX11" fmla="*/ 975993 w 1325517"/>
                <a:gd name="connsiteY11" fmla="*/ 508401 h 509036"/>
                <a:gd name="connsiteX12" fmla="*/ 970901 w 1325517"/>
                <a:gd name="connsiteY12" fmla="*/ 509036 h 509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25517" h="509036">
                  <a:moveTo>
                    <a:pt x="970901" y="509036"/>
                  </a:moveTo>
                  <a:lnTo>
                    <a:pt x="353344" y="509036"/>
                  </a:lnTo>
                  <a:cubicBezTo>
                    <a:pt x="352070" y="509036"/>
                    <a:pt x="350797" y="509036"/>
                    <a:pt x="349524" y="508401"/>
                  </a:cubicBezTo>
                  <a:cubicBezTo>
                    <a:pt x="17189" y="389575"/>
                    <a:pt x="0" y="16575"/>
                    <a:pt x="0" y="12762"/>
                  </a:cubicBezTo>
                  <a:cubicBezTo>
                    <a:pt x="0" y="5773"/>
                    <a:pt x="5093" y="689"/>
                    <a:pt x="11459" y="54"/>
                  </a:cubicBezTo>
                  <a:cubicBezTo>
                    <a:pt x="18462" y="-582"/>
                    <a:pt x="23556" y="5137"/>
                    <a:pt x="24192" y="11491"/>
                  </a:cubicBezTo>
                  <a:cubicBezTo>
                    <a:pt x="24192" y="15304"/>
                    <a:pt x="40745" y="370512"/>
                    <a:pt x="355890" y="484254"/>
                  </a:cubicBezTo>
                  <a:lnTo>
                    <a:pt x="968990" y="484254"/>
                  </a:lnTo>
                  <a:cubicBezTo>
                    <a:pt x="1283499" y="370512"/>
                    <a:pt x="1300688" y="14669"/>
                    <a:pt x="1300688" y="11491"/>
                  </a:cubicBezTo>
                  <a:cubicBezTo>
                    <a:pt x="1300688" y="4502"/>
                    <a:pt x="1306418" y="-582"/>
                    <a:pt x="1313421" y="54"/>
                  </a:cubicBezTo>
                  <a:cubicBezTo>
                    <a:pt x="1320424" y="54"/>
                    <a:pt x="1325518" y="5773"/>
                    <a:pt x="1325518" y="12762"/>
                  </a:cubicBezTo>
                  <a:cubicBezTo>
                    <a:pt x="1325518" y="16575"/>
                    <a:pt x="1308328" y="390210"/>
                    <a:pt x="975993" y="508401"/>
                  </a:cubicBezTo>
                  <a:cubicBezTo>
                    <a:pt x="974084" y="508401"/>
                    <a:pt x="972174" y="509036"/>
                    <a:pt x="970901" y="50903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35CB4256-99A1-708F-E623-BB9066BB07A8}"/>
                </a:ext>
              </a:extLst>
            </p:cNvPr>
            <p:cNvSpPr/>
            <p:nvPr/>
          </p:nvSpPr>
          <p:spPr>
            <a:xfrm>
              <a:off x="10788994" y="4622269"/>
              <a:ext cx="1325517" cy="509036"/>
            </a:xfrm>
            <a:custGeom>
              <a:avLst/>
              <a:gdLst>
                <a:gd name="connsiteX0" fmla="*/ 970901 w 1325517"/>
                <a:gd name="connsiteY0" fmla="*/ 509036 h 509036"/>
                <a:gd name="connsiteX1" fmla="*/ 353344 w 1325517"/>
                <a:gd name="connsiteY1" fmla="*/ 509036 h 509036"/>
                <a:gd name="connsiteX2" fmla="*/ 349524 w 1325517"/>
                <a:gd name="connsiteY2" fmla="*/ 508401 h 509036"/>
                <a:gd name="connsiteX3" fmla="*/ 0 w 1325517"/>
                <a:gd name="connsiteY3" fmla="*/ 12762 h 509036"/>
                <a:gd name="connsiteX4" fmla="*/ 11459 w 1325517"/>
                <a:gd name="connsiteY4" fmla="*/ 54 h 509036"/>
                <a:gd name="connsiteX5" fmla="*/ 24192 w 1325517"/>
                <a:gd name="connsiteY5" fmla="*/ 11491 h 509036"/>
                <a:gd name="connsiteX6" fmla="*/ 355890 w 1325517"/>
                <a:gd name="connsiteY6" fmla="*/ 484254 h 509036"/>
                <a:gd name="connsiteX7" fmla="*/ 968990 w 1325517"/>
                <a:gd name="connsiteY7" fmla="*/ 484254 h 509036"/>
                <a:gd name="connsiteX8" fmla="*/ 1300688 w 1325517"/>
                <a:gd name="connsiteY8" fmla="*/ 11491 h 509036"/>
                <a:gd name="connsiteX9" fmla="*/ 1313421 w 1325517"/>
                <a:gd name="connsiteY9" fmla="*/ 54 h 509036"/>
                <a:gd name="connsiteX10" fmla="*/ 1325518 w 1325517"/>
                <a:gd name="connsiteY10" fmla="*/ 12762 h 509036"/>
                <a:gd name="connsiteX11" fmla="*/ 975993 w 1325517"/>
                <a:gd name="connsiteY11" fmla="*/ 508401 h 509036"/>
                <a:gd name="connsiteX12" fmla="*/ 970901 w 1325517"/>
                <a:gd name="connsiteY12" fmla="*/ 509036 h 509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25517" h="509036">
                  <a:moveTo>
                    <a:pt x="970901" y="509036"/>
                  </a:moveTo>
                  <a:lnTo>
                    <a:pt x="353344" y="509036"/>
                  </a:lnTo>
                  <a:cubicBezTo>
                    <a:pt x="352070" y="509036"/>
                    <a:pt x="350797" y="509036"/>
                    <a:pt x="349524" y="508401"/>
                  </a:cubicBezTo>
                  <a:cubicBezTo>
                    <a:pt x="17189" y="389575"/>
                    <a:pt x="0" y="16575"/>
                    <a:pt x="0" y="12762"/>
                  </a:cubicBezTo>
                  <a:cubicBezTo>
                    <a:pt x="0" y="5773"/>
                    <a:pt x="5093" y="689"/>
                    <a:pt x="11459" y="54"/>
                  </a:cubicBezTo>
                  <a:cubicBezTo>
                    <a:pt x="18462" y="-582"/>
                    <a:pt x="23556" y="5137"/>
                    <a:pt x="24192" y="11491"/>
                  </a:cubicBezTo>
                  <a:cubicBezTo>
                    <a:pt x="24192" y="15304"/>
                    <a:pt x="40745" y="370512"/>
                    <a:pt x="355890" y="484254"/>
                  </a:cubicBezTo>
                  <a:lnTo>
                    <a:pt x="968990" y="484254"/>
                  </a:lnTo>
                  <a:cubicBezTo>
                    <a:pt x="1283499" y="370512"/>
                    <a:pt x="1300688" y="14669"/>
                    <a:pt x="1300688" y="11491"/>
                  </a:cubicBezTo>
                  <a:cubicBezTo>
                    <a:pt x="1300688" y="4502"/>
                    <a:pt x="1306418" y="-582"/>
                    <a:pt x="1313421" y="54"/>
                  </a:cubicBezTo>
                  <a:cubicBezTo>
                    <a:pt x="1320424" y="54"/>
                    <a:pt x="1325518" y="5773"/>
                    <a:pt x="1325518" y="12762"/>
                  </a:cubicBezTo>
                  <a:cubicBezTo>
                    <a:pt x="1325518" y="16575"/>
                    <a:pt x="1308328" y="390210"/>
                    <a:pt x="975993" y="508401"/>
                  </a:cubicBezTo>
                  <a:cubicBezTo>
                    <a:pt x="974084" y="508401"/>
                    <a:pt x="972174" y="509036"/>
                    <a:pt x="970901" y="50903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C48A41A2-3270-E168-6FA2-35A88224EE71}"/>
                </a:ext>
              </a:extLst>
            </p:cNvPr>
            <p:cNvSpPr/>
            <p:nvPr/>
          </p:nvSpPr>
          <p:spPr>
            <a:xfrm>
              <a:off x="11125332" y="5107456"/>
              <a:ext cx="650931" cy="116622"/>
            </a:xfrm>
            <a:custGeom>
              <a:avLst/>
              <a:gdLst>
                <a:gd name="connsiteX0" fmla="*/ 570897 w 650931"/>
                <a:gd name="connsiteY0" fmla="*/ 116623 h 116622"/>
                <a:gd name="connsiteX1" fmla="*/ 81309 w 650931"/>
                <a:gd name="connsiteY1" fmla="*/ 116623 h 116622"/>
                <a:gd name="connsiteX2" fmla="*/ 15096 w 650931"/>
                <a:gd name="connsiteY2" fmla="*/ 82945 h 116622"/>
                <a:gd name="connsiteX3" fmla="*/ 4273 w 650931"/>
                <a:gd name="connsiteY3" fmla="*/ 11141 h 116622"/>
                <a:gd name="connsiteX4" fmla="*/ 5546 w 650931"/>
                <a:gd name="connsiteY4" fmla="*/ 7328 h 116622"/>
                <a:gd name="connsiteX5" fmla="*/ 21463 w 650931"/>
                <a:gd name="connsiteY5" fmla="*/ 974 h 116622"/>
                <a:gd name="connsiteX6" fmla="*/ 27829 w 650931"/>
                <a:gd name="connsiteY6" fmla="*/ 16860 h 116622"/>
                <a:gd name="connsiteX7" fmla="*/ 27193 w 650931"/>
                <a:gd name="connsiteY7" fmla="*/ 19402 h 116622"/>
                <a:gd name="connsiteX8" fmla="*/ 34832 w 650931"/>
                <a:gd name="connsiteY8" fmla="*/ 68965 h 116622"/>
                <a:gd name="connsiteX9" fmla="*/ 80672 w 650931"/>
                <a:gd name="connsiteY9" fmla="*/ 92477 h 116622"/>
                <a:gd name="connsiteX10" fmla="*/ 570260 w 650931"/>
                <a:gd name="connsiteY10" fmla="*/ 92477 h 116622"/>
                <a:gd name="connsiteX11" fmla="*/ 616100 w 650931"/>
                <a:gd name="connsiteY11" fmla="*/ 68965 h 116622"/>
                <a:gd name="connsiteX12" fmla="*/ 623739 w 650931"/>
                <a:gd name="connsiteY12" fmla="*/ 19402 h 116622"/>
                <a:gd name="connsiteX13" fmla="*/ 623103 w 650931"/>
                <a:gd name="connsiteY13" fmla="*/ 17495 h 116622"/>
                <a:gd name="connsiteX14" fmla="*/ 629469 w 650931"/>
                <a:gd name="connsiteY14" fmla="*/ 1609 h 116622"/>
                <a:gd name="connsiteX15" fmla="*/ 645386 w 650931"/>
                <a:gd name="connsiteY15" fmla="*/ 7964 h 116622"/>
                <a:gd name="connsiteX16" fmla="*/ 646659 w 650931"/>
                <a:gd name="connsiteY16" fmla="*/ 11776 h 116622"/>
                <a:gd name="connsiteX17" fmla="*/ 635836 w 650931"/>
                <a:gd name="connsiteY17" fmla="*/ 83581 h 116622"/>
                <a:gd name="connsiteX18" fmla="*/ 570897 w 650931"/>
                <a:gd name="connsiteY18" fmla="*/ 116623 h 11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50931" h="116622">
                  <a:moveTo>
                    <a:pt x="570897" y="116623"/>
                  </a:moveTo>
                  <a:lnTo>
                    <a:pt x="81309" y="116623"/>
                  </a:lnTo>
                  <a:cubicBezTo>
                    <a:pt x="55206" y="116623"/>
                    <a:pt x="30376" y="103914"/>
                    <a:pt x="15096" y="82945"/>
                  </a:cubicBezTo>
                  <a:cubicBezTo>
                    <a:pt x="-184" y="61976"/>
                    <a:pt x="-4004" y="35287"/>
                    <a:pt x="4273" y="11141"/>
                  </a:cubicBezTo>
                  <a:cubicBezTo>
                    <a:pt x="4910" y="8599"/>
                    <a:pt x="5546" y="7328"/>
                    <a:pt x="5546" y="7328"/>
                  </a:cubicBezTo>
                  <a:cubicBezTo>
                    <a:pt x="8093" y="974"/>
                    <a:pt x="15096" y="-1568"/>
                    <a:pt x="21463" y="974"/>
                  </a:cubicBezTo>
                  <a:cubicBezTo>
                    <a:pt x="27829" y="3516"/>
                    <a:pt x="30376" y="10506"/>
                    <a:pt x="27829" y="16860"/>
                  </a:cubicBezTo>
                  <a:cubicBezTo>
                    <a:pt x="27829" y="16860"/>
                    <a:pt x="27193" y="17495"/>
                    <a:pt x="27193" y="19402"/>
                  </a:cubicBezTo>
                  <a:cubicBezTo>
                    <a:pt x="21463" y="36558"/>
                    <a:pt x="24009" y="54351"/>
                    <a:pt x="34832" y="68965"/>
                  </a:cubicBezTo>
                  <a:cubicBezTo>
                    <a:pt x="45656" y="84216"/>
                    <a:pt x="62209" y="92477"/>
                    <a:pt x="80672" y="92477"/>
                  </a:cubicBezTo>
                  <a:lnTo>
                    <a:pt x="570260" y="92477"/>
                  </a:lnTo>
                  <a:cubicBezTo>
                    <a:pt x="588723" y="92477"/>
                    <a:pt x="605913" y="83581"/>
                    <a:pt x="616100" y="68965"/>
                  </a:cubicBezTo>
                  <a:cubicBezTo>
                    <a:pt x="626923" y="54351"/>
                    <a:pt x="629469" y="35923"/>
                    <a:pt x="623739" y="19402"/>
                  </a:cubicBezTo>
                  <a:cubicBezTo>
                    <a:pt x="623103" y="18131"/>
                    <a:pt x="623103" y="17495"/>
                    <a:pt x="623103" y="17495"/>
                  </a:cubicBezTo>
                  <a:cubicBezTo>
                    <a:pt x="620556" y="11141"/>
                    <a:pt x="623103" y="4151"/>
                    <a:pt x="629469" y="1609"/>
                  </a:cubicBezTo>
                  <a:cubicBezTo>
                    <a:pt x="635836" y="-932"/>
                    <a:pt x="642839" y="1609"/>
                    <a:pt x="645386" y="7964"/>
                  </a:cubicBezTo>
                  <a:cubicBezTo>
                    <a:pt x="645386" y="7964"/>
                    <a:pt x="646022" y="9235"/>
                    <a:pt x="646659" y="11776"/>
                  </a:cubicBezTo>
                  <a:cubicBezTo>
                    <a:pt x="654936" y="35923"/>
                    <a:pt x="651116" y="62611"/>
                    <a:pt x="635836" y="83581"/>
                  </a:cubicBezTo>
                  <a:cubicBezTo>
                    <a:pt x="621830" y="103914"/>
                    <a:pt x="597000" y="116623"/>
                    <a:pt x="570897" y="1166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A27B7D03-2301-4415-9F0E-362FC91F9709}"/>
                </a:ext>
              </a:extLst>
            </p:cNvPr>
            <p:cNvSpPr/>
            <p:nvPr/>
          </p:nvSpPr>
          <p:spPr>
            <a:xfrm>
              <a:off x="10832286" y="4120330"/>
              <a:ext cx="1241479" cy="398417"/>
            </a:xfrm>
            <a:custGeom>
              <a:avLst/>
              <a:gdLst>
                <a:gd name="connsiteX0" fmla="*/ 1227473 w 1241479"/>
                <a:gd name="connsiteY0" fmla="*/ 398417 h 398417"/>
                <a:gd name="connsiteX1" fmla="*/ 1215377 w 1241479"/>
                <a:gd name="connsiteY1" fmla="*/ 386344 h 398417"/>
                <a:gd name="connsiteX2" fmla="*/ 1056213 w 1241479"/>
                <a:gd name="connsiteY2" fmla="*/ 227485 h 398417"/>
                <a:gd name="connsiteX3" fmla="*/ 1035203 w 1241479"/>
                <a:gd name="connsiteY3" fmla="*/ 228756 h 398417"/>
                <a:gd name="connsiteX4" fmla="*/ 1021833 w 1241479"/>
                <a:gd name="connsiteY4" fmla="*/ 218589 h 398417"/>
                <a:gd name="connsiteX5" fmla="*/ 865216 w 1241479"/>
                <a:gd name="connsiteY5" fmla="*/ 87690 h 398417"/>
                <a:gd name="connsiteX6" fmla="*/ 777357 w 1241479"/>
                <a:gd name="connsiteY6" fmla="*/ 113743 h 398417"/>
                <a:gd name="connsiteX7" fmla="*/ 767807 w 1241479"/>
                <a:gd name="connsiteY7" fmla="*/ 115649 h 398417"/>
                <a:gd name="connsiteX8" fmla="*/ 760168 w 1241479"/>
                <a:gd name="connsiteY8" fmla="*/ 109295 h 398417"/>
                <a:gd name="connsiteX9" fmla="*/ 619467 w 1241479"/>
                <a:gd name="connsiteY9" fmla="*/ 24147 h 398417"/>
                <a:gd name="connsiteX10" fmla="*/ 478766 w 1241479"/>
                <a:gd name="connsiteY10" fmla="*/ 109295 h 398417"/>
                <a:gd name="connsiteX11" fmla="*/ 471126 w 1241479"/>
                <a:gd name="connsiteY11" fmla="*/ 115649 h 398417"/>
                <a:gd name="connsiteX12" fmla="*/ 461576 w 1241479"/>
                <a:gd name="connsiteY12" fmla="*/ 113743 h 398417"/>
                <a:gd name="connsiteX13" fmla="*/ 373718 w 1241479"/>
                <a:gd name="connsiteY13" fmla="*/ 87690 h 398417"/>
                <a:gd name="connsiteX14" fmla="*/ 217100 w 1241479"/>
                <a:gd name="connsiteY14" fmla="*/ 218589 h 398417"/>
                <a:gd name="connsiteX15" fmla="*/ 203730 w 1241479"/>
                <a:gd name="connsiteY15" fmla="*/ 228756 h 398417"/>
                <a:gd name="connsiteX16" fmla="*/ 183357 w 1241479"/>
                <a:gd name="connsiteY16" fmla="*/ 227485 h 398417"/>
                <a:gd name="connsiteX17" fmla="*/ 24193 w 1241479"/>
                <a:gd name="connsiteY17" fmla="*/ 386344 h 398417"/>
                <a:gd name="connsiteX18" fmla="*/ 12097 w 1241479"/>
                <a:gd name="connsiteY18" fmla="*/ 398417 h 398417"/>
                <a:gd name="connsiteX19" fmla="*/ 0 w 1241479"/>
                <a:gd name="connsiteY19" fmla="*/ 386344 h 398417"/>
                <a:gd name="connsiteX20" fmla="*/ 183994 w 1241479"/>
                <a:gd name="connsiteY20" fmla="*/ 202703 h 398417"/>
                <a:gd name="connsiteX21" fmla="*/ 196727 w 1241479"/>
                <a:gd name="connsiteY21" fmla="*/ 203339 h 398417"/>
                <a:gd name="connsiteX22" fmla="*/ 374991 w 1241479"/>
                <a:gd name="connsiteY22" fmla="*/ 63543 h 398417"/>
                <a:gd name="connsiteX23" fmla="*/ 464759 w 1241479"/>
                <a:gd name="connsiteY23" fmla="*/ 87054 h 398417"/>
                <a:gd name="connsiteX24" fmla="*/ 620740 w 1241479"/>
                <a:gd name="connsiteY24" fmla="*/ 0 h 398417"/>
                <a:gd name="connsiteX25" fmla="*/ 776720 w 1241479"/>
                <a:gd name="connsiteY25" fmla="*/ 87054 h 398417"/>
                <a:gd name="connsiteX26" fmla="*/ 866489 w 1241479"/>
                <a:gd name="connsiteY26" fmla="*/ 63543 h 398417"/>
                <a:gd name="connsiteX27" fmla="*/ 1044753 w 1241479"/>
                <a:gd name="connsiteY27" fmla="*/ 203339 h 398417"/>
                <a:gd name="connsiteX28" fmla="*/ 1057486 w 1241479"/>
                <a:gd name="connsiteY28" fmla="*/ 202703 h 398417"/>
                <a:gd name="connsiteX29" fmla="*/ 1241479 w 1241479"/>
                <a:gd name="connsiteY29" fmla="*/ 386344 h 398417"/>
                <a:gd name="connsiteX30" fmla="*/ 1227473 w 1241479"/>
                <a:gd name="connsiteY30" fmla="*/ 398417 h 39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41479" h="398417">
                  <a:moveTo>
                    <a:pt x="1227473" y="398417"/>
                  </a:moveTo>
                  <a:cubicBezTo>
                    <a:pt x="1220470" y="398417"/>
                    <a:pt x="1215377" y="392698"/>
                    <a:pt x="1215377" y="386344"/>
                  </a:cubicBezTo>
                  <a:cubicBezTo>
                    <a:pt x="1215377" y="298654"/>
                    <a:pt x="1144072" y="227485"/>
                    <a:pt x="1056213" y="227485"/>
                  </a:cubicBezTo>
                  <a:cubicBezTo>
                    <a:pt x="1049846" y="227485"/>
                    <a:pt x="1043480" y="228121"/>
                    <a:pt x="1035203" y="228756"/>
                  </a:cubicBezTo>
                  <a:cubicBezTo>
                    <a:pt x="1028836" y="229392"/>
                    <a:pt x="1023107" y="224944"/>
                    <a:pt x="1021833" y="218589"/>
                  </a:cubicBezTo>
                  <a:cubicBezTo>
                    <a:pt x="1008463" y="142973"/>
                    <a:pt x="942251" y="87690"/>
                    <a:pt x="865216" y="87690"/>
                  </a:cubicBezTo>
                  <a:cubicBezTo>
                    <a:pt x="834020" y="87690"/>
                    <a:pt x="803461" y="96586"/>
                    <a:pt x="777357" y="113743"/>
                  </a:cubicBezTo>
                  <a:cubicBezTo>
                    <a:pt x="774174" y="115649"/>
                    <a:pt x="770990" y="116284"/>
                    <a:pt x="767807" y="115649"/>
                  </a:cubicBezTo>
                  <a:cubicBezTo>
                    <a:pt x="764624" y="115014"/>
                    <a:pt x="761441" y="112472"/>
                    <a:pt x="760168" y="109295"/>
                  </a:cubicBezTo>
                  <a:cubicBezTo>
                    <a:pt x="732155" y="56554"/>
                    <a:pt x="678675" y="24147"/>
                    <a:pt x="619467" y="24147"/>
                  </a:cubicBezTo>
                  <a:cubicBezTo>
                    <a:pt x="560257" y="24147"/>
                    <a:pt x="506142" y="56554"/>
                    <a:pt x="478766" y="109295"/>
                  </a:cubicBezTo>
                  <a:cubicBezTo>
                    <a:pt x="476856" y="112472"/>
                    <a:pt x="474309" y="114378"/>
                    <a:pt x="471126" y="115649"/>
                  </a:cubicBezTo>
                  <a:cubicBezTo>
                    <a:pt x="467942" y="116284"/>
                    <a:pt x="464122" y="115649"/>
                    <a:pt x="461576" y="113743"/>
                  </a:cubicBezTo>
                  <a:cubicBezTo>
                    <a:pt x="435473" y="96586"/>
                    <a:pt x="404913" y="87690"/>
                    <a:pt x="373718" y="87690"/>
                  </a:cubicBezTo>
                  <a:cubicBezTo>
                    <a:pt x="296682" y="87690"/>
                    <a:pt x="230470" y="142973"/>
                    <a:pt x="217100" y="218589"/>
                  </a:cubicBezTo>
                  <a:cubicBezTo>
                    <a:pt x="215827" y="224944"/>
                    <a:pt x="210097" y="229392"/>
                    <a:pt x="203730" y="228756"/>
                  </a:cubicBezTo>
                  <a:cubicBezTo>
                    <a:pt x="195454" y="227485"/>
                    <a:pt x="189087" y="227485"/>
                    <a:pt x="183357" y="227485"/>
                  </a:cubicBezTo>
                  <a:cubicBezTo>
                    <a:pt x="95498" y="227485"/>
                    <a:pt x="24193" y="298654"/>
                    <a:pt x="24193" y="386344"/>
                  </a:cubicBezTo>
                  <a:cubicBezTo>
                    <a:pt x="24193" y="393334"/>
                    <a:pt x="18463" y="398417"/>
                    <a:pt x="12097" y="398417"/>
                  </a:cubicBezTo>
                  <a:cubicBezTo>
                    <a:pt x="5094" y="398417"/>
                    <a:pt x="0" y="392698"/>
                    <a:pt x="0" y="386344"/>
                  </a:cubicBezTo>
                  <a:cubicBezTo>
                    <a:pt x="0" y="285310"/>
                    <a:pt x="82765" y="202703"/>
                    <a:pt x="183994" y="202703"/>
                  </a:cubicBezTo>
                  <a:cubicBezTo>
                    <a:pt x="187814" y="202703"/>
                    <a:pt x="192271" y="202703"/>
                    <a:pt x="196727" y="203339"/>
                  </a:cubicBezTo>
                  <a:cubicBezTo>
                    <a:pt x="216463" y="121368"/>
                    <a:pt x="289679" y="63543"/>
                    <a:pt x="374991" y="63543"/>
                  </a:cubicBezTo>
                  <a:cubicBezTo>
                    <a:pt x="406823" y="63543"/>
                    <a:pt x="437383" y="71804"/>
                    <a:pt x="464759" y="87054"/>
                  </a:cubicBezTo>
                  <a:cubicBezTo>
                    <a:pt x="497866" y="33043"/>
                    <a:pt x="557074" y="0"/>
                    <a:pt x="620740" y="0"/>
                  </a:cubicBezTo>
                  <a:cubicBezTo>
                    <a:pt x="684405" y="0"/>
                    <a:pt x="743615" y="33043"/>
                    <a:pt x="776720" y="87054"/>
                  </a:cubicBezTo>
                  <a:cubicBezTo>
                    <a:pt x="804097" y="71804"/>
                    <a:pt x="835293" y="63543"/>
                    <a:pt x="866489" y="63543"/>
                  </a:cubicBezTo>
                  <a:cubicBezTo>
                    <a:pt x="951801" y="63543"/>
                    <a:pt x="1025016" y="122003"/>
                    <a:pt x="1044753" y="203339"/>
                  </a:cubicBezTo>
                  <a:cubicBezTo>
                    <a:pt x="1049210" y="202703"/>
                    <a:pt x="1053666" y="202703"/>
                    <a:pt x="1057486" y="202703"/>
                  </a:cubicBezTo>
                  <a:cubicBezTo>
                    <a:pt x="1158714" y="202703"/>
                    <a:pt x="1241479" y="284675"/>
                    <a:pt x="1241479" y="386344"/>
                  </a:cubicBezTo>
                  <a:cubicBezTo>
                    <a:pt x="1239570" y="392698"/>
                    <a:pt x="1234476" y="398417"/>
                    <a:pt x="1227473" y="3984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A4B5CE5F-F42D-A1E0-60EA-8800C898BB35}"/>
                </a:ext>
              </a:extLst>
            </p:cNvPr>
            <p:cNvSpPr/>
            <p:nvPr/>
          </p:nvSpPr>
          <p:spPr>
            <a:xfrm>
              <a:off x="11800779" y="3930214"/>
              <a:ext cx="326645" cy="418871"/>
            </a:xfrm>
            <a:custGeom>
              <a:avLst/>
              <a:gdLst>
                <a:gd name="connsiteX0" fmla="*/ 65437 w 326645"/>
                <a:gd name="connsiteY0" fmla="*/ 418872 h 418871"/>
                <a:gd name="connsiteX1" fmla="*/ 57797 w 326645"/>
                <a:gd name="connsiteY1" fmla="*/ 416330 h 418871"/>
                <a:gd name="connsiteX2" fmla="*/ 55887 w 326645"/>
                <a:gd name="connsiteY2" fmla="*/ 399173 h 418871"/>
                <a:gd name="connsiteX3" fmla="*/ 295269 w 326645"/>
                <a:gd name="connsiteY3" fmla="*/ 89082 h 418871"/>
                <a:gd name="connsiteX4" fmla="*/ 301636 w 326645"/>
                <a:gd name="connsiteY4" fmla="*/ 57945 h 418871"/>
                <a:gd name="connsiteX5" fmla="*/ 283173 w 326645"/>
                <a:gd name="connsiteY5" fmla="*/ 31257 h 418871"/>
                <a:gd name="connsiteX6" fmla="*/ 223964 w 326645"/>
                <a:gd name="connsiteY6" fmla="*/ 44601 h 418871"/>
                <a:gd name="connsiteX7" fmla="*/ 22144 w 326645"/>
                <a:gd name="connsiteY7" fmla="*/ 319109 h 418871"/>
                <a:gd name="connsiteX8" fmla="*/ 4954 w 326645"/>
                <a:gd name="connsiteY8" fmla="*/ 321650 h 418871"/>
                <a:gd name="connsiteX9" fmla="*/ 2408 w 326645"/>
                <a:gd name="connsiteY9" fmla="*/ 304494 h 418871"/>
                <a:gd name="connsiteX10" fmla="*/ 204228 w 326645"/>
                <a:gd name="connsiteY10" fmla="*/ 30622 h 418871"/>
                <a:gd name="connsiteX11" fmla="*/ 296543 w 326645"/>
                <a:gd name="connsiteY11" fmla="*/ 10923 h 418871"/>
                <a:gd name="connsiteX12" fmla="*/ 325193 w 326645"/>
                <a:gd name="connsiteY12" fmla="*/ 53497 h 418871"/>
                <a:gd name="connsiteX13" fmla="*/ 315006 w 326645"/>
                <a:gd name="connsiteY13" fmla="*/ 103696 h 418871"/>
                <a:gd name="connsiteX14" fmla="*/ 74987 w 326645"/>
                <a:gd name="connsiteY14" fmla="*/ 414424 h 418871"/>
                <a:gd name="connsiteX15" fmla="*/ 65437 w 326645"/>
                <a:gd name="connsiteY15" fmla="*/ 418872 h 41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26645" h="418871">
                  <a:moveTo>
                    <a:pt x="65437" y="418872"/>
                  </a:moveTo>
                  <a:cubicBezTo>
                    <a:pt x="62890" y="418872"/>
                    <a:pt x="60343" y="418236"/>
                    <a:pt x="57797" y="416330"/>
                  </a:cubicBezTo>
                  <a:cubicBezTo>
                    <a:pt x="52704" y="412518"/>
                    <a:pt x="51431" y="404892"/>
                    <a:pt x="55887" y="399173"/>
                  </a:cubicBezTo>
                  <a:lnTo>
                    <a:pt x="295269" y="89082"/>
                  </a:lnTo>
                  <a:cubicBezTo>
                    <a:pt x="301636" y="80185"/>
                    <a:pt x="303546" y="68748"/>
                    <a:pt x="301636" y="57945"/>
                  </a:cubicBezTo>
                  <a:cubicBezTo>
                    <a:pt x="299089" y="46507"/>
                    <a:pt x="292723" y="36976"/>
                    <a:pt x="283173" y="31257"/>
                  </a:cubicBezTo>
                  <a:cubicBezTo>
                    <a:pt x="263437" y="18548"/>
                    <a:pt x="238607" y="24267"/>
                    <a:pt x="223964" y="44601"/>
                  </a:cubicBezTo>
                  <a:lnTo>
                    <a:pt x="22144" y="319109"/>
                  </a:lnTo>
                  <a:cubicBezTo>
                    <a:pt x="18324" y="324828"/>
                    <a:pt x="10684" y="325463"/>
                    <a:pt x="4954" y="321650"/>
                  </a:cubicBezTo>
                  <a:cubicBezTo>
                    <a:pt x="-776" y="317838"/>
                    <a:pt x="-1412" y="310213"/>
                    <a:pt x="2408" y="304494"/>
                  </a:cubicBezTo>
                  <a:lnTo>
                    <a:pt x="204228" y="30622"/>
                  </a:lnTo>
                  <a:cubicBezTo>
                    <a:pt x="225874" y="-515"/>
                    <a:pt x="265347" y="-9411"/>
                    <a:pt x="296543" y="10923"/>
                  </a:cubicBezTo>
                  <a:cubicBezTo>
                    <a:pt x="311822" y="21090"/>
                    <a:pt x="322009" y="35705"/>
                    <a:pt x="325193" y="53497"/>
                  </a:cubicBezTo>
                  <a:cubicBezTo>
                    <a:pt x="329013" y="71289"/>
                    <a:pt x="325193" y="89082"/>
                    <a:pt x="315006" y="103696"/>
                  </a:cubicBezTo>
                  <a:lnTo>
                    <a:pt x="74987" y="414424"/>
                  </a:lnTo>
                  <a:cubicBezTo>
                    <a:pt x="72440" y="417601"/>
                    <a:pt x="68620" y="418872"/>
                    <a:pt x="65437" y="41887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B4FD3838-F330-48D2-598B-6439277196D8}"/>
                </a:ext>
              </a:extLst>
            </p:cNvPr>
            <p:cNvSpPr/>
            <p:nvPr/>
          </p:nvSpPr>
          <p:spPr>
            <a:xfrm>
              <a:off x="10748884" y="4494600"/>
              <a:ext cx="1404463" cy="157587"/>
            </a:xfrm>
            <a:custGeom>
              <a:avLst/>
              <a:gdLst>
                <a:gd name="connsiteX0" fmla="*/ 78946 w 1404463"/>
                <a:gd name="connsiteY0" fmla="*/ 24146 h 157587"/>
                <a:gd name="connsiteX1" fmla="*/ 24193 w 1404463"/>
                <a:gd name="connsiteY1" fmla="*/ 78794 h 157587"/>
                <a:gd name="connsiteX2" fmla="*/ 78946 w 1404463"/>
                <a:gd name="connsiteY2" fmla="*/ 133441 h 157587"/>
                <a:gd name="connsiteX3" fmla="*/ 1325518 w 1404463"/>
                <a:gd name="connsiteY3" fmla="*/ 133441 h 157587"/>
                <a:gd name="connsiteX4" fmla="*/ 1380271 w 1404463"/>
                <a:gd name="connsiteY4" fmla="*/ 78794 h 157587"/>
                <a:gd name="connsiteX5" fmla="*/ 1325518 w 1404463"/>
                <a:gd name="connsiteY5" fmla="*/ 24146 h 157587"/>
                <a:gd name="connsiteX6" fmla="*/ 78946 w 1404463"/>
                <a:gd name="connsiteY6" fmla="*/ 24146 h 157587"/>
                <a:gd name="connsiteX7" fmla="*/ 1325518 w 1404463"/>
                <a:gd name="connsiteY7" fmla="*/ 157588 h 157587"/>
                <a:gd name="connsiteX8" fmla="*/ 78946 w 1404463"/>
                <a:gd name="connsiteY8" fmla="*/ 157588 h 157587"/>
                <a:gd name="connsiteX9" fmla="*/ 0 w 1404463"/>
                <a:gd name="connsiteY9" fmla="*/ 78794 h 157587"/>
                <a:gd name="connsiteX10" fmla="*/ 78946 w 1404463"/>
                <a:gd name="connsiteY10" fmla="*/ 0 h 157587"/>
                <a:gd name="connsiteX11" fmla="*/ 1325518 w 1404463"/>
                <a:gd name="connsiteY11" fmla="*/ 0 h 157587"/>
                <a:gd name="connsiteX12" fmla="*/ 1404463 w 1404463"/>
                <a:gd name="connsiteY12" fmla="*/ 78794 h 157587"/>
                <a:gd name="connsiteX13" fmla="*/ 1325518 w 1404463"/>
                <a:gd name="connsiteY13" fmla="*/ 157588 h 157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04463" h="157587">
                  <a:moveTo>
                    <a:pt x="78946" y="24146"/>
                  </a:moveTo>
                  <a:cubicBezTo>
                    <a:pt x="49022" y="24146"/>
                    <a:pt x="24193" y="48928"/>
                    <a:pt x="24193" y="78794"/>
                  </a:cubicBezTo>
                  <a:cubicBezTo>
                    <a:pt x="24193" y="108659"/>
                    <a:pt x="49022" y="133441"/>
                    <a:pt x="78946" y="133441"/>
                  </a:cubicBezTo>
                  <a:lnTo>
                    <a:pt x="1325518" y="133441"/>
                  </a:lnTo>
                  <a:cubicBezTo>
                    <a:pt x="1355441" y="133441"/>
                    <a:pt x="1380271" y="108659"/>
                    <a:pt x="1380271" y="78794"/>
                  </a:cubicBezTo>
                  <a:cubicBezTo>
                    <a:pt x="1380271" y="48928"/>
                    <a:pt x="1355441" y="24146"/>
                    <a:pt x="1325518" y="24146"/>
                  </a:cubicBezTo>
                  <a:lnTo>
                    <a:pt x="78946" y="24146"/>
                  </a:lnTo>
                  <a:close/>
                  <a:moveTo>
                    <a:pt x="1325518" y="157588"/>
                  </a:moveTo>
                  <a:lnTo>
                    <a:pt x="78946" y="157588"/>
                  </a:lnTo>
                  <a:cubicBezTo>
                    <a:pt x="35653" y="157588"/>
                    <a:pt x="0" y="122003"/>
                    <a:pt x="0" y="78794"/>
                  </a:cubicBezTo>
                  <a:cubicBezTo>
                    <a:pt x="0" y="35584"/>
                    <a:pt x="35653" y="0"/>
                    <a:pt x="78946" y="0"/>
                  </a:cubicBezTo>
                  <a:lnTo>
                    <a:pt x="1325518" y="0"/>
                  </a:lnTo>
                  <a:cubicBezTo>
                    <a:pt x="1369447" y="0"/>
                    <a:pt x="1404463" y="35584"/>
                    <a:pt x="1404463" y="78794"/>
                  </a:cubicBezTo>
                  <a:cubicBezTo>
                    <a:pt x="1404463" y="122003"/>
                    <a:pt x="1369447" y="157588"/>
                    <a:pt x="1325518" y="1575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B5FEFBF8-E7EA-474E-4BFA-80F20FEDA80E}"/>
                </a:ext>
              </a:extLst>
            </p:cNvPr>
            <p:cNvSpPr/>
            <p:nvPr/>
          </p:nvSpPr>
          <p:spPr>
            <a:xfrm>
              <a:off x="1252730" y="3759403"/>
              <a:ext cx="800973" cy="1239096"/>
            </a:xfrm>
            <a:custGeom>
              <a:avLst/>
              <a:gdLst>
                <a:gd name="connsiteX0" fmla="*/ 608435 w 800973"/>
                <a:gd name="connsiteY0" fmla="*/ 1239097 h 1239096"/>
                <a:gd name="connsiteX1" fmla="*/ 192698 w 800973"/>
                <a:gd name="connsiteY1" fmla="*/ 1239097 h 1239096"/>
                <a:gd name="connsiteX2" fmla="*/ 100383 w 800973"/>
                <a:gd name="connsiteY2" fmla="*/ 1155219 h 1239096"/>
                <a:gd name="connsiteX3" fmla="*/ 428 w 800973"/>
                <a:gd name="connsiteY3" fmla="*/ 101669 h 1239096"/>
                <a:gd name="connsiteX4" fmla="*/ 24621 w 800973"/>
                <a:gd name="connsiteY4" fmla="*/ 30501 h 1239096"/>
                <a:gd name="connsiteX5" fmla="*/ 94017 w 800973"/>
                <a:gd name="connsiteY5" fmla="*/ 0 h 1239096"/>
                <a:gd name="connsiteX6" fmla="*/ 195245 w 800973"/>
                <a:gd name="connsiteY6" fmla="*/ 0 h 1239096"/>
                <a:gd name="connsiteX7" fmla="*/ 207341 w 800973"/>
                <a:gd name="connsiteY7" fmla="*/ 12073 h 1239096"/>
                <a:gd name="connsiteX8" fmla="*/ 195245 w 800973"/>
                <a:gd name="connsiteY8" fmla="*/ 24147 h 1239096"/>
                <a:gd name="connsiteX9" fmla="*/ 94017 w 800973"/>
                <a:gd name="connsiteY9" fmla="*/ 24147 h 1239096"/>
                <a:gd name="connsiteX10" fmla="*/ 42447 w 800973"/>
                <a:gd name="connsiteY10" fmla="*/ 47022 h 1239096"/>
                <a:gd name="connsiteX11" fmla="*/ 24621 w 800973"/>
                <a:gd name="connsiteY11" fmla="*/ 99763 h 1239096"/>
                <a:gd name="connsiteX12" fmla="*/ 124576 w 800973"/>
                <a:gd name="connsiteY12" fmla="*/ 1153313 h 1239096"/>
                <a:gd name="connsiteX13" fmla="*/ 192698 w 800973"/>
                <a:gd name="connsiteY13" fmla="*/ 1214950 h 1239096"/>
                <a:gd name="connsiteX14" fmla="*/ 608435 w 800973"/>
                <a:gd name="connsiteY14" fmla="*/ 1214950 h 1239096"/>
                <a:gd name="connsiteX15" fmla="*/ 676557 w 800973"/>
                <a:gd name="connsiteY15" fmla="*/ 1153313 h 1239096"/>
                <a:gd name="connsiteX16" fmla="*/ 776512 w 800973"/>
                <a:gd name="connsiteY16" fmla="*/ 99763 h 1239096"/>
                <a:gd name="connsiteX17" fmla="*/ 758685 w 800973"/>
                <a:gd name="connsiteY17" fmla="*/ 47022 h 1239096"/>
                <a:gd name="connsiteX18" fmla="*/ 707116 w 800973"/>
                <a:gd name="connsiteY18" fmla="*/ 24147 h 1239096"/>
                <a:gd name="connsiteX19" fmla="*/ 304113 w 800973"/>
                <a:gd name="connsiteY19" fmla="*/ 24147 h 1239096"/>
                <a:gd name="connsiteX20" fmla="*/ 292017 w 800973"/>
                <a:gd name="connsiteY20" fmla="*/ 12073 h 1239096"/>
                <a:gd name="connsiteX21" fmla="*/ 304113 w 800973"/>
                <a:gd name="connsiteY21" fmla="*/ 0 h 1239096"/>
                <a:gd name="connsiteX22" fmla="*/ 707116 w 800973"/>
                <a:gd name="connsiteY22" fmla="*/ 0 h 1239096"/>
                <a:gd name="connsiteX23" fmla="*/ 776512 w 800973"/>
                <a:gd name="connsiteY23" fmla="*/ 30501 h 1239096"/>
                <a:gd name="connsiteX24" fmla="*/ 800705 w 800973"/>
                <a:gd name="connsiteY24" fmla="*/ 101669 h 1239096"/>
                <a:gd name="connsiteX25" fmla="*/ 700750 w 800973"/>
                <a:gd name="connsiteY25" fmla="*/ 1155219 h 1239096"/>
                <a:gd name="connsiteX26" fmla="*/ 608435 w 800973"/>
                <a:gd name="connsiteY26" fmla="*/ 1239097 h 123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00973" h="1239096">
                  <a:moveTo>
                    <a:pt x="608435" y="1239097"/>
                  </a:moveTo>
                  <a:lnTo>
                    <a:pt x="192698" y="1239097"/>
                  </a:lnTo>
                  <a:cubicBezTo>
                    <a:pt x="144312" y="1239097"/>
                    <a:pt x="104840" y="1202877"/>
                    <a:pt x="100383" y="1155219"/>
                  </a:cubicBezTo>
                  <a:lnTo>
                    <a:pt x="428" y="101669"/>
                  </a:lnTo>
                  <a:cubicBezTo>
                    <a:pt x="-2119" y="75617"/>
                    <a:pt x="6795" y="49564"/>
                    <a:pt x="24621" y="30501"/>
                  </a:cubicBezTo>
                  <a:cubicBezTo>
                    <a:pt x="42447" y="10802"/>
                    <a:pt x="67277" y="0"/>
                    <a:pt x="94017" y="0"/>
                  </a:cubicBezTo>
                  <a:lnTo>
                    <a:pt x="195245" y="0"/>
                  </a:lnTo>
                  <a:cubicBezTo>
                    <a:pt x="202248" y="0"/>
                    <a:pt x="207341" y="5719"/>
                    <a:pt x="207341" y="12073"/>
                  </a:cubicBezTo>
                  <a:cubicBezTo>
                    <a:pt x="207341" y="19063"/>
                    <a:pt x="201611" y="24147"/>
                    <a:pt x="195245" y="24147"/>
                  </a:cubicBezTo>
                  <a:lnTo>
                    <a:pt x="94017" y="24147"/>
                  </a:lnTo>
                  <a:cubicBezTo>
                    <a:pt x="74280" y="24147"/>
                    <a:pt x="55817" y="32407"/>
                    <a:pt x="42447" y="47022"/>
                  </a:cubicBezTo>
                  <a:cubicBezTo>
                    <a:pt x="29078" y="61637"/>
                    <a:pt x="22711" y="80065"/>
                    <a:pt x="24621" y="99763"/>
                  </a:cubicBezTo>
                  <a:lnTo>
                    <a:pt x="124576" y="1153313"/>
                  </a:lnTo>
                  <a:cubicBezTo>
                    <a:pt x="127759" y="1188262"/>
                    <a:pt x="157045" y="1214950"/>
                    <a:pt x="192698" y="1214950"/>
                  </a:cubicBezTo>
                  <a:lnTo>
                    <a:pt x="608435" y="1214950"/>
                  </a:lnTo>
                  <a:cubicBezTo>
                    <a:pt x="644087" y="1214950"/>
                    <a:pt x="673374" y="1188262"/>
                    <a:pt x="676557" y="1153313"/>
                  </a:cubicBezTo>
                  <a:lnTo>
                    <a:pt x="776512" y="99763"/>
                  </a:lnTo>
                  <a:cubicBezTo>
                    <a:pt x="778422" y="80065"/>
                    <a:pt x="772055" y="61637"/>
                    <a:pt x="758685" y="47022"/>
                  </a:cubicBezTo>
                  <a:cubicBezTo>
                    <a:pt x="745316" y="32407"/>
                    <a:pt x="726853" y="24147"/>
                    <a:pt x="707116" y="24147"/>
                  </a:cubicBezTo>
                  <a:lnTo>
                    <a:pt x="304113" y="24147"/>
                  </a:lnTo>
                  <a:cubicBezTo>
                    <a:pt x="297110" y="24147"/>
                    <a:pt x="292017" y="18428"/>
                    <a:pt x="292017" y="12073"/>
                  </a:cubicBezTo>
                  <a:cubicBezTo>
                    <a:pt x="292017" y="5083"/>
                    <a:pt x="297746" y="0"/>
                    <a:pt x="304113" y="0"/>
                  </a:cubicBezTo>
                  <a:lnTo>
                    <a:pt x="707116" y="0"/>
                  </a:lnTo>
                  <a:cubicBezTo>
                    <a:pt x="733219" y="0"/>
                    <a:pt x="758685" y="11438"/>
                    <a:pt x="776512" y="30501"/>
                  </a:cubicBezTo>
                  <a:cubicBezTo>
                    <a:pt x="794338" y="49564"/>
                    <a:pt x="802615" y="75617"/>
                    <a:pt x="800705" y="101669"/>
                  </a:cubicBezTo>
                  <a:lnTo>
                    <a:pt x="700750" y="1155219"/>
                  </a:lnTo>
                  <a:cubicBezTo>
                    <a:pt x="696293" y="1202877"/>
                    <a:pt x="656820" y="1239097"/>
                    <a:pt x="608435" y="12390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3820C36D-EEC5-CB1C-43D9-9D2908ABD347}"/>
                </a:ext>
              </a:extLst>
            </p:cNvPr>
            <p:cNvSpPr/>
            <p:nvPr/>
          </p:nvSpPr>
          <p:spPr>
            <a:xfrm>
              <a:off x="1067255" y="3421352"/>
              <a:ext cx="473481" cy="628444"/>
            </a:xfrm>
            <a:custGeom>
              <a:avLst/>
              <a:gdLst>
                <a:gd name="connsiteX0" fmla="*/ 461576 w 473481"/>
                <a:gd name="connsiteY0" fmla="*/ 628444 h 628444"/>
                <a:gd name="connsiteX1" fmla="*/ 449479 w 473481"/>
                <a:gd name="connsiteY1" fmla="*/ 618913 h 628444"/>
                <a:gd name="connsiteX2" fmla="*/ 327878 w 473481"/>
                <a:gd name="connsiteY2" fmla="*/ 124545 h 628444"/>
                <a:gd name="connsiteX3" fmla="*/ 199273 w 473481"/>
                <a:gd name="connsiteY3" fmla="*/ 24147 h 628444"/>
                <a:gd name="connsiteX4" fmla="*/ 12097 w 473481"/>
                <a:gd name="connsiteY4" fmla="*/ 24147 h 628444"/>
                <a:gd name="connsiteX5" fmla="*/ 0 w 473481"/>
                <a:gd name="connsiteY5" fmla="*/ 12073 h 628444"/>
                <a:gd name="connsiteX6" fmla="*/ 12097 w 473481"/>
                <a:gd name="connsiteY6" fmla="*/ 0 h 628444"/>
                <a:gd name="connsiteX7" fmla="*/ 199273 w 473481"/>
                <a:gd name="connsiteY7" fmla="*/ 0 h 628444"/>
                <a:gd name="connsiteX8" fmla="*/ 351434 w 473481"/>
                <a:gd name="connsiteY8" fmla="*/ 118826 h 628444"/>
                <a:gd name="connsiteX9" fmla="*/ 473036 w 473481"/>
                <a:gd name="connsiteY9" fmla="*/ 613194 h 628444"/>
                <a:gd name="connsiteX10" fmla="*/ 464122 w 473481"/>
                <a:gd name="connsiteY10" fmla="*/ 627809 h 628444"/>
                <a:gd name="connsiteX11" fmla="*/ 461576 w 473481"/>
                <a:gd name="connsiteY11" fmla="*/ 628444 h 62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3481" h="628444">
                  <a:moveTo>
                    <a:pt x="461576" y="628444"/>
                  </a:moveTo>
                  <a:cubicBezTo>
                    <a:pt x="455846" y="628444"/>
                    <a:pt x="451389" y="624632"/>
                    <a:pt x="449479" y="618913"/>
                  </a:cubicBezTo>
                  <a:lnTo>
                    <a:pt x="327878" y="124545"/>
                  </a:lnTo>
                  <a:cubicBezTo>
                    <a:pt x="313235" y="65450"/>
                    <a:pt x="260392" y="24147"/>
                    <a:pt x="199273" y="24147"/>
                  </a:cubicBezTo>
                  <a:lnTo>
                    <a:pt x="12097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199273" y="0"/>
                  </a:lnTo>
                  <a:cubicBezTo>
                    <a:pt x="271852" y="0"/>
                    <a:pt x="334244" y="48928"/>
                    <a:pt x="351434" y="118826"/>
                  </a:cubicBezTo>
                  <a:lnTo>
                    <a:pt x="473036" y="613194"/>
                  </a:lnTo>
                  <a:cubicBezTo>
                    <a:pt x="474946" y="619548"/>
                    <a:pt x="470489" y="626538"/>
                    <a:pt x="464122" y="627809"/>
                  </a:cubicBezTo>
                  <a:cubicBezTo>
                    <a:pt x="463486" y="628444"/>
                    <a:pt x="462212" y="628444"/>
                    <a:pt x="461576" y="6284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69FCD7DE-193F-0BE5-8D22-E01464572A1B}"/>
                </a:ext>
              </a:extLst>
            </p:cNvPr>
            <p:cNvSpPr/>
            <p:nvPr/>
          </p:nvSpPr>
          <p:spPr>
            <a:xfrm>
              <a:off x="1681628" y="3353361"/>
              <a:ext cx="733427" cy="725665"/>
            </a:xfrm>
            <a:custGeom>
              <a:avLst/>
              <a:gdLst>
                <a:gd name="connsiteX0" fmla="*/ 434836 w 733427"/>
                <a:gd name="connsiteY0" fmla="*/ 725666 h 725665"/>
                <a:gd name="connsiteX1" fmla="*/ 422740 w 733427"/>
                <a:gd name="connsiteY1" fmla="*/ 715499 h 725665"/>
                <a:gd name="connsiteX2" fmla="*/ 432289 w 733427"/>
                <a:gd name="connsiteY2" fmla="*/ 701519 h 725665"/>
                <a:gd name="connsiteX3" fmla="*/ 709235 w 733427"/>
                <a:gd name="connsiteY3" fmla="*/ 366010 h 725665"/>
                <a:gd name="connsiteX4" fmla="*/ 366714 w 733427"/>
                <a:gd name="connsiteY4" fmla="*/ 24146 h 725665"/>
                <a:gd name="connsiteX5" fmla="*/ 24193 w 733427"/>
                <a:gd name="connsiteY5" fmla="*/ 366010 h 725665"/>
                <a:gd name="connsiteX6" fmla="*/ 12096 w 733427"/>
                <a:gd name="connsiteY6" fmla="*/ 378083 h 725665"/>
                <a:gd name="connsiteX7" fmla="*/ 0 w 733427"/>
                <a:gd name="connsiteY7" fmla="*/ 366010 h 725665"/>
                <a:gd name="connsiteX8" fmla="*/ 366714 w 733427"/>
                <a:gd name="connsiteY8" fmla="*/ 0 h 725665"/>
                <a:gd name="connsiteX9" fmla="*/ 733428 w 733427"/>
                <a:gd name="connsiteY9" fmla="*/ 366010 h 725665"/>
                <a:gd name="connsiteX10" fmla="*/ 436109 w 733427"/>
                <a:gd name="connsiteY10" fmla="*/ 725666 h 725665"/>
                <a:gd name="connsiteX11" fmla="*/ 434836 w 733427"/>
                <a:gd name="connsiteY11" fmla="*/ 725666 h 725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33427" h="725665">
                  <a:moveTo>
                    <a:pt x="434836" y="725666"/>
                  </a:moveTo>
                  <a:cubicBezTo>
                    <a:pt x="429106" y="725666"/>
                    <a:pt x="424013" y="721853"/>
                    <a:pt x="422740" y="715499"/>
                  </a:cubicBezTo>
                  <a:cubicBezTo>
                    <a:pt x="421466" y="709145"/>
                    <a:pt x="425923" y="702790"/>
                    <a:pt x="432289" y="701519"/>
                  </a:cubicBezTo>
                  <a:cubicBezTo>
                    <a:pt x="592727" y="670383"/>
                    <a:pt x="709235" y="529317"/>
                    <a:pt x="709235" y="366010"/>
                  </a:cubicBezTo>
                  <a:cubicBezTo>
                    <a:pt x="709235" y="177286"/>
                    <a:pt x="555801" y="24146"/>
                    <a:pt x="366714" y="24146"/>
                  </a:cubicBezTo>
                  <a:cubicBezTo>
                    <a:pt x="177627" y="24146"/>
                    <a:pt x="24193" y="177286"/>
                    <a:pt x="24193" y="366010"/>
                  </a:cubicBezTo>
                  <a:cubicBezTo>
                    <a:pt x="24193" y="373000"/>
                    <a:pt x="18463" y="378083"/>
                    <a:pt x="12096" y="378083"/>
                  </a:cubicBezTo>
                  <a:cubicBezTo>
                    <a:pt x="5093" y="378083"/>
                    <a:pt x="0" y="372364"/>
                    <a:pt x="0" y="366010"/>
                  </a:cubicBezTo>
                  <a:cubicBezTo>
                    <a:pt x="0" y="163942"/>
                    <a:pt x="164894" y="0"/>
                    <a:pt x="366714" y="0"/>
                  </a:cubicBezTo>
                  <a:cubicBezTo>
                    <a:pt x="568534" y="0"/>
                    <a:pt x="733428" y="164577"/>
                    <a:pt x="733428" y="366010"/>
                  </a:cubicBezTo>
                  <a:cubicBezTo>
                    <a:pt x="733428" y="541390"/>
                    <a:pt x="608643" y="692623"/>
                    <a:pt x="436109" y="725666"/>
                  </a:cubicBezTo>
                  <a:lnTo>
                    <a:pt x="434836" y="725666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ADDF37E6-5484-F00D-7A78-ED225B169CFE}"/>
                </a:ext>
              </a:extLst>
            </p:cNvPr>
            <p:cNvSpPr/>
            <p:nvPr/>
          </p:nvSpPr>
          <p:spPr>
            <a:xfrm>
              <a:off x="1970033" y="3412456"/>
              <a:ext cx="179537" cy="229391"/>
            </a:xfrm>
            <a:custGeom>
              <a:avLst/>
              <a:gdLst>
                <a:gd name="connsiteX0" fmla="*/ 63666 w 179537"/>
                <a:gd name="connsiteY0" fmla="*/ 229392 h 229391"/>
                <a:gd name="connsiteX1" fmla="*/ 53479 w 179537"/>
                <a:gd name="connsiteY1" fmla="*/ 224308 h 229391"/>
                <a:gd name="connsiteX2" fmla="*/ 0 w 179537"/>
                <a:gd name="connsiteY2" fmla="*/ 89596 h 229391"/>
                <a:gd name="connsiteX3" fmla="*/ 89769 w 179537"/>
                <a:gd name="connsiteY3" fmla="*/ 0 h 229391"/>
                <a:gd name="connsiteX4" fmla="*/ 179537 w 179537"/>
                <a:gd name="connsiteY4" fmla="*/ 89596 h 229391"/>
                <a:gd name="connsiteX5" fmla="*/ 167441 w 179537"/>
                <a:gd name="connsiteY5" fmla="*/ 101669 h 229391"/>
                <a:gd name="connsiteX6" fmla="*/ 155344 w 179537"/>
                <a:gd name="connsiteY6" fmla="*/ 89596 h 229391"/>
                <a:gd name="connsiteX7" fmla="*/ 89769 w 179537"/>
                <a:gd name="connsiteY7" fmla="*/ 24147 h 229391"/>
                <a:gd name="connsiteX8" fmla="*/ 24193 w 179537"/>
                <a:gd name="connsiteY8" fmla="*/ 89596 h 229391"/>
                <a:gd name="connsiteX9" fmla="*/ 73215 w 179537"/>
                <a:gd name="connsiteY9" fmla="*/ 210329 h 229391"/>
                <a:gd name="connsiteX10" fmla="*/ 70032 w 179537"/>
                <a:gd name="connsiteY10" fmla="*/ 227485 h 229391"/>
                <a:gd name="connsiteX11" fmla="*/ 63666 w 179537"/>
                <a:gd name="connsiteY11" fmla="*/ 229392 h 229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9537" h="229391">
                  <a:moveTo>
                    <a:pt x="63666" y="229392"/>
                  </a:moveTo>
                  <a:cubicBezTo>
                    <a:pt x="59846" y="229392"/>
                    <a:pt x="56026" y="227485"/>
                    <a:pt x="53479" y="224308"/>
                  </a:cubicBezTo>
                  <a:cubicBezTo>
                    <a:pt x="14007" y="167119"/>
                    <a:pt x="0" y="116284"/>
                    <a:pt x="0" y="89596"/>
                  </a:cubicBezTo>
                  <a:cubicBezTo>
                    <a:pt x="0" y="40032"/>
                    <a:pt x="40109" y="0"/>
                    <a:pt x="89769" y="0"/>
                  </a:cubicBezTo>
                  <a:cubicBezTo>
                    <a:pt x="139428" y="0"/>
                    <a:pt x="179537" y="40032"/>
                    <a:pt x="179537" y="89596"/>
                  </a:cubicBezTo>
                  <a:cubicBezTo>
                    <a:pt x="179537" y="96586"/>
                    <a:pt x="173807" y="101669"/>
                    <a:pt x="167441" y="101669"/>
                  </a:cubicBezTo>
                  <a:cubicBezTo>
                    <a:pt x="160437" y="101669"/>
                    <a:pt x="155344" y="95951"/>
                    <a:pt x="155344" y="89596"/>
                  </a:cubicBezTo>
                  <a:cubicBezTo>
                    <a:pt x="155344" y="53376"/>
                    <a:pt x="126058" y="24147"/>
                    <a:pt x="89769" y="24147"/>
                  </a:cubicBezTo>
                  <a:cubicBezTo>
                    <a:pt x="53479" y="24147"/>
                    <a:pt x="24193" y="53376"/>
                    <a:pt x="24193" y="89596"/>
                  </a:cubicBezTo>
                  <a:cubicBezTo>
                    <a:pt x="24193" y="108024"/>
                    <a:pt x="34380" y="154411"/>
                    <a:pt x="73215" y="210329"/>
                  </a:cubicBezTo>
                  <a:cubicBezTo>
                    <a:pt x="77035" y="216048"/>
                    <a:pt x="75762" y="223673"/>
                    <a:pt x="70032" y="227485"/>
                  </a:cubicBezTo>
                  <a:cubicBezTo>
                    <a:pt x="68122" y="228756"/>
                    <a:pt x="66212" y="229392"/>
                    <a:pt x="63666" y="229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C6358788-334A-5E96-107E-036FC3A0EFC8}"/>
                </a:ext>
              </a:extLst>
            </p:cNvPr>
            <p:cNvSpPr/>
            <p:nvPr/>
          </p:nvSpPr>
          <p:spPr>
            <a:xfrm>
              <a:off x="1780879" y="3520502"/>
              <a:ext cx="141028" cy="130877"/>
            </a:xfrm>
            <a:custGeom>
              <a:avLst/>
              <a:gdLst>
                <a:gd name="connsiteX0" fmla="*/ 17893 w 141028"/>
                <a:gd name="connsiteY0" fmla="*/ 130878 h 130877"/>
                <a:gd name="connsiteX1" fmla="*/ 6434 w 141028"/>
                <a:gd name="connsiteY1" fmla="*/ 123252 h 130877"/>
                <a:gd name="connsiteX2" fmla="*/ 12163 w 141028"/>
                <a:gd name="connsiteY2" fmla="*/ 45094 h 130877"/>
                <a:gd name="connsiteX3" fmla="*/ 135038 w 141028"/>
                <a:gd name="connsiteY3" fmla="*/ 12051 h 130877"/>
                <a:gd name="connsiteX4" fmla="*/ 139495 w 141028"/>
                <a:gd name="connsiteY4" fmla="*/ 28573 h 130877"/>
                <a:gd name="connsiteX5" fmla="*/ 122942 w 141028"/>
                <a:gd name="connsiteY5" fmla="*/ 33021 h 130877"/>
                <a:gd name="connsiteX6" fmla="*/ 33173 w 141028"/>
                <a:gd name="connsiteY6" fmla="*/ 57167 h 130877"/>
                <a:gd name="connsiteX7" fmla="*/ 29353 w 141028"/>
                <a:gd name="connsiteY7" fmla="*/ 114356 h 130877"/>
                <a:gd name="connsiteX8" fmla="*/ 22350 w 141028"/>
                <a:gd name="connsiteY8" fmla="*/ 130242 h 130877"/>
                <a:gd name="connsiteX9" fmla="*/ 17893 w 141028"/>
                <a:gd name="connsiteY9" fmla="*/ 130878 h 130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1028" h="130877">
                  <a:moveTo>
                    <a:pt x="17893" y="130878"/>
                  </a:moveTo>
                  <a:cubicBezTo>
                    <a:pt x="12800" y="130878"/>
                    <a:pt x="8344" y="127700"/>
                    <a:pt x="6434" y="123252"/>
                  </a:cubicBezTo>
                  <a:cubicBezTo>
                    <a:pt x="-3753" y="97200"/>
                    <a:pt x="-1843" y="68605"/>
                    <a:pt x="12163" y="45094"/>
                  </a:cubicBezTo>
                  <a:cubicBezTo>
                    <a:pt x="36993" y="1884"/>
                    <a:pt x="92382" y="-12731"/>
                    <a:pt x="135038" y="12051"/>
                  </a:cubicBezTo>
                  <a:cubicBezTo>
                    <a:pt x="140768" y="15229"/>
                    <a:pt x="142678" y="22854"/>
                    <a:pt x="139495" y="28573"/>
                  </a:cubicBezTo>
                  <a:cubicBezTo>
                    <a:pt x="136311" y="34292"/>
                    <a:pt x="128671" y="36198"/>
                    <a:pt x="122942" y="33021"/>
                  </a:cubicBezTo>
                  <a:cubicBezTo>
                    <a:pt x="91746" y="15229"/>
                    <a:pt x="51636" y="26031"/>
                    <a:pt x="33173" y="57167"/>
                  </a:cubicBezTo>
                  <a:cubicBezTo>
                    <a:pt x="22987" y="74959"/>
                    <a:pt x="21713" y="95293"/>
                    <a:pt x="29353" y="114356"/>
                  </a:cubicBezTo>
                  <a:cubicBezTo>
                    <a:pt x="31900" y="120711"/>
                    <a:pt x="28717" y="127700"/>
                    <a:pt x="22350" y="130242"/>
                  </a:cubicBezTo>
                  <a:cubicBezTo>
                    <a:pt x="21077" y="130878"/>
                    <a:pt x="19167" y="130878"/>
                    <a:pt x="17893" y="1308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B2498C21-F27E-1000-FDFE-1E846A8F6F8C}"/>
                </a:ext>
              </a:extLst>
            </p:cNvPr>
            <p:cNvSpPr/>
            <p:nvPr/>
          </p:nvSpPr>
          <p:spPr>
            <a:xfrm>
              <a:off x="2081351" y="3810796"/>
              <a:ext cx="67582" cy="208499"/>
            </a:xfrm>
            <a:custGeom>
              <a:avLst/>
              <a:gdLst>
                <a:gd name="connsiteX0" fmla="*/ 12194 w 67582"/>
                <a:gd name="connsiteY0" fmla="*/ 208500 h 208499"/>
                <a:gd name="connsiteX1" fmla="*/ 1370 w 67582"/>
                <a:gd name="connsiteY1" fmla="*/ 201510 h 208499"/>
                <a:gd name="connsiteX2" fmla="*/ 7100 w 67582"/>
                <a:gd name="connsiteY2" fmla="*/ 184989 h 208499"/>
                <a:gd name="connsiteX3" fmla="*/ 44026 w 67582"/>
                <a:gd name="connsiteY3" fmla="*/ 125893 h 208499"/>
                <a:gd name="connsiteX4" fmla="*/ 3280 w 67582"/>
                <a:gd name="connsiteY4" fmla="*/ 18505 h 208499"/>
                <a:gd name="connsiteX5" fmla="*/ 7100 w 67582"/>
                <a:gd name="connsiteY5" fmla="*/ 1984 h 208499"/>
                <a:gd name="connsiteX6" fmla="*/ 23653 w 67582"/>
                <a:gd name="connsiteY6" fmla="*/ 5796 h 208499"/>
                <a:gd name="connsiteX7" fmla="*/ 67583 w 67582"/>
                <a:gd name="connsiteY7" fmla="*/ 126529 h 208499"/>
                <a:gd name="connsiteX8" fmla="*/ 16650 w 67582"/>
                <a:gd name="connsiteY8" fmla="*/ 207229 h 208499"/>
                <a:gd name="connsiteX9" fmla="*/ 12194 w 67582"/>
                <a:gd name="connsiteY9" fmla="*/ 208500 h 20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582" h="208499">
                  <a:moveTo>
                    <a:pt x="12194" y="208500"/>
                  </a:moveTo>
                  <a:cubicBezTo>
                    <a:pt x="7737" y="208500"/>
                    <a:pt x="3280" y="205958"/>
                    <a:pt x="1370" y="201510"/>
                  </a:cubicBezTo>
                  <a:cubicBezTo>
                    <a:pt x="-1813" y="195156"/>
                    <a:pt x="734" y="188166"/>
                    <a:pt x="7100" y="184989"/>
                  </a:cubicBezTo>
                  <a:cubicBezTo>
                    <a:pt x="29383" y="174186"/>
                    <a:pt x="44026" y="150675"/>
                    <a:pt x="44026" y="125893"/>
                  </a:cubicBezTo>
                  <a:cubicBezTo>
                    <a:pt x="44026" y="110007"/>
                    <a:pt x="35750" y="68704"/>
                    <a:pt x="3280" y="18505"/>
                  </a:cubicBezTo>
                  <a:cubicBezTo>
                    <a:pt x="-539" y="12786"/>
                    <a:pt x="1370" y="5161"/>
                    <a:pt x="7100" y="1984"/>
                  </a:cubicBezTo>
                  <a:cubicBezTo>
                    <a:pt x="12830" y="-1829"/>
                    <a:pt x="20470" y="77"/>
                    <a:pt x="23653" y="5796"/>
                  </a:cubicBezTo>
                  <a:cubicBezTo>
                    <a:pt x="56123" y="57266"/>
                    <a:pt x="67583" y="103018"/>
                    <a:pt x="67583" y="126529"/>
                  </a:cubicBezTo>
                  <a:cubicBezTo>
                    <a:pt x="67583" y="160842"/>
                    <a:pt x="47846" y="192614"/>
                    <a:pt x="16650" y="207229"/>
                  </a:cubicBezTo>
                  <a:cubicBezTo>
                    <a:pt x="16013" y="207864"/>
                    <a:pt x="14104" y="208500"/>
                    <a:pt x="12194" y="2085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E549926A-C120-B9CC-E9F0-9B2F4DD26AC8}"/>
                </a:ext>
              </a:extLst>
            </p:cNvPr>
            <p:cNvSpPr/>
            <p:nvPr/>
          </p:nvSpPr>
          <p:spPr>
            <a:xfrm>
              <a:off x="2136783" y="3727909"/>
              <a:ext cx="202534" cy="190352"/>
            </a:xfrm>
            <a:custGeom>
              <a:avLst/>
              <a:gdLst>
                <a:gd name="connsiteX0" fmla="*/ 112105 w 202534"/>
                <a:gd name="connsiteY0" fmla="*/ 190352 h 190352"/>
                <a:gd name="connsiteX1" fmla="*/ 67539 w 202534"/>
                <a:gd name="connsiteY1" fmla="*/ 178279 h 190352"/>
                <a:gd name="connsiteX2" fmla="*/ 63083 w 202534"/>
                <a:gd name="connsiteY2" fmla="*/ 161758 h 190352"/>
                <a:gd name="connsiteX3" fmla="*/ 79636 w 202534"/>
                <a:gd name="connsiteY3" fmla="*/ 157310 h 190352"/>
                <a:gd name="connsiteX4" fmla="*/ 129295 w 202534"/>
                <a:gd name="connsiteY4" fmla="*/ 163664 h 190352"/>
                <a:gd name="connsiteX5" fmla="*/ 169404 w 202534"/>
                <a:gd name="connsiteY5" fmla="*/ 133163 h 190352"/>
                <a:gd name="connsiteX6" fmla="*/ 175771 w 202534"/>
                <a:gd name="connsiteY6" fmla="*/ 83599 h 190352"/>
                <a:gd name="connsiteX7" fmla="*/ 145211 w 202534"/>
                <a:gd name="connsiteY7" fmla="*/ 43567 h 190352"/>
                <a:gd name="connsiteX8" fmla="*/ 13424 w 202534"/>
                <a:gd name="connsiteY8" fmla="*/ 25775 h 190352"/>
                <a:gd name="connsiteX9" fmla="*/ 54 w 202534"/>
                <a:gd name="connsiteY9" fmla="*/ 14973 h 190352"/>
                <a:gd name="connsiteX10" fmla="*/ 10877 w 202534"/>
                <a:gd name="connsiteY10" fmla="*/ 1628 h 190352"/>
                <a:gd name="connsiteX11" fmla="*/ 157308 w 202534"/>
                <a:gd name="connsiteY11" fmla="*/ 22598 h 190352"/>
                <a:gd name="connsiteX12" fmla="*/ 199327 w 202534"/>
                <a:gd name="connsiteY12" fmla="*/ 77245 h 190352"/>
                <a:gd name="connsiteX13" fmla="*/ 190414 w 202534"/>
                <a:gd name="connsiteY13" fmla="*/ 145237 h 190352"/>
                <a:gd name="connsiteX14" fmla="*/ 135662 w 202534"/>
                <a:gd name="connsiteY14" fmla="*/ 187175 h 190352"/>
                <a:gd name="connsiteX15" fmla="*/ 112105 w 202534"/>
                <a:gd name="connsiteY15" fmla="*/ 190352 h 19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2534" h="190352">
                  <a:moveTo>
                    <a:pt x="112105" y="190352"/>
                  </a:moveTo>
                  <a:cubicBezTo>
                    <a:pt x="96189" y="190352"/>
                    <a:pt x="80909" y="186540"/>
                    <a:pt x="67539" y="178279"/>
                  </a:cubicBezTo>
                  <a:cubicBezTo>
                    <a:pt x="61810" y="175102"/>
                    <a:pt x="59899" y="167477"/>
                    <a:pt x="63083" y="161758"/>
                  </a:cubicBezTo>
                  <a:cubicBezTo>
                    <a:pt x="66266" y="156039"/>
                    <a:pt x="73906" y="154133"/>
                    <a:pt x="79636" y="157310"/>
                  </a:cubicBezTo>
                  <a:cubicBezTo>
                    <a:pt x="94916" y="166206"/>
                    <a:pt x="112742" y="168112"/>
                    <a:pt x="129295" y="163664"/>
                  </a:cubicBezTo>
                  <a:cubicBezTo>
                    <a:pt x="146485" y="159216"/>
                    <a:pt x="160491" y="148414"/>
                    <a:pt x="169404" y="133163"/>
                  </a:cubicBezTo>
                  <a:cubicBezTo>
                    <a:pt x="178318" y="117913"/>
                    <a:pt x="180227" y="100121"/>
                    <a:pt x="175771" y="83599"/>
                  </a:cubicBezTo>
                  <a:cubicBezTo>
                    <a:pt x="171314" y="66443"/>
                    <a:pt x="160491" y="52463"/>
                    <a:pt x="145211" y="43567"/>
                  </a:cubicBezTo>
                  <a:cubicBezTo>
                    <a:pt x="128658" y="34036"/>
                    <a:pt x="82819" y="20056"/>
                    <a:pt x="13424" y="25775"/>
                  </a:cubicBezTo>
                  <a:cubicBezTo>
                    <a:pt x="7057" y="26410"/>
                    <a:pt x="691" y="21327"/>
                    <a:pt x="54" y="14973"/>
                  </a:cubicBezTo>
                  <a:cubicBezTo>
                    <a:pt x="-583" y="7983"/>
                    <a:pt x="4511" y="2264"/>
                    <a:pt x="10877" y="1628"/>
                  </a:cubicBezTo>
                  <a:cubicBezTo>
                    <a:pt x="81546" y="-4726"/>
                    <a:pt x="133752" y="8618"/>
                    <a:pt x="157308" y="22598"/>
                  </a:cubicBezTo>
                  <a:cubicBezTo>
                    <a:pt x="178318" y="34671"/>
                    <a:pt x="192961" y="53734"/>
                    <a:pt x="199327" y="77245"/>
                  </a:cubicBezTo>
                  <a:cubicBezTo>
                    <a:pt x="205694" y="100121"/>
                    <a:pt x="202510" y="124903"/>
                    <a:pt x="190414" y="145237"/>
                  </a:cubicBezTo>
                  <a:cubicBezTo>
                    <a:pt x="178318" y="166206"/>
                    <a:pt x="159218" y="180821"/>
                    <a:pt x="135662" y="187175"/>
                  </a:cubicBezTo>
                  <a:cubicBezTo>
                    <a:pt x="127385" y="189082"/>
                    <a:pt x="119745" y="190352"/>
                    <a:pt x="112105" y="1903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26EECE0F-36F9-7F12-7CE3-85498DECFD45}"/>
                </a:ext>
              </a:extLst>
            </p:cNvPr>
            <p:cNvSpPr/>
            <p:nvPr/>
          </p:nvSpPr>
          <p:spPr>
            <a:xfrm>
              <a:off x="2113184" y="3520456"/>
              <a:ext cx="225451" cy="169684"/>
            </a:xfrm>
            <a:custGeom>
              <a:avLst/>
              <a:gdLst>
                <a:gd name="connsiteX0" fmla="*/ 174541 w 225451"/>
                <a:gd name="connsiteY0" fmla="*/ 169685 h 169684"/>
                <a:gd name="connsiteX1" fmla="*/ 163718 w 225451"/>
                <a:gd name="connsiteY1" fmla="*/ 163331 h 169684"/>
                <a:gd name="connsiteX2" fmla="*/ 168174 w 225451"/>
                <a:gd name="connsiteY2" fmla="*/ 146809 h 169684"/>
                <a:gd name="connsiteX3" fmla="*/ 192367 w 225451"/>
                <a:gd name="connsiteY3" fmla="*/ 57213 h 169684"/>
                <a:gd name="connsiteX4" fmla="*/ 152258 w 225451"/>
                <a:gd name="connsiteY4" fmla="*/ 26712 h 169684"/>
                <a:gd name="connsiteX5" fmla="*/ 102599 w 225451"/>
                <a:gd name="connsiteY5" fmla="*/ 33067 h 169684"/>
                <a:gd name="connsiteX6" fmla="*/ 23653 w 225451"/>
                <a:gd name="connsiteY6" fmla="*/ 134101 h 169684"/>
                <a:gd name="connsiteX7" fmla="*/ 7100 w 225451"/>
                <a:gd name="connsiteY7" fmla="*/ 139820 h 169684"/>
                <a:gd name="connsiteX8" fmla="*/ 1370 w 225451"/>
                <a:gd name="connsiteY8" fmla="*/ 123298 h 169684"/>
                <a:gd name="connsiteX9" fmla="*/ 90502 w 225451"/>
                <a:gd name="connsiteY9" fmla="*/ 12097 h 169684"/>
                <a:gd name="connsiteX10" fmla="*/ 158625 w 225451"/>
                <a:gd name="connsiteY10" fmla="*/ 3201 h 169684"/>
                <a:gd name="connsiteX11" fmla="*/ 213377 w 225451"/>
                <a:gd name="connsiteY11" fmla="*/ 45140 h 169684"/>
                <a:gd name="connsiteX12" fmla="*/ 180271 w 225451"/>
                <a:gd name="connsiteY12" fmla="*/ 167779 h 169684"/>
                <a:gd name="connsiteX13" fmla="*/ 174541 w 225451"/>
                <a:gd name="connsiteY13" fmla="*/ 169685 h 169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5451" h="169684">
                  <a:moveTo>
                    <a:pt x="174541" y="169685"/>
                  </a:moveTo>
                  <a:cubicBezTo>
                    <a:pt x="170084" y="169685"/>
                    <a:pt x="166264" y="167779"/>
                    <a:pt x="163718" y="163331"/>
                  </a:cubicBezTo>
                  <a:cubicBezTo>
                    <a:pt x="160534" y="157612"/>
                    <a:pt x="162444" y="149986"/>
                    <a:pt x="168174" y="146809"/>
                  </a:cubicBezTo>
                  <a:cubicBezTo>
                    <a:pt x="199371" y="129017"/>
                    <a:pt x="210194" y="88349"/>
                    <a:pt x="192367" y="57213"/>
                  </a:cubicBezTo>
                  <a:cubicBezTo>
                    <a:pt x="183454" y="41963"/>
                    <a:pt x="169448" y="31160"/>
                    <a:pt x="152258" y="26712"/>
                  </a:cubicBezTo>
                  <a:cubicBezTo>
                    <a:pt x="135068" y="22264"/>
                    <a:pt x="117878" y="24806"/>
                    <a:pt x="102599" y="33067"/>
                  </a:cubicBezTo>
                  <a:cubicBezTo>
                    <a:pt x="86682" y="41963"/>
                    <a:pt x="52303" y="73734"/>
                    <a:pt x="23653" y="134101"/>
                  </a:cubicBezTo>
                  <a:cubicBezTo>
                    <a:pt x="20470" y="140455"/>
                    <a:pt x="13467" y="142997"/>
                    <a:pt x="7100" y="139820"/>
                  </a:cubicBezTo>
                  <a:cubicBezTo>
                    <a:pt x="734" y="136642"/>
                    <a:pt x="-1813" y="129653"/>
                    <a:pt x="1370" y="123298"/>
                  </a:cubicBezTo>
                  <a:cubicBezTo>
                    <a:pt x="30657" y="61661"/>
                    <a:pt x="67583" y="24806"/>
                    <a:pt x="90502" y="12097"/>
                  </a:cubicBezTo>
                  <a:cubicBezTo>
                    <a:pt x="111512" y="24"/>
                    <a:pt x="135705" y="-3153"/>
                    <a:pt x="158625" y="3201"/>
                  </a:cubicBezTo>
                  <a:cubicBezTo>
                    <a:pt x="181544" y="9555"/>
                    <a:pt x="201280" y="24170"/>
                    <a:pt x="213377" y="45140"/>
                  </a:cubicBezTo>
                  <a:cubicBezTo>
                    <a:pt x="238207" y="88349"/>
                    <a:pt x="223563" y="142997"/>
                    <a:pt x="180271" y="167779"/>
                  </a:cubicBezTo>
                  <a:cubicBezTo>
                    <a:pt x="178361" y="169049"/>
                    <a:pt x="176451" y="169685"/>
                    <a:pt x="174541" y="1696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150CDE42-8E76-F681-64CB-1EC0232254FA}"/>
                </a:ext>
              </a:extLst>
            </p:cNvPr>
            <p:cNvSpPr/>
            <p:nvPr/>
          </p:nvSpPr>
          <p:spPr>
            <a:xfrm>
              <a:off x="7802589" y="3596245"/>
              <a:ext cx="343496" cy="342986"/>
            </a:xfrm>
            <a:custGeom>
              <a:avLst/>
              <a:gdLst>
                <a:gd name="connsiteX0" fmla="*/ 31684 w 343496"/>
                <a:gd name="connsiteY0" fmla="*/ 30988 h 342986"/>
                <a:gd name="connsiteX1" fmla="*/ 141825 w 343496"/>
                <a:gd name="connsiteY1" fmla="*/ 201920 h 342986"/>
                <a:gd name="connsiteX2" fmla="*/ 313086 w 343496"/>
                <a:gd name="connsiteY2" fmla="*/ 311214 h 342986"/>
                <a:gd name="connsiteX3" fmla="*/ 309903 w 343496"/>
                <a:gd name="connsiteY3" fmla="*/ 33530 h 342986"/>
                <a:gd name="connsiteX4" fmla="*/ 31684 w 343496"/>
                <a:gd name="connsiteY4" fmla="*/ 30988 h 342986"/>
                <a:gd name="connsiteX5" fmla="*/ 331549 w 343496"/>
                <a:gd name="connsiteY5" fmla="*/ 342986 h 342986"/>
                <a:gd name="connsiteX6" fmla="*/ 327729 w 343496"/>
                <a:gd name="connsiteY6" fmla="*/ 342351 h 342986"/>
                <a:gd name="connsiteX7" fmla="*/ 123999 w 343496"/>
                <a:gd name="connsiteY7" fmla="*/ 219076 h 342986"/>
                <a:gd name="connsiteX8" fmla="*/ 488 w 343496"/>
                <a:gd name="connsiteY8" fmla="*/ 15737 h 342986"/>
                <a:gd name="connsiteX9" fmla="*/ 3671 w 343496"/>
                <a:gd name="connsiteY9" fmla="*/ 3664 h 342986"/>
                <a:gd name="connsiteX10" fmla="*/ 15767 w 343496"/>
                <a:gd name="connsiteY10" fmla="*/ 487 h 342986"/>
                <a:gd name="connsiteX11" fmla="*/ 323272 w 343496"/>
                <a:gd name="connsiteY11" fmla="*/ 4935 h 342986"/>
                <a:gd name="connsiteX12" fmla="*/ 335369 w 343496"/>
                <a:gd name="connsiteY12" fmla="*/ 8112 h 342986"/>
                <a:gd name="connsiteX13" fmla="*/ 338552 w 343496"/>
                <a:gd name="connsiteY13" fmla="*/ 20185 h 342986"/>
                <a:gd name="connsiteX14" fmla="*/ 343009 w 343496"/>
                <a:gd name="connsiteY14" fmla="*/ 327100 h 342986"/>
                <a:gd name="connsiteX15" fmla="*/ 339825 w 343496"/>
                <a:gd name="connsiteY15" fmla="*/ 339173 h 342986"/>
                <a:gd name="connsiteX16" fmla="*/ 331549 w 343496"/>
                <a:gd name="connsiteY16" fmla="*/ 342986 h 342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3496" h="342986">
                  <a:moveTo>
                    <a:pt x="31684" y="30988"/>
                  </a:moveTo>
                  <a:cubicBezTo>
                    <a:pt x="55240" y="95167"/>
                    <a:pt x="92803" y="153627"/>
                    <a:pt x="141825" y="201920"/>
                  </a:cubicBezTo>
                  <a:cubicBezTo>
                    <a:pt x="190211" y="250213"/>
                    <a:pt x="249421" y="287703"/>
                    <a:pt x="313086" y="311214"/>
                  </a:cubicBezTo>
                  <a:cubicBezTo>
                    <a:pt x="288256" y="220347"/>
                    <a:pt x="286983" y="125032"/>
                    <a:pt x="309903" y="33530"/>
                  </a:cubicBezTo>
                  <a:cubicBezTo>
                    <a:pt x="218224" y="56405"/>
                    <a:pt x="123362" y="55770"/>
                    <a:pt x="31684" y="30988"/>
                  </a:cubicBezTo>
                  <a:moveTo>
                    <a:pt x="331549" y="342986"/>
                  </a:moveTo>
                  <a:cubicBezTo>
                    <a:pt x="330276" y="342986"/>
                    <a:pt x="329003" y="342986"/>
                    <a:pt x="327729" y="342351"/>
                  </a:cubicBezTo>
                  <a:cubicBezTo>
                    <a:pt x="251330" y="318204"/>
                    <a:pt x="181298" y="275630"/>
                    <a:pt x="123999" y="219076"/>
                  </a:cubicBezTo>
                  <a:cubicBezTo>
                    <a:pt x="67337" y="162523"/>
                    <a:pt x="24681" y="91990"/>
                    <a:pt x="488" y="15737"/>
                  </a:cubicBezTo>
                  <a:cubicBezTo>
                    <a:pt x="-786" y="11289"/>
                    <a:pt x="488" y="6841"/>
                    <a:pt x="3671" y="3664"/>
                  </a:cubicBezTo>
                  <a:cubicBezTo>
                    <a:pt x="6855" y="487"/>
                    <a:pt x="11947" y="-784"/>
                    <a:pt x="15767" y="487"/>
                  </a:cubicBezTo>
                  <a:cubicBezTo>
                    <a:pt x="115723" y="32259"/>
                    <a:pt x="222044" y="33530"/>
                    <a:pt x="323272" y="4935"/>
                  </a:cubicBezTo>
                  <a:cubicBezTo>
                    <a:pt x="327729" y="3664"/>
                    <a:pt x="332186" y="4935"/>
                    <a:pt x="335369" y="8112"/>
                  </a:cubicBezTo>
                  <a:cubicBezTo>
                    <a:pt x="338552" y="11289"/>
                    <a:pt x="339825" y="15737"/>
                    <a:pt x="338552" y="20185"/>
                  </a:cubicBezTo>
                  <a:cubicBezTo>
                    <a:pt x="309266" y="121220"/>
                    <a:pt x="311176" y="227337"/>
                    <a:pt x="343009" y="327100"/>
                  </a:cubicBezTo>
                  <a:cubicBezTo>
                    <a:pt x="344282" y="331548"/>
                    <a:pt x="343009" y="335996"/>
                    <a:pt x="339825" y="339173"/>
                  </a:cubicBezTo>
                  <a:cubicBezTo>
                    <a:pt x="337916" y="341715"/>
                    <a:pt x="334733" y="342986"/>
                    <a:pt x="331549" y="3429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8B3705A0-F74A-0F2C-DE91-8F6EAAA0A090}"/>
                </a:ext>
              </a:extLst>
            </p:cNvPr>
            <p:cNvSpPr/>
            <p:nvPr/>
          </p:nvSpPr>
          <p:spPr>
            <a:xfrm>
              <a:off x="7780794" y="3013255"/>
              <a:ext cx="563510" cy="500870"/>
            </a:xfrm>
            <a:custGeom>
              <a:avLst/>
              <a:gdLst>
                <a:gd name="connsiteX0" fmla="*/ 24829 w 563510"/>
                <a:gd name="connsiteY0" fmla="*/ 436056 h 500870"/>
                <a:gd name="connsiteX1" fmla="*/ 472399 w 563510"/>
                <a:gd name="connsiteY1" fmla="*/ 366158 h 500870"/>
                <a:gd name="connsiteX2" fmla="*/ 475582 w 563510"/>
                <a:gd name="connsiteY2" fmla="*/ 362981 h 500870"/>
                <a:gd name="connsiteX3" fmla="*/ 476218 w 563510"/>
                <a:gd name="connsiteY3" fmla="*/ 362346 h 500870"/>
                <a:gd name="connsiteX4" fmla="*/ 481312 w 563510"/>
                <a:gd name="connsiteY4" fmla="*/ 356627 h 500870"/>
                <a:gd name="connsiteX5" fmla="*/ 486405 w 563510"/>
                <a:gd name="connsiteY5" fmla="*/ 97370 h 500870"/>
                <a:gd name="connsiteX6" fmla="*/ 475582 w 563510"/>
                <a:gd name="connsiteY6" fmla="*/ 85932 h 500870"/>
                <a:gd name="connsiteX7" fmla="*/ 220283 w 563510"/>
                <a:gd name="connsiteY7" fmla="*/ 64962 h 500870"/>
                <a:gd name="connsiteX8" fmla="*/ 162984 w 563510"/>
                <a:gd name="connsiteY8" fmla="*/ 113255 h 500870"/>
                <a:gd name="connsiteX9" fmla="*/ 24829 w 563510"/>
                <a:gd name="connsiteY9" fmla="*/ 436056 h 500870"/>
                <a:gd name="connsiteX10" fmla="*/ 199273 w 563510"/>
                <a:gd name="connsiteY10" fmla="*/ 500870 h 500870"/>
                <a:gd name="connsiteX11" fmla="*/ 6367 w 563510"/>
                <a:gd name="connsiteY11" fmla="*/ 453848 h 500870"/>
                <a:gd name="connsiteX12" fmla="*/ 0 w 563510"/>
                <a:gd name="connsiteY12" fmla="*/ 443046 h 500870"/>
                <a:gd name="connsiteX13" fmla="*/ 146431 w 563510"/>
                <a:gd name="connsiteY13" fmla="*/ 95463 h 500870"/>
                <a:gd name="connsiteX14" fmla="*/ 206913 w 563510"/>
                <a:gd name="connsiteY14" fmla="*/ 44628 h 500870"/>
                <a:gd name="connsiteX15" fmla="*/ 493408 w 563510"/>
                <a:gd name="connsiteY15" fmla="*/ 68140 h 500870"/>
                <a:gd name="connsiteX16" fmla="*/ 505504 w 563510"/>
                <a:gd name="connsiteY16" fmla="*/ 80848 h 500870"/>
                <a:gd name="connsiteX17" fmla="*/ 499775 w 563510"/>
                <a:gd name="connsiteY17" fmla="*/ 372513 h 500870"/>
                <a:gd name="connsiteX18" fmla="*/ 494045 w 563510"/>
                <a:gd name="connsiteY18" fmla="*/ 378867 h 500870"/>
                <a:gd name="connsiteX19" fmla="*/ 490225 w 563510"/>
                <a:gd name="connsiteY19" fmla="*/ 382679 h 500870"/>
                <a:gd name="connsiteX20" fmla="*/ 199273 w 563510"/>
                <a:gd name="connsiteY20" fmla="*/ 500870 h 50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63510" h="500870">
                  <a:moveTo>
                    <a:pt x="24829" y="436056"/>
                  </a:moveTo>
                  <a:cubicBezTo>
                    <a:pt x="174443" y="509766"/>
                    <a:pt x="353344" y="481807"/>
                    <a:pt x="472399" y="366158"/>
                  </a:cubicBezTo>
                  <a:lnTo>
                    <a:pt x="475582" y="362981"/>
                  </a:lnTo>
                  <a:lnTo>
                    <a:pt x="476218" y="362346"/>
                  </a:lnTo>
                  <a:cubicBezTo>
                    <a:pt x="477492" y="361075"/>
                    <a:pt x="479402" y="359168"/>
                    <a:pt x="481312" y="356627"/>
                  </a:cubicBezTo>
                  <a:cubicBezTo>
                    <a:pt x="570444" y="263853"/>
                    <a:pt x="539884" y="159007"/>
                    <a:pt x="486405" y="97370"/>
                  </a:cubicBezTo>
                  <a:cubicBezTo>
                    <a:pt x="483221" y="93557"/>
                    <a:pt x="479402" y="89744"/>
                    <a:pt x="475582" y="85932"/>
                  </a:cubicBezTo>
                  <a:cubicBezTo>
                    <a:pt x="420830" y="31284"/>
                    <a:pt x="320874" y="-7477"/>
                    <a:pt x="220283" y="64962"/>
                  </a:cubicBezTo>
                  <a:cubicBezTo>
                    <a:pt x="199909" y="79577"/>
                    <a:pt x="180810" y="96099"/>
                    <a:pt x="162984" y="113255"/>
                  </a:cubicBezTo>
                  <a:cubicBezTo>
                    <a:pt x="77035" y="199039"/>
                    <a:pt x="28012" y="313417"/>
                    <a:pt x="24829" y="436056"/>
                  </a:cubicBezTo>
                  <a:moveTo>
                    <a:pt x="199273" y="500870"/>
                  </a:moveTo>
                  <a:cubicBezTo>
                    <a:pt x="133698" y="500870"/>
                    <a:pt x="67485" y="485620"/>
                    <a:pt x="6367" y="453848"/>
                  </a:cubicBezTo>
                  <a:cubicBezTo>
                    <a:pt x="2546" y="451942"/>
                    <a:pt x="0" y="447494"/>
                    <a:pt x="0" y="443046"/>
                  </a:cubicBezTo>
                  <a:cubicBezTo>
                    <a:pt x="1273" y="311511"/>
                    <a:pt x="53478" y="188237"/>
                    <a:pt x="146431" y="95463"/>
                  </a:cubicBezTo>
                  <a:cubicBezTo>
                    <a:pt x="164893" y="77036"/>
                    <a:pt x="185267" y="59879"/>
                    <a:pt x="206913" y="44628"/>
                  </a:cubicBezTo>
                  <a:cubicBezTo>
                    <a:pt x="319601" y="-36707"/>
                    <a:pt x="431652" y="6502"/>
                    <a:pt x="493408" y="68140"/>
                  </a:cubicBezTo>
                  <a:cubicBezTo>
                    <a:pt x="497865" y="72588"/>
                    <a:pt x="501685" y="76400"/>
                    <a:pt x="505504" y="80848"/>
                  </a:cubicBezTo>
                  <a:cubicBezTo>
                    <a:pt x="565987" y="150111"/>
                    <a:pt x="600366" y="268301"/>
                    <a:pt x="499775" y="372513"/>
                  </a:cubicBezTo>
                  <a:cubicBezTo>
                    <a:pt x="497865" y="374419"/>
                    <a:pt x="495954" y="376325"/>
                    <a:pt x="494045" y="378867"/>
                  </a:cubicBezTo>
                  <a:lnTo>
                    <a:pt x="490225" y="382679"/>
                  </a:lnTo>
                  <a:cubicBezTo>
                    <a:pt x="410006" y="460838"/>
                    <a:pt x="304958" y="500870"/>
                    <a:pt x="199273" y="5008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70D2A0DA-BDE5-FA80-05EC-02ED666CCB83}"/>
                </a:ext>
              </a:extLst>
            </p:cNvPr>
            <p:cNvSpPr/>
            <p:nvPr/>
          </p:nvSpPr>
          <p:spPr>
            <a:xfrm>
              <a:off x="8229013" y="3400019"/>
              <a:ext cx="378273" cy="561452"/>
            </a:xfrm>
            <a:custGeom>
              <a:avLst/>
              <a:gdLst>
                <a:gd name="connsiteX0" fmla="*/ 57922 w 378273"/>
                <a:gd name="connsiteY0" fmla="*/ 561452 h 561452"/>
                <a:gd name="connsiteX1" fmla="*/ 47099 w 378273"/>
                <a:gd name="connsiteY1" fmla="*/ 555098 h 561452"/>
                <a:gd name="connsiteX2" fmla="*/ 117767 w 378273"/>
                <a:gd name="connsiteY2" fmla="*/ 73439 h 561452"/>
                <a:gd name="connsiteX3" fmla="*/ 120951 w 378273"/>
                <a:gd name="connsiteY3" fmla="*/ 69626 h 561452"/>
                <a:gd name="connsiteX4" fmla="*/ 121588 w 378273"/>
                <a:gd name="connsiteY4" fmla="*/ 68991 h 561452"/>
                <a:gd name="connsiteX5" fmla="*/ 127317 w 378273"/>
                <a:gd name="connsiteY5" fmla="*/ 63272 h 561452"/>
                <a:gd name="connsiteX6" fmla="*/ 371793 w 378273"/>
                <a:gd name="connsiteY6" fmla="*/ 25146 h 561452"/>
                <a:gd name="connsiteX7" fmla="*/ 376887 w 378273"/>
                <a:gd name="connsiteY7" fmla="*/ 41667 h 561452"/>
                <a:gd name="connsiteX8" fmla="*/ 360334 w 378273"/>
                <a:gd name="connsiteY8" fmla="*/ 46750 h 561452"/>
                <a:gd name="connsiteX9" fmla="*/ 144507 w 378273"/>
                <a:gd name="connsiteY9" fmla="*/ 81064 h 561452"/>
                <a:gd name="connsiteX10" fmla="*/ 138777 w 378273"/>
                <a:gd name="connsiteY10" fmla="*/ 86783 h 561452"/>
                <a:gd name="connsiteX11" fmla="*/ 138141 w 378273"/>
                <a:gd name="connsiteY11" fmla="*/ 87418 h 561452"/>
                <a:gd name="connsiteX12" fmla="*/ 134958 w 378273"/>
                <a:gd name="connsiteY12" fmla="*/ 90595 h 561452"/>
                <a:gd name="connsiteX13" fmla="*/ 68109 w 378273"/>
                <a:gd name="connsiteY13" fmla="*/ 544295 h 561452"/>
                <a:gd name="connsiteX14" fmla="*/ 63015 w 378273"/>
                <a:gd name="connsiteY14" fmla="*/ 560817 h 561452"/>
                <a:gd name="connsiteX15" fmla="*/ 57922 w 378273"/>
                <a:gd name="connsiteY15" fmla="*/ 561452 h 561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8273" h="561452">
                  <a:moveTo>
                    <a:pt x="57922" y="561452"/>
                  </a:moveTo>
                  <a:cubicBezTo>
                    <a:pt x="53465" y="561452"/>
                    <a:pt x="49009" y="558910"/>
                    <a:pt x="47099" y="555098"/>
                  </a:cubicBezTo>
                  <a:cubicBezTo>
                    <a:pt x="-35667" y="395604"/>
                    <a:pt x="-7654" y="201796"/>
                    <a:pt x="117767" y="73439"/>
                  </a:cubicBezTo>
                  <a:cubicBezTo>
                    <a:pt x="119041" y="72168"/>
                    <a:pt x="120314" y="70897"/>
                    <a:pt x="120951" y="69626"/>
                  </a:cubicBezTo>
                  <a:lnTo>
                    <a:pt x="121588" y="68991"/>
                  </a:lnTo>
                  <a:cubicBezTo>
                    <a:pt x="123497" y="67084"/>
                    <a:pt x="125408" y="65178"/>
                    <a:pt x="127317" y="63272"/>
                  </a:cubicBezTo>
                  <a:cubicBezTo>
                    <a:pt x="198623" y="-4720"/>
                    <a:pt x="287119" y="-18699"/>
                    <a:pt x="371793" y="25146"/>
                  </a:cubicBezTo>
                  <a:cubicBezTo>
                    <a:pt x="377523" y="28323"/>
                    <a:pt x="380070" y="35312"/>
                    <a:pt x="376887" y="41667"/>
                  </a:cubicBezTo>
                  <a:cubicBezTo>
                    <a:pt x="373704" y="47386"/>
                    <a:pt x="366701" y="49928"/>
                    <a:pt x="360334" y="46750"/>
                  </a:cubicBezTo>
                  <a:cubicBezTo>
                    <a:pt x="316405" y="23875"/>
                    <a:pt x="230456" y="-1543"/>
                    <a:pt x="144507" y="81064"/>
                  </a:cubicBezTo>
                  <a:cubicBezTo>
                    <a:pt x="142597" y="82970"/>
                    <a:pt x="140688" y="84876"/>
                    <a:pt x="138777" y="86783"/>
                  </a:cubicBezTo>
                  <a:lnTo>
                    <a:pt x="138141" y="87418"/>
                  </a:lnTo>
                  <a:cubicBezTo>
                    <a:pt x="136867" y="88689"/>
                    <a:pt x="136231" y="89324"/>
                    <a:pt x="134958" y="90595"/>
                  </a:cubicBezTo>
                  <a:cubicBezTo>
                    <a:pt x="17176" y="211328"/>
                    <a:pt x="-10200" y="393697"/>
                    <a:pt x="68109" y="544295"/>
                  </a:cubicBezTo>
                  <a:cubicBezTo>
                    <a:pt x="71292" y="550014"/>
                    <a:pt x="68745" y="557639"/>
                    <a:pt x="63015" y="560817"/>
                  </a:cubicBezTo>
                  <a:cubicBezTo>
                    <a:pt x="61742" y="560817"/>
                    <a:pt x="59832" y="561452"/>
                    <a:pt x="57922" y="5614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94FB21B5-C203-A31C-A370-621F52C349C8}"/>
                </a:ext>
              </a:extLst>
            </p:cNvPr>
            <p:cNvSpPr/>
            <p:nvPr/>
          </p:nvSpPr>
          <p:spPr>
            <a:xfrm>
              <a:off x="7471755" y="2879172"/>
              <a:ext cx="1393418" cy="1391755"/>
            </a:xfrm>
            <a:custGeom>
              <a:avLst/>
              <a:gdLst>
                <a:gd name="connsiteX0" fmla="*/ 77932 w 1393418"/>
                <a:gd name="connsiteY0" fmla="*/ 352820 h 1391755"/>
                <a:gd name="connsiteX1" fmla="*/ 58196 w 1393418"/>
                <a:gd name="connsiteY1" fmla="*/ 356633 h 1391755"/>
                <a:gd name="connsiteX2" fmla="*/ 28273 w 1393418"/>
                <a:gd name="connsiteY2" fmla="*/ 385228 h 1391755"/>
                <a:gd name="connsiteX3" fmla="*/ 27636 w 1393418"/>
                <a:gd name="connsiteY3" fmla="*/ 426531 h 1391755"/>
                <a:gd name="connsiteX4" fmla="*/ 49919 w 1393418"/>
                <a:gd name="connsiteY4" fmla="*/ 474188 h 1391755"/>
                <a:gd name="connsiteX5" fmla="*/ 136504 w 1393418"/>
                <a:gd name="connsiteY5" fmla="*/ 589202 h 1391755"/>
                <a:gd name="connsiteX6" fmla="*/ 200170 w 1393418"/>
                <a:gd name="connsiteY6" fmla="*/ 643214 h 1391755"/>
                <a:gd name="connsiteX7" fmla="*/ 205263 w 1393418"/>
                <a:gd name="connsiteY7" fmla="*/ 651475 h 1391755"/>
                <a:gd name="connsiteX8" fmla="*/ 379707 w 1393418"/>
                <a:gd name="connsiteY8" fmla="*/ 1012401 h 1391755"/>
                <a:gd name="connsiteX9" fmla="*/ 741328 w 1393418"/>
                <a:gd name="connsiteY9" fmla="*/ 1186510 h 1391755"/>
                <a:gd name="connsiteX10" fmla="*/ 749604 w 1393418"/>
                <a:gd name="connsiteY10" fmla="*/ 1191594 h 1391755"/>
                <a:gd name="connsiteX11" fmla="*/ 803720 w 1393418"/>
                <a:gd name="connsiteY11" fmla="*/ 1254502 h 1391755"/>
                <a:gd name="connsiteX12" fmla="*/ 918955 w 1393418"/>
                <a:gd name="connsiteY12" fmla="*/ 1340921 h 1391755"/>
                <a:gd name="connsiteX13" fmla="*/ 920229 w 1393418"/>
                <a:gd name="connsiteY13" fmla="*/ 1341556 h 1391755"/>
                <a:gd name="connsiteX14" fmla="*/ 966704 w 1393418"/>
                <a:gd name="connsiteY14" fmla="*/ 1363161 h 1391755"/>
                <a:gd name="connsiteX15" fmla="*/ 1008087 w 1393418"/>
                <a:gd name="connsiteY15" fmla="*/ 1362525 h 1391755"/>
                <a:gd name="connsiteX16" fmla="*/ 1036736 w 1393418"/>
                <a:gd name="connsiteY16" fmla="*/ 1332660 h 1391755"/>
                <a:gd name="connsiteX17" fmla="*/ 1036100 w 1393418"/>
                <a:gd name="connsiteY17" fmla="*/ 1291357 h 1391755"/>
                <a:gd name="connsiteX18" fmla="*/ 1006177 w 1393418"/>
                <a:gd name="connsiteY18" fmla="*/ 1262762 h 1391755"/>
                <a:gd name="connsiteX19" fmla="*/ 971161 w 1393418"/>
                <a:gd name="connsiteY19" fmla="*/ 1246876 h 1391755"/>
                <a:gd name="connsiteX20" fmla="*/ 908132 w 1393418"/>
                <a:gd name="connsiteY20" fmla="*/ 1203667 h 1391755"/>
                <a:gd name="connsiteX21" fmla="*/ 904312 w 1393418"/>
                <a:gd name="connsiteY21" fmla="*/ 1190958 h 1391755"/>
                <a:gd name="connsiteX22" fmla="*/ 913862 w 1393418"/>
                <a:gd name="connsiteY22" fmla="*/ 1182062 h 1391755"/>
                <a:gd name="connsiteX23" fmla="*/ 1240466 w 1393418"/>
                <a:gd name="connsiteY23" fmla="*/ 1013037 h 1391755"/>
                <a:gd name="connsiteX24" fmla="*/ 1302859 w 1393418"/>
                <a:gd name="connsiteY24" fmla="*/ 939326 h 1391755"/>
                <a:gd name="connsiteX25" fmla="*/ 1249379 w 1393418"/>
                <a:gd name="connsiteY25" fmla="*/ 496429 h 1391755"/>
                <a:gd name="connsiteX26" fmla="*/ 991534 w 1393418"/>
                <a:gd name="connsiteY26" fmla="*/ 415093 h 1391755"/>
                <a:gd name="connsiteX27" fmla="*/ 981347 w 1393418"/>
                <a:gd name="connsiteY27" fmla="*/ 411916 h 1391755"/>
                <a:gd name="connsiteX28" fmla="*/ 978164 w 1393418"/>
                <a:gd name="connsiteY28" fmla="*/ 401749 h 1391755"/>
                <a:gd name="connsiteX29" fmla="*/ 896672 w 1393418"/>
                <a:gd name="connsiteY29" fmla="*/ 144398 h 1391755"/>
                <a:gd name="connsiteX30" fmla="*/ 452923 w 1393418"/>
                <a:gd name="connsiteY30" fmla="*/ 91022 h 1391755"/>
                <a:gd name="connsiteX31" fmla="*/ 379707 w 1393418"/>
                <a:gd name="connsiteY31" fmla="*/ 153294 h 1391755"/>
                <a:gd name="connsiteX32" fmla="*/ 210357 w 1393418"/>
                <a:gd name="connsiteY32" fmla="*/ 479272 h 1391755"/>
                <a:gd name="connsiteX33" fmla="*/ 201444 w 1393418"/>
                <a:gd name="connsiteY33" fmla="*/ 488803 h 1391755"/>
                <a:gd name="connsiteX34" fmla="*/ 188711 w 1393418"/>
                <a:gd name="connsiteY34" fmla="*/ 484991 h 1391755"/>
                <a:gd name="connsiteX35" fmla="*/ 145418 w 1393418"/>
                <a:gd name="connsiteY35" fmla="*/ 422718 h 1391755"/>
                <a:gd name="connsiteX36" fmla="*/ 129501 w 1393418"/>
                <a:gd name="connsiteY36" fmla="*/ 387134 h 1391755"/>
                <a:gd name="connsiteX37" fmla="*/ 100852 w 1393418"/>
                <a:gd name="connsiteY37" fmla="*/ 357269 h 1391755"/>
                <a:gd name="connsiteX38" fmla="*/ 77932 w 1393418"/>
                <a:gd name="connsiteY38" fmla="*/ 352820 h 1391755"/>
                <a:gd name="connsiteX39" fmla="*/ 985804 w 1393418"/>
                <a:gd name="connsiteY39" fmla="*/ 1391755 h 1391755"/>
                <a:gd name="connsiteX40" fmla="*/ 957154 w 1393418"/>
                <a:gd name="connsiteY40" fmla="*/ 1386037 h 1391755"/>
                <a:gd name="connsiteX41" fmla="*/ 907495 w 1393418"/>
                <a:gd name="connsiteY41" fmla="*/ 1363161 h 1391755"/>
                <a:gd name="connsiteX42" fmla="*/ 906222 w 1393418"/>
                <a:gd name="connsiteY42" fmla="*/ 1362525 h 1391755"/>
                <a:gd name="connsiteX43" fmla="*/ 785893 w 1393418"/>
                <a:gd name="connsiteY43" fmla="*/ 1271658 h 1391755"/>
                <a:gd name="connsiteX44" fmla="*/ 732415 w 1393418"/>
                <a:gd name="connsiteY44" fmla="*/ 1210021 h 1391755"/>
                <a:gd name="connsiteX45" fmla="*/ 361881 w 1393418"/>
                <a:gd name="connsiteY45" fmla="*/ 1029558 h 1391755"/>
                <a:gd name="connsiteX46" fmla="*/ 181070 w 1393418"/>
                <a:gd name="connsiteY46" fmla="*/ 659735 h 1391755"/>
                <a:gd name="connsiteX47" fmla="*/ 119315 w 1393418"/>
                <a:gd name="connsiteY47" fmla="*/ 606359 h 1391755"/>
                <a:gd name="connsiteX48" fmla="*/ 28273 w 1393418"/>
                <a:gd name="connsiteY48" fmla="*/ 485626 h 1391755"/>
                <a:gd name="connsiteX49" fmla="*/ 5353 w 1393418"/>
                <a:gd name="connsiteY49" fmla="*/ 435427 h 1391755"/>
                <a:gd name="connsiteX50" fmla="*/ 6627 w 1393418"/>
                <a:gd name="connsiteY50" fmla="*/ 375061 h 1391755"/>
                <a:gd name="connsiteX51" fmla="*/ 49919 w 1393418"/>
                <a:gd name="connsiteY51" fmla="*/ 333122 h 1391755"/>
                <a:gd name="connsiteX52" fmla="*/ 110402 w 1393418"/>
                <a:gd name="connsiteY52" fmla="*/ 334393 h 1391755"/>
                <a:gd name="connsiteX53" fmla="*/ 152421 w 1393418"/>
                <a:gd name="connsiteY53" fmla="*/ 377602 h 1391755"/>
                <a:gd name="connsiteX54" fmla="*/ 167064 w 1393418"/>
                <a:gd name="connsiteY54" fmla="*/ 410010 h 1391755"/>
                <a:gd name="connsiteX55" fmla="*/ 191894 w 1393418"/>
                <a:gd name="connsiteY55" fmla="*/ 447500 h 1391755"/>
                <a:gd name="connsiteX56" fmla="*/ 362517 w 1393418"/>
                <a:gd name="connsiteY56" fmla="*/ 134867 h 1391755"/>
                <a:gd name="connsiteX57" fmla="*/ 438916 w 1393418"/>
                <a:gd name="connsiteY57" fmla="*/ 70052 h 1391755"/>
                <a:gd name="connsiteX58" fmla="*/ 915772 w 1393418"/>
                <a:gd name="connsiteY58" fmla="*/ 127241 h 1391755"/>
                <a:gd name="connsiteX59" fmla="*/ 1004267 w 1393418"/>
                <a:gd name="connsiteY59" fmla="*/ 388405 h 1391755"/>
                <a:gd name="connsiteX60" fmla="*/ 1265932 w 1393418"/>
                <a:gd name="connsiteY60" fmla="*/ 476730 h 1391755"/>
                <a:gd name="connsiteX61" fmla="*/ 1323231 w 1393418"/>
                <a:gd name="connsiteY61" fmla="*/ 952670 h 1391755"/>
                <a:gd name="connsiteX62" fmla="*/ 1258293 w 1393418"/>
                <a:gd name="connsiteY62" fmla="*/ 1028922 h 1391755"/>
                <a:gd name="connsiteX63" fmla="*/ 945058 w 1393418"/>
                <a:gd name="connsiteY63" fmla="*/ 1199219 h 1391755"/>
                <a:gd name="connsiteX64" fmla="*/ 983257 w 1393418"/>
                <a:gd name="connsiteY64" fmla="*/ 1224001 h 1391755"/>
                <a:gd name="connsiteX65" fmla="*/ 1015727 w 1393418"/>
                <a:gd name="connsiteY65" fmla="*/ 1238616 h 1391755"/>
                <a:gd name="connsiteX66" fmla="*/ 1059019 w 1393418"/>
                <a:gd name="connsiteY66" fmla="*/ 1280554 h 1391755"/>
                <a:gd name="connsiteX67" fmla="*/ 1060293 w 1393418"/>
                <a:gd name="connsiteY67" fmla="*/ 1340921 h 1391755"/>
                <a:gd name="connsiteX68" fmla="*/ 1018273 w 1393418"/>
                <a:gd name="connsiteY68" fmla="*/ 1384130 h 1391755"/>
                <a:gd name="connsiteX69" fmla="*/ 985804 w 1393418"/>
                <a:gd name="connsiteY69" fmla="*/ 1391755 h 1391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393418" h="1391755">
                  <a:moveTo>
                    <a:pt x="77932" y="352820"/>
                  </a:moveTo>
                  <a:cubicBezTo>
                    <a:pt x="70929" y="352820"/>
                    <a:pt x="64563" y="354091"/>
                    <a:pt x="58196" y="356633"/>
                  </a:cubicBezTo>
                  <a:cubicBezTo>
                    <a:pt x="44826" y="361717"/>
                    <a:pt x="34003" y="371883"/>
                    <a:pt x="28273" y="385228"/>
                  </a:cubicBezTo>
                  <a:cubicBezTo>
                    <a:pt x="22543" y="398572"/>
                    <a:pt x="21906" y="413187"/>
                    <a:pt x="27636" y="426531"/>
                  </a:cubicBezTo>
                  <a:cubicBezTo>
                    <a:pt x="34003" y="442417"/>
                    <a:pt x="41006" y="458303"/>
                    <a:pt x="49919" y="474188"/>
                  </a:cubicBezTo>
                  <a:cubicBezTo>
                    <a:pt x="49919" y="474824"/>
                    <a:pt x="83662" y="535826"/>
                    <a:pt x="136504" y="589202"/>
                  </a:cubicBezTo>
                  <a:cubicBezTo>
                    <a:pt x="156878" y="609536"/>
                    <a:pt x="177887" y="627328"/>
                    <a:pt x="200170" y="643214"/>
                  </a:cubicBezTo>
                  <a:cubicBezTo>
                    <a:pt x="202717" y="645120"/>
                    <a:pt x="204627" y="648297"/>
                    <a:pt x="205263" y="651475"/>
                  </a:cubicBezTo>
                  <a:cubicBezTo>
                    <a:pt x="221180" y="789364"/>
                    <a:pt x="281026" y="914544"/>
                    <a:pt x="379707" y="1012401"/>
                  </a:cubicBezTo>
                  <a:cubicBezTo>
                    <a:pt x="477753" y="1110258"/>
                    <a:pt x="603174" y="1170624"/>
                    <a:pt x="741328" y="1186510"/>
                  </a:cubicBezTo>
                  <a:cubicBezTo>
                    <a:pt x="744511" y="1187146"/>
                    <a:pt x="747694" y="1188416"/>
                    <a:pt x="749604" y="1191594"/>
                  </a:cubicBezTo>
                  <a:cubicBezTo>
                    <a:pt x="766157" y="1214469"/>
                    <a:pt x="784620" y="1235439"/>
                    <a:pt x="803720" y="1254502"/>
                  </a:cubicBezTo>
                  <a:cubicBezTo>
                    <a:pt x="855926" y="1306607"/>
                    <a:pt x="916408" y="1339650"/>
                    <a:pt x="918955" y="1340921"/>
                  </a:cubicBezTo>
                  <a:lnTo>
                    <a:pt x="920229" y="1341556"/>
                  </a:lnTo>
                  <a:cubicBezTo>
                    <a:pt x="935508" y="1349181"/>
                    <a:pt x="950788" y="1356806"/>
                    <a:pt x="966704" y="1363161"/>
                  </a:cubicBezTo>
                  <a:cubicBezTo>
                    <a:pt x="980074" y="1368244"/>
                    <a:pt x="994717" y="1368244"/>
                    <a:pt x="1008087" y="1362525"/>
                  </a:cubicBezTo>
                  <a:cubicBezTo>
                    <a:pt x="1021456" y="1356806"/>
                    <a:pt x="1031643" y="1346004"/>
                    <a:pt x="1036736" y="1332660"/>
                  </a:cubicBezTo>
                  <a:cubicBezTo>
                    <a:pt x="1041830" y="1319316"/>
                    <a:pt x="1041830" y="1304701"/>
                    <a:pt x="1036100" y="1291357"/>
                  </a:cubicBezTo>
                  <a:cubicBezTo>
                    <a:pt x="1030370" y="1278013"/>
                    <a:pt x="1019547" y="1267846"/>
                    <a:pt x="1006177" y="1262762"/>
                  </a:cubicBezTo>
                  <a:cubicBezTo>
                    <a:pt x="994081" y="1258314"/>
                    <a:pt x="982620" y="1252595"/>
                    <a:pt x="971161" y="1246876"/>
                  </a:cubicBezTo>
                  <a:cubicBezTo>
                    <a:pt x="965431" y="1243699"/>
                    <a:pt x="938054" y="1227813"/>
                    <a:pt x="908132" y="1203667"/>
                  </a:cubicBezTo>
                  <a:cubicBezTo>
                    <a:pt x="904312" y="1200490"/>
                    <a:pt x="903038" y="1196042"/>
                    <a:pt x="904312" y="1190958"/>
                  </a:cubicBezTo>
                  <a:cubicBezTo>
                    <a:pt x="905585" y="1186510"/>
                    <a:pt x="909405" y="1182698"/>
                    <a:pt x="913862" y="1182062"/>
                  </a:cubicBezTo>
                  <a:cubicBezTo>
                    <a:pt x="1038010" y="1160457"/>
                    <a:pt x="1151334" y="1102633"/>
                    <a:pt x="1240466" y="1013037"/>
                  </a:cubicBezTo>
                  <a:cubicBezTo>
                    <a:pt x="1263386" y="990161"/>
                    <a:pt x="1284396" y="965379"/>
                    <a:pt x="1302859" y="939326"/>
                  </a:cubicBezTo>
                  <a:cubicBezTo>
                    <a:pt x="1423823" y="771572"/>
                    <a:pt x="1360158" y="591744"/>
                    <a:pt x="1249379" y="496429"/>
                  </a:cubicBezTo>
                  <a:cubicBezTo>
                    <a:pt x="1177437" y="434156"/>
                    <a:pt x="1080666" y="403655"/>
                    <a:pt x="991534" y="415093"/>
                  </a:cubicBezTo>
                  <a:cubicBezTo>
                    <a:pt x="987714" y="415728"/>
                    <a:pt x="983894" y="414458"/>
                    <a:pt x="981347" y="411916"/>
                  </a:cubicBezTo>
                  <a:cubicBezTo>
                    <a:pt x="978801" y="409374"/>
                    <a:pt x="977528" y="405562"/>
                    <a:pt x="978164" y="401749"/>
                  </a:cubicBezTo>
                  <a:cubicBezTo>
                    <a:pt x="989623" y="312788"/>
                    <a:pt x="959701" y="216202"/>
                    <a:pt x="896672" y="144398"/>
                  </a:cubicBezTo>
                  <a:cubicBezTo>
                    <a:pt x="800537" y="33833"/>
                    <a:pt x="621000" y="-29711"/>
                    <a:pt x="452923" y="91022"/>
                  </a:cubicBezTo>
                  <a:cubicBezTo>
                    <a:pt x="426820" y="109449"/>
                    <a:pt x="401990" y="130419"/>
                    <a:pt x="379707" y="153294"/>
                  </a:cubicBezTo>
                  <a:cubicBezTo>
                    <a:pt x="290576" y="242255"/>
                    <a:pt x="232003" y="355362"/>
                    <a:pt x="210357" y="479272"/>
                  </a:cubicBezTo>
                  <a:cubicBezTo>
                    <a:pt x="209720" y="483720"/>
                    <a:pt x="205900" y="487533"/>
                    <a:pt x="201444" y="488803"/>
                  </a:cubicBezTo>
                  <a:cubicBezTo>
                    <a:pt x="196987" y="490074"/>
                    <a:pt x="191894" y="488168"/>
                    <a:pt x="188711" y="484991"/>
                  </a:cubicBezTo>
                  <a:cubicBezTo>
                    <a:pt x="162608" y="453219"/>
                    <a:pt x="146054" y="423989"/>
                    <a:pt x="145418" y="422718"/>
                  </a:cubicBezTo>
                  <a:cubicBezTo>
                    <a:pt x="139051" y="411280"/>
                    <a:pt x="133958" y="399207"/>
                    <a:pt x="129501" y="387134"/>
                  </a:cubicBezTo>
                  <a:cubicBezTo>
                    <a:pt x="124408" y="373790"/>
                    <a:pt x="114221" y="362987"/>
                    <a:pt x="100852" y="357269"/>
                  </a:cubicBezTo>
                  <a:cubicBezTo>
                    <a:pt x="92576" y="354091"/>
                    <a:pt x="84935" y="352820"/>
                    <a:pt x="77932" y="352820"/>
                  </a:cubicBezTo>
                  <a:moveTo>
                    <a:pt x="985804" y="1391755"/>
                  </a:moveTo>
                  <a:cubicBezTo>
                    <a:pt x="976254" y="1391755"/>
                    <a:pt x="966067" y="1389849"/>
                    <a:pt x="957154" y="1386037"/>
                  </a:cubicBezTo>
                  <a:cubicBezTo>
                    <a:pt x="940601" y="1379682"/>
                    <a:pt x="924048" y="1372057"/>
                    <a:pt x="907495" y="1363161"/>
                  </a:cubicBezTo>
                  <a:lnTo>
                    <a:pt x="906222" y="1362525"/>
                  </a:lnTo>
                  <a:cubicBezTo>
                    <a:pt x="899219" y="1358713"/>
                    <a:pt x="839373" y="1325035"/>
                    <a:pt x="785893" y="1271658"/>
                  </a:cubicBezTo>
                  <a:cubicBezTo>
                    <a:pt x="766794" y="1252595"/>
                    <a:pt x="748968" y="1232261"/>
                    <a:pt x="732415" y="1210021"/>
                  </a:cubicBezTo>
                  <a:cubicBezTo>
                    <a:pt x="590440" y="1192864"/>
                    <a:pt x="462473" y="1130592"/>
                    <a:pt x="361881" y="1029558"/>
                  </a:cubicBezTo>
                  <a:cubicBezTo>
                    <a:pt x="260652" y="928524"/>
                    <a:pt x="198260" y="800802"/>
                    <a:pt x="181070" y="659735"/>
                  </a:cubicBezTo>
                  <a:cubicBezTo>
                    <a:pt x="159424" y="643849"/>
                    <a:pt x="139051" y="626057"/>
                    <a:pt x="119315" y="606359"/>
                  </a:cubicBezTo>
                  <a:cubicBezTo>
                    <a:pt x="63926" y="551076"/>
                    <a:pt x="28273" y="486262"/>
                    <a:pt x="28273" y="485626"/>
                  </a:cubicBezTo>
                  <a:cubicBezTo>
                    <a:pt x="19360" y="468470"/>
                    <a:pt x="11720" y="452584"/>
                    <a:pt x="5353" y="435427"/>
                  </a:cubicBezTo>
                  <a:cubicBezTo>
                    <a:pt x="-2286" y="415728"/>
                    <a:pt x="-1650" y="394759"/>
                    <a:pt x="6627" y="375061"/>
                  </a:cubicBezTo>
                  <a:cubicBezTo>
                    <a:pt x="14903" y="355998"/>
                    <a:pt x="30183" y="340747"/>
                    <a:pt x="49919" y="333122"/>
                  </a:cubicBezTo>
                  <a:cubicBezTo>
                    <a:pt x="69655" y="325497"/>
                    <a:pt x="90665" y="326132"/>
                    <a:pt x="110402" y="334393"/>
                  </a:cubicBezTo>
                  <a:cubicBezTo>
                    <a:pt x="129501" y="342654"/>
                    <a:pt x="144781" y="357904"/>
                    <a:pt x="152421" y="377602"/>
                  </a:cubicBezTo>
                  <a:cubicBezTo>
                    <a:pt x="156878" y="389040"/>
                    <a:pt x="161970" y="399843"/>
                    <a:pt x="167064" y="410010"/>
                  </a:cubicBezTo>
                  <a:cubicBezTo>
                    <a:pt x="167701" y="410645"/>
                    <a:pt x="176614" y="426531"/>
                    <a:pt x="191894" y="447500"/>
                  </a:cubicBezTo>
                  <a:cubicBezTo>
                    <a:pt x="217360" y="328674"/>
                    <a:pt x="276569" y="221286"/>
                    <a:pt x="362517" y="134867"/>
                  </a:cubicBezTo>
                  <a:cubicBezTo>
                    <a:pt x="386074" y="111355"/>
                    <a:pt x="412177" y="89115"/>
                    <a:pt x="438916" y="70052"/>
                  </a:cubicBezTo>
                  <a:cubicBezTo>
                    <a:pt x="619726" y="-59576"/>
                    <a:pt x="812634" y="9051"/>
                    <a:pt x="915772" y="127241"/>
                  </a:cubicBezTo>
                  <a:cubicBezTo>
                    <a:pt x="979437" y="200316"/>
                    <a:pt x="1011906" y="296902"/>
                    <a:pt x="1004267" y="388405"/>
                  </a:cubicBezTo>
                  <a:cubicBezTo>
                    <a:pt x="1095946" y="380780"/>
                    <a:pt x="1192717" y="413187"/>
                    <a:pt x="1265932" y="476730"/>
                  </a:cubicBezTo>
                  <a:cubicBezTo>
                    <a:pt x="1384350" y="579671"/>
                    <a:pt x="1453109" y="772207"/>
                    <a:pt x="1323231" y="952670"/>
                  </a:cubicBezTo>
                  <a:cubicBezTo>
                    <a:pt x="1303495" y="979994"/>
                    <a:pt x="1281849" y="1005411"/>
                    <a:pt x="1258293" y="1028922"/>
                  </a:cubicBezTo>
                  <a:cubicBezTo>
                    <a:pt x="1171708" y="1115342"/>
                    <a:pt x="1064113" y="1173801"/>
                    <a:pt x="945058" y="1199219"/>
                  </a:cubicBezTo>
                  <a:cubicBezTo>
                    <a:pt x="964157" y="1213198"/>
                    <a:pt x="979437" y="1222094"/>
                    <a:pt x="983257" y="1224001"/>
                  </a:cubicBezTo>
                  <a:cubicBezTo>
                    <a:pt x="993444" y="1229084"/>
                    <a:pt x="1004267" y="1234168"/>
                    <a:pt x="1015727" y="1238616"/>
                  </a:cubicBezTo>
                  <a:cubicBezTo>
                    <a:pt x="1035463" y="1246241"/>
                    <a:pt x="1050743" y="1260856"/>
                    <a:pt x="1059019" y="1280554"/>
                  </a:cubicBezTo>
                  <a:cubicBezTo>
                    <a:pt x="1067296" y="1299617"/>
                    <a:pt x="1067932" y="1321222"/>
                    <a:pt x="1060293" y="1340921"/>
                  </a:cubicBezTo>
                  <a:cubicBezTo>
                    <a:pt x="1052653" y="1360619"/>
                    <a:pt x="1038010" y="1375870"/>
                    <a:pt x="1018273" y="1384130"/>
                  </a:cubicBezTo>
                  <a:cubicBezTo>
                    <a:pt x="1006814" y="1389214"/>
                    <a:pt x="996627" y="1391755"/>
                    <a:pt x="985804" y="139175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8C433580-B1C4-CED8-8FBD-12552205E330}"/>
                </a:ext>
              </a:extLst>
            </p:cNvPr>
            <p:cNvSpPr/>
            <p:nvPr/>
          </p:nvSpPr>
          <p:spPr>
            <a:xfrm>
              <a:off x="2597096" y="4096783"/>
              <a:ext cx="527238" cy="234510"/>
            </a:xfrm>
            <a:custGeom>
              <a:avLst/>
              <a:gdLst>
                <a:gd name="connsiteX0" fmla="*/ 24873 w 527238"/>
                <a:gd name="connsiteY0" fmla="*/ 134748 h 234510"/>
                <a:gd name="connsiteX1" fmla="*/ 29330 w 527238"/>
                <a:gd name="connsiteY1" fmla="*/ 136654 h 234510"/>
                <a:gd name="connsiteX2" fmla="*/ 263619 w 527238"/>
                <a:gd name="connsiteY2" fmla="*/ 209729 h 234510"/>
                <a:gd name="connsiteX3" fmla="*/ 280172 w 527238"/>
                <a:gd name="connsiteY3" fmla="*/ 208458 h 234510"/>
                <a:gd name="connsiteX4" fmla="*/ 499182 w 527238"/>
                <a:gd name="connsiteY4" fmla="*/ 102976 h 234510"/>
                <a:gd name="connsiteX5" fmla="*/ 503002 w 527238"/>
                <a:gd name="connsiteY5" fmla="*/ 100434 h 234510"/>
                <a:gd name="connsiteX6" fmla="*/ 498545 w 527238"/>
                <a:gd name="connsiteY6" fmla="*/ 98528 h 234510"/>
                <a:gd name="connsiteX7" fmla="*/ 264256 w 527238"/>
                <a:gd name="connsiteY7" fmla="*/ 25453 h 234510"/>
                <a:gd name="connsiteX8" fmla="*/ 247703 w 527238"/>
                <a:gd name="connsiteY8" fmla="*/ 26724 h 234510"/>
                <a:gd name="connsiteX9" fmla="*/ 28693 w 527238"/>
                <a:gd name="connsiteY9" fmla="*/ 132206 h 234510"/>
                <a:gd name="connsiteX10" fmla="*/ 24873 w 527238"/>
                <a:gd name="connsiteY10" fmla="*/ 134748 h 234510"/>
                <a:gd name="connsiteX11" fmla="*/ 24873 w 527238"/>
                <a:gd name="connsiteY11" fmla="*/ 134748 h 234510"/>
                <a:gd name="connsiteX12" fmla="*/ 269986 w 527238"/>
                <a:gd name="connsiteY12" fmla="*/ 234511 h 234510"/>
                <a:gd name="connsiteX13" fmla="*/ 255979 w 527238"/>
                <a:gd name="connsiteY13" fmla="*/ 232605 h 234510"/>
                <a:gd name="connsiteX14" fmla="*/ 21690 w 527238"/>
                <a:gd name="connsiteY14" fmla="*/ 159530 h 234510"/>
                <a:gd name="connsiteX15" fmla="*/ 44 w 527238"/>
                <a:gd name="connsiteY15" fmla="*/ 136019 h 234510"/>
                <a:gd name="connsiteX16" fmla="*/ 17233 w 527238"/>
                <a:gd name="connsiteY16" fmla="*/ 109966 h 234510"/>
                <a:gd name="connsiteX17" fmla="*/ 236243 w 527238"/>
                <a:gd name="connsiteY17" fmla="*/ 4484 h 234510"/>
                <a:gd name="connsiteX18" fmla="*/ 271259 w 527238"/>
                <a:gd name="connsiteY18" fmla="*/ 1942 h 234510"/>
                <a:gd name="connsiteX19" fmla="*/ 505549 w 527238"/>
                <a:gd name="connsiteY19" fmla="*/ 75017 h 234510"/>
                <a:gd name="connsiteX20" fmla="*/ 527195 w 527238"/>
                <a:gd name="connsiteY20" fmla="*/ 98528 h 234510"/>
                <a:gd name="connsiteX21" fmla="*/ 510005 w 527238"/>
                <a:gd name="connsiteY21" fmla="*/ 124581 h 234510"/>
                <a:gd name="connsiteX22" fmla="*/ 290996 w 527238"/>
                <a:gd name="connsiteY22" fmla="*/ 230063 h 234510"/>
                <a:gd name="connsiteX23" fmla="*/ 269986 w 527238"/>
                <a:gd name="connsiteY23" fmla="*/ 234511 h 234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7238" h="234510">
                  <a:moveTo>
                    <a:pt x="24873" y="134748"/>
                  </a:moveTo>
                  <a:cubicBezTo>
                    <a:pt x="25510" y="134748"/>
                    <a:pt x="26783" y="135383"/>
                    <a:pt x="29330" y="136654"/>
                  </a:cubicBezTo>
                  <a:lnTo>
                    <a:pt x="263619" y="209729"/>
                  </a:lnTo>
                  <a:cubicBezTo>
                    <a:pt x="268713" y="211635"/>
                    <a:pt x="275716" y="211000"/>
                    <a:pt x="280172" y="208458"/>
                  </a:cubicBezTo>
                  <a:lnTo>
                    <a:pt x="499182" y="102976"/>
                  </a:lnTo>
                  <a:cubicBezTo>
                    <a:pt x="501729" y="101705"/>
                    <a:pt x="502365" y="100434"/>
                    <a:pt x="503002" y="100434"/>
                  </a:cubicBezTo>
                  <a:cubicBezTo>
                    <a:pt x="503002" y="100434"/>
                    <a:pt x="501092" y="99799"/>
                    <a:pt x="498545" y="98528"/>
                  </a:cubicBezTo>
                  <a:lnTo>
                    <a:pt x="264256" y="25453"/>
                  </a:lnTo>
                  <a:cubicBezTo>
                    <a:pt x="259163" y="23547"/>
                    <a:pt x="252159" y="24182"/>
                    <a:pt x="247703" y="26724"/>
                  </a:cubicBezTo>
                  <a:lnTo>
                    <a:pt x="28693" y="132206"/>
                  </a:lnTo>
                  <a:cubicBezTo>
                    <a:pt x="26147" y="132841"/>
                    <a:pt x="25510" y="134112"/>
                    <a:pt x="24873" y="134748"/>
                  </a:cubicBezTo>
                  <a:lnTo>
                    <a:pt x="24873" y="134748"/>
                  </a:lnTo>
                  <a:moveTo>
                    <a:pt x="269986" y="234511"/>
                  </a:moveTo>
                  <a:cubicBezTo>
                    <a:pt x="265529" y="234511"/>
                    <a:pt x="260436" y="233876"/>
                    <a:pt x="255979" y="232605"/>
                  </a:cubicBezTo>
                  <a:lnTo>
                    <a:pt x="21690" y="159530"/>
                  </a:lnTo>
                  <a:cubicBezTo>
                    <a:pt x="8957" y="155717"/>
                    <a:pt x="1317" y="146821"/>
                    <a:pt x="44" y="136019"/>
                  </a:cubicBezTo>
                  <a:cubicBezTo>
                    <a:pt x="-593" y="125216"/>
                    <a:pt x="5774" y="115685"/>
                    <a:pt x="17233" y="109966"/>
                  </a:cubicBezTo>
                  <a:lnTo>
                    <a:pt x="236243" y="4484"/>
                  </a:lnTo>
                  <a:cubicBezTo>
                    <a:pt x="246430" y="-600"/>
                    <a:pt x="259799" y="-1235"/>
                    <a:pt x="271259" y="1942"/>
                  </a:cubicBezTo>
                  <a:lnTo>
                    <a:pt x="505549" y="75017"/>
                  </a:lnTo>
                  <a:cubicBezTo>
                    <a:pt x="518282" y="78830"/>
                    <a:pt x="525922" y="87726"/>
                    <a:pt x="527195" y="98528"/>
                  </a:cubicBezTo>
                  <a:cubicBezTo>
                    <a:pt x="527832" y="109330"/>
                    <a:pt x="521465" y="118862"/>
                    <a:pt x="510005" y="124581"/>
                  </a:cubicBezTo>
                  <a:lnTo>
                    <a:pt x="290996" y="230063"/>
                  </a:lnTo>
                  <a:cubicBezTo>
                    <a:pt x="284629" y="232605"/>
                    <a:pt x="277626" y="234511"/>
                    <a:pt x="269986" y="2345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CC53A0E2-7E2F-93FE-AC7B-17263FC32373}"/>
                </a:ext>
              </a:extLst>
            </p:cNvPr>
            <p:cNvSpPr/>
            <p:nvPr/>
          </p:nvSpPr>
          <p:spPr>
            <a:xfrm>
              <a:off x="2598359" y="4184455"/>
              <a:ext cx="533115" cy="246602"/>
            </a:xfrm>
            <a:custGeom>
              <a:avLst/>
              <a:gdLst>
                <a:gd name="connsiteX0" fmla="*/ 276363 w 533115"/>
                <a:gd name="connsiteY0" fmla="*/ 246602 h 246602"/>
                <a:gd name="connsiteX1" fmla="*/ 258536 w 533115"/>
                <a:gd name="connsiteY1" fmla="*/ 244060 h 246602"/>
                <a:gd name="connsiteX2" fmla="*/ 49713 w 533115"/>
                <a:gd name="connsiteY2" fmla="*/ 179246 h 246602"/>
                <a:gd name="connsiteX3" fmla="*/ 6420 w 533115"/>
                <a:gd name="connsiteY3" fmla="*/ 127776 h 246602"/>
                <a:gd name="connsiteX4" fmla="*/ 54 w 533115"/>
                <a:gd name="connsiteY4" fmla="*/ 50888 h 246602"/>
                <a:gd name="connsiteX5" fmla="*/ 10877 w 533115"/>
                <a:gd name="connsiteY5" fmla="*/ 37544 h 246602"/>
                <a:gd name="connsiteX6" fmla="*/ 24247 w 533115"/>
                <a:gd name="connsiteY6" fmla="*/ 48347 h 246602"/>
                <a:gd name="connsiteX7" fmla="*/ 30613 w 533115"/>
                <a:gd name="connsiteY7" fmla="*/ 125234 h 246602"/>
                <a:gd name="connsiteX8" fmla="*/ 56716 w 533115"/>
                <a:gd name="connsiteY8" fmla="*/ 155735 h 246602"/>
                <a:gd name="connsiteX9" fmla="*/ 266176 w 533115"/>
                <a:gd name="connsiteY9" fmla="*/ 219914 h 246602"/>
                <a:gd name="connsiteX10" fmla="*/ 292279 w 533115"/>
                <a:gd name="connsiteY10" fmla="*/ 218008 h 246602"/>
                <a:gd name="connsiteX11" fmla="*/ 488369 w 533115"/>
                <a:gd name="connsiteY11" fmla="*/ 123963 h 246602"/>
                <a:gd name="connsiteX12" fmla="*/ 508742 w 533115"/>
                <a:gd name="connsiteY12" fmla="*/ 90285 h 246602"/>
                <a:gd name="connsiteX13" fmla="*/ 502375 w 533115"/>
                <a:gd name="connsiteY13" fmla="*/ 13398 h 246602"/>
                <a:gd name="connsiteX14" fmla="*/ 513199 w 533115"/>
                <a:gd name="connsiteY14" fmla="*/ 54 h 246602"/>
                <a:gd name="connsiteX15" fmla="*/ 526569 w 533115"/>
                <a:gd name="connsiteY15" fmla="*/ 10856 h 246602"/>
                <a:gd name="connsiteX16" fmla="*/ 532935 w 533115"/>
                <a:gd name="connsiteY16" fmla="*/ 87744 h 246602"/>
                <a:gd name="connsiteX17" fmla="*/ 498556 w 533115"/>
                <a:gd name="connsiteY17" fmla="*/ 144933 h 246602"/>
                <a:gd name="connsiteX18" fmla="*/ 302466 w 533115"/>
                <a:gd name="connsiteY18" fmla="*/ 238977 h 246602"/>
                <a:gd name="connsiteX19" fmla="*/ 276363 w 533115"/>
                <a:gd name="connsiteY19" fmla="*/ 246602 h 246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33115" h="246602">
                  <a:moveTo>
                    <a:pt x="276363" y="246602"/>
                  </a:moveTo>
                  <a:cubicBezTo>
                    <a:pt x="270633" y="246602"/>
                    <a:pt x="264266" y="245967"/>
                    <a:pt x="258536" y="244060"/>
                  </a:cubicBezTo>
                  <a:lnTo>
                    <a:pt x="49713" y="179246"/>
                  </a:lnTo>
                  <a:cubicBezTo>
                    <a:pt x="25520" y="171621"/>
                    <a:pt x="8330" y="151287"/>
                    <a:pt x="6420" y="127776"/>
                  </a:cubicBezTo>
                  <a:lnTo>
                    <a:pt x="54" y="50888"/>
                  </a:lnTo>
                  <a:cubicBezTo>
                    <a:pt x="-583" y="43899"/>
                    <a:pt x="4511" y="38180"/>
                    <a:pt x="10877" y="37544"/>
                  </a:cubicBezTo>
                  <a:cubicBezTo>
                    <a:pt x="17244" y="36909"/>
                    <a:pt x="23610" y="41992"/>
                    <a:pt x="24247" y="48347"/>
                  </a:cubicBezTo>
                  <a:lnTo>
                    <a:pt x="30613" y="125234"/>
                  </a:lnTo>
                  <a:cubicBezTo>
                    <a:pt x="31887" y="139214"/>
                    <a:pt x="42073" y="151287"/>
                    <a:pt x="56716" y="155735"/>
                  </a:cubicBezTo>
                  <a:lnTo>
                    <a:pt x="266176" y="219914"/>
                  </a:lnTo>
                  <a:cubicBezTo>
                    <a:pt x="274453" y="222456"/>
                    <a:pt x="284003" y="221820"/>
                    <a:pt x="292279" y="218008"/>
                  </a:cubicBezTo>
                  <a:lnTo>
                    <a:pt x="488369" y="123963"/>
                  </a:lnTo>
                  <a:cubicBezTo>
                    <a:pt x="501739" y="117609"/>
                    <a:pt x="510015" y="104265"/>
                    <a:pt x="508742" y="90285"/>
                  </a:cubicBezTo>
                  <a:lnTo>
                    <a:pt x="502375" y="13398"/>
                  </a:lnTo>
                  <a:cubicBezTo>
                    <a:pt x="501739" y="6408"/>
                    <a:pt x="506832" y="689"/>
                    <a:pt x="513199" y="54"/>
                  </a:cubicBezTo>
                  <a:cubicBezTo>
                    <a:pt x="519565" y="-582"/>
                    <a:pt x="525932" y="4502"/>
                    <a:pt x="526569" y="10856"/>
                  </a:cubicBezTo>
                  <a:lnTo>
                    <a:pt x="532935" y="87744"/>
                  </a:lnTo>
                  <a:cubicBezTo>
                    <a:pt x="534845" y="111890"/>
                    <a:pt x="521475" y="134130"/>
                    <a:pt x="498556" y="144933"/>
                  </a:cubicBezTo>
                  <a:lnTo>
                    <a:pt x="302466" y="238977"/>
                  </a:lnTo>
                  <a:cubicBezTo>
                    <a:pt x="294189" y="244696"/>
                    <a:pt x="285276" y="246602"/>
                    <a:pt x="276363" y="24660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A542D76D-7697-AA70-0B9D-F0143E9946CB}"/>
                </a:ext>
              </a:extLst>
            </p:cNvPr>
            <p:cNvSpPr/>
            <p:nvPr/>
          </p:nvSpPr>
          <p:spPr>
            <a:xfrm>
              <a:off x="2860078" y="4313502"/>
              <a:ext cx="28066" cy="117555"/>
            </a:xfrm>
            <a:custGeom>
              <a:avLst/>
              <a:gdLst>
                <a:gd name="connsiteX0" fmla="*/ 15916 w 28066"/>
                <a:gd name="connsiteY0" fmla="*/ 117555 h 117555"/>
                <a:gd name="connsiteX1" fmla="*/ 3820 w 28066"/>
                <a:gd name="connsiteY1" fmla="*/ 106118 h 117555"/>
                <a:gd name="connsiteX2" fmla="*/ 0 w 28066"/>
                <a:gd name="connsiteY2" fmla="*/ 12709 h 117555"/>
                <a:gd name="connsiteX3" fmla="*/ 11460 w 28066"/>
                <a:gd name="connsiteY3" fmla="*/ 0 h 117555"/>
                <a:gd name="connsiteX4" fmla="*/ 24193 w 28066"/>
                <a:gd name="connsiteY4" fmla="*/ 11438 h 117555"/>
                <a:gd name="connsiteX5" fmla="*/ 28013 w 28066"/>
                <a:gd name="connsiteY5" fmla="*/ 104847 h 117555"/>
                <a:gd name="connsiteX6" fmla="*/ 15916 w 28066"/>
                <a:gd name="connsiteY6" fmla="*/ 117555 h 117555"/>
                <a:gd name="connsiteX7" fmla="*/ 15916 w 28066"/>
                <a:gd name="connsiteY7" fmla="*/ 117555 h 11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066" h="117555">
                  <a:moveTo>
                    <a:pt x="15916" y="117555"/>
                  </a:moveTo>
                  <a:cubicBezTo>
                    <a:pt x="9550" y="117555"/>
                    <a:pt x="3820" y="112472"/>
                    <a:pt x="3820" y="106118"/>
                  </a:cubicBezTo>
                  <a:lnTo>
                    <a:pt x="0" y="12709"/>
                  </a:lnTo>
                  <a:cubicBezTo>
                    <a:pt x="0" y="5719"/>
                    <a:pt x="5093" y="0"/>
                    <a:pt x="11460" y="0"/>
                  </a:cubicBezTo>
                  <a:cubicBezTo>
                    <a:pt x="18463" y="0"/>
                    <a:pt x="24193" y="5083"/>
                    <a:pt x="24193" y="11438"/>
                  </a:cubicBezTo>
                  <a:lnTo>
                    <a:pt x="28013" y="104847"/>
                  </a:lnTo>
                  <a:cubicBezTo>
                    <a:pt x="28650" y="111201"/>
                    <a:pt x="23556" y="116920"/>
                    <a:pt x="15916" y="117555"/>
                  </a:cubicBezTo>
                  <a:cubicBezTo>
                    <a:pt x="16343" y="117555"/>
                    <a:pt x="16343" y="117555"/>
                    <a:pt x="15916" y="11755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655CF80B-D742-0F4A-CEFA-9566F7457F92}"/>
                </a:ext>
              </a:extLst>
            </p:cNvPr>
            <p:cNvSpPr/>
            <p:nvPr/>
          </p:nvSpPr>
          <p:spPr>
            <a:xfrm>
              <a:off x="2345660" y="3979891"/>
              <a:ext cx="967727" cy="817811"/>
            </a:xfrm>
            <a:custGeom>
              <a:avLst/>
              <a:gdLst>
                <a:gd name="connsiteX0" fmla="*/ 385177 w 967727"/>
                <a:gd name="connsiteY0" fmla="*/ 685005 h 817811"/>
                <a:gd name="connsiteX1" fmla="*/ 396000 w 967727"/>
                <a:gd name="connsiteY1" fmla="*/ 691995 h 817811"/>
                <a:gd name="connsiteX2" fmla="*/ 541794 w 967727"/>
                <a:gd name="connsiteY2" fmla="*/ 793665 h 817811"/>
                <a:gd name="connsiteX3" fmla="*/ 543068 w 967727"/>
                <a:gd name="connsiteY3" fmla="*/ 793665 h 817811"/>
                <a:gd name="connsiteX4" fmla="*/ 695229 w 967727"/>
                <a:gd name="connsiteY4" fmla="*/ 680557 h 817811"/>
                <a:gd name="connsiteX5" fmla="*/ 707325 w 967727"/>
                <a:gd name="connsiteY5" fmla="*/ 672932 h 817811"/>
                <a:gd name="connsiteX6" fmla="*/ 716238 w 967727"/>
                <a:gd name="connsiteY6" fmla="*/ 672932 h 817811"/>
                <a:gd name="connsiteX7" fmla="*/ 943524 w 967727"/>
                <a:gd name="connsiteY7" fmla="*/ 420665 h 817811"/>
                <a:gd name="connsiteX8" fmla="*/ 943524 w 967727"/>
                <a:gd name="connsiteY8" fmla="*/ 405414 h 817811"/>
                <a:gd name="connsiteX9" fmla="*/ 869036 w 967727"/>
                <a:gd name="connsiteY9" fmla="*/ 214784 h 817811"/>
                <a:gd name="connsiteX10" fmla="*/ 718785 w 967727"/>
                <a:gd name="connsiteY10" fmla="*/ 149334 h 817811"/>
                <a:gd name="connsiteX11" fmla="*/ 711782 w 967727"/>
                <a:gd name="connsiteY11" fmla="*/ 149334 h 817811"/>
                <a:gd name="connsiteX12" fmla="*/ 700322 w 967727"/>
                <a:gd name="connsiteY12" fmla="*/ 141074 h 817811"/>
                <a:gd name="connsiteX13" fmla="*/ 548798 w 967727"/>
                <a:gd name="connsiteY13" fmla="*/ 26060 h 817811"/>
                <a:gd name="connsiteX14" fmla="*/ 547524 w 967727"/>
                <a:gd name="connsiteY14" fmla="*/ 26060 h 817811"/>
                <a:gd name="connsiteX15" fmla="*/ 401093 w 967727"/>
                <a:gd name="connsiteY15" fmla="*/ 125188 h 817811"/>
                <a:gd name="connsiteX16" fmla="*/ 388360 w 967727"/>
                <a:gd name="connsiteY16" fmla="*/ 132178 h 817811"/>
                <a:gd name="connsiteX17" fmla="*/ 370534 w 967727"/>
                <a:gd name="connsiteY17" fmla="*/ 130907 h 817811"/>
                <a:gd name="connsiteX18" fmla="*/ 369261 w 967727"/>
                <a:gd name="connsiteY18" fmla="*/ 130907 h 817811"/>
                <a:gd name="connsiteX19" fmla="*/ 233016 w 967727"/>
                <a:gd name="connsiteY19" fmla="*/ 235753 h 817811"/>
                <a:gd name="connsiteX20" fmla="*/ 226650 w 967727"/>
                <a:gd name="connsiteY20" fmla="*/ 242743 h 817811"/>
                <a:gd name="connsiteX21" fmla="*/ 217100 w 967727"/>
                <a:gd name="connsiteY21" fmla="*/ 243379 h 817811"/>
                <a:gd name="connsiteX22" fmla="*/ 172534 w 967727"/>
                <a:gd name="connsiteY22" fmla="*/ 235118 h 817811"/>
                <a:gd name="connsiteX23" fmla="*/ 171261 w 967727"/>
                <a:gd name="connsiteY23" fmla="*/ 235118 h 817811"/>
                <a:gd name="connsiteX24" fmla="*/ 24193 w 967727"/>
                <a:gd name="connsiteY24" fmla="*/ 398425 h 817811"/>
                <a:gd name="connsiteX25" fmla="*/ 24193 w 967727"/>
                <a:gd name="connsiteY25" fmla="*/ 413675 h 817811"/>
                <a:gd name="connsiteX26" fmla="*/ 72579 w 967727"/>
                <a:gd name="connsiteY26" fmla="*/ 536949 h 817811"/>
                <a:gd name="connsiteX27" fmla="*/ 169351 w 967727"/>
                <a:gd name="connsiteY27" fmla="*/ 578888 h 817811"/>
                <a:gd name="connsiteX28" fmla="*/ 213916 w 967727"/>
                <a:gd name="connsiteY28" fmla="*/ 571263 h 817811"/>
                <a:gd name="connsiteX29" fmla="*/ 223466 w 967727"/>
                <a:gd name="connsiteY29" fmla="*/ 571898 h 817811"/>
                <a:gd name="connsiteX30" fmla="*/ 229833 w 967727"/>
                <a:gd name="connsiteY30" fmla="*/ 578888 h 817811"/>
                <a:gd name="connsiteX31" fmla="*/ 365441 w 967727"/>
                <a:gd name="connsiteY31" fmla="*/ 685641 h 817811"/>
                <a:gd name="connsiteX32" fmla="*/ 383267 w 967727"/>
                <a:gd name="connsiteY32" fmla="*/ 684370 h 817811"/>
                <a:gd name="connsiteX33" fmla="*/ 385177 w 967727"/>
                <a:gd name="connsiteY33" fmla="*/ 685005 h 817811"/>
                <a:gd name="connsiteX34" fmla="*/ 543068 w 967727"/>
                <a:gd name="connsiteY34" fmla="*/ 817811 h 817811"/>
                <a:gd name="connsiteX35" fmla="*/ 541794 w 967727"/>
                <a:gd name="connsiteY35" fmla="*/ 817811 h 817811"/>
                <a:gd name="connsiteX36" fmla="*/ 377537 w 967727"/>
                <a:gd name="connsiteY36" fmla="*/ 709787 h 817811"/>
                <a:gd name="connsiteX37" fmla="*/ 365441 w 967727"/>
                <a:gd name="connsiteY37" fmla="*/ 710423 h 817811"/>
                <a:gd name="connsiteX38" fmla="*/ 210733 w 967727"/>
                <a:gd name="connsiteY38" fmla="*/ 597951 h 817811"/>
                <a:gd name="connsiteX39" fmla="*/ 169351 w 967727"/>
                <a:gd name="connsiteY39" fmla="*/ 603034 h 817811"/>
                <a:gd name="connsiteX40" fmla="*/ 55389 w 967727"/>
                <a:gd name="connsiteY40" fmla="*/ 553471 h 817811"/>
                <a:gd name="connsiteX41" fmla="*/ 0 w 967727"/>
                <a:gd name="connsiteY41" fmla="*/ 412404 h 817811"/>
                <a:gd name="connsiteX42" fmla="*/ 0 w 967727"/>
                <a:gd name="connsiteY42" fmla="*/ 396518 h 817811"/>
                <a:gd name="connsiteX43" fmla="*/ 171261 w 967727"/>
                <a:gd name="connsiteY43" fmla="*/ 209065 h 817811"/>
                <a:gd name="connsiteX44" fmla="*/ 172534 w 967727"/>
                <a:gd name="connsiteY44" fmla="*/ 209065 h 817811"/>
                <a:gd name="connsiteX45" fmla="*/ 213916 w 967727"/>
                <a:gd name="connsiteY45" fmla="*/ 214784 h 817811"/>
                <a:gd name="connsiteX46" fmla="*/ 369261 w 967727"/>
                <a:gd name="connsiteY46" fmla="*/ 104854 h 817811"/>
                <a:gd name="connsiteX47" fmla="*/ 370534 w 967727"/>
                <a:gd name="connsiteY47" fmla="*/ 104854 h 817811"/>
                <a:gd name="connsiteX48" fmla="*/ 382630 w 967727"/>
                <a:gd name="connsiteY48" fmla="*/ 105489 h 817811"/>
                <a:gd name="connsiteX49" fmla="*/ 548798 w 967727"/>
                <a:gd name="connsiteY49" fmla="*/ 7 h 817811"/>
                <a:gd name="connsiteX50" fmla="*/ 720058 w 967727"/>
                <a:gd name="connsiteY50" fmla="*/ 123282 h 817811"/>
                <a:gd name="connsiteX51" fmla="*/ 886225 w 967727"/>
                <a:gd name="connsiteY51" fmla="*/ 196357 h 817811"/>
                <a:gd name="connsiteX52" fmla="*/ 967717 w 967727"/>
                <a:gd name="connsiteY52" fmla="*/ 404144 h 817811"/>
                <a:gd name="connsiteX53" fmla="*/ 967717 w 967727"/>
                <a:gd name="connsiteY53" fmla="*/ 420029 h 817811"/>
                <a:gd name="connsiteX54" fmla="*/ 715602 w 967727"/>
                <a:gd name="connsiteY54" fmla="*/ 696443 h 817811"/>
                <a:gd name="connsiteX55" fmla="*/ 714328 w 967727"/>
                <a:gd name="connsiteY55" fmla="*/ 696443 h 817811"/>
                <a:gd name="connsiteX56" fmla="*/ 543068 w 967727"/>
                <a:gd name="connsiteY56" fmla="*/ 817811 h 817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967727" h="817811">
                  <a:moveTo>
                    <a:pt x="385177" y="685005"/>
                  </a:moveTo>
                  <a:cubicBezTo>
                    <a:pt x="389634" y="685005"/>
                    <a:pt x="394090" y="687547"/>
                    <a:pt x="396000" y="691995"/>
                  </a:cubicBezTo>
                  <a:cubicBezTo>
                    <a:pt x="424013" y="754268"/>
                    <a:pt x="480039" y="793029"/>
                    <a:pt x="541794" y="793665"/>
                  </a:cubicBezTo>
                  <a:lnTo>
                    <a:pt x="543068" y="793665"/>
                  </a:lnTo>
                  <a:cubicBezTo>
                    <a:pt x="609280" y="793665"/>
                    <a:pt x="669126" y="749820"/>
                    <a:pt x="695229" y="680557"/>
                  </a:cubicBezTo>
                  <a:cubicBezTo>
                    <a:pt x="697138" y="675474"/>
                    <a:pt x="701595" y="672297"/>
                    <a:pt x="707325" y="672932"/>
                  </a:cubicBezTo>
                  <a:lnTo>
                    <a:pt x="716238" y="672932"/>
                  </a:lnTo>
                  <a:cubicBezTo>
                    <a:pt x="840386" y="672932"/>
                    <a:pt x="942251" y="559825"/>
                    <a:pt x="943524" y="420665"/>
                  </a:cubicBezTo>
                  <a:lnTo>
                    <a:pt x="943524" y="405414"/>
                  </a:lnTo>
                  <a:cubicBezTo>
                    <a:pt x="944161" y="332975"/>
                    <a:pt x="917422" y="263077"/>
                    <a:pt x="869036" y="214784"/>
                  </a:cubicBezTo>
                  <a:cubicBezTo>
                    <a:pt x="827653" y="172846"/>
                    <a:pt x="774811" y="149970"/>
                    <a:pt x="718785" y="149334"/>
                  </a:cubicBezTo>
                  <a:lnTo>
                    <a:pt x="711782" y="149334"/>
                  </a:lnTo>
                  <a:cubicBezTo>
                    <a:pt x="706052" y="149334"/>
                    <a:pt x="701595" y="146157"/>
                    <a:pt x="700322" y="141074"/>
                  </a:cubicBezTo>
                  <a:cubicBezTo>
                    <a:pt x="674856" y="71811"/>
                    <a:pt x="615647" y="26060"/>
                    <a:pt x="548798" y="26060"/>
                  </a:cubicBezTo>
                  <a:lnTo>
                    <a:pt x="547524" y="26060"/>
                  </a:lnTo>
                  <a:cubicBezTo>
                    <a:pt x="485769" y="26060"/>
                    <a:pt x="429743" y="64186"/>
                    <a:pt x="401093" y="125188"/>
                  </a:cubicBezTo>
                  <a:cubicBezTo>
                    <a:pt x="398547" y="130271"/>
                    <a:pt x="393454" y="132813"/>
                    <a:pt x="388360" y="132178"/>
                  </a:cubicBezTo>
                  <a:cubicBezTo>
                    <a:pt x="382630" y="131542"/>
                    <a:pt x="376264" y="130907"/>
                    <a:pt x="370534" y="130907"/>
                  </a:cubicBezTo>
                  <a:lnTo>
                    <a:pt x="369261" y="130907"/>
                  </a:lnTo>
                  <a:cubicBezTo>
                    <a:pt x="309415" y="130907"/>
                    <a:pt x="254662" y="172846"/>
                    <a:pt x="233016" y="235753"/>
                  </a:cubicBezTo>
                  <a:cubicBezTo>
                    <a:pt x="231743" y="238931"/>
                    <a:pt x="229833" y="241472"/>
                    <a:pt x="226650" y="242743"/>
                  </a:cubicBezTo>
                  <a:cubicBezTo>
                    <a:pt x="223466" y="244014"/>
                    <a:pt x="220283" y="244014"/>
                    <a:pt x="217100" y="243379"/>
                  </a:cubicBezTo>
                  <a:cubicBezTo>
                    <a:pt x="203093" y="238295"/>
                    <a:pt x="187814" y="235118"/>
                    <a:pt x="172534" y="235118"/>
                  </a:cubicBezTo>
                  <a:lnTo>
                    <a:pt x="171261" y="235118"/>
                  </a:lnTo>
                  <a:cubicBezTo>
                    <a:pt x="91042" y="235118"/>
                    <a:pt x="25466" y="308193"/>
                    <a:pt x="24193" y="398425"/>
                  </a:cubicBezTo>
                  <a:lnTo>
                    <a:pt x="24193" y="413675"/>
                  </a:lnTo>
                  <a:cubicBezTo>
                    <a:pt x="23556" y="460697"/>
                    <a:pt x="41383" y="505813"/>
                    <a:pt x="72579" y="536949"/>
                  </a:cubicBezTo>
                  <a:cubicBezTo>
                    <a:pt x="99318" y="563637"/>
                    <a:pt x="133698" y="578888"/>
                    <a:pt x="169351" y="578888"/>
                  </a:cubicBezTo>
                  <a:cubicBezTo>
                    <a:pt x="183994" y="578888"/>
                    <a:pt x="199273" y="576346"/>
                    <a:pt x="213916" y="571263"/>
                  </a:cubicBezTo>
                  <a:cubicBezTo>
                    <a:pt x="217100" y="569992"/>
                    <a:pt x="220283" y="570627"/>
                    <a:pt x="223466" y="571898"/>
                  </a:cubicBezTo>
                  <a:cubicBezTo>
                    <a:pt x="226650" y="573169"/>
                    <a:pt x="228560" y="575711"/>
                    <a:pt x="229833" y="578888"/>
                  </a:cubicBezTo>
                  <a:cubicBezTo>
                    <a:pt x="250843" y="642431"/>
                    <a:pt x="304958" y="685005"/>
                    <a:pt x="365441" y="685641"/>
                  </a:cubicBezTo>
                  <a:cubicBezTo>
                    <a:pt x="371171" y="685641"/>
                    <a:pt x="377537" y="685005"/>
                    <a:pt x="383267" y="684370"/>
                  </a:cubicBezTo>
                  <a:cubicBezTo>
                    <a:pt x="383904" y="685005"/>
                    <a:pt x="384540" y="685005"/>
                    <a:pt x="385177" y="685005"/>
                  </a:cubicBezTo>
                  <a:moveTo>
                    <a:pt x="543068" y="817811"/>
                  </a:moveTo>
                  <a:lnTo>
                    <a:pt x="541794" y="817811"/>
                  </a:lnTo>
                  <a:cubicBezTo>
                    <a:pt x="473036" y="817176"/>
                    <a:pt x="410643" y="775873"/>
                    <a:pt x="377537" y="709787"/>
                  </a:cubicBezTo>
                  <a:cubicBezTo>
                    <a:pt x="373717" y="709787"/>
                    <a:pt x="369261" y="710423"/>
                    <a:pt x="365441" y="710423"/>
                  </a:cubicBezTo>
                  <a:cubicBezTo>
                    <a:pt x="298592" y="709787"/>
                    <a:pt x="237473" y="665307"/>
                    <a:pt x="210733" y="597951"/>
                  </a:cubicBezTo>
                  <a:cubicBezTo>
                    <a:pt x="197363" y="601764"/>
                    <a:pt x="183357" y="603034"/>
                    <a:pt x="169351" y="603034"/>
                  </a:cubicBezTo>
                  <a:cubicBezTo>
                    <a:pt x="127331" y="602399"/>
                    <a:pt x="86585" y="585242"/>
                    <a:pt x="55389" y="553471"/>
                  </a:cubicBezTo>
                  <a:cubicBezTo>
                    <a:pt x="19736" y="517251"/>
                    <a:pt x="0" y="465781"/>
                    <a:pt x="0" y="412404"/>
                  </a:cubicBezTo>
                  <a:lnTo>
                    <a:pt x="0" y="396518"/>
                  </a:lnTo>
                  <a:cubicBezTo>
                    <a:pt x="1273" y="292943"/>
                    <a:pt x="77672" y="209065"/>
                    <a:pt x="171261" y="209065"/>
                  </a:cubicBezTo>
                  <a:lnTo>
                    <a:pt x="172534" y="209065"/>
                  </a:lnTo>
                  <a:cubicBezTo>
                    <a:pt x="186540" y="209065"/>
                    <a:pt x="199910" y="210972"/>
                    <a:pt x="213916" y="214784"/>
                  </a:cubicBezTo>
                  <a:cubicBezTo>
                    <a:pt x="241929" y="148699"/>
                    <a:pt x="303048" y="104854"/>
                    <a:pt x="369261" y="104854"/>
                  </a:cubicBezTo>
                  <a:lnTo>
                    <a:pt x="370534" y="104854"/>
                  </a:lnTo>
                  <a:cubicBezTo>
                    <a:pt x="374354" y="104854"/>
                    <a:pt x="378810" y="104854"/>
                    <a:pt x="382630" y="105489"/>
                  </a:cubicBezTo>
                  <a:cubicBezTo>
                    <a:pt x="417010" y="40040"/>
                    <a:pt x="480039" y="-628"/>
                    <a:pt x="548798" y="7"/>
                  </a:cubicBezTo>
                  <a:cubicBezTo>
                    <a:pt x="623287" y="643"/>
                    <a:pt x="689499" y="48936"/>
                    <a:pt x="720058" y="123282"/>
                  </a:cubicBezTo>
                  <a:cubicBezTo>
                    <a:pt x="781814" y="123917"/>
                    <a:pt x="841023" y="149970"/>
                    <a:pt x="886225" y="196357"/>
                  </a:cubicBezTo>
                  <a:cubicBezTo>
                    <a:pt x="938431" y="249733"/>
                    <a:pt x="968354" y="325350"/>
                    <a:pt x="967717" y="404144"/>
                  </a:cubicBezTo>
                  <a:lnTo>
                    <a:pt x="967717" y="420029"/>
                  </a:lnTo>
                  <a:cubicBezTo>
                    <a:pt x="966444" y="573169"/>
                    <a:pt x="853756" y="696443"/>
                    <a:pt x="715602" y="696443"/>
                  </a:cubicBezTo>
                  <a:lnTo>
                    <a:pt x="714328" y="696443"/>
                  </a:lnTo>
                  <a:cubicBezTo>
                    <a:pt x="683769" y="771425"/>
                    <a:pt x="616920" y="817811"/>
                    <a:pt x="543068" y="8178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38FBE1A1-92BB-3306-2D93-95E7AB992706}"/>
                </a:ext>
              </a:extLst>
            </p:cNvPr>
            <p:cNvSpPr/>
            <p:nvPr/>
          </p:nvSpPr>
          <p:spPr>
            <a:xfrm>
              <a:off x="2719960" y="4390336"/>
              <a:ext cx="259729" cy="307603"/>
            </a:xfrm>
            <a:custGeom>
              <a:avLst/>
              <a:gdLst>
                <a:gd name="connsiteX0" fmla="*/ 12150 w 259729"/>
                <a:gd name="connsiteY0" fmla="*/ 307604 h 307603"/>
                <a:gd name="connsiteX1" fmla="*/ 54 w 259729"/>
                <a:gd name="connsiteY1" fmla="*/ 296166 h 307603"/>
                <a:gd name="connsiteX2" fmla="*/ 11513 w 259729"/>
                <a:gd name="connsiteY2" fmla="*/ 282822 h 307603"/>
                <a:gd name="connsiteX3" fmla="*/ 182137 w 259729"/>
                <a:gd name="connsiteY3" fmla="*/ 198945 h 307603"/>
                <a:gd name="connsiteX4" fmla="*/ 233706 w 259729"/>
                <a:gd name="connsiteY4" fmla="*/ 13398 h 307603"/>
                <a:gd name="connsiteX5" fmla="*/ 245166 w 259729"/>
                <a:gd name="connsiteY5" fmla="*/ 54 h 307603"/>
                <a:gd name="connsiteX6" fmla="*/ 258536 w 259729"/>
                <a:gd name="connsiteY6" fmla="*/ 11491 h 307603"/>
                <a:gd name="connsiteX7" fmla="*/ 201237 w 259729"/>
                <a:gd name="connsiteY7" fmla="*/ 214830 h 307603"/>
                <a:gd name="connsiteX8" fmla="*/ 14060 w 259729"/>
                <a:gd name="connsiteY8" fmla="*/ 306968 h 307603"/>
                <a:gd name="connsiteX9" fmla="*/ 12150 w 259729"/>
                <a:gd name="connsiteY9" fmla="*/ 307604 h 307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9729" h="307603">
                  <a:moveTo>
                    <a:pt x="12150" y="307604"/>
                  </a:moveTo>
                  <a:cubicBezTo>
                    <a:pt x="5784" y="307604"/>
                    <a:pt x="690" y="302520"/>
                    <a:pt x="54" y="296166"/>
                  </a:cubicBezTo>
                  <a:cubicBezTo>
                    <a:pt x="-583" y="289176"/>
                    <a:pt x="4510" y="283457"/>
                    <a:pt x="11513" y="282822"/>
                  </a:cubicBezTo>
                  <a:cubicBezTo>
                    <a:pt x="12787" y="282822"/>
                    <a:pt x="117198" y="273926"/>
                    <a:pt x="182137" y="198945"/>
                  </a:cubicBezTo>
                  <a:cubicBezTo>
                    <a:pt x="222247" y="152558"/>
                    <a:pt x="239436" y="90285"/>
                    <a:pt x="233706" y="13398"/>
                  </a:cubicBezTo>
                  <a:cubicBezTo>
                    <a:pt x="233070" y="6408"/>
                    <a:pt x="238163" y="689"/>
                    <a:pt x="245166" y="54"/>
                  </a:cubicBezTo>
                  <a:cubicBezTo>
                    <a:pt x="252170" y="-582"/>
                    <a:pt x="257899" y="4502"/>
                    <a:pt x="258536" y="11491"/>
                  </a:cubicBezTo>
                  <a:cubicBezTo>
                    <a:pt x="264903" y="94733"/>
                    <a:pt x="245803" y="163360"/>
                    <a:pt x="201237" y="214830"/>
                  </a:cubicBezTo>
                  <a:cubicBezTo>
                    <a:pt x="129295" y="298072"/>
                    <a:pt x="18517" y="306968"/>
                    <a:pt x="14060" y="306968"/>
                  </a:cubicBezTo>
                  <a:cubicBezTo>
                    <a:pt x="13213" y="307394"/>
                    <a:pt x="12577" y="307604"/>
                    <a:pt x="12150" y="30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79CE4BE0-CF38-C591-BCBC-5057709B29F9}"/>
                </a:ext>
              </a:extLst>
            </p:cNvPr>
            <p:cNvSpPr/>
            <p:nvPr/>
          </p:nvSpPr>
          <p:spPr>
            <a:xfrm>
              <a:off x="2171884" y="4356373"/>
              <a:ext cx="1434087" cy="813694"/>
            </a:xfrm>
            <a:custGeom>
              <a:avLst/>
              <a:gdLst>
                <a:gd name="connsiteX0" fmla="*/ 655725 w 1434087"/>
                <a:gd name="connsiteY0" fmla="*/ 813694 h 813694"/>
                <a:gd name="connsiteX1" fmla="*/ 1242 w 1434087"/>
                <a:gd name="connsiteY1" fmla="*/ 446413 h 813694"/>
                <a:gd name="connsiteX2" fmla="*/ 192876 w 1434087"/>
                <a:gd name="connsiteY2" fmla="*/ 94383 h 813694"/>
                <a:gd name="connsiteX3" fmla="*/ 210066 w 1434087"/>
                <a:gd name="connsiteY3" fmla="*/ 96925 h 813694"/>
                <a:gd name="connsiteX4" fmla="*/ 207519 w 1434087"/>
                <a:gd name="connsiteY4" fmla="*/ 114081 h 813694"/>
                <a:gd name="connsiteX5" fmla="*/ 26072 w 1434087"/>
                <a:gd name="connsiteY5" fmla="*/ 444507 h 813694"/>
                <a:gd name="connsiteX6" fmla="*/ 655725 w 1434087"/>
                <a:gd name="connsiteY6" fmla="*/ 789548 h 813694"/>
                <a:gd name="connsiteX7" fmla="*/ 760136 w 1434087"/>
                <a:gd name="connsiteY7" fmla="*/ 786371 h 813694"/>
                <a:gd name="connsiteX8" fmla="*/ 1332490 w 1434087"/>
                <a:gd name="connsiteY8" fmla="*/ 581761 h 813694"/>
                <a:gd name="connsiteX9" fmla="*/ 1408253 w 1434087"/>
                <a:gd name="connsiteY9" fmla="*/ 342202 h 813694"/>
                <a:gd name="connsiteX10" fmla="*/ 1121121 w 1434087"/>
                <a:gd name="connsiteY10" fmla="*/ 23214 h 813694"/>
                <a:gd name="connsiteX11" fmla="*/ 1114754 w 1434087"/>
                <a:gd name="connsiteY11" fmla="*/ 7328 h 813694"/>
                <a:gd name="connsiteX12" fmla="*/ 1130670 w 1434087"/>
                <a:gd name="connsiteY12" fmla="*/ 974 h 813694"/>
                <a:gd name="connsiteX13" fmla="*/ 1432445 w 1434087"/>
                <a:gd name="connsiteY13" fmla="*/ 340296 h 813694"/>
                <a:gd name="connsiteX14" fmla="*/ 1350317 w 1434087"/>
                <a:gd name="connsiteY14" fmla="*/ 597647 h 813694"/>
                <a:gd name="connsiteX15" fmla="*/ 761410 w 1434087"/>
                <a:gd name="connsiteY15" fmla="*/ 810517 h 813694"/>
                <a:gd name="connsiteX16" fmla="*/ 655725 w 1434087"/>
                <a:gd name="connsiteY16" fmla="*/ 813694 h 813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4087" h="813694">
                  <a:moveTo>
                    <a:pt x="655725" y="813694"/>
                  </a:moveTo>
                  <a:cubicBezTo>
                    <a:pt x="259088" y="813694"/>
                    <a:pt x="22889" y="682160"/>
                    <a:pt x="1242" y="446413"/>
                  </a:cubicBezTo>
                  <a:cubicBezTo>
                    <a:pt x="-10217" y="319962"/>
                    <a:pt x="57905" y="194781"/>
                    <a:pt x="192876" y="94383"/>
                  </a:cubicBezTo>
                  <a:cubicBezTo>
                    <a:pt x="197969" y="90570"/>
                    <a:pt x="205609" y="91206"/>
                    <a:pt x="210066" y="96925"/>
                  </a:cubicBezTo>
                  <a:cubicBezTo>
                    <a:pt x="213886" y="102008"/>
                    <a:pt x="213249" y="109633"/>
                    <a:pt x="207519" y="114081"/>
                  </a:cubicBezTo>
                  <a:cubicBezTo>
                    <a:pt x="79551" y="209396"/>
                    <a:pt x="15249" y="326952"/>
                    <a:pt x="26072" y="444507"/>
                  </a:cubicBezTo>
                  <a:cubicBezTo>
                    <a:pt x="46445" y="666274"/>
                    <a:pt x="273731" y="789548"/>
                    <a:pt x="655725" y="789548"/>
                  </a:cubicBezTo>
                  <a:cubicBezTo>
                    <a:pt x="689468" y="789548"/>
                    <a:pt x="723847" y="788277"/>
                    <a:pt x="760136" y="786371"/>
                  </a:cubicBezTo>
                  <a:cubicBezTo>
                    <a:pt x="1030715" y="771756"/>
                    <a:pt x="1228715" y="701223"/>
                    <a:pt x="1332490" y="581761"/>
                  </a:cubicBezTo>
                  <a:cubicBezTo>
                    <a:pt x="1391063" y="514405"/>
                    <a:pt x="1416529" y="433705"/>
                    <a:pt x="1408253" y="342202"/>
                  </a:cubicBezTo>
                  <a:cubicBezTo>
                    <a:pt x="1396793" y="214480"/>
                    <a:pt x="1291745" y="98195"/>
                    <a:pt x="1121121" y="23214"/>
                  </a:cubicBezTo>
                  <a:cubicBezTo>
                    <a:pt x="1114754" y="20672"/>
                    <a:pt x="1112207" y="13047"/>
                    <a:pt x="1114754" y="7328"/>
                  </a:cubicBezTo>
                  <a:cubicBezTo>
                    <a:pt x="1117301" y="974"/>
                    <a:pt x="1124941" y="-1568"/>
                    <a:pt x="1130670" y="974"/>
                  </a:cubicBezTo>
                  <a:cubicBezTo>
                    <a:pt x="1310207" y="79768"/>
                    <a:pt x="1419712" y="203677"/>
                    <a:pt x="1432445" y="340296"/>
                  </a:cubicBezTo>
                  <a:cubicBezTo>
                    <a:pt x="1441359" y="438153"/>
                    <a:pt x="1413982" y="525207"/>
                    <a:pt x="1350317" y="597647"/>
                  </a:cubicBezTo>
                  <a:cubicBezTo>
                    <a:pt x="1242085" y="722192"/>
                    <a:pt x="1038355" y="795902"/>
                    <a:pt x="761410" y="810517"/>
                  </a:cubicBezTo>
                  <a:cubicBezTo>
                    <a:pt x="725120" y="812424"/>
                    <a:pt x="690104" y="813694"/>
                    <a:pt x="655725" y="8136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D07CFB96-A6CB-57FA-861F-39FA31CD659B}"/>
                </a:ext>
              </a:extLst>
            </p:cNvPr>
            <p:cNvSpPr/>
            <p:nvPr/>
          </p:nvSpPr>
          <p:spPr>
            <a:xfrm>
              <a:off x="3281323" y="4675570"/>
              <a:ext cx="41255" cy="42067"/>
            </a:xfrm>
            <a:custGeom>
              <a:avLst/>
              <a:gdLst>
                <a:gd name="connsiteX0" fmla="*/ 21232 w 41255"/>
                <a:gd name="connsiteY0" fmla="*/ 42067 h 42067"/>
                <a:gd name="connsiteX1" fmla="*/ 16775 w 41255"/>
                <a:gd name="connsiteY1" fmla="*/ 41432 h 42067"/>
                <a:gd name="connsiteX2" fmla="*/ 3405 w 41255"/>
                <a:gd name="connsiteY2" fmla="*/ 32536 h 42067"/>
                <a:gd name="connsiteX3" fmla="*/ 222 w 41255"/>
                <a:gd name="connsiteY3" fmla="*/ 16650 h 42067"/>
                <a:gd name="connsiteX4" fmla="*/ 9135 w 41255"/>
                <a:gd name="connsiteY4" fmla="*/ 3306 h 42067"/>
                <a:gd name="connsiteX5" fmla="*/ 37785 w 41255"/>
                <a:gd name="connsiteY5" fmla="*/ 9660 h 42067"/>
                <a:gd name="connsiteX6" fmla="*/ 31418 w 41255"/>
                <a:gd name="connsiteY6" fmla="*/ 38890 h 42067"/>
                <a:gd name="connsiteX7" fmla="*/ 31418 w 41255"/>
                <a:gd name="connsiteY7" fmla="*/ 38890 h 42067"/>
                <a:gd name="connsiteX8" fmla="*/ 21232 w 41255"/>
                <a:gd name="connsiteY8" fmla="*/ 42067 h 4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255" h="42067">
                  <a:moveTo>
                    <a:pt x="21232" y="42067"/>
                  </a:moveTo>
                  <a:cubicBezTo>
                    <a:pt x="19958" y="42067"/>
                    <a:pt x="18048" y="42067"/>
                    <a:pt x="16775" y="41432"/>
                  </a:cubicBezTo>
                  <a:cubicBezTo>
                    <a:pt x="11045" y="40161"/>
                    <a:pt x="6588" y="36984"/>
                    <a:pt x="3405" y="32536"/>
                  </a:cubicBezTo>
                  <a:cubicBezTo>
                    <a:pt x="222" y="28088"/>
                    <a:pt x="-415" y="22369"/>
                    <a:pt x="222" y="16650"/>
                  </a:cubicBezTo>
                  <a:cubicBezTo>
                    <a:pt x="1495" y="10931"/>
                    <a:pt x="4678" y="6483"/>
                    <a:pt x="9135" y="3306"/>
                  </a:cubicBezTo>
                  <a:cubicBezTo>
                    <a:pt x="18685" y="-3048"/>
                    <a:pt x="32055" y="129"/>
                    <a:pt x="37785" y="9660"/>
                  </a:cubicBezTo>
                  <a:cubicBezTo>
                    <a:pt x="44151" y="19192"/>
                    <a:pt x="41604" y="32536"/>
                    <a:pt x="31418" y="38890"/>
                  </a:cubicBezTo>
                  <a:lnTo>
                    <a:pt x="31418" y="38890"/>
                  </a:lnTo>
                  <a:cubicBezTo>
                    <a:pt x="28871" y="40796"/>
                    <a:pt x="25052" y="42067"/>
                    <a:pt x="21232" y="420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ECD7486C-850B-D56B-AD2C-1C20AE120E69}"/>
                </a:ext>
              </a:extLst>
            </p:cNvPr>
            <p:cNvSpPr/>
            <p:nvPr/>
          </p:nvSpPr>
          <p:spPr>
            <a:xfrm>
              <a:off x="3257064" y="4834271"/>
              <a:ext cx="42594" cy="42225"/>
            </a:xfrm>
            <a:custGeom>
              <a:avLst/>
              <a:gdLst>
                <a:gd name="connsiteX0" fmla="*/ 21297 w 42594"/>
                <a:gd name="connsiteY0" fmla="*/ 42226 h 42225"/>
                <a:gd name="connsiteX1" fmla="*/ 3471 w 42594"/>
                <a:gd name="connsiteY1" fmla="*/ 32694 h 42225"/>
                <a:gd name="connsiteX2" fmla="*/ 9838 w 42594"/>
                <a:gd name="connsiteY2" fmla="*/ 3464 h 42225"/>
                <a:gd name="connsiteX3" fmla="*/ 39124 w 42594"/>
                <a:gd name="connsiteY3" fmla="*/ 9819 h 42225"/>
                <a:gd name="connsiteX4" fmla="*/ 32757 w 42594"/>
                <a:gd name="connsiteY4" fmla="*/ 39049 h 42225"/>
                <a:gd name="connsiteX5" fmla="*/ 32757 w 42594"/>
                <a:gd name="connsiteY5" fmla="*/ 39049 h 42225"/>
                <a:gd name="connsiteX6" fmla="*/ 21297 w 42594"/>
                <a:gd name="connsiteY6" fmla="*/ 42226 h 4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594" h="42225">
                  <a:moveTo>
                    <a:pt x="21297" y="42226"/>
                  </a:moveTo>
                  <a:cubicBezTo>
                    <a:pt x="14294" y="42226"/>
                    <a:pt x="7928" y="39049"/>
                    <a:pt x="3471" y="32694"/>
                  </a:cubicBezTo>
                  <a:cubicBezTo>
                    <a:pt x="-2896" y="23163"/>
                    <a:pt x="-349" y="9819"/>
                    <a:pt x="9838" y="3464"/>
                  </a:cubicBezTo>
                  <a:cubicBezTo>
                    <a:pt x="19387" y="-2890"/>
                    <a:pt x="32757" y="-348"/>
                    <a:pt x="39124" y="9819"/>
                  </a:cubicBezTo>
                  <a:cubicBezTo>
                    <a:pt x="45490" y="19350"/>
                    <a:pt x="42944" y="32694"/>
                    <a:pt x="32757" y="39049"/>
                  </a:cubicBezTo>
                  <a:lnTo>
                    <a:pt x="32757" y="39049"/>
                  </a:lnTo>
                  <a:cubicBezTo>
                    <a:pt x="29574" y="40955"/>
                    <a:pt x="25754" y="42226"/>
                    <a:pt x="21297" y="422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82F87B6F-FB79-8F31-7E74-3928D27839EC}"/>
                </a:ext>
              </a:extLst>
            </p:cNvPr>
            <p:cNvSpPr/>
            <p:nvPr/>
          </p:nvSpPr>
          <p:spPr>
            <a:xfrm>
              <a:off x="3402858" y="4780324"/>
              <a:ext cx="42528" cy="42160"/>
            </a:xfrm>
            <a:custGeom>
              <a:avLst/>
              <a:gdLst>
                <a:gd name="connsiteX0" fmla="*/ 21297 w 42528"/>
                <a:gd name="connsiteY0" fmla="*/ 42160 h 42160"/>
                <a:gd name="connsiteX1" fmla="*/ 3471 w 42528"/>
                <a:gd name="connsiteY1" fmla="*/ 32629 h 42160"/>
                <a:gd name="connsiteX2" fmla="*/ 9838 w 42528"/>
                <a:gd name="connsiteY2" fmla="*/ 3399 h 42160"/>
                <a:gd name="connsiteX3" fmla="*/ 25754 w 42528"/>
                <a:gd name="connsiteY3" fmla="*/ 221 h 42160"/>
                <a:gd name="connsiteX4" fmla="*/ 39124 w 42528"/>
                <a:gd name="connsiteY4" fmla="*/ 9117 h 42160"/>
                <a:gd name="connsiteX5" fmla="*/ 42307 w 42528"/>
                <a:gd name="connsiteY5" fmla="*/ 25003 h 42160"/>
                <a:gd name="connsiteX6" fmla="*/ 33394 w 42528"/>
                <a:gd name="connsiteY6" fmla="*/ 38347 h 42160"/>
                <a:gd name="connsiteX7" fmla="*/ 21297 w 42528"/>
                <a:gd name="connsiteY7" fmla="*/ 42160 h 4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528" h="42160">
                  <a:moveTo>
                    <a:pt x="21297" y="42160"/>
                  </a:moveTo>
                  <a:cubicBezTo>
                    <a:pt x="14294" y="42160"/>
                    <a:pt x="7927" y="38983"/>
                    <a:pt x="3471" y="32629"/>
                  </a:cubicBezTo>
                  <a:cubicBezTo>
                    <a:pt x="-2895" y="23097"/>
                    <a:pt x="-349" y="9753"/>
                    <a:pt x="9838" y="3399"/>
                  </a:cubicBezTo>
                  <a:cubicBezTo>
                    <a:pt x="14294" y="221"/>
                    <a:pt x="20024" y="-414"/>
                    <a:pt x="25754" y="221"/>
                  </a:cubicBezTo>
                  <a:cubicBezTo>
                    <a:pt x="31484" y="1492"/>
                    <a:pt x="35940" y="4669"/>
                    <a:pt x="39124" y="9117"/>
                  </a:cubicBezTo>
                  <a:cubicBezTo>
                    <a:pt x="42307" y="13566"/>
                    <a:pt x="42943" y="19284"/>
                    <a:pt x="42307" y="25003"/>
                  </a:cubicBezTo>
                  <a:cubicBezTo>
                    <a:pt x="41034" y="30722"/>
                    <a:pt x="37850" y="35170"/>
                    <a:pt x="33394" y="38347"/>
                  </a:cubicBezTo>
                  <a:cubicBezTo>
                    <a:pt x="28937" y="40889"/>
                    <a:pt x="25117" y="42160"/>
                    <a:pt x="21297" y="421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16" name="Text Placeholder 3">
            <a:extLst>
              <a:ext uri="{FF2B5EF4-FFF2-40B4-BE49-F238E27FC236}">
                <a16:creationId xmlns:a16="http://schemas.microsoft.com/office/drawing/2014/main" id="{925101AA-B595-3504-7A95-8DF34010A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1291" y="2494314"/>
            <a:ext cx="3932237" cy="193899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594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 B | Extra Subhead | White and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D098-B447-79ED-27D6-0983AC947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689" y="1497522"/>
            <a:ext cx="11095036" cy="443198"/>
          </a:xfrm>
        </p:spPr>
        <p:txBody>
          <a:bodyPr wrap="square" anchor="b">
            <a:sp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E6154-9CAB-42A6-DF23-0071FD3E6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689" y="2073118"/>
            <a:ext cx="11095036" cy="249299"/>
          </a:xfrm>
        </p:spPr>
        <p:txBody>
          <a:bodyPr/>
          <a:lstStyle>
            <a:lvl1pPr marL="0" indent="0" algn="l">
              <a:buNone/>
              <a:defRPr sz="18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3" name="Graphic 11">
            <a:extLst>
              <a:ext uri="{FF2B5EF4-FFF2-40B4-BE49-F238E27FC236}">
                <a16:creationId xmlns:a16="http://schemas.microsoft.com/office/drawing/2014/main" id="{87F434DA-A3C6-3C69-F53B-85DC5D9AB9DA}"/>
              </a:ext>
            </a:extLst>
          </p:cNvPr>
          <p:cNvGrpSpPr/>
          <p:nvPr/>
        </p:nvGrpSpPr>
        <p:grpSpPr>
          <a:xfrm>
            <a:off x="54620" y="2993667"/>
            <a:ext cx="12098727" cy="3313413"/>
            <a:chOff x="54620" y="2826325"/>
            <a:chExt cx="12098727" cy="3313413"/>
          </a:xfrm>
          <a:solidFill>
            <a:schemeClr val="accent1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E09FB0B-3809-0792-1CF1-80286201DCFD}"/>
                </a:ext>
              </a:extLst>
            </p:cNvPr>
            <p:cNvSpPr/>
            <p:nvPr/>
          </p:nvSpPr>
          <p:spPr>
            <a:xfrm>
              <a:off x="2815353" y="3078059"/>
              <a:ext cx="1349074" cy="1346643"/>
            </a:xfrm>
            <a:custGeom>
              <a:avLst/>
              <a:gdLst>
                <a:gd name="connsiteX0" fmla="*/ 942410 w 1349074"/>
                <a:gd name="connsiteY0" fmla="*/ 1346644 h 1346643"/>
                <a:gd name="connsiteX1" fmla="*/ 654642 w 1349074"/>
                <a:gd name="connsiteY1" fmla="*/ 1227818 h 1346643"/>
                <a:gd name="connsiteX2" fmla="*/ 3343 w 1349074"/>
                <a:gd name="connsiteY2" fmla="*/ 577769 h 1346643"/>
                <a:gd name="connsiteX3" fmla="*/ 3343 w 1349074"/>
                <a:gd name="connsiteY3" fmla="*/ 560612 h 1346643"/>
                <a:gd name="connsiteX4" fmla="*/ 20532 w 1349074"/>
                <a:gd name="connsiteY4" fmla="*/ 560612 h 1346643"/>
                <a:gd name="connsiteX5" fmla="*/ 671831 w 1349074"/>
                <a:gd name="connsiteY5" fmla="*/ 1210661 h 1346643"/>
                <a:gd name="connsiteX6" fmla="*/ 942410 w 1349074"/>
                <a:gd name="connsiteY6" fmla="*/ 1322497 h 1346643"/>
                <a:gd name="connsiteX7" fmla="*/ 1212989 w 1349074"/>
                <a:gd name="connsiteY7" fmla="*/ 1210661 h 1346643"/>
                <a:gd name="connsiteX8" fmla="*/ 1213626 w 1349074"/>
                <a:gd name="connsiteY8" fmla="*/ 670542 h 1346643"/>
                <a:gd name="connsiteX9" fmla="*/ 561690 w 1349074"/>
                <a:gd name="connsiteY9" fmla="*/ 20493 h 1346643"/>
                <a:gd name="connsiteX10" fmla="*/ 561690 w 1349074"/>
                <a:gd name="connsiteY10" fmla="*/ 3336 h 1346643"/>
                <a:gd name="connsiteX11" fmla="*/ 578880 w 1349074"/>
                <a:gd name="connsiteY11" fmla="*/ 3336 h 1346643"/>
                <a:gd name="connsiteX12" fmla="*/ 1230179 w 1349074"/>
                <a:gd name="connsiteY12" fmla="*/ 653385 h 1346643"/>
                <a:gd name="connsiteX13" fmla="*/ 1230179 w 1349074"/>
                <a:gd name="connsiteY13" fmla="*/ 1227182 h 1346643"/>
                <a:gd name="connsiteX14" fmla="*/ 942410 w 1349074"/>
                <a:gd name="connsiteY14" fmla="*/ 1346644 h 1346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49074" h="1346643">
                  <a:moveTo>
                    <a:pt x="942410" y="1346644"/>
                  </a:moveTo>
                  <a:cubicBezTo>
                    <a:pt x="833542" y="1346644"/>
                    <a:pt x="731677" y="1304705"/>
                    <a:pt x="654642" y="1227818"/>
                  </a:cubicBezTo>
                  <a:lnTo>
                    <a:pt x="3343" y="577769"/>
                  </a:lnTo>
                  <a:cubicBezTo>
                    <a:pt x="-1114" y="573320"/>
                    <a:pt x="-1114" y="565060"/>
                    <a:pt x="3343" y="560612"/>
                  </a:cubicBezTo>
                  <a:cubicBezTo>
                    <a:pt x="7799" y="556164"/>
                    <a:pt x="16076" y="556164"/>
                    <a:pt x="20532" y="560612"/>
                  </a:cubicBezTo>
                  <a:lnTo>
                    <a:pt x="671831" y="1210661"/>
                  </a:lnTo>
                  <a:cubicBezTo>
                    <a:pt x="743774" y="1282465"/>
                    <a:pt x="839909" y="1322497"/>
                    <a:pt x="942410" y="1322497"/>
                  </a:cubicBezTo>
                  <a:cubicBezTo>
                    <a:pt x="1044912" y="1322497"/>
                    <a:pt x="1140410" y="1283100"/>
                    <a:pt x="1212989" y="1210661"/>
                  </a:cubicBezTo>
                  <a:cubicBezTo>
                    <a:pt x="1362603" y="1061334"/>
                    <a:pt x="1362603" y="819233"/>
                    <a:pt x="1213626" y="670542"/>
                  </a:cubicBezTo>
                  <a:lnTo>
                    <a:pt x="561690" y="20493"/>
                  </a:lnTo>
                  <a:cubicBezTo>
                    <a:pt x="557233" y="16045"/>
                    <a:pt x="557233" y="7784"/>
                    <a:pt x="561690" y="3336"/>
                  </a:cubicBezTo>
                  <a:cubicBezTo>
                    <a:pt x="566146" y="-1112"/>
                    <a:pt x="574423" y="-1112"/>
                    <a:pt x="578880" y="3336"/>
                  </a:cubicBezTo>
                  <a:lnTo>
                    <a:pt x="1230179" y="653385"/>
                  </a:lnTo>
                  <a:cubicBezTo>
                    <a:pt x="1388706" y="811608"/>
                    <a:pt x="1388706" y="1068959"/>
                    <a:pt x="1230179" y="1227182"/>
                  </a:cubicBezTo>
                  <a:cubicBezTo>
                    <a:pt x="1153144" y="1304070"/>
                    <a:pt x="1050642" y="1346644"/>
                    <a:pt x="942410" y="1346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9917970-6276-98FC-FC58-7552DF704EE6}"/>
                </a:ext>
              </a:extLst>
            </p:cNvPr>
            <p:cNvSpPr/>
            <p:nvPr/>
          </p:nvSpPr>
          <p:spPr>
            <a:xfrm>
              <a:off x="2815990" y="3077423"/>
              <a:ext cx="666841" cy="666093"/>
            </a:xfrm>
            <a:custGeom>
              <a:avLst/>
              <a:gdLst>
                <a:gd name="connsiteX0" fmla="*/ 227445 w 666841"/>
                <a:gd name="connsiteY0" fmla="*/ 666094 h 666093"/>
                <a:gd name="connsiteX1" fmla="*/ 3343 w 666841"/>
                <a:gd name="connsiteY1" fmla="*/ 577769 h 666093"/>
                <a:gd name="connsiteX2" fmla="*/ 3343 w 666841"/>
                <a:gd name="connsiteY2" fmla="*/ 560612 h 666093"/>
                <a:gd name="connsiteX3" fmla="*/ 20532 w 666841"/>
                <a:gd name="connsiteY3" fmla="*/ 560612 h 666093"/>
                <a:gd name="connsiteX4" fmla="*/ 515851 w 666841"/>
                <a:gd name="connsiteY4" fmla="*/ 515496 h 666093"/>
                <a:gd name="connsiteX5" fmla="*/ 639362 w 666841"/>
                <a:gd name="connsiteY5" fmla="*/ 274031 h 666093"/>
                <a:gd name="connsiteX6" fmla="*/ 561053 w 666841"/>
                <a:gd name="connsiteY6" fmla="*/ 20493 h 666093"/>
                <a:gd name="connsiteX7" fmla="*/ 561053 w 666841"/>
                <a:gd name="connsiteY7" fmla="*/ 3336 h 666093"/>
                <a:gd name="connsiteX8" fmla="*/ 578243 w 666841"/>
                <a:gd name="connsiteY8" fmla="*/ 3336 h 666093"/>
                <a:gd name="connsiteX9" fmla="*/ 663555 w 666841"/>
                <a:gd name="connsiteY9" fmla="*/ 277208 h 666093"/>
                <a:gd name="connsiteX10" fmla="*/ 533040 w 666841"/>
                <a:gd name="connsiteY10" fmla="*/ 532653 h 666093"/>
                <a:gd name="connsiteX11" fmla="*/ 227445 w 666841"/>
                <a:gd name="connsiteY11" fmla="*/ 666094 h 666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6841" h="666093">
                  <a:moveTo>
                    <a:pt x="227445" y="666094"/>
                  </a:moveTo>
                  <a:cubicBezTo>
                    <a:pt x="142770" y="666094"/>
                    <a:pt x="63188" y="636864"/>
                    <a:pt x="3343" y="577769"/>
                  </a:cubicBezTo>
                  <a:cubicBezTo>
                    <a:pt x="-1114" y="573321"/>
                    <a:pt x="-1114" y="565060"/>
                    <a:pt x="3343" y="560612"/>
                  </a:cubicBezTo>
                  <a:cubicBezTo>
                    <a:pt x="7799" y="556164"/>
                    <a:pt x="16076" y="556164"/>
                    <a:pt x="20532" y="560612"/>
                  </a:cubicBezTo>
                  <a:cubicBezTo>
                    <a:pt x="144680" y="684522"/>
                    <a:pt x="366873" y="664188"/>
                    <a:pt x="515851" y="515496"/>
                  </a:cubicBezTo>
                  <a:cubicBezTo>
                    <a:pt x="583973" y="447505"/>
                    <a:pt x="627266" y="362356"/>
                    <a:pt x="639362" y="274031"/>
                  </a:cubicBezTo>
                  <a:cubicBezTo>
                    <a:pt x="652732" y="176174"/>
                    <a:pt x="624082" y="83401"/>
                    <a:pt x="561053" y="20493"/>
                  </a:cubicBezTo>
                  <a:cubicBezTo>
                    <a:pt x="556596" y="16045"/>
                    <a:pt x="556596" y="7784"/>
                    <a:pt x="561053" y="3336"/>
                  </a:cubicBezTo>
                  <a:cubicBezTo>
                    <a:pt x="565510" y="-1112"/>
                    <a:pt x="573786" y="-1112"/>
                    <a:pt x="578243" y="3336"/>
                  </a:cubicBezTo>
                  <a:cubicBezTo>
                    <a:pt x="646365" y="71327"/>
                    <a:pt x="677561" y="171091"/>
                    <a:pt x="663555" y="277208"/>
                  </a:cubicBezTo>
                  <a:cubicBezTo>
                    <a:pt x="650822" y="370617"/>
                    <a:pt x="604983" y="460849"/>
                    <a:pt x="533040" y="532653"/>
                  </a:cubicBezTo>
                  <a:cubicBezTo>
                    <a:pt x="445182" y="620978"/>
                    <a:pt x="333130" y="666094"/>
                    <a:pt x="227445" y="6660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0685573-621B-14C1-901A-51AF9E0A6519}"/>
                </a:ext>
              </a:extLst>
            </p:cNvPr>
            <p:cNvSpPr/>
            <p:nvPr/>
          </p:nvSpPr>
          <p:spPr>
            <a:xfrm>
              <a:off x="2774766" y="3036914"/>
              <a:ext cx="621535" cy="620819"/>
            </a:xfrm>
            <a:custGeom>
              <a:avLst/>
              <a:gdLst>
                <a:gd name="connsiteX0" fmla="*/ 52206 w 621535"/>
                <a:gd name="connsiteY0" fmla="*/ 620819 h 620819"/>
                <a:gd name="connsiteX1" fmla="*/ 43293 w 621535"/>
                <a:gd name="connsiteY1" fmla="*/ 617007 h 620819"/>
                <a:gd name="connsiteX2" fmla="*/ 0 w 621535"/>
                <a:gd name="connsiteY2" fmla="*/ 513431 h 620819"/>
                <a:gd name="connsiteX3" fmla="*/ 43293 w 621535"/>
                <a:gd name="connsiteY3" fmla="*/ 409855 h 620819"/>
                <a:gd name="connsiteX4" fmla="*/ 189723 w 621535"/>
                <a:gd name="connsiteY4" fmla="*/ 373000 h 620819"/>
                <a:gd name="connsiteX5" fmla="*/ 226649 w 621535"/>
                <a:gd name="connsiteY5" fmla="*/ 226850 h 620819"/>
                <a:gd name="connsiteX6" fmla="*/ 374354 w 621535"/>
                <a:gd name="connsiteY6" fmla="*/ 190630 h 620819"/>
                <a:gd name="connsiteX7" fmla="*/ 410643 w 621535"/>
                <a:gd name="connsiteY7" fmla="*/ 43210 h 620819"/>
                <a:gd name="connsiteX8" fmla="*/ 514418 w 621535"/>
                <a:gd name="connsiteY8" fmla="*/ 0 h 620819"/>
                <a:gd name="connsiteX9" fmla="*/ 618193 w 621535"/>
                <a:gd name="connsiteY9" fmla="*/ 43210 h 620819"/>
                <a:gd name="connsiteX10" fmla="*/ 618193 w 621535"/>
                <a:gd name="connsiteY10" fmla="*/ 60366 h 620819"/>
                <a:gd name="connsiteX11" fmla="*/ 601003 w 621535"/>
                <a:gd name="connsiteY11" fmla="*/ 60366 h 620819"/>
                <a:gd name="connsiteX12" fmla="*/ 427833 w 621535"/>
                <a:gd name="connsiteY12" fmla="*/ 60366 h 620819"/>
                <a:gd name="connsiteX13" fmla="*/ 408096 w 621535"/>
                <a:gd name="connsiteY13" fmla="*/ 207787 h 620819"/>
                <a:gd name="connsiteX14" fmla="*/ 406187 w 621535"/>
                <a:gd name="connsiteY14" fmla="*/ 222402 h 620819"/>
                <a:gd name="connsiteX15" fmla="*/ 391544 w 621535"/>
                <a:gd name="connsiteY15" fmla="*/ 224308 h 620819"/>
                <a:gd name="connsiteX16" fmla="*/ 243839 w 621535"/>
                <a:gd name="connsiteY16" fmla="*/ 244007 h 620819"/>
                <a:gd name="connsiteX17" fmla="*/ 223466 w 621535"/>
                <a:gd name="connsiteY17" fmla="*/ 390157 h 620819"/>
                <a:gd name="connsiteX18" fmla="*/ 221556 w 621535"/>
                <a:gd name="connsiteY18" fmla="*/ 404772 h 620819"/>
                <a:gd name="connsiteX19" fmla="*/ 206913 w 621535"/>
                <a:gd name="connsiteY19" fmla="*/ 406678 h 620819"/>
                <a:gd name="connsiteX20" fmla="*/ 60482 w 621535"/>
                <a:gd name="connsiteY20" fmla="*/ 427012 h 620819"/>
                <a:gd name="connsiteX21" fmla="*/ 60482 w 621535"/>
                <a:gd name="connsiteY21" fmla="*/ 599850 h 620819"/>
                <a:gd name="connsiteX22" fmla="*/ 60482 w 621535"/>
                <a:gd name="connsiteY22" fmla="*/ 617007 h 620819"/>
                <a:gd name="connsiteX23" fmla="*/ 52206 w 621535"/>
                <a:gd name="connsiteY23" fmla="*/ 620819 h 620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1535" h="620819">
                  <a:moveTo>
                    <a:pt x="52206" y="620819"/>
                  </a:moveTo>
                  <a:cubicBezTo>
                    <a:pt x="49022" y="620819"/>
                    <a:pt x="45839" y="619548"/>
                    <a:pt x="43293" y="617007"/>
                  </a:cubicBezTo>
                  <a:cubicBezTo>
                    <a:pt x="15280" y="589047"/>
                    <a:pt x="0" y="552192"/>
                    <a:pt x="0" y="513431"/>
                  </a:cubicBezTo>
                  <a:cubicBezTo>
                    <a:pt x="0" y="474669"/>
                    <a:pt x="15280" y="437179"/>
                    <a:pt x="43293" y="409855"/>
                  </a:cubicBezTo>
                  <a:cubicBezTo>
                    <a:pt x="82129" y="371094"/>
                    <a:pt x="138791" y="357749"/>
                    <a:pt x="189723" y="373000"/>
                  </a:cubicBezTo>
                  <a:cubicBezTo>
                    <a:pt x="174444" y="322165"/>
                    <a:pt x="187814" y="264976"/>
                    <a:pt x="226649" y="226850"/>
                  </a:cubicBezTo>
                  <a:cubicBezTo>
                    <a:pt x="265485" y="188089"/>
                    <a:pt x="322785" y="174744"/>
                    <a:pt x="374354" y="190630"/>
                  </a:cubicBezTo>
                  <a:cubicBezTo>
                    <a:pt x="358437" y="139160"/>
                    <a:pt x="371807" y="82606"/>
                    <a:pt x="410643" y="43210"/>
                  </a:cubicBezTo>
                  <a:cubicBezTo>
                    <a:pt x="438656" y="15250"/>
                    <a:pt x="475582" y="0"/>
                    <a:pt x="514418" y="0"/>
                  </a:cubicBezTo>
                  <a:cubicBezTo>
                    <a:pt x="553254" y="0"/>
                    <a:pt x="590817" y="15250"/>
                    <a:pt x="618193" y="43210"/>
                  </a:cubicBezTo>
                  <a:cubicBezTo>
                    <a:pt x="622650" y="47658"/>
                    <a:pt x="622650" y="55918"/>
                    <a:pt x="618193" y="60366"/>
                  </a:cubicBezTo>
                  <a:cubicBezTo>
                    <a:pt x="613736" y="64814"/>
                    <a:pt x="605460" y="64814"/>
                    <a:pt x="601003" y="60366"/>
                  </a:cubicBezTo>
                  <a:cubicBezTo>
                    <a:pt x="553254" y="12709"/>
                    <a:pt x="475582" y="12709"/>
                    <a:pt x="427833" y="60366"/>
                  </a:cubicBezTo>
                  <a:cubicBezTo>
                    <a:pt x="388997" y="99128"/>
                    <a:pt x="380720" y="160129"/>
                    <a:pt x="408096" y="207787"/>
                  </a:cubicBezTo>
                  <a:cubicBezTo>
                    <a:pt x="410643" y="212870"/>
                    <a:pt x="410007" y="218589"/>
                    <a:pt x="406187" y="222402"/>
                  </a:cubicBezTo>
                  <a:cubicBezTo>
                    <a:pt x="402367" y="226215"/>
                    <a:pt x="396000" y="226850"/>
                    <a:pt x="391544" y="224308"/>
                  </a:cubicBezTo>
                  <a:cubicBezTo>
                    <a:pt x="343794" y="196985"/>
                    <a:pt x="282675" y="204610"/>
                    <a:pt x="243839" y="244007"/>
                  </a:cubicBezTo>
                  <a:cubicBezTo>
                    <a:pt x="205640" y="282133"/>
                    <a:pt x="196727" y="342499"/>
                    <a:pt x="223466" y="390157"/>
                  </a:cubicBezTo>
                  <a:cubicBezTo>
                    <a:pt x="226013" y="395240"/>
                    <a:pt x="225376" y="400959"/>
                    <a:pt x="221556" y="404772"/>
                  </a:cubicBezTo>
                  <a:cubicBezTo>
                    <a:pt x="217736" y="408584"/>
                    <a:pt x="212006" y="409220"/>
                    <a:pt x="206913" y="406678"/>
                  </a:cubicBezTo>
                  <a:cubicBezTo>
                    <a:pt x="159164" y="379990"/>
                    <a:pt x="99318" y="388886"/>
                    <a:pt x="60482" y="427012"/>
                  </a:cubicBezTo>
                  <a:cubicBezTo>
                    <a:pt x="12733" y="474669"/>
                    <a:pt x="12733" y="552192"/>
                    <a:pt x="60482" y="599850"/>
                  </a:cubicBezTo>
                  <a:cubicBezTo>
                    <a:pt x="64939" y="604298"/>
                    <a:pt x="64939" y="612559"/>
                    <a:pt x="60482" y="617007"/>
                  </a:cubicBezTo>
                  <a:cubicBezTo>
                    <a:pt x="58572" y="619548"/>
                    <a:pt x="55389" y="620819"/>
                    <a:pt x="52206" y="6208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6C6D531D-7DAD-4913-F66E-D8736661052D}"/>
                </a:ext>
              </a:extLst>
            </p:cNvPr>
            <p:cNvSpPr/>
            <p:nvPr/>
          </p:nvSpPr>
          <p:spPr>
            <a:xfrm>
              <a:off x="3166143" y="3257556"/>
              <a:ext cx="315586" cy="457366"/>
            </a:xfrm>
            <a:custGeom>
              <a:avLst/>
              <a:gdLst>
                <a:gd name="connsiteX0" fmla="*/ 22450 w 315586"/>
                <a:gd name="connsiteY0" fmla="*/ 457366 h 457366"/>
                <a:gd name="connsiteX1" fmla="*/ 10990 w 315586"/>
                <a:gd name="connsiteY1" fmla="*/ 448470 h 457366"/>
                <a:gd name="connsiteX2" fmla="*/ 45370 w 315586"/>
                <a:gd name="connsiteY2" fmla="*/ 177140 h 457366"/>
                <a:gd name="connsiteX3" fmla="*/ 300669 w 315586"/>
                <a:gd name="connsiteY3" fmla="*/ 489 h 457366"/>
                <a:gd name="connsiteX4" fmla="*/ 315312 w 315586"/>
                <a:gd name="connsiteY4" fmla="*/ 9385 h 457366"/>
                <a:gd name="connsiteX5" fmla="*/ 306399 w 315586"/>
                <a:gd name="connsiteY5" fmla="*/ 24000 h 457366"/>
                <a:gd name="connsiteX6" fmla="*/ 66379 w 315586"/>
                <a:gd name="connsiteY6" fmla="*/ 189213 h 457366"/>
                <a:gd name="connsiteX7" fmla="*/ 34547 w 315586"/>
                <a:gd name="connsiteY7" fmla="*/ 442116 h 457366"/>
                <a:gd name="connsiteX8" fmla="*/ 26270 w 315586"/>
                <a:gd name="connsiteY8" fmla="*/ 457366 h 457366"/>
                <a:gd name="connsiteX9" fmla="*/ 22450 w 315586"/>
                <a:gd name="connsiteY9" fmla="*/ 457366 h 457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86" h="457366">
                  <a:moveTo>
                    <a:pt x="22450" y="457366"/>
                  </a:moveTo>
                  <a:cubicBezTo>
                    <a:pt x="17357" y="457366"/>
                    <a:pt x="12264" y="453554"/>
                    <a:pt x="10990" y="448470"/>
                  </a:cubicBezTo>
                  <a:cubicBezTo>
                    <a:pt x="9080" y="442751"/>
                    <a:pt x="-27846" y="304862"/>
                    <a:pt x="45370" y="177140"/>
                  </a:cubicBezTo>
                  <a:cubicBezTo>
                    <a:pt x="93756" y="91992"/>
                    <a:pt x="179704" y="32896"/>
                    <a:pt x="300669" y="489"/>
                  </a:cubicBezTo>
                  <a:cubicBezTo>
                    <a:pt x="307036" y="-1417"/>
                    <a:pt x="314039" y="2395"/>
                    <a:pt x="315312" y="9385"/>
                  </a:cubicBezTo>
                  <a:cubicBezTo>
                    <a:pt x="316585" y="16375"/>
                    <a:pt x="313402" y="22729"/>
                    <a:pt x="306399" y="24000"/>
                  </a:cubicBezTo>
                  <a:cubicBezTo>
                    <a:pt x="192438" y="54501"/>
                    <a:pt x="111582" y="109784"/>
                    <a:pt x="66379" y="189213"/>
                  </a:cubicBezTo>
                  <a:cubicBezTo>
                    <a:pt x="-1743" y="308039"/>
                    <a:pt x="33910" y="440845"/>
                    <a:pt x="34547" y="442116"/>
                  </a:cubicBezTo>
                  <a:cubicBezTo>
                    <a:pt x="36457" y="448470"/>
                    <a:pt x="32637" y="455460"/>
                    <a:pt x="26270" y="457366"/>
                  </a:cubicBezTo>
                  <a:cubicBezTo>
                    <a:pt x="24360" y="457366"/>
                    <a:pt x="23723" y="457366"/>
                    <a:pt x="22450" y="4573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BF21F5F-1B95-F075-2D56-ED04F1E83E86}"/>
                </a:ext>
              </a:extLst>
            </p:cNvPr>
            <p:cNvSpPr/>
            <p:nvPr/>
          </p:nvSpPr>
          <p:spPr>
            <a:xfrm>
              <a:off x="2888485" y="3515604"/>
              <a:ext cx="309818" cy="195505"/>
            </a:xfrm>
            <a:custGeom>
              <a:avLst/>
              <a:gdLst>
                <a:gd name="connsiteX0" fmla="*/ 12339 w 309818"/>
                <a:gd name="connsiteY0" fmla="*/ 195506 h 195505"/>
                <a:gd name="connsiteX1" fmla="*/ 7882 w 309818"/>
                <a:gd name="connsiteY1" fmla="*/ 194870 h 195505"/>
                <a:gd name="connsiteX2" fmla="*/ 879 w 309818"/>
                <a:gd name="connsiteY2" fmla="*/ 178984 h 195505"/>
                <a:gd name="connsiteX3" fmla="*/ 301381 w 309818"/>
                <a:gd name="connsiteY3" fmla="*/ 9959 h 195505"/>
                <a:gd name="connsiteX4" fmla="*/ 309021 w 309818"/>
                <a:gd name="connsiteY4" fmla="*/ 25209 h 195505"/>
                <a:gd name="connsiteX5" fmla="*/ 293741 w 309818"/>
                <a:gd name="connsiteY5" fmla="*/ 32835 h 195505"/>
                <a:gd name="connsiteX6" fmla="*/ 23799 w 309818"/>
                <a:gd name="connsiteY6" fmla="*/ 187245 h 195505"/>
                <a:gd name="connsiteX7" fmla="*/ 12339 w 309818"/>
                <a:gd name="connsiteY7" fmla="*/ 195506 h 19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9818" h="195505">
                  <a:moveTo>
                    <a:pt x="12339" y="195506"/>
                  </a:moveTo>
                  <a:cubicBezTo>
                    <a:pt x="11066" y="195506"/>
                    <a:pt x="9792" y="195506"/>
                    <a:pt x="7882" y="194870"/>
                  </a:cubicBezTo>
                  <a:cubicBezTo>
                    <a:pt x="1516" y="192329"/>
                    <a:pt x="-1668" y="185339"/>
                    <a:pt x="879" y="178984"/>
                  </a:cubicBezTo>
                  <a:cubicBezTo>
                    <a:pt x="70911" y="-9104"/>
                    <a:pt x="228165" y="-13552"/>
                    <a:pt x="301381" y="9959"/>
                  </a:cubicBezTo>
                  <a:cubicBezTo>
                    <a:pt x="307747" y="11865"/>
                    <a:pt x="311567" y="18855"/>
                    <a:pt x="309021" y="25209"/>
                  </a:cubicBezTo>
                  <a:cubicBezTo>
                    <a:pt x="307111" y="31564"/>
                    <a:pt x="300108" y="35376"/>
                    <a:pt x="293741" y="32835"/>
                  </a:cubicBezTo>
                  <a:cubicBezTo>
                    <a:pt x="286101" y="30293"/>
                    <a:pt x="102744" y="-25625"/>
                    <a:pt x="23799" y="187245"/>
                  </a:cubicBezTo>
                  <a:cubicBezTo>
                    <a:pt x="21889" y="192329"/>
                    <a:pt x="17432" y="195506"/>
                    <a:pt x="12339" y="19550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0CFB817-16F7-044B-D553-C43968BBCA69}"/>
                </a:ext>
              </a:extLst>
            </p:cNvPr>
            <p:cNvSpPr/>
            <p:nvPr/>
          </p:nvSpPr>
          <p:spPr>
            <a:xfrm>
              <a:off x="3243328" y="3378536"/>
              <a:ext cx="147963" cy="211841"/>
            </a:xfrm>
            <a:custGeom>
              <a:avLst/>
              <a:gdLst>
                <a:gd name="connsiteX0" fmla="*/ 12114 w 147963"/>
                <a:gd name="connsiteY0" fmla="*/ 211842 h 211841"/>
                <a:gd name="connsiteX1" fmla="*/ 17 w 147963"/>
                <a:gd name="connsiteY1" fmla="*/ 200404 h 211841"/>
                <a:gd name="connsiteX2" fmla="*/ 131168 w 147963"/>
                <a:gd name="connsiteY2" fmla="*/ 877 h 211841"/>
                <a:gd name="connsiteX3" fmla="*/ 147085 w 147963"/>
                <a:gd name="connsiteY3" fmla="*/ 7867 h 211841"/>
                <a:gd name="connsiteX4" fmla="*/ 140081 w 147963"/>
                <a:gd name="connsiteY4" fmla="*/ 23753 h 211841"/>
                <a:gd name="connsiteX5" fmla="*/ 24210 w 147963"/>
                <a:gd name="connsiteY5" fmla="*/ 199133 h 211841"/>
                <a:gd name="connsiteX6" fmla="*/ 12114 w 147963"/>
                <a:gd name="connsiteY6" fmla="*/ 211842 h 211841"/>
                <a:gd name="connsiteX7" fmla="*/ 12114 w 147963"/>
                <a:gd name="connsiteY7" fmla="*/ 211842 h 211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7963" h="211841">
                  <a:moveTo>
                    <a:pt x="12114" y="211842"/>
                  </a:moveTo>
                  <a:cubicBezTo>
                    <a:pt x="5747" y="211842"/>
                    <a:pt x="17" y="206758"/>
                    <a:pt x="17" y="200404"/>
                  </a:cubicBezTo>
                  <a:cubicBezTo>
                    <a:pt x="17" y="199133"/>
                    <a:pt x="-4440" y="55525"/>
                    <a:pt x="131168" y="877"/>
                  </a:cubicBezTo>
                  <a:cubicBezTo>
                    <a:pt x="137535" y="-1664"/>
                    <a:pt x="144538" y="1513"/>
                    <a:pt x="147085" y="7867"/>
                  </a:cubicBezTo>
                  <a:cubicBezTo>
                    <a:pt x="149631" y="14222"/>
                    <a:pt x="146448" y="21211"/>
                    <a:pt x="140081" y="23753"/>
                  </a:cubicBezTo>
                  <a:cubicBezTo>
                    <a:pt x="19753" y="72046"/>
                    <a:pt x="24210" y="197862"/>
                    <a:pt x="24210" y="199133"/>
                  </a:cubicBezTo>
                  <a:cubicBezTo>
                    <a:pt x="24210" y="206123"/>
                    <a:pt x="19117" y="211206"/>
                    <a:pt x="12114" y="211842"/>
                  </a:cubicBezTo>
                  <a:lnTo>
                    <a:pt x="12114" y="2118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049BC44-613E-161C-8E52-BBDB172AE751}"/>
                </a:ext>
              </a:extLst>
            </p:cNvPr>
            <p:cNvSpPr/>
            <p:nvPr/>
          </p:nvSpPr>
          <p:spPr>
            <a:xfrm>
              <a:off x="4724682" y="3964648"/>
              <a:ext cx="637454" cy="688810"/>
            </a:xfrm>
            <a:custGeom>
              <a:avLst/>
              <a:gdLst>
                <a:gd name="connsiteX0" fmla="*/ 26265 w 637454"/>
                <a:gd name="connsiteY0" fmla="*/ 24147 h 688810"/>
                <a:gd name="connsiteX1" fmla="*/ 91204 w 637454"/>
                <a:gd name="connsiteY1" fmla="*/ 554734 h 688810"/>
                <a:gd name="connsiteX2" fmla="*/ 221718 w 637454"/>
                <a:gd name="connsiteY2" fmla="*/ 664029 h 688810"/>
                <a:gd name="connsiteX3" fmla="*/ 416535 w 637454"/>
                <a:gd name="connsiteY3" fmla="*/ 664029 h 688810"/>
                <a:gd name="connsiteX4" fmla="*/ 547050 w 637454"/>
                <a:gd name="connsiteY4" fmla="*/ 554734 h 688810"/>
                <a:gd name="connsiteX5" fmla="*/ 611989 w 637454"/>
                <a:gd name="connsiteY5" fmla="*/ 24147 h 688810"/>
                <a:gd name="connsiteX6" fmla="*/ 26265 w 637454"/>
                <a:gd name="connsiteY6" fmla="*/ 24147 h 688810"/>
                <a:gd name="connsiteX7" fmla="*/ 221718 w 637454"/>
                <a:gd name="connsiteY7" fmla="*/ 688811 h 688810"/>
                <a:gd name="connsiteX8" fmla="*/ 67011 w 637454"/>
                <a:gd name="connsiteY8" fmla="*/ 557911 h 688810"/>
                <a:gd name="connsiteX9" fmla="*/ 162 w 637454"/>
                <a:gd name="connsiteY9" fmla="*/ 13344 h 688810"/>
                <a:gd name="connsiteX10" fmla="*/ 3345 w 637454"/>
                <a:gd name="connsiteY10" fmla="*/ 3813 h 688810"/>
                <a:gd name="connsiteX11" fmla="*/ 12259 w 637454"/>
                <a:gd name="connsiteY11" fmla="*/ 0 h 688810"/>
                <a:gd name="connsiteX12" fmla="*/ 625359 w 637454"/>
                <a:gd name="connsiteY12" fmla="*/ 0 h 688810"/>
                <a:gd name="connsiteX13" fmla="*/ 634272 w 637454"/>
                <a:gd name="connsiteY13" fmla="*/ 3813 h 688810"/>
                <a:gd name="connsiteX14" fmla="*/ 637455 w 637454"/>
                <a:gd name="connsiteY14" fmla="*/ 13344 h 688810"/>
                <a:gd name="connsiteX15" fmla="*/ 570606 w 637454"/>
                <a:gd name="connsiteY15" fmla="*/ 557911 h 688810"/>
                <a:gd name="connsiteX16" fmla="*/ 415899 w 637454"/>
                <a:gd name="connsiteY16" fmla="*/ 688811 h 688810"/>
                <a:gd name="connsiteX17" fmla="*/ 221718 w 637454"/>
                <a:gd name="connsiteY17" fmla="*/ 688811 h 688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7454" h="688810">
                  <a:moveTo>
                    <a:pt x="26265" y="24147"/>
                  </a:moveTo>
                  <a:lnTo>
                    <a:pt x="91204" y="554734"/>
                  </a:lnTo>
                  <a:cubicBezTo>
                    <a:pt x="98844" y="617007"/>
                    <a:pt x="154870" y="664029"/>
                    <a:pt x="221718" y="664029"/>
                  </a:cubicBezTo>
                  <a:lnTo>
                    <a:pt x="416535" y="664029"/>
                  </a:lnTo>
                  <a:cubicBezTo>
                    <a:pt x="483384" y="664029"/>
                    <a:pt x="539410" y="617007"/>
                    <a:pt x="547050" y="554734"/>
                  </a:cubicBezTo>
                  <a:lnTo>
                    <a:pt x="611989" y="24147"/>
                  </a:lnTo>
                  <a:lnTo>
                    <a:pt x="26265" y="24147"/>
                  </a:lnTo>
                  <a:close/>
                  <a:moveTo>
                    <a:pt x="221718" y="688811"/>
                  </a:moveTo>
                  <a:cubicBezTo>
                    <a:pt x="142773" y="688811"/>
                    <a:pt x="75924" y="632892"/>
                    <a:pt x="67011" y="557911"/>
                  </a:cubicBezTo>
                  <a:lnTo>
                    <a:pt x="162" y="13344"/>
                  </a:lnTo>
                  <a:cubicBezTo>
                    <a:pt x="-474" y="10167"/>
                    <a:pt x="799" y="6354"/>
                    <a:pt x="3345" y="3813"/>
                  </a:cubicBezTo>
                  <a:cubicBezTo>
                    <a:pt x="5892" y="1271"/>
                    <a:pt x="9076" y="0"/>
                    <a:pt x="12259" y="0"/>
                  </a:cubicBezTo>
                  <a:lnTo>
                    <a:pt x="625359" y="0"/>
                  </a:lnTo>
                  <a:cubicBezTo>
                    <a:pt x="628542" y="0"/>
                    <a:pt x="632362" y="1271"/>
                    <a:pt x="634272" y="3813"/>
                  </a:cubicBezTo>
                  <a:cubicBezTo>
                    <a:pt x="636818" y="6354"/>
                    <a:pt x="637455" y="10167"/>
                    <a:pt x="637455" y="13344"/>
                  </a:cubicBezTo>
                  <a:lnTo>
                    <a:pt x="570606" y="557911"/>
                  </a:lnTo>
                  <a:cubicBezTo>
                    <a:pt x="561693" y="632257"/>
                    <a:pt x="494844" y="688811"/>
                    <a:pt x="415899" y="688811"/>
                  </a:cubicBezTo>
                  <a:lnTo>
                    <a:pt x="221718" y="68881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65DA89D-EAC2-3B8A-BDE9-95D0B6B1A778}"/>
                </a:ext>
              </a:extLst>
            </p:cNvPr>
            <p:cNvSpPr/>
            <p:nvPr/>
          </p:nvSpPr>
          <p:spPr>
            <a:xfrm>
              <a:off x="4613996" y="3704120"/>
              <a:ext cx="860819" cy="284674"/>
            </a:xfrm>
            <a:custGeom>
              <a:avLst/>
              <a:gdLst>
                <a:gd name="connsiteX0" fmla="*/ 429813 w 860819"/>
                <a:gd name="connsiteY0" fmla="*/ 260528 h 284674"/>
                <a:gd name="connsiteX1" fmla="*/ 788250 w 860819"/>
                <a:gd name="connsiteY1" fmla="*/ 260528 h 284674"/>
                <a:gd name="connsiteX2" fmla="*/ 788887 w 860819"/>
                <a:gd name="connsiteY2" fmla="*/ 258622 h 284674"/>
                <a:gd name="connsiteX3" fmla="*/ 835363 w 860819"/>
                <a:gd name="connsiteY3" fmla="*/ 32407 h 284674"/>
                <a:gd name="connsiteX4" fmla="*/ 834726 w 860819"/>
                <a:gd name="connsiteY4" fmla="*/ 24147 h 284674"/>
                <a:gd name="connsiteX5" fmla="*/ 25536 w 860819"/>
                <a:gd name="connsiteY5" fmla="*/ 24147 h 284674"/>
                <a:gd name="connsiteX6" fmla="*/ 24899 w 860819"/>
                <a:gd name="connsiteY6" fmla="*/ 32407 h 284674"/>
                <a:gd name="connsiteX7" fmla="*/ 71375 w 860819"/>
                <a:gd name="connsiteY7" fmla="*/ 258622 h 284674"/>
                <a:gd name="connsiteX8" fmla="*/ 72012 w 860819"/>
                <a:gd name="connsiteY8" fmla="*/ 260528 h 284674"/>
                <a:gd name="connsiteX9" fmla="*/ 429813 w 860819"/>
                <a:gd name="connsiteY9" fmla="*/ 260528 h 284674"/>
                <a:gd name="connsiteX10" fmla="*/ 790797 w 860819"/>
                <a:gd name="connsiteY10" fmla="*/ 284675 h 284674"/>
                <a:gd name="connsiteX11" fmla="*/ 68829 w 860819"/>
                <a:gd name="connsiteY11" fmla="*/ 284675 h 284674"/>
                <a:gd name="connsiteX12" fmla="*/ 47182 w 860819"/>
                <a:gd name="connsiteY12" fmla="*/ 263070 h 284674"/>
                <a:gd name="connsiteX13" fmla="*/ 707 w 860819"/>
                <a:gd name="connsiteY13" fmla="*/ 36855 h 284674"/>
                <a:gd name="connsiteX14" fmla="*/ 7073 w 860819"/>
                <a:gd name="connsiteY14" fmla="*/ 7625 h 284674"/>
                <a:gd name="connsiteX15" fmla="*/ 22990 w 860819"/>
                <a:gd name="connsiteY15" fmla="*/ 0 h 284674"/>
                <a:gd name="connsiteX16" fmla="*/ 837909 w 860819"/>
                <a:gd name="connsiteY16" fmla="*/ 0 h 284674"/>
                <a:gd name="connsiteX17" fmla="*/ 853826 w 860819"/>
                <a:gd name="connsiteY17" fmla="*/ 7625 h 284674"/>
                <a:gd name="connsiteX18" fmla="*/ 860192 w 860819"/>
                <a:gd name="connsiteY18" fmla="*/ 36855 h 284674"/>
                <a:gd name="connsiteX19" fmla="*/ 813717 w 860819"/>
                <a:gd name="connsiteY19" fmla="*/ 263070 h 284674"/>
                <a:gd name="connsiteX20" fmla="*/ 790797 w 860819"/>
                <a:gd name="connsiteY20" fmla="*/ 284675 h 284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60819" h="284674">
                  <a:moveTo>
                    <a:pt x="429813" y="260528"/>
                  </a:moveTo>
                  <a:lnTo>
                    <a:pt x="788250" y="260528"/>
                  </a:lnTo>
                  <a:cubicBezTo>
                    <a:pt x="788250" y="259893"/>
                    <a:pt x="788887" y="259257"/>
                    <a:pt x="788887" y="258622"/>
                  </a:cubicBezTo>
                  <a:lnTo>
                    <a:pt x="835363" y="32407"/>
                  </a:lnTo>
                  <a:cubicBezTo>
                    <a:pt x="835999" y="29230"/>
                    <a:pt x="835363" y="26053"/>
                    <a:pt x="834726" y="24147"/>
                  </a:cubicBezTo>
                  <a:lnTo>
                    <a:pt x="25536" y="24147"/>
                  </a:lnTo>
                  <a:cubicBezTo>
                    <a:pt x="24899" y="26053"/>
                    <a:pt x="24263" y="28595"/>
                    <a:pt x="24899" y="32407"/>
                  </a:cubicBezTo>
                  <a:lnTo>
                    <a:pt x="71375" y="258622"/>
                  </a:lnTo>
                  <a:cubicBezTo>
                    <a:pt x="71375" y="259257"/>
                    <a:pt x="72012" y="259893"/>
                    <a:pt x="72012" y="260528"/>
                  </a:cubicBezTo>
                  <a:lnTo>
                    <a:pt x="429813" y="260528"/>
                  </a:lnTo>
                  <a:close/>
                  <a:moveTo>
                    <a:pt x="790797" y="284675"/>
                  </a:moveTo>
                  <a:lnTo>
                    <a:pt x="68829" y="284675"/>
                  </a:lnTo>
                  <a:cubicBezTo>
                    <a:pt x="58642" y="284675"/>
                    <a:pt x="49729" y="275778"/>
                    <a:pt x="47182" y="263070"/>
                  </a:cubicBezTo>
                  <a:lnTo>
                    <a:pt x="707" y="36855"/>
                  </a:lnTo>
                  <a:cubicBezTo>
                    <a:pt x="-1203" y="26053"/>
                    <a:pt x="707" y="14615"/>
                    <a:pt x="7073" y="7625"/>
                  </a:cubicBezTo>
                  <a:cubicBezTo>
                    <a:pt x="11530" y="2542"/>
                    <a:pt x="16623" y="0"/>
                    <a:pt x="22990" y="0"/>
                  </a:cubicBezTo>
                  <a:lnTo>
                    <a:pt x="837909" y="0"/>
                  </a:lnTo>
                  <a:cubicBezTo>
                    <a:pt x="843639" y="0"/>
                    <a:pt x="849369" y="2542"/>
                    <a:pt x="853826" y="7625"/>
                  </a:cubicBezTo>
                  <a:cubicBezTo>
                    <a:pt x="859555" y="15250"/>
                    <a:pt x="862102" y="26053"/>
                    <a:pt x="860192" y="36855"/>
                  </a:cubicBezTo>
                  <a:lnTo>
                    <a:pt x="813717" y="263070"/>
                  </a:lnTo>
                  <a:cubicBezTo>
                    <a:pt x="809896" y="275778"/>
                    <a:pt x="800983" y="284675"/>
                    <a:pt x="790797" y="28467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A8A3A45-866D-267D-0C80-F62777DD6E84}"/>
                </a:ext>
              </a:extLst>
            </p:cNvPr>
            <p:cNvSpPr/>
            <p:nvPr/>
          </p:nvSpPr>
          <p:spPr>
            <a:xfrm>
              <a:off x="4644495" y="2826325"/>
              <a:ext cx="795443" cy="902118"/>
            </a:xfrm>
            <a:custGeom>
              <a:avLst/>
              <a:gdLst>
                <a:gd name="connsiteX0" fmla="*/ 729738 w 795443"/>
                <a:gd name="connsiteY0" fmla="*/ 901941 h 902118"/>
                <a:gd name="connsiteX1" fmla="*/ 720188 w 795443"/>
                <a:gd name="connsiteY1" fmla="*/ 897493 h 902118"/>
                <a:gd name="connsiteX2" fmla="*/ 722098 w 795443"/>
                <a:gd name="connsiteY2" fmla="*/ 880337 h 902118"/>
                <a:gd name="connsiteX3" fmla="*/ 771757 w 795443"/>
                <a:gd name="connsiteY3" fmla="*/ 784386 h 902118"/>
                <a:gd name="connsiteX4" fmla="*/ 683899 w 795443"/>
                <a:gd name="connsiteY4" fmla="*/ 657299 h 902118"/>
                <a:gd name="connsiteX5" fmla="*/ 676259 w 795443"/>
                <a:gd name="connsiteY5" fmla="*/ 648403 h 902118"/>
                <a:gd name="connsiteX6" fmla="*/ 679442 w 795443"/>
                <a:gd name="connsiteY6" fmla="*/ 636965 h 902118"/>
                <a:gd name="connsiteX7" fmla="*/ 705545 w 795443"/>
                <a:gd name="connsiteY7" fmla="*/ 566432 h 902118"/>
                <a:gd name="connsiteX8" fmla="*/ 611320 w 795443"/>
                <a:gd name="connsiteY8" fmla="*/ 482555 h 902118"/>
                <a:gd name="connsiteX9" fmla="*/ 601770 w 795443"/>
                <a:gd name="connsiteY9" fmla="*/ 482555 h 902118"/>
                <a:gd name="connsiteX10" fmla="*/ 590310 w 795443"/>
                <a:gd name="connsiteY10" fmla="*/ 474930 h 902118"/>
                <a:gd name="connsiteX11" fmla="*/ 593493 w 795443"/>
                <a:gd name="connsiteY11" fmla="*/ 461585 h 902118"/>
                <a:gd name="connsiteX12" fmla="*/ 622780 w 795443"/>
                <a:gd name="connsiteY12" fmla="*/ 390417 h 902118"/>
                <a:gd name="connsiteX13" fmla="*/ 550201 w 795443"/>
                <a:gd name="connsiteY13" fmla="*/ 305904 h 902118"/>
                <a:gd name="connsiteX14" fmla="*/ 485899 w 795443"/>
                <a:gd name="connsiteY14" fmla="*/ 275403 h 902118"/>
                <a:gd name="connsiteX15" fmla="*/ 373211 w 795443"/>
                <a:gd name="connsiteY15" fmla="*/ 44105 h 902118"/>
                <a:gd name="connsiteX16" fmla="*/ 301905 w 795443"/>
                <a:gd name="connsiteY16" fmla="*/ 261424 h 902118"/>
                <a:gd name="connsiteX17" fmla="*/ 294902 w 795443"/>
                <a:gd name="connsiteY17" fmla="*/ 290654 h 902118"/>
                <a:gd name="connsiteX18" fmla="*/ 268162 w 795443"/>
                <a:gd name="connsiteY18" fmla="*/ 303362 h 902118"/>
                <a:gd name="connsiteX19" fmla="*/ 173937 w 795443"/>
                <a:gd name="connsiteY19" fmla="*/ 390417 h 902118"/>
                <a:gd name="connsiteX20" fmla="*/ 203223 w 795443"/>
                <a:gd name="connsiteY20" fmla="*/ 461585 h 902118"/>
                <a:gd name="connsiteX21" fmla="*/ 206407 w 795443"/>
                <a:gd name="connsiteY21" fmla="*/ 474930 h 902118"/>
                <a:gd name="connsiteX22" fmla="*/ 194947 w 795443"/>
                <a:gd name="connsiteY22" fmla="*/ 482555 h 902118"/>
                <a:gd name="connsiteX23" fmla="*/ 185397 w 795443"/>
                <a:gd name="connsiteY23" fmla="*/ 482555 h 902118"/>
                <a:gd name="connsiteX24" fmla="*/ 91172 w 795443"/>
                <a:gd name="connsiteY24" fmla="*/ 566432 h 902118"/>
                <a:gd name="connsiteX25" fmla="*/ 117275 w 795443"/>
                <a:gd name="connsiteY25" fmla="*/ 636965 h 902118"/>
                <a:gd name="connsiteX26" fmla="*/ 120458 w 795443"/>
                <a:gd name="connsiteY26" fmla="*/ 648403 h 902118"/>
                <a:gd name="connsiteX27" fmla="*/ 112818 w 795443"/>
                <a:gd name="connsiteY27" fmla="*/ 657299 h 902118"/>
                <a:gd name="connsiteX28" fmla="*/ 24960 w 795443"/>
                <a:gd name="connsiteY28" fmla="*/ 784386 h 902118"/>
                <a:gd name="connsiteX29" fmla="*/ 74619 w 795443"/>
                <a:gd name="connsiteY29" fmla="*/ 880337 h 902118"/>
                <a:gd name="connsiteX30" fmla="*/ 76529 w 795443"/>
                <a:gd name="connsiteY30" fmla="*/ 897493 h 902118"/>
                <a:gd name="connsiteX31" fmla="*/ 59339 w 795443"/>
                <a:gd name="connsiteY31" fmla="*/ 899400 h 902118"/>
                <a:gd name="connsiteX32" fmla="*/ 130 w 795443"/>
                <a:gd name="connsiteY32" fmla="*/ 785657 h 902118"/>
                <a:gd name="connsiteX33" fmla="*/ 87989 w 795443"/>
                <a:gd name="connsiteY33" fmla="*/ 640778 h 902118"/>
                <a:gd name="connsiteX34" fmla="*/ 66342 w 795443"/>
                <a:gd name="connsiteY34" fmla="*/ 565161 h 902118"/>
                <a:gd name="connsiteX35" fmla="*/ 168844 w 795443"/>
                <a:gd name="connsiteY35" fmla="*/ 459679 h 902118"/>
                <a:gd name="connsiteX36" fmla="*/ 149107 w 795443"/>
                <a:gd name="connsiteY36" fmla="*/ 389781 h 902118"/>
                <a:gd name="connsiteX37" fmla="*/ 268162 w 795443"/>
                <a:gd name="connsiteY37" fmla="*/ 279851 h 902118"/>
                <a:gd name="connsiteX38" fmla="*/ 275802 w 795443"/>
                <a:gd name="connsiteY38" fmla="*/ 276039 h 902118"/>
                <a:gd name="connsiteX39" fmla="*/ 277712 w 795443"/>
                <a:gd name="connsiteY39" fmla="*/ 267143 h 902118"/>
                <a:gd name="connsiteX40" fmla="*/ 376394 w 795443"/>
                <a:gd name="connsiteY40" fmla="*/ 3437 h 902118"/>
                <a:gd name="connsiteX41" fmla="*/ 389763 w 795443"/>
                <a:gd name="connsiteY41" fmla="*/ 896 h 902118"/>
                <a:gd name="connsiteX42" fmla="*/ 396767 w 795443"/>
                <a:gd name="connsiteY42" fmla="*/ 12333 h 902118"/>
                <a:gd name="connsiteX43" fmla="*/ 501178 w 795443"/>
                <a:gd name="connsiteY43" fmla="*/ 256976 h 902118"/>
                <a:gd name="connsiteX44" fmla="*/ 554658 w 795443"/>
                <a:gd name="connsiteY44" fmla="*/ 282393 h 902118"/>
                <a:gd name="connsiteX45" fmla="*/ 646336 w 795443"/>
                <a:gd name="connsiteY45" fmla="*/ 389146 h 902118"/>
                <a:gd name="connsiteX46" fmla="*/ 626600 w 795443"/>
                <a:gd name="connsiteY46" fmla="*/ 459044 h 902118"/>
                <a:gd name="connsiteX47" fmla="*/ 729101 w 795443"/>
                <a:gd name="connsiteY47" fmla="*/ 564526 h 902118"/>
                <a:gd name="connsiteX48" fmla="*/ 707455 w 795443"/>
                <a:gd name="connsiteY48" fmla="*/ 640142 h 902118"/>
                <a:gd name="connsiteX49" fmla="*/ 795313 w 795443"/>
                <a:gd name="connsiteY49" fmla="*/ 785021 h 902118"/>
                <a:gd name="connsiteX50" fmla="*/ 736105 w 795443"/>
                <a:gd name="connsiteY50" fmla="*/ 898764 h 902118"/>
                <a:gd name="connsiteX51" fmla="*/ 729738 w 795443"/>
                <a:gd name="connsiteY51" fmla="*/ 901941 h 90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95443" h="902118">
                  <a:moveTo>
                    <a:pt x="729738" y="901941"/>
                  </a:moveTo>
                  <a:cubicBezTo>
                    <a:pt x="725918" y="901941"/>
                    <a:pt x="722735" y="900035"/>
                    <a:pt x="720188" y="897493"/>
                  </a:cubicBezTo>
                  <a:cubicBezTo>
                    <a:pt x="715731" y="892410"/>
                    <a:pt x="717005" y="884785"/>
                    <a:pt x="722098" y="880337"/>
                  </a:cubicBezTo>
                  <a:cubicBezTo>
                    <a:pt x="752657" y="856825"/>
                    <a:pt x="770484" y="821877"/>
                    <a:pt x="771757" y="784386"/>
                  </a:cubicBezTo>
                  <a:cubicBezTo>
                    <a:pt x="773667" y="727197"/>
                    <a:pt x="738651" y="675727"/>
                    <a:pt x="683899" y="657299"/>
                  </a:cubicBezTo>
                  <a:cubicBezTo>
                    <a:pt x="680079" y="656028"/>
                    <a:pt x="676896" y="652851"/>
                    <a:pt x="676259" y="648403"/>
                  </a:cubicBezTo>
                  <a:cubicBezTo>
                    <a:pt x="674986" y="644591"/>
                    <a:pt x="676259" y="640142"/>
                    <a:pt x="679442" y="636965"/>
                  </a:cubicBezTo>
                  <a:cubicBezTo>
                    <a:pt x="697905" y="618538"/>
                    <a:pt x="707455" y="592485"/>
                    <a:pt x="705545" y="566432"/>
                  </a:cubicBezTo>
                  <a:cubicBezTo>
                    <a:pt x="702362" y="519410"/>
                    <a:pt x="660979" y="482555"/>
                    <a:pt x="611320" y="482555"/>
                  </a:cubicBezTo>
                  <a:lnTo>
                    <a:pt x="601770" y="482555"/>
                  </a:lnTo>
                  <a:cubicBezTo>
                    <a:pt x="596677" y="482555"/>
                    <a:pt x="592220" y="479378"/>
                    <a:pt x="590310" y="474930"/>
                  </a:cubicBezTo>
                  <a:cubicBezTo>
                    <a:pt x="588400" y="470482"/>
                    <a:pt x="589674" y="464763"/>
                    <a:pt x="593493" y="461585"/>
                  </a:cubicBezTo>
                  <a:cubicBezTo>
                    <a:pt x="613230" y="443158"/>
                    <a:pt x="624053" y="417740"/>
                    <a:pt x="622780" y="390417"/>
                  </a:cubicBezTo>
                  <a:cubicBezTo>
                    <a:pt x="620870" y="350384"/>
                    <a:pt x="590947" y="315436"/>
                    <a:pt x="550201" y="305904"/>
                  </a:cubicBezTo>
                  <a:cubicBezTo>
                    <a:pt x="524098" y="300185"/>
                    <a:pt x="502452" y="289383"/>
                    <a:pt x="485899" y="275403"/>
                  </a:cubicBezTo>
                  <a:cubicBezTo>
                    <a:pt x="445153" y="239819"/>
                    <a:pt x="378941" y="164838"/>
                    <a:pt x="373211" y="44105"/>
                  </a:cubicBezTo>
                  <a:cubicBezTo>
                    <a:pt x="340741" y="84138"/>
                    <a:pt x="282169" y="171192"/>
                    <a:pt x="301905" y="261424"/>
                  </a:cubicBezTo>
                  <a:cubicBezTo>
                    <a:pt x="304452" y="271591"/>
                    <a:pt x="301905" y="282393"/>
                    <a:pt x="294902" y="290654"/>
                  </a:cubicBezTo>
                  <a:cubicBezTo>
                    <a:pt x="288535" y="298914"/>
                    <a:pt x="278349" y="303362"/>
                    <a:pt x="268162" y="303362"/>
                  </a:cubicBezTo>
                  <a:cubicBezTo>
                    <a:pt x="217866" y="303362"/>
                    <a:pt x="175847" y="342124"/>
                    <a:pt x="173937" y="390417"/>
                  </a:cubicBezTo>
                  <a:cubicBezTo>
                    <a:pt x="172664" y="417105"/>
                    <a:pt x="183487" y="443158"/>
                    <a:pt x="203223" y="461585"/>
                  </a:cubicBezTo>
                  <a:cubicBezTo>
                    <a:pt x="207043" y="464763"/>
                    <a:pt x="208316" y="470482"/>
                    <a:pt x="206407" y="474930"/>
                  </a:cubicBezTo>
                  <a:cubicBezTo>
                    <a:pt x="204497" y="479378"/>
                    <a:pt x="200040" y="482555"/>
                    <a:pt x="194947" y="482555"/>
                  </a:cubicBezTo>
                  <a:lnTo>
                    <a:pt x="185397" y="482555"/>
                  </a:lnTo>
                  <a:cubicBezTo>
                    <a:pt x="136374" y="482555"/>
                    <a:pt x="94992" y="519410"/>
                    <a:pt x="91172" y="566432"/>
                  </a:cubicBezTo>
                  <a:cubicBezTo>
                    <a:pt x="89262" y="592485"/>
                    <a:pt x="98812" y="618538"/>
                    <a:pt x="117275" y="636965"/>
                  </a:cubicBezTo>
                  <a:cubicBezTo>
                    <a:pt x="120458" y="640142"/>
                    <a:pt x="121731" y="643955"/>
                    <a:pt x="120458" y="648403"/>
                  </a:cubicBezTo>
                  <a:cubicBezTo>
                    <a:pt x="119185" y="652216"/>
                    <a:pt x="116638" y="656028"/>
                    <a:pt x="112818" y="657299"/>
                  </a:cubicBezTo>
                  <a:cubicBezTo>
                    <a:pt x="58066" y="675727"/>
                    <a:pt x="23050" y="727197"/>
                    <a:pt x="24960" y="784386"/>
                  </a:cubicBezTo>
                  <a:cubicBezTo>
                    <a:pt x="26233" y="821877"/>
                    <a:pt x="44696" y="856190"/>
                    <a:pt x="74619" y="880337"/>
                  </a:cubicBezTo>
                  <a:cubicBezTo>
                    <a:pt x="79712" y="884149"/>
                    <a:pt x="80985" y="892410"/>
                    <a:pt x="76529" y="897493"/>
                  </a:cubicBezTo>
                  <a:cubicBezTo>
                    <a:pt x="72709" y="902577"/>
                    <a:pt x="64432" y="903848"/>
                    <a:pt x="59339" y="899400"/>
                  </a:cubicBezTo>
                  <a:cubicBezTo>
                    <a:pt x="23050" y="871441"/>
                    <a:pt x="1403" y="830137"/>
                    <a:pt x="130" y="785657"/>
                  </a:cubicBezTo>
                  <a:cubicBezTo>
                    <a:pt x="-2417" y="723384"/>
                    <a:pt x="32599" y="666831"/>
                    <a:pt x="87989" y="640778"/>
                  </a:cubicBezTo>
                  <a:cubicBezTo>
                    <a:pt x="72072" y="619173"/>
                    <a:pt x="64432" y="591849"/>
                    <a:pt x="66342" y="565161"/>
                  </a:cubicBezTo>
                  <a:cubicBezTo>
                    <a:pt x="70162" y="510514"/>
                    <a:pt x="114091" y="466669"/>
                    <a:pt x="168844" y="459679"/>
                  </a:cubicBezTo>
                  <a:cubicBezTo>
                    <a:pt x="154838" y="439345"/>
                    <a:pt x="147834" y="415199"/>
                    <a:pt x="149107" y="389781"/>
                  </a:cubicBezTo>
                  <a:cubicBezTo>
                    <a:pt x="151654" y="328780"/>
                    <a:pt x="205133" y="279851"/>
                    <a:pt x="268162" y="279851"/>
                  </a:cubicBezTo>
                  <a:cubicBezTo>
                    <a:pt x="272619" y="279851"/>
                    <a:pt x="275165" y="277310"/>
                    <a:pt x="275802" y="276039"/>
                  </a:cubicBezTo>
                  <a:cubicBezTo>
                    <a:pt x="277712" y="273497"/>
                    <a:pt x="278349" y="270320"/>
                    <a:pt x="277712" y="267143"/>
                  </a:cubicBezTo>
                  <a:cubicBezTo>
                    <a:pt x="247789" y="131160"/>
                    <a:pt x="370664" y="9156"/>
                    <a:pt x="376394" y="3437"/>
                  </a:cubicBezTo>
                  <a:cubicBezTo>
                    <a:pt x="380214" y="260"/>
                    <a:pt x="385307" y="-1011"/>
                    <a:pt x="389763" y="896"/>
                  </a:cubicBezTo>
                  <a:cubicBezTo>
                    <a:pt x="394220" y="2802"/>
                    <a:pt x="397403" y="7250"/>
                    <a:pt x="396767" y="12333"/>
                  </a:cubicBezTo>
                  <a:cubicBezTo>
                    <a:pt x="391674" y="142597"/>
                    <a:pt x="459796" y="221391"/>
                    <a:pt x="501178" y="256976"/>
                  </a:cubicBezTo>
                  <a:cubicBezTo>
                    <a:pt x="515185" y="269049"/>
                    <a:pt x="533011" y="277310"/>
                    <a:pt x="554658" y="282393"/>
                  </a:cubicBezTo>
                  <a:cubicBezTo>
                    <a:pt x="606227" y="294466"/>
                    <a:pt x="643789" y="338311"/>
                    <a:pt x="646336" y="389146"/>
                  </a:cubicBezTo>
                  <a:cubicBezTo>
                    <a:pt x="647609" y="413928"/>
                    <a:pt x="640606" y="438710"/>
                    <a:pt x="626600" y="459044"/>
                  </a:cubicBezTo>
                  <a:cubicBezTo>
                    <a:pt x="681352" y="466033"/>
                    <a:pt x="724645" y="509878"/>
                    <a:pt x="729101" y="564526"/>
                  </a:cubicBezTo>
                  <a:cubicBezTo>
                    <a:pt x="731011" y="591849"/>
                    <a:pt x="723371" y="618538"/>
                    <a:pt x="707455" y="640142"/>
                  </a:cubicBezTo>
                  <a:cubicBezTo>
                    <a:pt x="762844" y="666195"/>
                    <a:pt x="797860" y="722113"/>
                    <a:pt x="795313" y="785021"/>
                  </a:cubicBezTo>
                  <a:cubicBezTo>
                    <a:pt x="793404" y="829502"/>
                    <a:pt x="771757" y="870805"/>
                    <a:pt x="736105" y="898764"/>
                  </a:cubicBezTo>
                  <a:cubicBezTo>
                    <a:pt x="734831" y="901306"/>
                    <a:pt x="732285" y="901941"/>
                    <a:pt x="729738" y="9019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DAA941B-6C3A-2E88-CF38-EDCA76F7BB01}"/>
                </a:ext>
              </a:extLst>
            </p:cNvPr>
            <p:cNvSpPr/>
            <p:nvPr/>
          </p:nvSpPr>
          <p:spPr>
            <a:xfrm>
              <a:off x="4239075" y="4457269"/>
              <a:ext cx="460004" cy="389362"/>
            </a:xfrm>
            <a:custGeom>
              <a:avLst/>
              <a:gdLst>
                <a:gd name="connsiteX0" fmla="*/ 226013 w 460004"/>
                <a:gd name="connsiteY0" fmla="*/ 389362 h 389362"/>
                <a:gd name="connsiteX1" fmla="*/ 56662 w 460004"/>
                <a:gd name="connsiteY1" fmla="*/ 319465 h 389362"/>
                <a:gd name="connsiteX2" fmla="*/ 0 w 460004"/>
                <a:gd name="connsiteY2" fmla="*/ 182846 h 389362"/>
                <a:gd name="connsiteX3" fmla="*/ 56662 w 460004"/>
                <a:gd name="connsiteY3" fmla="*/ 46228 h 389362"/>
                <a:gd name="connsiteX4" fmla="*/ 279492 w 460004"/>
                <a:gd name="connsiteY4" fmla="*/ 46228 h 389362"/>
                <a:gd name="connsiteX5" fmla="*/ 279492 w 460004"/>
                <a:gd name="connsiteY5" fmla="*/ 63385 h 389362"/>
                <a:gd name="connsiteX6" fmla="*/ 262302 w 460004"/>
                <a:gd name="connsiteY6" fmla="*/ 63385 h 389362"/>
                <a:gd name="connsiteX7" fmla="*/ 73852 w 460004"/>
                <a:gd name="connsiteY7" fmla="*/ 63385 h 389362"/>
                <a:gd name="connsiteX8" fmla="*/ 24193 w 460004"/>
                <a:gd name="connsiteY8" fmla="*/ 182846 h 389362"/>
                <a:gd name="connsiteX9" fmla="*/ 73852 w 460004"/>
                <a:gd name="connsiteY9" fmla="*/ 302308 h 389362"/>
                <a:gd name="connsiteX10" fmla="*/ 226013 w 460004"/>
                <a:gd name="connsiteY10" fmla="*/ 365216 h 389362"/>
                <a:gd name="connsiteX11" fmla="*/ 378174 w 460004"/>
                <a:gd name="connsiteY11" fmla="*/ 302308 h 389362"/>
                <a:gd name="connsiteX12" fmla="*/ 436746 w 460004"/>
                <a:gd name="connsiteY12" fmla="*/ 215889 h 389362"/>
                <a:gd name="connsiteX13" fmla="*/ 452662 w 460004"/>
                <a:gd name="connsiteY13" fmla="*/ 209534 h 389362"/>
                <a:gd name="connsiteX14" fmla="*/ 459029 w 460004"/>
                <a:gd name="connsiteY14" fmla="*/ 225420 h 389362"/>
                <a:gd name="connsiteX15" fmla="*/ 395363 w 460004"/>
                <a:gd name="connsiteY15" fmla="*/ 319465 h 389362"/>
                <a:gd name="connsiteX16" fmla="*/ 226013 w 460004"/>
                <a:gd name="connsiteY16" fmla="*/ 389362 h 38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60004" h="389362">
                  <a:moveTo>
                    <a:pt x="226013" y="389362"/>
                  </a:moveTo>
                  <a:cubicBezTo>
                    <a:pt x="162347" y="389362"/>
                    <a:pt x="101865" y="364580"/>
                    <a:pt x="56662" y="319465"/>
                  </a:cubicBezTo>
                  <a:cubicBezTo>
                    <a:pt x="19736" y="282609"/>
                    <a:pt x="0" y="234316"/>
                    <a:pt x="0" y="182846"/>
                  </a:cubicBezTo>
                  <a:cubicBezTo>
                    <a:pt x="0" y="131376"/>
                    <a:pt x="20373" y="82448"/>
                    <a:pt x="56662" y="46228"/>
                  </a:cubicBezTo>
                  <a:cubicBezTo>
                    <a:pt x="118418" y="-15409"/>
                    <a:pt x="218373" y="-15409"/>
                    <a:pt x="279492" y="46228"/>
                  </a:cubicBezTo>
                  <a:cubicBezTo>
                    <a:pt x="283948" y="50676"/>
                    <a:pt x="283948" y="58937"/>
                    <a:pt x="279492" y="63385"/>
                  </a:cubicBezTo>
                  <a:cubicBezTo>
                    <a:pt x="275036" y="67833"/>
                    <a:pt x="266759" y="67833"/>
                    <a:pt x="262302" y="63385"/>
                  </a:cubicBezTo>
                  <a:cubicBezTo>
                    <a:pt x="210097" y="11279"/>
                    <a:pt x="126058" y="11279"/>
                    <a:pt x="73852" y="63385"/>
                  </a:cubicBezTo>
                  <a:cubicBezTo>
                    <a:pt x="42019" y="95156"/>
                    <a:pt x="24193" y="137730"/>
                    <a:pt x="24193" y="182846"/>
                  </a:cubicBezTo>
                  <a:cubicBezTo>
                    <a:pt x="24193" y="227962"/>
                    <a:pt x="42019" y="270536"/>
                    <a:pt x="73852" y="302308"/>
                  </a:cubicBezTo>
                  <a:cubicBezTo>
                    <a:pt x="114598" y="342976"/>
                    <a:pt x="168714" y="365216"/>
                    <a:pt x="226013" y="365216"/>
                  </a:cubicBezTo>
                  <a:cubicBezTo>
                    <a:pt x="283312" y="365216"/>
                    <a:pt x="337428" y="342976"/>
                    <a:pt x="378174" y="302308"/>
                  </a:cubicBezTo>
                  <a:cubicBezTo>
                    <a:pt x="403003" y="277526"/>
                    <a:pt x="422739" y="248296"/>
                    <a:pt x="436746" y="215889"/>
                  </a:cubicBezTo>
                  <a:cubicBezTo>
                    <a:pt x="439293" y="209534"/>
                    <a:pt x="446296" y="206993"/>
                    <a:pt x="452662" y="209534"/>
                  </a:cubicBezTo>
                  <a:cubicBezTo>
                    <a:pt x="459029" y="212076"/>
                    <a:pt x="461576" y="219066"/>
                    <a:pt x="459029" y="225420"/>
                  </a:cubicBezTo>
                  <a:cubicBezTo>
                    <a:pt x="444386" y="261004"/>
                    <a:pt x="422739" y="292776"/>
                    <a:pt x="395363" y="319465"/>
                  </a:cubicBezTo>
                  <a:cubicBezTo>
                    <a:pt x="350161" y="364580"/>
                    <a:pt x="290315" y="389362"/>
                    <a:pt x="226013" y="38936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A84A268E-EBD7-D98C-BD75-8E7B12DDE248}"/>
                </a:ext>
              </a:extLst>
            </p:cNvPr>
            <p:cNvSpPr/>
            <p:nvPr/>
          </p:nvSpPr>
          <p:spPr>
            <a:xfrm>
              <a:off x="3722747" y="3995784"/>
              <a:ext cx="1334431" cy="1411934"/>
            </a:xfrm>
            <a:custGeom>
              <a:avLst/>
              <a:gdLst>
                <a:gd name="connsiteX0" fmla="*/ 749344 w 1334431"/>
                <a:gd name="connsiteY0" fmla="*/ 1411935 h 1411934"/>
                <a:gd name="connsiteX1" fmla="*/ 167441 w 1334431"/>
                <a:gd name="connsiteY1" fmla="*/ 1128531 h 1411934"/>
                <a:gd name="connsiteX2" fmla="*/ 0 w 1334431"/>
                <a:gd name="connsiteY2" fmla="*/ 665935 h 1411934"/>
                <a:gd name="connsiteX3" fmla="*/ 667216 w 1334431"/>
                <a:gd name="connsiteY3" fmla="*/ 0 h 1411934"/>
                <a:gd name="connsiteX4" fmla="*/ 1334431 w 1334431"/>
                <a:gd name="connsiteY4" fmla="*/ 665935 h 1411934"/>
                <a:gd name="connsiteX5" fmla="*/ 1251666 w 1334431"/>
                <a:gd name="connsiteY5" fmla="*/ 953151 h 1411934"/>
                <a:gd name="connsiteX6" fmla="*/ 1234476 w 1334431"/>
                <a:gd name="connsiteY6" fmla="*/ 953151 h 1411934"/>
                <a:gd name="connsiteX7" fmla="*/ 1234476 w 1334431"/>
                <a:gd name="connsiteY7" fmla="*/ 935995 h 1411934"/>
                <a:gd name="connsiteX8" fmla="*/ 1310239 w 1334431"/>
                <a:gd name="connsiteY8" fmla="*/ 665935 h 1411934"/>
                <a:gd name="connsiteX9" fmla="*/ 667216 w 1334431"/>
                <a:gd name="connsiteY9" fmla="*/ 24147 h 1411934"/>
                <a:gd name="connsiteX10" fmla="*/ 24193 w 1334431"/>
                <a:gd name="connsiteY10" fmla="*/ 665935 h 1411934"/>
                <a:gd name="connsiteX11" fmla="*/ 185904 w 1334431"/>
                <a:gd name="connsiteY11" fmla="*/ 1112645 h 1411934"/>
                <a:gd name="connsiteX12" fmla="*/ 919968 w 1334431"/>
                <a:gd name="connsiteY12" fmla="*/ 1369361 h 1411934"/>
                <a:gd name="connsiteX13" fmla="*/ 1230657 w 1334431"/>
                <a:gd name="connsiteY13" fmla="*/ 1160303 h 1411934"/>
                <a:gd name="connsiteX14" fmla="*/ 1206463 w 1334431"/>
                <a:gd name="connsiteY14" fmla="*/ 1072613 h 1411934"/>
                <a:gd name="connsiteX15" fmla="*/ 1118605 w 1334431"/>
                <a:gd name="connsiteY15" fmla="*/ 1068800 h 1411934"/>
                <a:gd name="connsiteX16" fmla="*/ 1117332 w 1334431"/>
                <a:gd name="connsiteY16" fmla="*/ 1069436 h 1411934"/>
                <a:gd name="connsiteX17" fmla="*/ 391544 w 1334431"/>
                <a:gd name="connsiteY17" fmla="*/ 1005892 h 1411934"/>
                <a:gd name="connsiteX18" fmla="*/ 257846 w 1334431"/>
                <a:gd name="connsiteY18" fmla="*/ 683727 h 1411934"/>
                <a:gd name="connsiteX19" fmla="*/ 391544 w 1334431"/>
                <a:gd name="connsiteY19" fmla="*/ 361562 h 1411934"/>
                <a:gd name="connsiteX20" fmla="*/ 651300 w 1334431"/>
                <a:gd name="connsiteY20" fmla="*/ 254174 h 1411934"/>
                <a:gd name="connsiteX21" fmla="*/ 911055 w 1334431"/>
                <a:gd name="connsiteY21" fmla="*/ 361562 h 1411934"/>
                <a:gd name="connsiteX22" fmla="*/ 974721 w 1334431"/>
                <a:gd name="connsiteY22" fmla="*/ 685634 h 1411934"/>
                <a:gd name="connsiteX23" fmla="*/ 958804 w 1334431"/>
                <a:gd name="connsiteY23" fmla="*/ 691988 h 1411934"/>
                <a:gd name="connsiteX24" fmla="*/ 952438 w 1334431"/>
                <a:gd name="connsiteY24" fmla="*/ 676102 h 1411934"/>
                <a:gd name="connsiteX25" fmla="*/ 893865 w 1334431"/>
                <a:gd name="connsiteY25" fmla="*/ 378719 h 1411934"/>
                <a:gd name="connsiteX26" fmla="*/ 651300 w 1334431"/>
                <a:gd name="connsiteY26" fmla="*/ 278320 h 1411934"/>
                <a:gd name="connsiteX27" fmla="*/ 408733 w 1334431"/>
                <a:gd name="connsiteY27" fmla="*/ 378719 h 1411934"/>
                <a:gd name="connsiteX28" fmla="*/ 282039 w 1334431"/>
                <a:gd name="connsiteY28" fmla="*/ 683092 h 1411934"/>
                <a:gd name="connsiteX29" fmla="*/ 408733 w 1334431"/>
                <a:gd name="connsiteY29" fmla="*/ 987465 h 1411934"/>
                <a:gd name="connsiteX30" fmla="*/ 1103325 w 1334431"/>
                <a:gd name="connsiteY30" fmla="*/ 1048467 h 1411934"/>
                <a:gd name="connsiteX31" fmla="*/ 1104598 w 1334431"/>
                <a:gd name="connsiteY31" fmla="*/ 1047831 h 1411934"/>
                <a:gd name="connsiteX32" fmla="*/ 1221107 w 1334431"/>
                <a:gd name="connsiteY32" fmla="*/ 1052279 h 1411934"/>
                <a:gd name="connsiteX33" fmla="*/ 1252940 w 1334431"/>
                <a:gd name="connsiteY33" fmla="*/ 1167928 h 1411934"/>
                <a:gd name="connsiteX34" fmla="*/ 924425 w 1334431"/>
                <a:gd name="connsiteY34" fmla="*/ 1392236 h 1411934"/>
                <a:gd name="connsiteX35" fmla="*/ 749344 w 1334431"/>
                <a:gd name="connsiteY35" fmla="*/ 1411935 h 1411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34431" h="1411934">
                  <a:moveTo>
                    <a:pt x="749344" y="1411935"/>
                  </a:moveTo>
                  <a:cubicBezTo>
                    <a:pt x="563441" y="1411935"/>
                    <a:pt x="348251" y="1349662"/>
                    <a:pt x="167441" y="1128531"/>
                  </a:cubicBezTo>
                  <a:cubicBezTo>
                    <a:pt x="64303" y="1000809"/>
                    <a:pt x="0" y="824158"/>
                    <a:pt x="0" y="665935"/>
                  </a:cubicBezTo>
                  <a:cubicBezTo>
                    <a:pt x="0" y="298654"/>
                    <a:pt x="299228" y="0"/>
                    <a:pt x="667216" y="0"/>
                  </a:cubicBezTo>
                  <a:cubicBezTo>
                    <a:pt x="1035203" y="0"/>
                    <a:pt x="1334431" y="298654"/>
                    <a:pt x="1334431" y="665935"/>
                  </a:cubicBezTo>
                  <a:cubicBezTo>
                    <a:pt x="1334431" y="867368"/>
                    <a:pt x="1254849" y="949974"/>
                    <a:pt x="1251666" y="953151"/>
                  </a:cubicBezTo>
                  <a:cubicBezTo>
                    <a:pt x="1247210" y="957599"/>
                    <a:pt x="1238933" y="958235"/>
                    <a:pt x="1234476" y="953151"/>
                  </a:cubicBezTo>
                  <a:cubicBezTo>
                    <a:pt x="1230020" y="948703"/>
                    <a:pt x="1229383" y="940443"/>
                    <a:pt x="1234476" y="935995"/>
                  </a:cubicBezTo>
                  <a:cubicBezTo>
                    <a:pt x="1235750" y="934724"/>
                    <a:pt x="1310239" y="855930"/>
                    <a:pt x="1310239" y="665935"/>
                  </a:cubicBezTo>
                  <a:cubicBezTo>
                    <a:pt x="1310239" y="311998"/>
                    <a:pt x="1021833" y="24147"/>
                    <a:pt x="667216" y="24147"/>
                  </a:cubicBezTo>
                  <a:cubicBezTo>
                    <a:pt x="312598" y="24147"/>
                    <a:pt x="24193" y="311998"/>
                    <a:pt x="24193" y="665935"/>
                  </a:cubicBezTo>
                  <a:cubicBezTo>
                    <a:pt x="24193" y="818439"/>
                    <a:pt x="85949" y="989371"/>
                    <a:pt x="185904" y="1112645"/>
                  </a:cubicBezTo>
                  <a:cubicBezTo>
                    <a:pt x="420193" y="1398591"/>
                    <a:pt x="714965" y="1410029"/>
                    <a:pt x="919968" y="1369361"/>
                  </a:cubicBezTo>
                  <a:cubicBezTo>
                    <a:pt x="1127518" y="1323609"/>
                    <a:pt x="1203280" y="1230201"/>
                    <a:pt x="1230657" y="1160303"/>
                  </a:cubicBezTo>
                  <a:cubicBezTo>
                    <a:pt x="1245936" y="1121541"/>
                    <a:pt x="1226836" y="1089134"/>
                    <a:pt x="1206463" y="1072613"/>
                  </a:cubicBezTo>
                  <a:cubicBezTo>
                    <a:pt x="1185454" y="1056092"/>
                    <a:pt x="1151711" y="1046560"/>
                    <a:pt x="1118605" y="1068800"/>
                  </a:cubicBezTo>
                  <a:lnTo>
                    <a:pt x="1117332" y="1069436"/>
                  </a:lnTo>
                  <a:cubicBezTo>
                    <a:pt x="891955" y="1227024"/>
                    <a:pt x="586361" y="1200335"/>
                    <a:pt x="391544" y="1005892"/>
                  </a:cubicBezTo>
                  <a:cubicBezTo>
                    <a:pt x="305595" y="920109"/>
                    <a:pt x="257846" y="805731"/>
                    <a:pt x="257846" y="683727"/>
                  </a:cubicBezTo>
                  <a:cubicBezTo>
                    <a:pt x="257846" y="561724"/>
                    <a:pt x="305595" y="447981"/>
                    <a:pt x="391544" y="361562"/>
                  </a:cubicBezTo>
                  <a:cubicBezTo>
                    <a:pt x="460939" y="292300"/>
                    <a:pt x="553254" y="254174"/>
                    <a:pt x="651300" y="254174"/>
                  </a:cubicBezTo>
                  <a:cubicBezTo>
                    <a:pt x="749344" y="254174"/>
                    <a:pt x="841659" y="292300"/>
                    <a:pt x="911055" y="361562"/>
                  </a:cubicBezTo>
                  <a:cubicBezTo>
                    <a:pt x="996367" y="446710"/>
                    <a:pt x="1021833" y="574433"/>
                    <a:pt x="974721" y="685634"/>
                  </a:cubicBezTo>
                  <a:cubicBezTo>
                    <a:pt x="972174" y="691988"/>
                    <a:pt x="965171" y="694530"/>
                    <a:pt x="958804" y="691988"/>
                  </a:cubicBezTo>
                  <a:cubicBezTo>
                    <a:pt x="952438" y="689446"/>
                    <a:pt x="949891" y="682456"/>
                    <a:pt x="952438" y="676102"/>
                  </a:cubicBezTo>
                  <a:cubicBezTo>
                    <a:pt x="995730" y="573797"/>
                    <a:pt x="972811" y="457513"/>
                    <a:pt x="893865" y="378719"/>
                  </a:cubicBezTo>
                  <a:cubicBezTo>
                    <a:pt x="828926" y="313905"/>
                    <a:pt x="742978" y="278320"/>
                    <a:pt x="651300" y="278320"/>
                  </a:cubicBezTo>
                  <a:cubicBezTo>
                    <a:pt x="559621" y="278320"/>
                    <a:pt x="473672" y="313905"/>
                    <a:pt x="408733" y="378719"/>
                  </a:cubicBezTo>
                  <a:cubicBezTo>
                    <a:pt x="327241" y="460054"/>
                    <a:pt x="282039" y="568078"/>
                    <a:pt x="282039" y="683092"/>
                  </a:cubicBezTo>
                  <a:cubicBezTo>
                    <a:pt x="282039" y="798105"/>
                    <a:pt x="327241" y="906129"/>
                    <a:pt x="408733" y="987465"/>
                  </a:cubicBezTo>
                  <a:cubicBezTo>
                    <a:pt x="595273" y="1173647"/>
                    <a:pt x="887499" y="1199700"/>
                    <a:pt x="1103325" y="1048467"/>
                  </a:cubicBezTo>
                  <a:lnTo>
                    <a:pt x="1104598" y="1047831"/>
                  </a:lnTo>
                  <a:cubicBezTo>
                    <a:pt x="1140888" y="1023049"/>
                    <a:pt x="1186727" y="1024955"/>
                    <a:pt x="1221107" y="1052279"/>
                  </a:cubicBezTo>
                  <a:cubicBezTo>
                    <a:pt x="1256759" y="1080874"/>
                    <a:pt x="1269492" y="1125989"/>
                    <a:pt x="1252940" y="1167928"/>
                  </a:cubicBezTo>
                  <a:cubicBezTo>
                    <a:pt x="1223653" y="1243545"/>
                    <a:pt x="1142798" y="1343308"/>
                    <a:pt x="924425" y="1392236"/>
                  </a:cubicBezTo>
                  <a:cubicBezTo>
                    <a:pt x="872219" y="1404945"/>
                    <a:pt x="812373" y="1411935"/>
                    <a:pt x="749344" y="14119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28DA3ED-72E4-6878-FEFD-34DB257A1F76}"/>
                </a:ext>
              </a:extLst>
            </p:cNvPr>
            <p:cNvSpPr/>
            <p:nvPr/>
          </p:nvSpPr>
          <p:spPr>
            <a:xfrm>
              <a:off x="6114664" y="3710475"/>
              <a:ext cx="1403190" cy="292935"/>
            </a:xfrm>
            <a:custGeom>
              <a:avLst/>
              <a:gdLst>
                <a:gd name="connsiteX0" fmla="*/ 1319788 w 1403190"/>
                <a:gd name="connsiteY0" fmla="*/ 292935 h 292935"/>
                <a:gd name="connsiteX1" fmla="*/ 1308328 w 1403190"/>
                <a:gd name="connsiteY1" fmla="*/ 284675 h 292935"/>
                <a:gd name="connsiteX2" fmla="*/ 1315969 w 1403190"/>
                <a:gd name="connsiteY2" fmla="*/ 269424 h 292935"/>
                <a:gd name="connsiteX3" fmla="*/ 1378997 w 1403190"/>
                <a:gd name="connsiteY3" fmla="*/ 189359 h 292935"/>
                <a:gd name="connsiteX4" fmla="*/ 1378997 w 1403190"/>
                <a:gd name="connsiteY4" fmla="*/ 86419 h 292935"/>
                <a:gd name="connsiteX5" fmla="*/ 1317242 w 1403190"/>
                <a:gd name="connsiteY5" fmla="*/ 24782 h 292935"/>
                <a:gd name="connsiteX6" fmla="*/ 85949 w 1403190"/>
                <a:gd name="connsiteY6" fmla="*/ 24782 h 292935"/>
                <a:gd name="connsiteX7" fmla="*/ 24193 w 1403190"/>
                <a:gd name="connsiteY7" fmla="*/ 86419 h 292935"/>
                <a:gd name="connsiteX8" fmla="*/ 24193 w 1403190"/>
                <a:gd name="connsiteY8" fmla="*/ 189359 h 292935"/>
                <a:gd name="connsiteX9" fmla="*/ 87222 w 1403190"/>
                <a:gd name="connsiteY9" fmla="*/ 269424 h 292935"/>
                <a:gd name="connsiteX10" fmla="*/ 94862 w 1403190"/>
                <a:gd name="connsiteY10" fmla="*/ 284675 h 292935"/>
                <a:gd name="connsiteX11" fmla="*/ 79582 w 1403190"/>
                <a:gd name="connsiteY11" fmla="*/ 292300 h 292935"/>
                <a:gd name="connsiteX12" fmla="*/ 0 w 1403190"/>
                <a:gd name="connsiteY12" fmla="*/ 189359 h 292935"/>
                <a:gd name="connsiteX13" fmla="*/ 0 w 1403190"/>
                <a:gd name="connsiteY13" fmla="*/ 86419 h 292935"/>
                <a:gd name="connsiteX14" fmla="*/ 86585 w 1403190"/>
                <a:gd name="connsiteY14" fmla="*/ 0 h 292935"/>
                <a:gd name="connsiteX15" fmla="*/ 1316605 w 1403190"/>
                <a:gd name="connsiteY15" fmla="*/ 0 h 292935"/>
                <a:gd name="connsiteX16" fmla="*/ 1403190 w 1403190"/>
                <a:gd name="connsiteY16" fmla="*/ 86419 h 292935"/>
                <a:gd name="connsiteX17" fmla="*/ 1403190 w 1403190"/>
                <a:gd name="connsiteY17" fmla="*/ 189359 h 292935"/>
                <a:gd name="connsiteX18" fmla="*/ 1323608 w 1403190"/>
                <a:gd name="connsiteY18" fmla="*/ 292300 h 292935"/>
                <a:gd name="connsiteX19" fmla="*/ 1319788 w 1403190"/>
                <a:gd name="connsiteY19" fmla="*/ 292935 h 292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03190" h="292935">
                  <a:moveTo>
                    <a:pt x="1319788" y="292935"/>
                  </a:moveTo>
                  <a:cubicBezTo>
                    <a:pt x="1314695" y="292935"/>
                    <a:pt x="1310239" y="289758"/>
                    <a:pt x="1308328" y="284675"/>
                  </a:cubicBezTo>
                  <a:cubicBezTo>
                    <a:pt x="1306419" y="278320"/>
                    <a:pt x="1309602" y="271330"/>
                    <a:pt x="1315969" y="269424"/>
                  </a:cubicBezTo>
                  <a:cubicBezTo>
                    <a:pt x="1377724" y="248455"/>
                    <a:pt x="1378997" y="189995"/>
                    <a:pt x="1378997" y="189359"/>
                  </a:cubicBezTo>
                  <a:lnTo>
                    <a:pt x="1378997" y="86419"/>
                  </a:lnTo>
                  <a:cubicBezTo>
                    <a:pt x="1378997" y="52106"/>
                    <a:pt x="1350985" y="24782"/>
                    <a:pt x="1317242" y="24782"/>
                  </a:cubicBezTo>
                  <a:lnTo>
                    <a:pt x="85949" y="24782"/>
                  </a:lnTo>
                  <a:cubicBezTo>
                    <a:pt x="51569" y="24782"/>
                    <a:pt x="24193" y="52741"/>
                    <a:pt x="24193" y="86419"/>
                  </a:cubicBezTo>
                  <a:lnTo>
                    <a:pt x="24193" y="189359"/>
                  </a:lnTo>
                  <a:cubicBezTo>
                    <a:pt x="24193" y="191901"/>
                    <a:pt x="25466" y="248455"/>
                    <a:pt x="87222" y="269424"/>
                  </a:cubicBezTo>
                  <a:cubicBezTo>
                    <a:pt x="93589" y="271330"/>
                    <a:pt x="96772" y="278320"/>
                    <a:pt x="94862" y="284675"/>
                  </a:cubicBezTo>
                  <a:cubicBezTo>
                    <a:pt x="92952" y="291029"/>
                    <a:pt x="85949" y="294206"/>
                    <a:pt x="79582" y="292300"/>
                  </a:cubicBezTo>
                  <a:cubicBezTo>
                    <a:pt x="17190" y="270695"/>
                    <a:pt x="0" y="215412"/>
                    <a:pt x="0" y="189359"/>
                  </a:cubicBezTo>
                  <a:lnTo>
                    <a:pt x="0" y="86419"/>
                  </a:lnTo>
                  <a:cubicBezTo>
                    <a:pt x="0" y="38762"/>
                    <a:pt x="38836" y="0"/>
                    <a:pt x="86585" y="0"/>
                  </a:cubicBezTo>
                  <a:lnTo>
                    <a:pt x="1316605" y="0"/>
                  </a:lnTo>
                  <a:cubicBezTo>
                    <a:pt x="1364354" y="0"/>
                    <a:pt x="1403190" y="38762"/>
                    <a:pt x="1403190" y="86419"/>
                  </a:cubicBezTo>
                  <a:lnTo>
                    <a:pt x="1403190" y="189359"/>
                  </a:lnTo>
                  <a:cubicBezTo>
                    <a:pt x="1403190" y="215412"/>
                    <a:pt x="1386637" y="270695"/>
                    <a:pt x="1323608" y="292300"/>
                  </a:cubicBezTo>
                  <a:cubicBezTo>
                    <a:pt x="1322335" y="292935"/>
                    <a:pt x="1321061" y="292935"/>
                    <a:pt x="1319788" y="2929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EB3930E2-3E08-5218-C89B-845D544BE408}"/>
                </a:ext>
              </a:extLst>
            </p:cNvPr>
            <p:cNvSpPr/>
            <p:nvPr/>
          </p:nvSpPr>
          <p:spPr>
            <a:xfrm>
              <a:off x="6114028" y="4603734"/>
              <a:ext cx="1401946" cy="289918"/>
            </a:xfrm>
            <a:custGeom>
              <a:avLst/>
              <a:gdLst>
                <a:gd name="connsiteX0" fmla="*/ 1317242 w 1401946"/>
                <a:gd name="connsiteY0" fmla="*/ 289919 h 289918"/>
                <a:gd name="connsiteX1" fmla="*/ 86585 w 1401946"/>
                <a:gd name="connsiteY1" fmla="*/ 289919 h 289918"/>
                <a:gd name="connsiteX2" fmla="*/ 0 w 1401946"/>
                <a:gd name="connsiteY2" fmla="*/ 203500 h 289918"/>
                <a:gd name="connsiteX3" fmla="*/ 0 w 1401946"/>
                <a:gd name="connsiteY3" fmla="*/ 82767 h 289918"/>
                <a:gd name="connsiteX4" fmla="*/ 59845 w 1401946"/>
                <a:gd name="connsiteY4" fmla="*/ 796 h 289918"/>
                <a:gd name="connsiteX5" fmla="*/ 75125 w 1401946"/>
                <a:gd name="connsiteY5" fmla="*/ 8421 h 289918"/>
                <a:gd name="connsiteX6" fmla="*/ 67485 w 1401946"/>
                <a:gd name="connsiteY6" fmla="*/ 23672 h 289918"/>
                <a:gd name="connsiteX7" fmla="*/ 24193 w 1401946"/>
                <a:gd name="connsiteY7" fmla="*/ 82767 h 289918"/>
                <a:gd name="connsiteX8" fmla="*/ 24193 w 1401946"/>
                <a:gd name="connsiteY8" fmla="*/ 203500 h 289918"/>
                <a:gd name="connsiteX9" fmla="*/ 85949 w 1401946"/>
                <a:gd name="connsiteY9" fmla="*/ 265137 h 289918"/>
                <a:gd name="connsiteX10" fmla="*/ 1315968 w 1401946"/>
                <a:gd name="connsiteY10" fmla="*/ 265137 h 289918"/>
                <a:gd name="connsiteX11" fmla="*/ 1377724 w 1401946"/>
                <a:gd name="connsiteY11" fmla="*/ 203500 h 289918"/>
                <a:gd name="connsiteX12" fmla="*/ 1377724 w 1401946"/>
                <a:gd name="connsiteY12" fmla="*/ 82767 h 289918"/>
                <a:gd name="connsiteX13" fmla="*/ 1334431 w 1401946"/>
                <a:gd name="connsiteY13" fmla="*/ 23672 h 289918"/>
                <a:gd name="connsiteX14" fmla="*/ 1326792 w 1401946"/>
                <a:gd name="connsiteY14" fmla="*/ 8421 h 289918"/>
                <a:gd name="connsiteX15" fmla="*/ 1342071 w 1401946"/>
                <a:gd name="connsiteY15" fmla="*/ 796 h 289918"/>
                <a:gd name="connsiteX16" fmla="*/ 1401916 w 1401946"/>
                <a:gd name="connsiteY16" fmla="*/ 82767 h 289918"/>
                <a:gd name="connsiteX17" fmla="*/ 1401916 w 1401946"/>
                <a:gd name="connsiteY17" fmla="*/ 203500 h 289918"/>
                <a:gd name="connsiteX18" fmla="*/ 1317242 w 1401946"/>
                <a:gd name="connsiteY18" fmla="*/ 289919 h 289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01946" h="289918">
                  <a:moveTo>
                    <a:pt x="1317242" y="289919"/>
                  </a:moveTo>
                  <a:lnTo>
                    <a:pt x="86585" y="289919"/>
                  </a:lnTo>
                  <a:cubicBezTo>
                    <a:pt x="38836" y="289919"/>
                    <a:pt x="0" y="251157"/>
                    <a:pt x="0" y="203500"/>
                  </a:cubicBezTo>
                  <a:lnTo>
                    <a:pt x="0" y="82767"/>
                  </a:lnTo>
                  <a:cubicBezTo>
                    <a:pt x="0" y="45277"/>
                    <a:pt x="24193" y="12234"/>
                    <a:pt x="59845" y="796"/>
                  </a:cubicBezTo>
                  <a:cubicBezTo>
                    <a:pt x="66212" y="-1110"/>
                    <a:pt x="73215" y="2067"/>
                    <a:pt x="75125" y="8421"/>
                  </a:cubicBezTo>
                  <a:cubicBezTo>
                    <a:pt x="77035" y="14776"/>
                    <a:pt x="73852" y="21766"/>
                    <a:pt x="67485" y="23672"/>
                  </a:cubicBezTo>
                  <a:cubicBezTo>
                    <a:pt x="42019" y="31932"/>
                    <a:pt x="24193" y="55444"/>
                    <a:pt x="24193" y="82767"/>
                  </a:cubicBezTo>
                  <a:lnTo>
                    <a:pt x="24193" y="203500"/>
                  </a:lnTo>
                  <a:cubicBezTo>
                    <a:pt x="24193" y="237813"/>
                    <a:pt x="52206" y="265137"/>
                    <a:pt x="85949" y="265137"/>
                  </a:cubicBezTo>
                  <a:lnTo>
                    <a:pt x="1315968" y="265137"/>
                  </a:lnTo>
                  <a:cubicBezTo>
                    <a:pt x="1350348" y="265137"/>
                    <a:pt x="1377724" y="237178"/>
                    <a:pt x="1377724" y="203500"/>
                  </a:cubicBezTo>
                  <a:lnTo>
                    <a:pt x="1377724" y="82767"/>
                  </a:lnTo>
                  <a:cubicBezTo>
                    <a:pt x="1377724" y="55444"/>
                    <a:pt x="1360534" y="31932"/>
                    <a:pt x="1334431" y="23672"/>
                  </a:cubicBezTo>
                  <a:cubicBezTo>
                    <a:pt x="1328065" y="21766"/>
                    <a:pt x="1324245" y="14776"/>
                    <a:pt x="1326792" y="8421"/>
                  </a:cubicBezTo>
                  <a:cubicBezTo>
                    <a:pt x="1328701" y="2067"/>
                    <a:pt x="1335705" y="-1746"/>
                    <a:pt x="1342071" y="796"/>
                  </a:cubicBezTo>
                  <a:cubicBezTo>
                    <a:pt x="1377724" y="12234"/>
                    <a:pt x="1401916" y="45277"/>
                    <a:pt x="1401916" y="82767"/>
                  </a:cubicBezTo>
                  <a:lnTo>
                    <a:pt x="1401916" y="203500"/>
                  </a:lnTo>
                  <a:cubicBezTo>
                    <a:pt x="1403190" y="251157"/>
                    <a:pt x="1364354" y="289919"/>
                    <a:pt x="1317242" y="2899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589DC180-41B8-2CFF-203B-39FB826F2A4E}"/>
                </a:ext>
              </a:extLst>
            </p:cNvPr>
            <p:cNvSpPr/>
            <p:nvPr/>
          </p:nvSpPr>
          <p:spPr>
            <a:xfrm>
              <a:off x="6113391" y="4431057"/>
              <a:ext cx="1405736" cy="245436"/>
            </a:xfrm>
            <a:custGeom>
              <a:avLst/>
              <a:gdLst>
                <a:gd name="connsiteX0" fmla="*/ 978541 w 1405736"/>
                <a:gd name="connsiteY0" fmla="*/ 245278 h 245436"/>
                <a:gd name="connsiteX1" fmla="*/ 900869 w 1405736"/>
                <a:gd name="connsiteY1" fmla="*/ 213506 h 245436"/>
                <a:gd name="connsiteX2" fmla="*/ 780541 w 1405736"/>
                <a:gd name="connsiteY2" fmla="*/ 213506 h 245436"/>
                <a:gd name="connsiteX3" fmla="*/ 702869 w 1405736"/>
                <a:gd name="connsiteY3" fmla="*/ 245278 h 245436"/>
                <a:gd name="connsiteX4" fmla="*/ 625196 w 1405736"/>
                <a:gd name="connsiteY4" fmla="*/ 213506 h 245436"/>
                <a:gd name="connsiteX5" fmla="*/ 564714 w 1405736"/>
                <a:gd name="connsiteY5" fmla="*/ 188724 h 245436"/>
                <a:gd name="connsiteX6" fmla="*/ 504232 w 1405736"/>
                <a:gd name="connsiteY6" fmla="*/ 213506 h 245436"/>
                <a:gd name="connsiteX7" fmla="*/ 426560 w 1405736"/>
                <a:gd name="connsiteY7" fmla="*/ 245278 h 245436"/>
                <a:gd name="connsiteX8" fmla="*/ 348888 w 1405736"/>
                <a:gd name="connsiteY8" fmla="*/ 213506 h 245436"/>
                <a:gd name="connsiteX9" fmla="*/ 288406 w 1405736"/>
                <a:gd name="connsiteY9" fmla="*/ 188724 h 245436"/>
                <a:gd name="connsiteX10" fmla="*/ 227923 w 1405736"/>
                <a:gd name="connsiteY10" fmla="*/ 213506 h 245436"/>
                <a:gd name="connsiteX11" fmla="*/ 150251 w 1405736"/>
                <a:gd name="connsiteY11" fmla="*/ 245278 h 245436"/>
                <a:gd name="connsiteX12" fmla="*/ 72579 w 1405736"/>
                <a:gd name="connsiteY12" fmla="*/ 213506 h 245436"/>
                <a:gd name="connsiteX13" fmla="*/ 0 w 1405736"/>
                <a:gd name="connsiteY13" fmla="*/ 38762 h 245436"/>
                <a:gd name="connsiteX14" fmla="*/ 0 w 1405736"/>
                <a:gd name="connsiteY14" fmla="*/ 12073 h 245436"/>
                <a:gd name="connsiteX15" fmla="*/ 12097 w 1405736"/>
                <a:gd name="connsiteY15" fmla="*/ 0 h 245436"/>
                <a:gd name="connsiteX16" fmla="*/ 1000187 w 1405736"/>
                <a:gd name="connsiteY16" fmla="*/ 0 h 245436"/>
                <a:gd name="connsiteX17" fmla="*/ 1012284 w 1405736"/>
                <a:gd name="connsiteY17" fmla="*/ 12073 h 245436"/>
                <a:gd name="connsiteX18" fmla="*/ 1000187 w 1405736"/>
                <a:gd name="connsiteY18" fmla="*/ 24147 h 245436"/>
                <a:gd name="connsiteX19" fmla="*/ 25466 w 1405736"/>
                <a:gd name="connsiteY19" fmla="*/ 24147 h 245436"/>
                <a:gd name="connsiteX20" fmla="*/ 25466 w 1405736"/>
                <a:gd name="connsiteY20" fmla="*/ 38762 h 245436"/>
                <a:gd name="connsiteX21" fmla="*/ 91042 w 1405736"/>
                <a:gd name="connsiteY21" fmla="*/ 196349 h 245436"/>
                <a:gd name="connsiteX22" fmla="*/ 211370 w 1405736"/>
                <a:gd name="connsiteY22" fmla="*/ 196349 h 245436"/>
                <a:gd name="connsiteX23" fmla="*/ 289042 w 1405736"/>
                <a:gd name="connsiteY23" fmla="*/ 164578 h 245436"/>
                <a:gd name="connsiteX24" fmla="*/ 366714 w 1405736"/>
                <a:gd name="connsiteY24" fmla="*/ 196349 h 245436"/>
                <a:gd name="connsiteX25" fmla="*/ 427196 w 1405736"/>
                <a:gd name="connsiteY25" fmla="*/ 221131 h 245436"/>
                <a:gd name="connsiteX26" fmla="*/ 487679 w 1405736"/>
                <a:gd name="connsiteY26" fmla="*/ 196349 h 245436"/>
                <a:gd name="connsiteX27" fmla="*/ 565351 w 1405736"/>
                <a:gd name="connsiteY27" fmla="*/ 164578 h 245436"/>
                <a:gd name="connsiteX28" fmla="*/ 643023 w 1405736"/>
                <a:gd name="connsiteY28" fmla="*/ 196349 h 245436"/>
                <a:gd name="connsiteX29" fmla="*/ 703505 w 1405736"/>
                <a:gd name="connsiteY29" fmla="*/ 221131 h 245436"/>
                <a:gd name="connsiteX30" fmla="*/ 763988 w 1405736"/>
                <a:gd name="connsiteY30" fmla="*/ 196349 h 245436"/>
                <a:gd name="connsiteX31" fmla="*/ 919332 w 1405736"/>
                <a:gd name="connsiteY31" fmla="*/ 196349 h 245436"/>
                <a:gd name="connsiteX32" fmla="*/ 979814 w 1405736"/>
                <a:gd name="connsiteY32" fmla="*/ 221131 h 245436"/>
                <a:gd name="connsiteX33" fmla="*/ 1040297 w 1405736"/>
                <a:gd name="connsiteY33" fmla="*/ 196349 h 245436"/>
                <a:gd name="connsiteX34" fmla="*/ 1117968 w 1405736"/>
                <a:gd name="connsiteY34" fmla="*/ 164578 h 245436"/>
                <a:gd name="connsiteX35" fmla="*/ 1195640 w 1405736"/>
                <a:gd name="connsiteY35" fmla="*/ 196349 h 245436"/>
                <a:gd name="connsiteX36" fmla="*/ 1315968 w 1405736"/>
                <a:gd name="connsiteY36" fmla="*/ 196349 h 245436"/>
                <a:gd name="connsiteX37" fmla="*/ 1381544 w 1405736"/>
                <a:gd name="connsiteY37" fmla="*/ 38762 h 245436"/>
                <a:gd name="connsiteX38" fmla="*/ 1381544 w 1405736"/>
                <a:gd name="connsiteY38" fmla="*/ 24147 h 245436"/>
                <a:gd name="connsiteX39" fmla="*/ 1289866 w 1405736"/>
                <a:gd name="connsiteY39" fmla="*/ 24147 h 245436"/>
                <a:gd name="connsiteX40" fmla="*/ 1277769 w 1405736"/>
                <a:gd name="connsiteY40" fmla="*/ 12073 h 245436"/>
                <a:gd name="connsiteX41" fmla="*/ 1289866 w 1405736"/>
                <a:gd name="connsiteY41" fmla="*/ 0 h 245436"/>
                <a:gd name="connsiteX42" fmla="*/ 1393641 w 1405736"/>
                <a:gd name="connsiteY42" fmla="*/ 0 h 245436"/>
                <a:gd name="connsiteX43" fmla="*/ 1405737 w 1405736"/>
                <a:gd name="connsiteY43" fmla="*/ 12073 h 245436"/>
                <a:gd name="connsiteX44" fmla="*/ 1405737 w 1405736"/>
                <a:gd name="connsiteY44" fmla="*/ 38762 h 245436"/>
                <a:gd name="connsiteX45" fmla="*/ 1333158 w 1405736"/>
                <a:gd name="connsiteY45" fmla="*/ 213506 h 245436"/>
                <a:gd name="connsiteX46" fmla="*/ 1177814 w 1405736"/>
                <a:gd name="connsiteY46" fmla="*/ 213506 h 245436"/>
                <a:gd name="connsiteX47" fmla="*/ 1117332 w 1405736"/>
                <a:gd name="connsiteY47" fmla="*/ 188724 h 245436"/>
                <a:gd name="connsiteX48" fmla="*/ 1056850 w 1405736"/>
                <a:gd name="connsiteY48" fmla="*/ 213506 h 245436"/>
                <a:gd name="connsiteX49" fmla="*/ 978541 w 1405736"/>
                <a:gd name="connsiteY49" fmla="*/ 245278 h 24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405736" h="245436">
                  <a:moveTo>
                    <a:pt x="978541" y="245278"/>
                  </a:moveTo>
                  <a:cubicBezTo>
                    <a:pt x="949255" y="245278"/>
                    <a:pt x="921878" y="233840"/>
                    <a:pt x="900869" y="213506"/>
                  </a:cubicBezTo>
                  <a:cubicBezTo>
                    <a:pt x="867762" y="180463"/>
                    <a:pt x="813646" y="180463"/>
                    <a:pt x="780541" y="213506"/>
                  </a:cubicBezTo>
                  <a:cubicBezTo>
                    <a:pt x="759531" y="234475"/>
                    <a:pt x="732155" y="245278"/>
                    <a:pt x="702869" y="245278"/>
                  </a:cubicBezTo>
                  <a:cubicBezTo>
                    <a:pt x="673582" y="245278"/>
                    <a:pt x="646206" y="233840"/>
                    <a:pt x="625196" y="213506"/>
                  </a:cubicBezTo>
                  <a:cubicBezTo>
                    <a:pt x="609280" y="197620"/>
                    <a:pt x="587634" y="188724"/>
                    <a:pt x="564714" y="188724"/>
                  </a:cubicBezTo>
                  <a:cubicBezTo>
                    <a:pt x="541795" y="188724"/>
                    <a:pt x="520785" y="197620"/>
                    <a:pt x="504232" y="213506"/>
                  </a:cubicBezTo>
                  <a:cubicBezTo>
                    <a:pt x="483223" y="234475"/>
                    <a:pt x="455846" y="245278"/>
                    <a:pt x="426560" y="245278"/>
                  </a:cubicBezTo>
                  <a:cubicBezTo>
                    <a:pt x="397274" y="245278"/>
                    <a:pt x="369897" y="233840"/>
                    <a:pt x="348888" y="213506"/>
                  </a:cubicBezTo>
                  <a:cubicBezTo>
                    <a:pt x="332971" y="197620"/>
                    <a:pt x="311325" y="188724"/>
                    <a:pt x="288406" y="188724"/>
                  </a:cubicBezTo>
                  <a:cubicBezTo>
                    <a:pt x="265486" y="188724"/>
                    <a:pt x="244476" y="197620"/>
                    <a:pt x="227923" y="213506"/>
                  </a:cubicBezTo>
                  <a:cubicBezTo>
                    <a:pt x="206913" y="234475"/>
                    <a:pt x="179537" y="245278"/>
                    <a:pt x="150251" y="245278"/>
                  </a:cubicBezTo>
                  <a:cubicBezTo>
                    <a:pt x="120965" y="245278"/>
                    <a:pt x="93589" y="233840"/>
                    <a:pt x="72579" y="213506"/>
                  </a:cubicBezTo>
                  <a:cubicBezTo>
                    <a:pt x="26103" y="167119"/>
                    <a:pt x="0" y="104847"/>
                    <a:pt x="0" y="38762"/>
                  </a:cubicBezTo>
                  <a:lnTo>
                    <a:pt x="0" y="12073"/>
                  </a:lnTo>
                  <a:cubicBezTo>
                    <a:pt x="0" y="5083"/>
                    <a:pt x="5730" y="0"/>
                    <a:pt x="12097" y="0"/>
                  </a:cubicBezTo>
                  <a:lnTo>
                    <a:pt x="1000187" y="0"/>
                  </a:lnTo>
                  <a:cubicBezTo>
                    <a:pt x="1007190" y="0"/>
                    <a:pt x="1012284" y="5719"/>
                    <a:pt x="1012284" y="12073"/>
                  </a:cubicBezTo>
                  <a:cubicBezTo>
                    <a:pt x="1012284" y="19063"/>
                    <a:pt x="1006554" y="24147"/>
                    <a:pt x="1000187" y="24147"/>
                  </a:cubicBezTo>
                  <a:lnTo>
                    <a:pt x="25466" y="24147"/>
                  </a:lnTo>
                  <a:lnTo>
                    <a:pt x="25466" y="38762"/>
                  </a:lnTo>
                  <a:cubicBezTo>
                    <a:pt x="25466" y="98492"/>
                    <a:pt x="48386" y="154411"/>
                    <a:pt x="91042" y="196349"/>
                  </a:cubicBezTo>
                  <a:cubicBezTo>
                    <a:pt x="124148" y="229392"/>
                    <a:pt x="178264" y="229392"/>
                    <a:pt x="211370" y="196349"/>
                  </a:cubicBezTo>
                  <a:cubicBezTo>
                    <a:pt x="232379" y="175380"/>
                    <a:pt x="259756" y="164578"/>
                    <a:pt x="289042" y="164578"/>
                  </a:cubicBezTo>
                  <a:cubicBezTo>
                    <a:pt x="318328" y="164578"/>
                    <a:pt x="345705" y="176015"/>
                    <a:pt x="366714" y="196349"/>
                  </a:cubicBezTo>
                  <a:cubicBezTo>
                    <a:pt x="382631" y="212235"/>
                    <a:pt x="404277" y="221131"/>
                    <a:pt x="427196" y="221131"/>
                  </a:cubicBezTo>
                  <a:cubicBezTo>
                    <a:pt x="450116" y="221131"/>
                    <a:pt x="471126" y="212235"/>
                    <a:pt x="487679" y="196349"/>
                  </a:cubicBezTo>
                  <a:cubicBezTo>
                    <a:pt x="508689" y="175380"/>
                    <a:pt x="536065" y="164578"/>
                    <a:pt x="565351" y="164578"/>
                  </a:cubicBezTo>
                  <a:cubicBezTo>
                    <a:pt x="594637" y="164578"/>
                    <a:pt x="622013" y="176015"/>
                    <a:pt x="643023" y="196349"/>
                  </a:cubicBezTo>
                  <a:cubicBezTo>
                    <a:pt x="658939" y="212235"/>
                    <a:pt x="680586" y="221131"/>
                    <a:pt x="703505" y="221131"/>
                  </a:cubicBezTo>
                  <a:cubicBezTo>
                    <a:pt x="726425" y="221131"/>
                    <a:pt x="747435" y="212235"/>
                    <a:pt x="763988" y="196349"/>
                  </a:cubicBezTo>
                  <a:cubicBezTo>
                    <a:pt x="806643" y="153775"/>
                    <a:pt x="876676" y="153775"/>
                    <a:pt x="919332" y="196349"/>
                  </a:cubicBezTo>
                  <a:cubicBezTo>
                    <a:pt x="935248" y="212235"/>
                    <a:pt x="956894" y="221131"/>
                    <a:pt x="979814" y="221131"/>
                  </a:cubicBezTo>
                  <a:cubicBezTo>
                    <a:pt x="1002734" y="221131"/>
                    <a:pt x="1023743" y="212235"/>
                    <a:pt x="1040297" y="196349"/>
                  </a:cubicBezTo>
                  <a:cubicBezTo>
                    <a:pt x="1061306" y="175380"/>
                    <a:pt x="1088682" y="164578"/>
                    <a:pt x="1117968" y="164578"/>
                  </a:cubicBezTo>
                  <a:cubicBezTo>
                    <a:pt x="1147254" y="164578"/>
                    <a:pt x="1174631" y="176015"/>
                    <a:pt x="1195640" y="196349"/>
                  </a:cubicBezTo>
                  <a:cubicBezTo>
                    <a:pt x="1228747" y="229392"/>
                    <a:pt x="1282863" y="229392"/>
                    <a:pt x="1315968" y="196349"/>
                  </a:cubicBezTo>
                  <a:cubicBezTo>
                    <a:pt x="1357987" y="154411"/>
                    <a:pt x="1381544" y="98492"/>
                    <a:pt x="1381544" y="38762"/>
                  </a:cubicBezTo>
                  <a:lnTo>
                    <a:pt x="1381544" y="24147"/>
                  </a:lnTo>
                  <a:lnTo>
                    <a:pt x="1289866" y="24147"/>
                  </a:lnTo>
                  <a:cubicBezTo>
                    <a:pt x="1282863" y="24147"/>
                    <a:pt x="1277769" y="18428"/>
                    <a:pt x="1277769" y="12073"/>
                  </a:cubicBezTo>
                  <a:cubicBezTo>
                    <a:pt x="1277769" y="5083"/>
                    <a:pt x="1283499" y="0"/>
                    <a:pt x="1289866" y="0"/>
                  </a:cubicBezTo>
                  <a:lnTo>
                    <a:pt x="1393641" y="0"/>
                  </a:lnTo>
                  <a:cubicBezTo>
                    <a:pt x="1400644" y="0"/>
                    <a:pt x="1405737" y="5719"/>
                    <a:pt x="1405737" y="12073"/>
                  </a:cubicBezTo>
                  <a:lnTo>
                    <a:pt x="1405737" y="38762"/>
                  </a:lnTo>
                  <a:cubicBezTo>
                    <a:pt x="1405737" y="104847"/>
                    <a:pt x="1380270" y="166484"/>
                    <a:pt x="1333158" y="213506"/>
                  </a:cubicBezTo>
                  <a:cubicBezTo>
                    <a:pt x="1290502" y="256080"/>
                    <a:pt x="1221106" y="256080"/>
                    <a:pt x="1177814" y="213506"/>
                  </a:cubicBezTo>
                  <a:cubicBezTo>
                    <a:pt x="1161898" y="197620"/>
                    <a:pt x="1140251" y="188724"/>
                    <a:pt x="1117332" y="188724"/>
                  </a:cubicBezTo>
                  <a:cubicBezTo>
                    <a:pt x="1094412" y="188724"/>
                    <a:pt x="1073402" y="197620"/>
                    <a:pt x="1056850" y="213506"/>
                  </a:cubicBezTo>
                  <a:cubicBezTo>
                    <a:pt x="1035203" y="233840"/>
                    <a:pt x="1007827" y="245278"/>
                    <a:pt x="978541" y="2452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2BDC45C-A7CF-369F-C7C3-3154B39C43F9}"/>
                </a:ext>
              </a:extLst>
            </p:cNvPr>
            <p:cNvSpPr/>
            <p:nvPr/>
          </p:nvSpPr>
          <p:spPr>
            <a:xfrm>
              <a:off x="6114028" y="3978628"/>
              <a:ext cx="1403190" cy="514701"/>
            </a:xfrm>
            <a:custGeom>
              <a:avLst/>
              <a:gdLst>
                <a:gd name="connsiteX0" fmla="*/ 83402 w 1403190"/>
                <a:gd name="connsiteY0" fmla="*/ 24782 h 514701"/>
                <a:gd name="connsiteX1" fmla="*/ 24829 w 1403190"/>
                <a:gd name="connsiteY1" fmla="*/ 83242 h 514701"/>
                <a:gd name="connsiteX2" fmla="*/ 83402 w 1403190"/>
                <a:gd name="connsiteY2" fmla="*/ 141702 h 514701"/>
                <a:gd name="connsiteX3" fmla="*/ 730244 w 1403190"/>
                <a:gd name="connsiteY3" fmla="*/ 141702 h 514701"/>
                <a:gd name="connsiteX4" fmla="*/ 1031383 w 1403190"/>
                <a:gd name="connsiteY4" fmla="*/ 303738 h 514701"/>
                <a:gd name="connsiteX5" fmla="*/ 1147891 w 1403190"/>
                <a:gd name="connsiteY5" fmla="*/ 480388 h 514701"/>
                <a:gd name="connsiteX6" fmla="*/ 1342708 w 1403190"/>
                <a:gd name="connsiteY6" fmla="*/ 201433 h 514701"/>
                <a:gd name="connsiteX7" fmla="*/ 1378361 w 1403190"/>
                <a:gd name="connsiteY7" fmla="*/ 88325 h 514701"/>
                <a:gd name="connsiteX8" fmla="*/ 1378361 w 1403190"/>
                <a:gd name="connsiteY8" fmla="*/ 83242 h 514701"/>
                <a:gd name="connsiteX9" fmla="*/ 1319788 w 1403190"/>
                <a:gd name="connsiteY9" fmla="*/ 24782 h 514701"/>
                <a:gd name="connsiteX10" fmla="*/ 83402 w 1403190"/>
                <a:gd name="connsiteY10" fmla="*/ 24782 h 514701"/>
                <a:gd name="connsiteX11" fmla="*/ 1147891 w 1403190"/>
                <a:gd name="connsiteY11" fmla="*/ 514702 h 514701"/>
                <a:gd name="connsiteX12" fmla="*/ 1147891 w 1403190"/>
                <a:gd name="connsiteY12" fmla="*/ 514702 h 514701"/>
                <a:gd name="connsiteX13" fmla="*/ 1137704 w 1403190"/>
                <a:gd name="connsiteY13" fmla="*/ 508983 h 514701"/>
                <a:gd name="connsiteX14" fmla="*/ 1011647 w 1403190"/>
                <a:gd name="connsiteY14" fmla="*/ 317717 h 514701"/>
                <a:gd name="connsiteX15" fmla="*/ 730882 w 1403190"/>
                <a:gd name="connsiteY15" fmla="*/ 166484 h 514701"/>
                <a:gd name="connsiteX16" fmla="*/ 83402 w 1403190"/>
                <a:gd name="connsiteY16" fmla="*/ 166484 h 514701"/>
                <a:gd name="connsiteX17" fmla="*/ 0 w 1403190"/>
                <a:gd name="connsiteY17" fmla="*/ 83242 h 514701"/>
                <a:gd name="connsiteX18" fmla="*/ 83402 w 1403190"/>
                <a:gd name="connsiteY18" fmla="*/ 0 h 514701"/>
                <a:gd name="connsiteX19" fmla="*/ 1319788 w 1403190"/>
                <a:gd name="connsiteY19" fmla="*/ 0 h 514701"/>
                <a:gd name="connsiteX20" fmla="*/ 1403190 w 1403190"/>
                <a:gd name="connsiteY20" fmla="*/ 83242 h 514701"/>
                <a:gd name="connsiteX21" fmla="*/ 1403190 w 1403190"/>
                <a:gd name="connsiteY21" fmla="*/ 88325 h 514701"/>
                <a:gd name="connsiteX22" fmla="*/ 1363081 w 1403190"/>
                <a:gd name="connsiteY22" fmla="*/ 215412 h 514701"/>
                <a:gd name="connsiteX23" fmla="*/ 1158078 w 1403190"/>
                <a:gd name="connsiteY23" fmla="*/ 509618 h 514701"/>
                <a:gd name="connsiteX24" fmla="*/ 1147891 w 1403190"/>
                <a:gd name="connsiteY24" fmla="*/ 514702 h 514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3190" h="514701">
                  <a:moveTo>
                    <a:pt x="83402" y="24782"/>
                  </a:moveTo>
                  <a:cubicBezTo>
                    <a:pt x="50932" y="24782"/>
                    <a:pt x="24829" y="50835"/>
                    <a:pt x="24829" y="83242"/>
                  </a:cubicBezTo>
                  <a:cubicBezTo>
                    <a:pt x="24829" y="115649"/>
                    <a:pt x="50932" y="141702"/>
                    <a:pt x="83402" y="141702"/>
                  </a:cubicBezTo>
                  <a:lnTo>
                    <a:pt x="730244" y="141702"/>
                  </a:lnTo>
                  <a:cubicBezTo>
                    <a:pt x="851846" y="141702"/>
                    <a:pt x="964534" y="202068"/>
                    <a:pt x="1031383" y="303738"/>
                  </a:cubicBezTo>
                  <a:lnTo>
                    <a:pt x="1147891" y="480388"/>
                  </a:lnTo>
                  <a:lnTo>
                    <a:pt x="1342708" y="201433"/>
                  </a:lnTo>
                  <a:cubicBezTo>
                    <a:pt x="1366264" y="168390"/>
                    <a:pt x="1378361" y="128993"/>
                    <a:pt x="1378361" y="88325"/>
                  </a:cubicBezTo>
                  <a:lnTo>
                    <a:pt x="1378361" y="83242"/>
                  </a:lnTo>
                  <a:cubicBezTo>
                    <a:pt x="1378361" y="50835"/>
                    <a:pt x="1352258" y="24782"/>
                    <a:pt x="1319788" y="24782"/>
                  </a:cubicBezTo>
                  <a:lnTo>
                    <a:pt x="83402" y="24782"/>
                  </a:lnTo>
                  <a:close/>
                  <a:moveTo>
                    <a:pt x="1147891" y="514702"/>
                  </a:moveTo>
                  <a:lnTo>
                    <a:pt x="1147891" y="514702"/>
                  </a:lnTo>
                  <a:cubicBezTo>
                    <a:pt x="1143434" y="514702"/>
                    <a:pt x="1140251" y="512795"/>
                    <a:pt x="1137704" y="508983"/>
                  </a:cubicBezTo>
                  <a:lnTo>
                    <a:pt x="1011647" y="317717"/>
                  </a:lnTo>
                  <a:cubicBezTo>
                    <a:pt x="949254" y="223037"/>
                    <a:pt x="844206" y="166484"/>
                    <a:pt x="730882" y="166484"/>
                  </a:cubicBezTo>
                  <a:lnTo>
                    <a:pt x="83402" y="166484"/>
                  </a:lnTo>
                  <a:cubicBezTo>
                    <a:pt x="37562" y="166484"/>
                    <a:pt x="0" y="128993"/>
                    <a:pt x="0" y="83242"/>
                  </a:cubicBezTo>
                  <a:cubicBezTo>
                    <a:pt x="0" y="37491"/>
                    <a:pt x="37562" y="0"/>
                    <a:pt x="83402" y="0"/>
                  </a:cubicBezTo>
                  <a:lnTo>
                    <a:pt x="1319788" y="0"/>
                  </a:lnTo>
                  <a:cubicBezTo>
                    <a:pt x="1365627" y="0"/>
                    <a:pt x="1403190" y="37491"/>
                    <a:pt x="1403190" y="83242"/>
                  </a:cubicBezTo>
                  <a:lnTo>
                    <a:pt x="1403190" y="88325"/>
                  </a:lnTo>
                  <a:cubicBezTo>
                    <a:pt x="1403190" y="134077"/>
                    <a:pt x="1389183" y="177922"/>
                    <a:pt x="1363081" y="215412"/>
                  </a:cubicBezTo>
                  <a:lnTo>
                    <a:pt x="1158078" y="509618"/>
                  </a:lnTo>
                  <a:cubicBezTo>
                    <a:pt x="1156167" y="512795"/>
                    <a:pt x="1152348" y="514702"/>
                    <a:pt x="1147891" y="51470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EA275D58-1FFC-6B1C-C511-1FADF960327C}"/>
                </a:ext>
              </a:extLst>
            </p:cNvPr>
            <p:cNvSpPr/>
            <p:nvPr/>
          </p:nvSpPr>
          <p:spPr>
            <a:xfrm>
              <a:off x="6114028" y="4248052"/>
              <a:ext cx="492771" cy="85783"/>
            </a:xfrm>
            <a:custGeom>
              <a:avLst/>
              <a:gdLst>
                <a:gd name="connsiteX0" fmla="*/ 480675 w 492771"/>
                <a:gd name="connsiteY0" fmla="*/ 85784 h 85783"/>
                <a:gd name="connsiteX1" fmla="*/ 468579 w 492771"/>
                <a:gd name="connsiteY1" fmla="*/ 73710 h 85783"/>
                <a:gd name="connsiteX2" fmla="*/ 418920 w 492771"/>
                <a:gd name="connsiteY2" fmla="*/ 24146 h 85783"/>
                <a:gd name="connsiteX3" fmla="*/ 73852 w 492771"/>
                <a:gd name="connsiteY3" fmla="*/ 24146 h 85783"/>
                <a:gd name="connsiteX4" fmla="*/ 24193 w 492771"/>
                <a:gd name="connsiteY4" fmla="*/ 73710 h 85783"/>
                <a:gd name="connsiteX5" fmla="*/ 12096 w 492771"/>
                <a:gd name="connsiteY5" fmla="*/ 85784 h 85783"/>
                <a:gd name="connsiteX6" fmla="*/ 0 w 492771"/>
                <a:gd name="connsiteY6" fmla="*/ 73710 h 85783"/>
                <a:gd name="connsiteX7" fmla="*/ 73852 w 492771"/>
                <a:gd name="connsiteY7" fmla="*/ 0 h 85783"/>
                <a:gd name="connsiteX8" fmla="*/ 418920 w 492771"/>
                <a:gd name="connsiteY8" fmla="*/ 0 h 85783"/>
                <a:gd name="connsiteX9" fmla="*/ 492772 w 492771"/>
                <a:gd name="connsiteY9" fmla="*/ 73710 h 85783"/>
                <a:gd name="connsiteX10" fmla="*/ 480675 w 492771"/>
                <a:gd name="connsiteY10" fmla="*/ 85784 h 85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92771" h="85783">
                  <a:moveTo>
                    <a:pt x="480675" y="85784"/>
                  </a:moveTo>
                  <a:cubicBezTo>
                    <a:pt x="473672" y="85784"/>
                    <a:pt x="468579" y="80065"/>
                    <a:pt x="468579" y="73710"/>
                  </a:cubicBezTo>
                  <a:cubicBezTo>
                    <a:pt x="468579" y="46387"/>
                    <a:pt x="446296" y="24146"/>
                    <a:pt x="418920" y="24146"/>
                  </a:cubicBezTo>
                  <a:lnTo>
                    <a:pt x="73852" y="24146"/>
                  </a:lnTo>
                  <a:cubicBezTo>
                    <a:pt x="46476" y="24146"/>
                    <a:pt x="24193" y="46387"/>
                    <a:pt x="24193" y="73710"/>
                  </a:cubicBezTo>
                  <a:cubicBezTo>
                    <a:pt x="24193" y="80700"/>
                    <a:pt x="18463" y="85784"/>
                    <a:pt x="12096" y="85784"/>
                  </a:cubicBezTo>
                  <a:cubicBezTo>
                    <a:pt x="5093" y="85784"/>
                    <a:pt x="0" y="80065"/>
                    <a:pt x="0" y="73710"/>
                  </a:cubicBezTo>
                  <a:cubicBezTo>
                    <a:pt x="0" y="33043"/>
                    <a:pt x="33106" y="0"/>
                    <a:pt x="73852" y="0"/>
                  </a:cubicBezTo>
                  <a:lnTo>
                    <a:pt x="418920" y="0"/>
                  </a:lnTo>
                  <a:cubicBezTo>
                    <a:pt x="459666" y="0"/>
                    <a:pt x="492772" y="33043"/>
                    <a:pt x="492772" y="73710"/>
                  </a:cubicBezTo>
                  <a:cubicBezTo>
                    <a:pt x="492772" y="80065"/>
                    <a:pt x="487678" y="85784"/>
                    <a:pt x="480675" y="8578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38A97E30-FB57-AC1E-3259-C11C7B820E4D}"/>
                </a:ext>
              </a:extLst>
            </p:cNvPr>
            <p:cNvSpPr/>
            <p:nvPr/>
          </p:nvSpPr>
          <p:spPr>
            <a:xfrm>
              <a:off x="6662825" y="4248052"/>
              <a:ext cx="358437" cy="85783"/>
            </a:xfrm>
            <a:custGeom>
              <a:avLst/>
              <a:gdLst>
                <a:gd name="connsiteX0" fmla="*/ 12097 w 358437"/>
                <a:gd name="connsiteY0" fmla="*/ 85784 h 85783"/>
                <a:gd name="connsiteX1" fmla="*/ 0 w 358437"/>
                <a:gd name="connsiteY1" fmla="*/ 73710 h 85783"/>
                <a:gd name="connsiteX2" fmla="*/ 73853 w 358437"/>
                <a:gd name="connsiteY2" fmla="*/ 0 h 85783"/>
                <a:gd name="connsiteX3" fmla="*/ 346341 w 358437"/>
                <a:gd name="connsiteY3" fmla="*/ 0 h 85783"/>
                <a:gd name="connsiteX4" fmla="*/ 358438 w 358437"/>
                <a:gd name="connsiteY4" fmla="*/ 12073 h 85783"/>
                <a:gd name="connsiteX5" fmla="*/ 346341 w 358437"/>
                <a:gd name="connsiteY5" fmla="*/ 24146 h 85783"/>
                <a:gd name="connsiteX6" fmla="*/ 73853 w 358437"/>
                <a:gd name="connsiteY6" fmla="*/ 24146 h 85783"/>
                <a:gd name="connsiteX7" fmla="*/ 24193 w 358437"/>
                <a:gd name="connsiteY7" fmla="*/ 73710 h 85783"/>
                <a:gd name="connsiteX8" fmla="*/ 12097 w 358437"/>
                <a:gd name="connsiteY8" fmla="*/ 85784 h 85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8437" h="85783">
                  <a:moveTo>
                    <a:pt x="12097" y="85784"/>
                  </a:moveTo>
                  <a:cubicBezTo>
                    <a:pt x="5094" y="85784"/>
                    <a:pt x="0" y="80065"/>
                    <a:pt x="0" y="73710"/>
                  </a:cubicBezTo>
                  <a:cubicBezTo>
                    <a:pt x="0" y="33043"/>
                    <a:pt x="33107" y="0"/>
                    <a:pt x="73853" y="0"/>
                  </a:cubicBezTo>
                  <a:lnTo>
                    <a:pt x="346341" y="0"/>
                  </a:lnTo>
                  <a:cubicBezTo>
                    <a:pt x="353344" y="0"/>
                    <a:pt x="358438" y="5719"/>
                    <a:pt x="358438" y="12073"/>
                  </a:cubicBezTo>
                  <a:cubicBezTo>
                    <a:pt x="358438" y="18428"/>
                    <a:pt x="352708" y="24146"/>
                    <a:pt x="346341" y="24146"/>
                  </a:cubicBezTo>
                  <a:lnTo>
                    <a:pt x="73853" y="24146"/>
                  </a:lnTo>
                  <a:cubicBezTo>
                    <a:pt x="46476" y="24146"/>
                    <a:pt x="24193" y="46387"/>
                    <a:pt x="24193" y="73710"/>
                  </a:cubicBezTo>
                  <a:cubicBezTo>
                    <a:pt x="24193" y="80065"/>
                    <a:pt x="19100" y="85784"/>
                    <a:pt x="12097" y="8578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8883A76-22ED-C2BD-384B-0895F4F9283E}"/>
                </a:ext>
              </a:extLst>
            </p:cNvPr>
            <p:cNvSpPr/>
            <p:nvPr/>
          </p:nvSpPr>
          <p:spPr>
            <a:xfrm>
              <a:off x="7385112" y="4442495"/>
              <a:ext cx="1452848" cy="1460863"/>
            </a:xfrm>
            <a:custGeom>
              <a:avLst/>
              <a:gdLst>
                <a:gd name="connsiteX0" fmla="*/ 183675 w 1452848"/>
                <a:gd name="connsiteY0" fmla="*/ 1196523 h 1460863"/>
                <a:gd name="connsiteX1" fmla="*/ 195135 w 1452848"/>
                <a:gd name="connsiteY1" fmla="*/ 1204148 h 1460863"/>
                <a:gd name="connsiteX2" fmla="*/ 191315 w 1452848"/>
                <a:gd name="connsiteY2" fmla="*/ 1218127 h 1460863"/>
                <a:gd name="connsiteX3" fmla="*/ 182402 w 1452848"/>
                <a:gd name="connsiteY3" fmla="*/ 1226388 h 1460863"/>
                <a:gd name="connsiteX4" fmla="*/ 182402 w 1452848"/>
                <a:gd name="connsiteY4" fmla="*/ 1400497 h 1460863"/>
                <a:gd name="connsiteX5" fmla="*/ 268987 w 1452848"/>
                <a:gd name="connsiteY5" fmla="*/ 1436717 h 1460863"/>
                <a:gd name="connsiteX6" fmla="*/ 355572 w 1452848"/>
                <a:gd name="connsiteY6" fmla="*/ 1400497 h 1460863"/>
                <a:gd name="connsiteX7" fmla="*/ 388042 w 1452848"/>
                <a:gd name="connsiteY7" fmla="*/ 1285483 h 1460863"/>
                <a:gd name="connsiteX8" fmla="*/ 393772 w 1452848"/>
                <a:gd name="connsiteY8" fmla="*/ 1272139 h 1460863"/>
                <a:gd name="connsiteX9" fmla="*/ 428788 w 1452848"/>
                <a:gd name="connsiteY9" fmla="*/ 1251805 h 1460863"/>
                <a:gd name="connsiteX10" fmla="*/ 898640 w 1452848"/>
                <a:gd name="connsiteY10" fmla="*/ 903587 h 1460863"/>
                <a:gd name="connsiteX11" fmla="*/ 1244981 w 1452848"/>
                <a:gd name="connsiteY11" fmla="*/ 430824 h 1460863"/>
                <a:gd name="connsiteX12" fmla="*/ 1265354 w 1452848"/>
                <a:gd name="connsiteY12" fmla="*/ 395876 h 1460863"/>
                <a:gd name="connsiteX13" fmla="*/ 1278724 w 1452848"/>
                <a:gd name="connsiteY13" fmla="*/ 390157 h 1460863"/>
                <a:gd name="connsiteX14" fmla="*/ 1392685 w 1452848"/>
                <a:gd name="connsiteY14" fmla="*/ 357750 h 1460863"/>
                <a:gd name="connsiteX15" fmla="*/ 1392685 w 1452848"/>
                <a:gd name="connsiteY15" fmla="*/ 183640 h 1460863"/>
                <a:gd name="connsiteX16" fmla="*/ 1306100 w 1452848"/>
                <a:gd name="connsiteY16" fmla="*/ 147421 h 1460863"/>
                <a:gd name="connsiteX17" fmla="*/ 1219514 w 1452848"/>
                <a:gd name="connsiteY17" fmla="*/ 183640 h 1460863"/>
                <a:gd name="connsiteX18" fmla="*/ 1219514 w 1452848"/>
                <a:gd name="connsiteY18" fmla="*/ 183640 h 1460863"/>
                <a:gd name="connsiteX19" fmla="*/ 1211238 w 1452848"/>
                <a:gd name="connsiteY19" fmla="*/ 193172 h 1460863"/>
                <a:gd name="connsiteX20" fmla="*/ 1197231 w 1452848"/>
                <a:gd name="connsiteY20" fmla="*/ 196985 h 1460863"/>
                <a:gd name="connsiteX21" fmla="*/ 1189592 w 1452848"/>
                <a:gd name="connsiteY21" fmla="*/ 184911 h 1460863"/>
                <a:gd name="connsiteX22" fmla="*/ 1153939 w 1452848"/>
                <a:gd name="connsiteY22" fmla="*/ 91502 h 1460863"/>
                <a:gd name="connsiteX23" fmla="*/ 1067354 w 1452848"/>
                <a:gd name="connsiteY23" fmla="*/ 55283 h 1460863"/>
                <a:gd name="connsiteX24" fmla="*/ 980768 w 1452848"/>
                <a:gd name="connsiteY24" fmla="*/ 91502 h 1460863"/>
                <a:gd name="connsiteX25" fmla="*/ 959759 w 1452848"/>
                <a:gd name="connsiteY25" fmla="*/ 120097 h 1460863"/>
                <a:gd name="connsiteX26" fmla="*/ 947662 w 1452848"/>
                <a:gd name="connsiteY26" fmla="*/ 126451 h 1460863"/>
                <a:gd name="connsiteX27" fmla="*/ 937476 w 1452848"/>
                <a:gd name="connsiteY27" fmla="*/ 117555 h 1460863"/>
                <a:gd name="connsiteX28" fmla="*/ 905643 w 1452848"/>
                <a:gd name="connsiteY28" fmla="*/ 61637 h 1460863"/>
                <a:gd name="connsiteX29" fmla="*/ 819058 w 1452848"/>
                <a:gd name="connsiteY29" fmla="*/ 25417 h 1460863"/>
                <a:gd name="connsiteX30" fmla="*/ 732472 w 1452848"/>
                <a:gd name="connsiteY30" fmla="*/ 61637 h 1460863"/>
                <a:gd name="connsiteX31" fmla="*/ 696820 w 1452848"/>
                <a:gd name="connsiteY31" fmla="*/ 146785 h 1460863"/>
                <a:gd name="connsiteX32" fmla="*/ 687906 w 1452848"/>
                <a:gd name="connsiteY32" fmla="*/ 158223 h 1460863"/>
                <a:gd name="connsiteX33" fmla="*/ 674537 w 1452848"/>
                <a:gd name="connsiteY33" fmla="*/ 153775 h 1460863"/>
                <a:gd name="connsiteX34" fmla="*/ 661167 w 1452848"/>
                <a:gd name="connsiteY34" fmla="*/ 137889 h 1460863"/>
                <a:gd name="connsiteX35" fmla="*/ 574582 w 1452848"/>
                <a:gd name="connsiteY35" fmla="*/ 101669 h 1460863"/>
                <a:gd name="connsiteX36" fmla="*/ 487997 w 1452848"/>
                <a:gd name="connsiteY36" fmla="*/ 137889 h 1460863"/>
                <a:gd name="connsiteX37" fmla="*/ 457437 w 1452848"/>
                <a:gd name="connsiteY37" fmla="*/ 260528 h 1460863"/>
                <a:gd name="connsiteX38" fmla="*/ 452981 w 1452848"/>
                <a:gd name="connsiteY38" fmla="*/ 273872 h 1460863"/>
                <a:gd name="connsiteX39" fmla="*/ 438974 w 1452848"/>
                <a:gd name="connsiteY39" fmla="*/ 273872 h 1460863"/>
                <a:gd name="connsiteX40" fmla="*/ 284904 w 1452848"/>
                <a:gd name="connsiteY40" fmla="*/ 289123 h 1460863"/>
                <a:gd name="connsiteX41" fmla="*/ 269624 w 1452848"/>
                <a:gd name="connsiteY41" fmla="*/ 444168 h 1460863"/>
                <a:gd name="connsiteX42" fmla="*/ 268987 w 1452848"/>
                <a:gd name="connsiteY42" fmla="*/ 458148 h 1460863"/>
                <a:gd name="connsiteX43" fmla="*/ 255618 w 1452848"/>
                <a:gd name="connsiteY43" fmla="*/ 462596 h 1460863"/>
                <a:gd name="connsiteX44" fmla="*/ 134016 w 1452848"/>
                <a:gd name="connsiteY44" fmla="*/ 493097 h 1460863"/>
                <a:gd name="connsiteX45" fmla="*/ 134016 w 1452848"/>
                <a:gd name="connsiteY45" fmla="*/ 667206 h 1460863"/>
                <a:gd name="connsiteX46" fmla="*/ 149932 w 1452848"/>
                <a:gd name="connsiteY46" fmla="*/ 680550 h 1460863"/>
                <a:gd name="connsiteX47" fmla="*/ 154389 w 1452848"/>
                <a:gd name="connsiteY47" fmla="*/ 693894 h 1460863"/>
                <a:gd name="connsiteX48" fmla="*/ 142929 w 1452848"/>
                <a:gd name="connsiteY48" fmla="*/ 702155 h 1460863"/>
                <a:gd name="connsiteX49" fmla="*/ 58254 w 1452848"/>
                <a:gd name="connsiteY49" fmla="*/ 737739 h 1460863"/>
                <a:gd name="connsiteX50" fmla="*/ 58254 w 1452848"/>
                <a:gd name="connsiteY50" fmla="*/ 911848 h 1460863"/>
                <a:gd name="connsiteX51" fmla="*/ 113643 w 1452848"/>
                <a:gd name="connsiteY51" fmla="*/ 943620 h 1460863"/>
                <a:gd name="connsiteX52" fmla="*/ 122556 w 1452848"/>
                <a:gd name="connsiteY52" fmla="*/ 953787 h 1460863"/>
                <a:gd name="connsiteX53" fmla="*/ 116190 w 1452848"/>
                <a:gd name="connsiteY53" fmla="*/ 965860 h 1460863"/>
                <a:gd name="connsiteX54" fmla="*/ 88177 w 1452848"/>
                <a:gd name="connsiteY54" fmla="*/ 986829 h 1460863"/>
                <a:gd name="connsiteX55" fmla="*/ 88177 w 1452848"/>
                <a:gd name="connsiteY55" fmla="*/ 1160938 h 1460863"/>
                <a:gd name="connsiteX56" fmla="*/ 181128 w 1452848"/>
                <a:gd name="connsiteY56" fmla="*/ 1196523 h 1460863"/>
                <a:gd name="connsiteX57" fmla="*/ 183675 w 1452848"/>
                <a:gd name="connsiteY57" fmla="*/ 1196523 h 1460863"/>
                <a:gd name="connsiteX58" fmla="*/ 268987 w 1452848"/>
                <a:gd name="connsiteY58" fmla="*/ 1460863 h 1460863"/>
                <a:gd name="connsiteX59" fmla="*/ 165212 w 1452848"/>
                <a:gd name="connsiteY59" fmla="*/ 1417654 h 1460863"/>
                <a:gd name="connsiteX60" fmla="*/ 155662 w 1452848"/>
                <a:gd name="connsiteY60" fmla="*/ 1220034 h 1460863"/>
                <a:gd name="connsiteX61" fmla="*/ 72897 w 1452848"/>
                <a:gd name="connsiteY61" fmla="*/ 1178730 h 1460863"/>
                <a:gd name="connsiteX62" fmla="*/ 72897 w 1452848"/>
                <a:gd name="connsiteY62" fmla="*/ 970308 h 1460863"/>
                <a:gd name="connsiteX63" fmla="*/ 85630 w 1452848"/>
                <a:gd name="connsiteY63" fmla="*/ 958870 h 1460863"/>
                <a:gd name="connsiteX64" fmla="*/ 42974 w 1452848"/>
                <a:gd name="connsiteY64" fmla="*/ 929005 h 1460863"/>
                <a:gd name="connsiteX65" fmla="*/ 42974 w 1452848"/>
                <a:gd name="connsiteY65" fmla="*/ 720582 h 1460863"/>
                <a:gd name="connsiteX66" fmla="*/ 116190 w 1452848"/>
                <a:gd name="connsiteY66" fmla="*/ 680550 h 1460863"/>
                <a:gd name="connsiteX67" fmla="*/ 118737 w 1452848"/>
                <a:gd name="connsiteY67" fmla="*/ 475305 h 1460863"/>
                <a:gd name="connsiteX68" fmla="*/ 238427 w 1452848"/>
                <a:gd name="connsiteY68" fmla="*/ 432731 h 1460863"/>
                <a:gd name="connsiteX69" fmla="*/ 269624 w 1452848"/>
                <a:gd name="connsiteY69" fmla="*/ 270695 h 1460863"/>
                <a:gd name="connsiteX70" fmla="*/ 430698 w 1452848"/>
                <a:gd name="connsiteY70" fmla="*/ 239559 h 1460863"/>
                <a:gd name="connsiteX71" fmla="*/ 472717 w 1452848"/>
                <a:gd name="connsiteY71" fmla="*/ 119462 h 1460863"/>
                <a:gd name="connsiteX72" fmla="*/ 576492 w 1452848"/>
                <a:gd name="connsiteY72" fmla="*/ 76252 h 1460863"/>
                <a:gd name="connsiteX73" fmla="*/ 576492 w 1452848"/>
                <a:gd name="connsiteY73" fmla="*/ 76252 h 1460863"/>
                <a:gd name="connsiteX74" fmla="*/ 677084 w 1452848"/>
                <a:gd name="connsiteY74" fmla="*/ 116285 h 1460863"/>
                <a:gd name="connsiteX75" fmla="*/ 716556 w 1452848"/>
                <a:gd name="connsiteY75" fmla="*/ 43210 h 1460863"/>
                <a:gd name="connsiteX76" fmla="*/ 820331 w 1452848"/>
                <a:gd name="connsiteY76" fmla="*/ 0 h 1460863"/>
                <a:gd name="connsiteX77" fmla="*/ 924107 w 1452848"/>
                <a:gd name="connsiteY77" fmla="*/ 43210 h 1460863"/>
                <a:gd name="connsiteX78" fmla="*/ 953393 w 1452848"/>
                <a:gd name="connsiteY78" fmla="*/ 85784 h 1460863"/>
                <a:gd name="connsiteX79" fmla="*/ 964215 w 1452848"/>
                <a:gd name="connsiteY79" fmla="*/ 73075 h 1460863"/>
                <a:gd name="connsiteX80" fmla="*/ 1067991 w 1452848"/>
                <a:gd name="connsiteY80" fmla="*/ 29865 h 1460863"/>
                <a:gd name="connsiteX81" fmla="*/ 1171765 w 1452848"/>
                <a:gd name="connsiteY81" fmla="*/ 73075 h 1460863"/>
                <a:gd name="connsiteX82" fmla="*/ 1213148 w 1452848"/>
                <a:gd name="connsiteY82" fmla="*/ 156317 h 1460863"/>
                <a:gd name="connsiteX83" fmla="*/ 1306100 w 1452848"/>
                <a:gd name="connsiteY83" fmla="*/ 122639 h 1460863"/>
                <a:gd name="connsiteX84" fmla="*/ 1409875 w 1452848"/>
                <a:gd name="connsiteY84" fmla="*/ 165848 h 1460863"/>
                <a:gd name="connsiteX85" fmla="*/ 1409875 w 1452848"/>
                <a:gd name="connsiteY85" fmla="*/ 374271 h 1460863"/>
                <a:gd name="connsiteX86" fmla="*/ 1281907 w 1452848"/>
                <a:gd name="connsiteY86" fmla="*/ 415574 h 1460863"/>
                <a:gd name="connsiteX87" fmla="*/ 1265991 w 1452848"/>
                <a:gd name="connsiteY87" fmla="*/ 442898 h 1460863"/>
                <a:gd name="connsiteX88" fmla="*/ 915830 w 1452848"/>
                <a:gd name="connsiteY88" fmla="*/ 920744 h 1460863"/>
                <a:gd name="connsiteX89" fmla="*/ 440884 w 1452848"/>
                <a:gd name="connsiteY89" fmla="*/ 1272775 h 1460863"/>
                <a:gd name="connsiteX90" fmla="*/ 413508 w 1452848"/>
                <a:gd name="connsiteY90" fmla="*/ 1288661 h 1460863"/>
                <a:gd name="connsiteX91" fmla="*/ 372762 w 1452848"/>
                <a:gd name="connsiteY91" fmla="*/ 1417018 h 1460863"/>
                <a:gd name="connsiteX92" fmla="*/ 268987 w 1452848"/>
                <a:gd name="connsiteY92" fmla="*/ 1460863 h 1460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452848" h="1460863">
                  <a:moveTo>
                    <a:pt x="183675" y="1196523"/>
                  </a:moveTo>
                  <a:cubicBezTo>
                    <a:pt x="188769" y="1196523"/>
                    <a:pt x="193225" y="1199700"/>
                    <a:pt x="195135" y="1204148"/>
                  </a:cubicBezTo>
                  <a:cubicBezTo>
                    <a:pt x="197045" y="1209231"/>
                    <a:pt x="195772" y="1214950"/>
                    <a:pt x="191315" y="1218127"/>
                  </a:cubicBezTo>
                  <a:cubicBezTo>
                    <a:pt x="188131" y="1220669"/>
                    <a:pt x="184948" y="1223211"/>
                    <a:pt x="182402" y="1226388"/>
                  </a:cubicBezTo>
                  <a:cubicBezTo>
                    <a:pt x="134653" y="1274046"/>
                    <a:pt x="134653" y="1352204"/>
                    <a:pt x="182402" y="1400497"/>
                  </a:cubicBezTo>
                  <a:cubicBezTo>
                    <a:pt x="205322" y="1424008"/>
                    <a:pt x="235881" y="1436717"/>
                    <a:pt x="268987" y="1436717"/>
                  </a:cubicBezTo>
                  <a:cubicBezTo>
                    <a:pt x="302093" y="1436717"/>
                    <a:pt x="332016" y="1424008"/>
                    <a:pt x="355572" y="1400497"/>
                  </a:cubicBezTo>
                  <a:cubicBezTo>
                    <a:pt x="385495" y="1370632"/>
                    <a:pt x="397591" y="1327422"/>
                    <a:pt x="388042" y="1285483"/>
                  </a:cubicBezTo>
                  <a:cubicBezTo>
                    <a:pt x="386769" y="1280400"/>
                    <a:pt x="389315" y="1274681"/>
                    <a:pt x="393772" y="1272139"/>
                  </a:cubicBezTo>
                  <a:cubicBezTo>
                    <a:pt x="404595" y="1265785"/>
                    <a:pt x="416055" y="1258795"/>
                    <a:pt x="428788" y="1251805"/>
                  </a:cubicBezTo>
                  <a:cubicBezTo>
                    <a:pt x="536383" y="1190168"/>
                    <a:pt x="717193" y="1085957"/>
                    <a:pt x="898640" y="903587"/>
                  </a:cubicBezTo>
                  <a:cubicBezTo>
                    <a:pt x="1080087" y="720582"/>
                    <a:pt x="1183225" y="538848"/>
                    <a:pt x="1244981" y="430824"/>
                  </a:cubicBezTo>
                  <a:cubicBezTo>
                    <a:pt x="1251984" y="418116"/>
                    <a:pt x="1258988" y="406678"/>
                    <a:pt x="1265354" y="395876"/>
                  </a:cubicBezTo>
                  <a:cubicBezTo>
                    <a:pt x="1267901" y="391428"/>
                    <a:pt x="1273630" y="388886"/>
                    <a:pt x="1278724" y="390157"/>
                  </a:cubicBezTo>
                  <a:cubicBezTo>
                    <a:pt x="1320106" y="399688"/>
                    <a:pt x="1362762" y="387615"/>
                    <a:pt x="1392685" y="357750"/>
                  </a:cubicBezTo>
                  <a:cubicBezTo>
                    <a:pt x="1440435" y="310092"/>
                    <a:pt x="1440435" y="231933"/>
                    <a:pt x="1392685" y="183640"/>
                  </a:cubicBezTo>
                  <a:cubicBezTo>
                    <a:pt x="1369766" y="160129"/>
                    <a:pt x="1339206" y="147421"/>
                    <a:pt x="1306100" y="147421"/>
                  </a:cubicBezTo>
                  <a:cubicBezTo>
                    <a:pt x="1272994" y="147421"/>
                    <a:pt x="1243071" y="160129"/>
                    <a:pt x="1219514" y="183640"/>
                  </a:cubicBezTo>
                  <a:lnTo>
                    <a:pt x="1219514" y="183640"/>
                  </a:lnTo>
                  <a:cubicBezTo>
                    <a:pt x="1216331" y="186818"/>
                    <a:pt x="1213785" y="189995"/>
                    <a:pt x="1211238" y="193172"/>
                  </a:cubicBezTo>
                  <a:cubicBezTo>
                    <a:pt x="1208055" y="196985"/>
                    <a:pt x="1202325" y="198891"/>
                    <a:pt x="1197231" y="196985"/>
                  </a:cubicBezTo>
                  <a:cubicBezTo>
                    <a:pt x="1192139" y="195078"/>
                    <a:pt x="1188955" y="189995"/>
                    <a:pt x="1189592" y="184911"/>
                  </a:cubicBezTo>
                  <a:cubicBezTo>
                    <a:pt x="1191502" y="149963"/>
                    <a:pt x="1178769" y="115649"/>
                    <a:pt x="1153939" y="91502"/>
                  </a:cubicBezTo>
                  <a:cubicBezTo>
                    <a:pt x="1131020" y="68627"/>
                    <a:pt x="1100460" y="55283"/>
                    <a:pt x="1067354" y="55283"/>
                  </a:cubicBezTo>
                  <a:cubicBezTo>
                    <a:pt x="1034248" y="55283"/>
                    <a:pt x="1004325" y="67992"/>
                    <a:pt x="980768" y="91502"/>
                  </a:cubicBezTo>
                  <a:cubicBezTo>
                    <a:pt x="972492" y="99763"/>
                    <a:pt x="965489" y="109295"/>
                    <a:pt x="959759" y="120097"/>
                  </a:cubicBezTo>
                  <a:cubicBezTo>
                    <a:pt x="957212" y="124545"/>
                    <a:pt x="952756" y="127087"/>
                    <a:pt x="947662" y="126451"/>
                  </a:cubicBezTo>
                  <a:cubicBezTo>
                    <a:pt x="942569" y="125816"/>
                    <a:pt x="938749" y="122003"/>
                    <a:pt x="937476" y="117555"/>
                  </a:cubicBezTo>
                  <a:cubicBezTo>
                    <a:pt x="931746" y="96586"/>
                    <a:pt x="920923" y="76888"/>
                    <a:pt x="905643" y="61637"/>
                  </a:cubicBezTo>
                  <a:cubicBezTo>
                    <a:pt x="882724" y="38126"/>
                    <a:pt x="852164" y="25417"/>
                    <a:pt x="819058" y="25417"/>
                  </a:cubicBezTo>
                  <a:cubicBezTo>
                    <a:pt x="785952" y="25417"/>
                    <a:pt x="756029" y="38126"/>
                    <a:pt x="732472" y="61637"/>
                  </a:cubicBezTo>
                  <a:cubicBezTo>
                    <a:pt x="709553" y="84513"/>
                    <a:pt x="697456" y="114378"/>
                    <a:pt x="696820" y="146785"/>
                  </a:cubicBezTo>
                  <a:cubicBezTo>
                    <a:pt x="696820" y="151869"/>
                    <a:pt x="693000" y="156952"/>
                    <a:pt x="687906" y="158223"/>
                  </a:cubicBezTo>
                  <a:cubicBezTo>
                    <a:pt x="682814" y="159494"/>
                    <a:pt x="677084" y="158223"/>
                    <a:pt x="674537" y="153775"/>
                  </a:cubicBezTo>
                  <a:cubicBezTo>
                    <a:pt x="670081" y="147421"/>
                    <a:pt x="665624" y="142337"/>
                    <a:pt x="661167" y="137889"/>
                  </a:cubicBezTo>
                  <a:cubicBezTo>
                    <a:pt x="638248" y="114378"/>
                    <a:pt x="607688" y="101669"/>
                    <a:pt x="574582" y="101669"/>
                  </a:cubicBezTo>
                  <a:cubicBezTo>
                    <a:pt x="541476" y="101669"/>
                    <a:pt x="511553" y="114378"/>
                    <a:pt x="487997" y="137889"/>
                  </a:cubicBezTo>
                  <a:cubicBezTo>
                    <a:pt x="456164" y="170296"/>
                    <a:pt x="444704" y="217319"/>
                    <a:pt x="457437" y="260528"/>
                  </a:cubicBezTo>
                  <a:cubicBezTo>
                    <a:pt x="458710" y="265612"/>
                    <a:pt x="457437" y="270695"/>
                    <a:pt x="452981" y="273872"/>
                  </a:cubicBezTo>
                  <a:cubicBezTo>
                    <a:pt x="448524" y="277049"/>
                    <a:pt x="443431" y="277049"/>
                    <a:pt x="438974" y="273872"/>
                  </a:cubicBezTo>
                  <a:cubicBezTo>
                    <a:pt x="390588" y="241465"/>
                    <a:pt x="326286" y="247819"/>
                    <a:pt x="284904" y="289123"/>
                  </a:cubicBezTo>
                  <a:cubicBezTo>
                    <a:pt x="243521" y="330426"/>
                    <a:pt x="237154" y="395876"/>
                    <a:pt x="269624" y="444168"/>
                  </a:cubicBezTo>
                  <a:cubicBezTo>
                    <a:pt x="272171" y="448617"/>
                    <a:pt x="272171" y="454335"/>
                    <a:pt x="268987" y="458148"/>
                  </a:cubicBezTo>
                  <a:cubicBezTo>
                    <a:pt x="265804" y="462596"/>
                    <a:pt x="260710" y="463867"/>
                    <a:pt x="255618" y="462596"/>
                  </a:cubicBezTo>
                  <a:cubicBezTo>
                    <a:pt x="212325" y="449252"/>
                    <a:pt x="165848" y="461325"/>
                    <a:pt x="134016" y="493097"/>
                  </a:cubicBezTo>
                  <a:cubicBezTo>
                    <a:pt x="86266" y="540755"/>
                    <a:pt x="86266" y="618913"/>
                    <a:pt x="134016" y="667206"/>
                  </a:cubicBezTo>
                  <a:cubicBezTo>
                    <a:pt x="138473" y="671654"/>
                    <a:pt x="143565" y="676102"/>
                    <a:pt x="149932" y="680550"/>
                  </a:cubicBezTo>
                  <a:cubicBezTo>
                    <a:pt x="154389" y="683727"/>
                    <a:pt x="156299" y="688811"/>
                    <a:pt x="154389" y="693894"/>
                  </a:cubicBezTo>
                  <a:cubicBezTo>
                    <a:pt x="153115" y="698978"/>
                    <a:pt x="148023" y="702155"/>
                    <a:pt x="142929" y="702155"/>
                  </a:cubicBezTo>
                  <a:cubicBezTo>
                    <a:pt x="111096" y="702790"/>
                    <a:pt x="80537" y="715499"/>
                    <a:pt x="58254" y="737739"/>
                  </a:cubicBezTo>
                  <a:cubicBezTo>
                    <a:pt x="10505" y="785397"/>
                    <a:pt x="10505" y="863555"/>
                    <a:pt x="58254" y="911848"/>
                  </a:cubicBezTo>
                  <a:cubicBezTo>
                    <a:pt x="73533" y="927098"/>
                    <a:pt x="92633" y="937901"/>
                    <a:pt x="113643" y="943620"/>
                  </a:cubicBezTo>
                  <a:cubicBezTo>
                    <a:pt x="118737" y="944891"/>
                    <a:pt x="121920" y="948703"/>
                    <a:pt x="122556" y="953787"/>
                  </a:cubicBezTo>
                  <a:cubicBezTo>
                    <a:pt x="123193" y="958870"/>
                    <a:pt x="120646" y="963318"/>
                    <a:pt x="116190" y="965860"/>
                  </a:cubicBezTo>
                  <a:cubicBezTo>
                    <a:pt x="106003" y="971579"/>
                    <a:pt x="96454" y="978569"/>
                    <a:pt x="88177" y="986829"/>
                  </a:cubicBezTo>
                  <a:cubicBezTo>
                    <a:pt x="40428" y="1034487"/>
                    <a:pt x="40428" y="1112645"/>
                    <a:pt x="88177" y="1160938"/>
                  </a:cubicBezTo>
                  <a:cubicBezTo>
                    <a:pt x="112370" y="1185720"/>
                    <a:pt x="146749" y="1198429"/>
                    <a:pt x="181128" y="1196523"/>
                  </a:cubicBezTo>
                  <a:lnTo>
                    <a:pt x="183675" y="1196523"/>
                  </a:lnTo>
                  <a:moveTo>
                    <a:pt x="268987" y="1460863"/>
                  </a:moveTo>
                  <a:cubicBezTo>
                    <a:pt x="230151" y="1460863"/>
                    <a:pt x="193225" y="1445613"/>
                    <a:pt x="165212" y="1417654"/>
                  </a:cubicBezTo>
                  <a:cubicBezTo>
                    <a:pt x="111733" y="1363642"/>
                    <a:pt x="108549" y="1277858"/>
                    <a:pt x="155662" y="1220034"/>
                  </a:cubicBezTo>
                  <a:cubicBezTo>
                    <a:pt x="124466" y="1215586"/>
                    <a:pt x="95180" y="1200971"/>
                    <a:pt x="72897" y="1178730"/>
                  </a:cubicBezTo>
                  <a:cubicBezTo>
                    <a:pt x="15598" y="1121541"/>
                    <a:pt x="15598" y="1028133"/>
                    <a:pt x="72897" y="970308"/>
                  </a:cubicBezTo>
                  <a:cubicBezTo>
                    <a:pt x="76717" y="966495"/>
                    <a:pt x="81174" y="962683"/>
                    <a:pt x="85630" y="958870"/>
                  </a:cubicBezTo>
                  <a:cubicBezTo>
                    <a:pt x="69714" y="951881"/>
                    <a:pt x="55071" y="941714"/>
                    <a:pt x="42974" y="929005"/>
                  </a:cubicBezTo>
                  <a:cubicBezTo>
                    <a:pt x="-14325" y="871816"/>
                    <a:pt x="-14325" y="778407"/>
                    <a:pt x="42974" y="720582"/>
                  </a:cubicBezTo>
                  <a:cubicBezTo>
                    <a:pt x="63347" y="700249"/>
                    <a:pt x="88177" y="686269"/>
                    <a:pt x="116190" y="680550"/>
                  </a:cubicBezTo>
                  <a:cubicBezTo>
                    <a:pt x="62074" y="622726"/>
                    <a:pt x="62710" y="531859"/>
                    <a:pt x="118737" y="475305"/>
                  </a:cubicBezTo>
                  <a:cubicBezTo>
                    <a:pt x="150569" y="443533"/>
                    <a:pt x="194498" y="428283"/>
                    <a:pt x="238427" y="432731"/>
                  </a:cubicBezTo>
                  <a:cubicBezTo>
                    <a:pt x="215508" y="378083"/>
                    <a:pt x="226968" y="313904"/>
                    <a:pt x="269624" y="270695"/>
                  </a:cubicBezTo>
                  <a:cubicBezTo>
                    <a:pt x="312279" y="227486"/>
                    <a:pt x="376582" y="216048"/>
                    <a:pt x="430698" y="239559"/>
                  </a:cubicBezTo>
                  <a:cubicBezTo>
                    <a:pt x="425604" y="195714"/>
                    <a:pt x="440884" y="151233"/>
                    <a:pt x="472717" y="119462"/>
                  </a:cubicBezTo>
                  <a:cubicBezTo>
                    <a:pt x="500093" y="91502"/>
                    <a:pt x="537019" y="76252"/>
                    <a:pt x="576492" y="76252"/>
                  </a:cubicBezTo>
                  <a:lnTo>
                    <a:pt x="576492" y="76252"/>
                  </a:lnTo>
                  <a:cubicBezTo>
                    <a:pt x="614055" y="76252"/>
                    <a:pt x="649707" y="90232"/>
                    <a:pt x="677084" y="116285"/>
                  </a:cubicBezTo>
                  <a:cubicBezTo>
                    <a:pt x="682814" y="88961"/>
                    <a:pt x="696183" y="63543"/>
                    <a:pt x="716556" y="43210"/>
                  </a:cubicBezTo>
                  <a:cubicBezTo>
                    <a:pt x="743933" y="15250"/>
                    <a:pt x="780859" y="0"/>
                    <a:pt x="820331" y="0"/>
                  </a:cubicBezTo>
                  <a:cubicBezTo>
                    <a:pt x="859804" y="0"/>
                    <a:pt x="896093" y="15250"/>
                    <a:pt x="924107" y="43210"/>
                  </a:cubicBezTo>
                  <a:cubicBezTo>
                    <a:pt x="936202" y="55283"/>
                    <a:pt x="946389" y="69898"/>
                    <a:pt x="953393" y="85784"/>
                  </a:cubicBezTo>
                  <a:cubicBezTo>
                    <a:pt x="956576" y="81336"/>
                    <a:pt x="960396" y="76888"/>
                    <a:pt x="964215" y="73075"/>
                  </a:cubicBezTo>
                  <a:cubicBezTo>
                    <a:pt x="991592" y="45116"/>
                    <a:pt x="1028518" y="29865"/>
                    <a:pt x="1067991" y="29865"/>
                  </a:cubicBezTo>
                  <a:cubicBezTo>
                    <a:pt x="1107463" y="29865"/>
                    <a:pt x="1143753" y="45116"/>
                    <a:pt x="1171765" y="73075"/>
                  </a:cubicBezTo>
                  <a:cubicBezTo>
                    <a:pt x="1194048" y="95951"/>
                    <a:pt x="1208692" y="125181"/>
                    <a:pt x="1213148" y="156317"/>
                  </a:cubicBezTo>
                  <a:cubicBezTo>
                    <a:pt x="1239251" y="134712"/>
                    <a:pt x="1271721" y="122639"/>
                    <a:pt x="1306100" y="122639"/>
                  </a:cubicBezTo>
                  <a:cubicBezTo>
                    <a:pt x="1344936" y="122639"/>
                    <a:pt x="1381862" y="137889"/>
                    <a:pt x="1409875" y="165848"/>
                  </a:cubicBezTo>
                  <a:cubicBezTo>
                    <a:pt x="1467174" y="223037"/>
                    <a:pt x="1467174" y="316446"/>
                    <a:pt x="1409875" y="374271"/>
                  </a:cubicBezTo>
                  <a:cubicBezTo>
                    <a:pt x="1376132" y="407949"/>
                    <a:pt x="1329020" y="423199"/>
                    <a:pt x="1281907" y="415574"/>
                  </a:cubicBezTo>
                  <a:cubicBezTo>
                    <a:pt x="1276813" y="424470"/>
                    <a:pt x="1271721" y="433366"/>
                    <a:pt x="1265991" y="442898"/>
                  </a:cubicBezTo>
                  <a:cubicBezTo>
                    <a:pt x="1203598" y="552192"/>
                    <a:pt x="1099823" y="735833"/>
                    <a:pt x="915830" y="920744"/>
                  </a:cubicBezTo>
                  <a:cubicBezTo>
                    <a:pt x="731836" y="1105656"/>
                    <a:pt x="549752" y="1210502"/>
                    <a:pt x="440884" y="1272775"/>
                  </a:cubicBezTo>
                  <a:cubicBezTo>
                    <a:pt x="431335" y="1278494"/>
                    <a:pt x="421785" y="1283577"/>
                    <a:pt x="413508" y="1288661"/>
                  </a:cubicBezTo>
                  <a:cubicBezTo>
                    <a:pt x="421148" y="1335683"/>
                    <a:pt x="406505" y="1383340"/>
                    <a:pt x="372762" y="1417018"/>
                  </a:cubicBezTo>
                  <a:cubicBezTo>
                    <a:pt x="344749" y="1445613"/>
                    <a:pt x="307823" y="1460863"/>
                    <a:pt x="268987" y="14608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4A3E76E-899C-55CA-7F0B-920D86ED8357}"/>
                </a:ext>
              </a:extLst>
            </p:cNvPr>
            <p:cNvSpPr/>
            <p:nvPr/>
          </p:nvSpPr>
          <p:spPr>
            <a:xfrm>
              <a:off x="7556473" y="5511734"/>
              <a:ext cx="138568" cy="152700"/>
            </a:xfrm>
            <a:custGeom>
              <a:avLst/>
              <a:gdLst>
                <a:gd name="connsiteX0" fmla="*/ 12314 w 138568"/>
                <a:gd name="connsiteY0" fmla="*/ 152065 h 152700"/>
                <a:gd name="connsiteX1" fmla="*/ 218 w 138568"/>
                <a:gd name="connsiteY1" fmla="*/ 141898 h 152700"/>
                <a:gd name="connsiteX2" fmla="*/ 9768 w 138568"/>
                <a:gd name="connsiteY2" fmla="*/ 127918 h 152700"/>
                <a:gd name="connsiteX3" fmla="*/ 114179 w 138568"/>
                <a:gd name="connsiteY3" fmla="*/ 10363 h 152700"/>
                <a:gd name="connsiteX4" fmla="*/ 128185 w 138568"/>
                <a:gd name="connsiteY4" fmla="*/ 196 h 152700"/>
                <a:gd name="connsiteX5" fmla="*/ 138373 w 138568"/>
                <a:gd name="connsiteY5" fmla="*/ 14176 h 152700"/>
                <a:gd name="connsiteX6" fmla="*/ 14225 w 138568"/>
                <a:gd name="connsiteY6" fmla="*/ 152700 h 152700"/>
                <a:gd name="connsiteX7" fmla="*/ 12314 w 138568"/>
                <a:gd name="connsiteY7" fmla="*/ 152065 h 15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568" h="152700">
                  <a:moveTo>
                    <a:pt x="12314" y="152065"/>
                  </a:moveTo>
                  <a:cubicBezTo>
                    <a:pt x="6584" y="152065"/>
                    <a:pt x="1491" y="148252"/>
                    <a:pt x="218" y="141898"/>
                  </a:cubicBezTo>
                  <a:cubicBezTo>
                    <a:pt x="-1055" y="135543"/>
                    <a:pt x="3401" y="129189"/>
                    <a:pt x="9768" y="127918"/>
                  </a:cubicBezTo>
                  <a:cubicBezTo>
                    <a:pt x="13587" y="127283"/>
                    <a:pt x="100173" y="109491"/>
                    <a:pt x="114179" y="10363"/>
                  </a:cubicBezTo>
                  <a:cubicBezTo>
                    <a:pt x="114816" y="4009"/>
                    <a:pt x="121182" y="-1075"/>
                    <a:pt x="128185" y="196"/>
                  </a:cubicBezTo>
                  <a:cubicBezTo>
                    <a:pt x="134552" y="831"/>
                    <a:pt x="139646" y="7186"/>
                    <a:pt x="138373" y="14176"/>
                  </a:cubicBezTo>
                  <a:cubicBezTo>
                    <a:pt x="121819" y="131095"/>
                    <a:pt x="15498" y="152065"/>
                    <a:pt x="14225" y="152700"/>
                  </a:cubicBezTo>
                  <a:cubicBezTo>
                    <a:pt x="13587" y="152065"/>
                    <a:pt x="12951" y="152065"/>
                    <a:pt x="12314" y="1520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9ACAD3AB-A62A-F854-8D40-54AD7302E378}"/>
                </a:ext>
              </a:extLst>
            </p:cNvPr>
            <p:cNvSpPr/>
            <p:nvPr/>
          </p:nvSpPr>
          <p:spPr>
            <a:xfrm>
              <a:off x="7485325" y="5294698"/>
              <a:ext cx="165504" cy="116833"/>
            </a:xfrm>
            <a:custGeom>
              <a:avLst/>
              <a:gdLst>
                <a:gd name="connsiteX0" fmla="*/ 19796 w 165504"/>
                <a:gd name="connsiteY0" fmla="*/ 116834 h 116833"/>
                <a:gd name="connsiteX1" fmla="*/ 10883 w 165504"/>
                <a:gd name="connsiteY1" fmla="*/ 116198 h 116833"/>
                <a:gd name="connsiteX2" fmla="*/ 60 w 165504"/>
                <a:gd name="connsiteY2" fmla="*/ 102854 h 116833"/>
                <a:gd name="connsiteX3" fmla="*/ 13430 w 165504"/>
                <a:gd name="connsiteY3" fmla="*/ 92052 h 116833"/>
                <a:gd name="connsiteX4" fmla="*/ 142034 w 165504"/>
                <a:gd name="connsiteY4" fmla="*/ 8175 h 116833"/>
                <a:gd name="connsiteX5" fmla="*/ 157314 w 165504"/>
                <a:gd name="connsiteY5" fmla="*/ 549 h 116833"/>
                <a:gd name="connsiteX6" fmla="*/ 164954 w 165504"/>
                <a:gd name="connsiteY6" fmla="*/ 15800 h 116833"/>
                <a:gd name="connsiteX7" fmla="*/ 19796 w 165504"/>
                <a:gd name="connsiteY7" fmla="*/ 116834 h 11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5504" h="116833">
                  <a:moveTo>
                    <a:pt x="19796" y="116834"/>
                  </a:moveTo>
                  <a:cubicBezTo>
                    <a:pt x="14066" y="116834"/>
                    <a:pt x="10883" y="116834"/>
                    <a:pt x="10883" y="116198"/>
                  </a:cubicBezTo>
                  <a:cubicBezTo>
                    <a:pt x="3880" y="115563"/>
                    <a:pt x="-576" y="109209"/>
                    <a:pt x="60" y="102854"/>
                  </a:cubicBezTo>
                  <a:cubicBezTo>
                    <a:pt x="697" y="95865"/>
                    <a:pt x="6427" y="91416"/>
                    <a:pt x="13430" y="92052"/>
                  </a:cubicBezTo>
                  <a:cubicBezTo>
                    <a:pt x="17250" y="92687"/>
                    <a:pt x="110201" y="100948"/>
                    <a:pt x="142034" y="8175"/>
                  </a:cubicBezTo>
                  <a:cubicBezTo>
                    <a:pt x="143944" y="1820"/>
                    <a:pt x="150947" y="-1357"/>
                    <a:pt x="157314" y="549"/>
                  </a:cubicBezTo>
                  <a:cubicBezTo>
                    <a:pt x="163681" y="2456"/>
                    <a:pt x="166864" y="9446"/>
                    <a:pt x="164954" y="15800"/>
                  </a:cubicBezTo>
                  <a:cubicBezTo>
                    <a:pt x="133122" y="108573"/>
                    <a:pt x="47810" y="116834"/>
                    <a:pt x="19796" y="1168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432B9A4B-E194-4C5A-283D-AD36D0F2C192}"/>
                </a:ext>
              </a:extLst>
            </p:cNvPr>
            <p:cNvSpPr/>
            <p:nvPr/>
          </p:nvSpPr>
          <p:spPr>
            <a:xfrm>
              <a:off x="7690714" y="5000146"/>
              <a:ext cx="1072700" cy="1004881"/>
            </a:xfrm>
            <a:custGeom>
              <a:avLst/>
              <a:gdLst>
                <a:gd name="connsiteX0" fmla="*/ 91989 w 1072700"/>
                <a:gd name="connsiteY0" fmla="*/ 1004881 h 1004881"/>
                <a:gd name="connsiteX1" fmla="*/ 4768 w 1072700"/>
                <a:gd name="connsiteY1" fmla="*/ 975651 h 1004881"/>
                <a:gd name="connsiteX2" fmla="*/ 2221 w 1072700"/>
                <a:gd name="connsiteY2" fmla="*/ 958494 h 1004881"/>
                <a:gd name="connsiteX3" fmla="*/ 19410 w 1072700"/>
                <a:gd name="connsiteY3" fmla="*/ 955953 h 1004881"/>
                <a:gd name="connsiteX4" fmla="*/ 178574 w 1072700"/>
                <a:gd name="connsiteY4" fmla="*/ 944515 h 1004881"/>
                <a:gd name="connsiteX5" fmla="*/ 211045 w 1072700"/>
                <a:gd name="connsiteY5" fmla="*/ 829501 h 1004881"/>
                <a:gd name="connsiteX6" fmla="*/ 216774 w 1072700"/>
                <a:gd name="connsiteY6" fmla="*/ 816157 h 1004881"/>
                <a:gd name="connsiteX7" fmla="*/ 251790 w 1072700"/>
                <a:gd name="connsiteY7" fmla="*/ 795823 h 1004881"/>
                <a:gd name="connsiteX8" fmla="*/ 722279 w 1072700"/>
                <a:gd name="connsiteY8" fmla="*/ 446970 h 1004881"/>
                <a:gd name="connsiteX9" fmla="*/ 1050157 w 1072700"/>
                <a:gd name="connsiteY9" fmla="*/ 5979 h 1004881"/>
                <a:gd name="connsiteX10" fmla="*/ 1066710 w 1072700"/>
                <a:gd name="connsiteY10" fmla="*/ 1531 h 1004881"/>
                <a:gd name="connsiteX11" fmla="*/ 1071167 w 1072700"/>
                <a:gd name="connsiteY11" fmla="*/ 18052 h 1004881"/>
                <a:gd name="connsiteX12" fmla="*/ 739469 w 1072700"/>
                <a:gd name="connsiteY12" fmla="*/ 464127 h 1004881"/>
                <a:gd name="connsiteX13" fmla="*/ 263887 w 1072700"/>
                <a:gd name="connsiteY13" fmla="*/ 816793 h 1004881"/>
                <a:gd name="connsiteX14" fmla="*/ 236511 w 1072700"/>
                <a:gd name="connsiteY14" fmla="*/ 832679 h 1004881"/>
                <a:gd name="connsiteX15" fmla="*/ 195765 w 1072700"/>
                <a:gd name="connsiteY15" fmla="*/ 961036 h 1004881"/>
                <a:gd name="connsiteX16" fmla="*/ 91989 w 1072700"/>
                <a:gd name="connsiteY16" fmla="*/ 1004881 h 1004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72700" h="1004881">
                  <a:moveTo>
                    <a:pt x="91989" y="1004881"/>
                  </a:moveTo>
                  <a:cubicBezTo>
                    <a:pt x="61430" y="1004881"/>
                    <a:pt x="30234" y="995350"/>
                    <a:pt x="4768" y="975651"/>
                  </a:cubicBezTo>
                  <a:cubicBezTo>
                    <a:pt x="-326" y="971839"/>
                    <a:pt x="-1599" y="964213"/>
                    <a:pt x="2221" y="958494"/>
                  </a:cubicBezTo>
                  <a:cubicBezTo>
                    <a:pt x="6041" y="953411"/>
                    <a:pt x="13681" y="952140"/>
                    <a:pt x="19410" y="955953"/>
                  </a:cubicBezTo>
                  <a:cubicBezTo>
                    <a:pt x="67797" y="992172"/>
                    <a:pt x="135919" y="987089"/>
                    <a:pt x="178574" y="944515"/>
                  </a:cubicBezTo>
                  <a:cubicBezTo>
                    <a:pt x="208498" y="914650"/>
                    <a:pt x="220594" y="871440"/>
                    <a:pt x="211045" y="829501"/>
                  </a:cubicBezTo>
                  <a:cubicBezTo>
                    <a:pt x="209771" y="824418"/>
                    <a:pt x="212318" y="818699"/>
                    <a:pt x="216774" y="816157"/>
                  </a:cubicBezTo>
                  <a:cubicBezTo>
                    <a:pt x="227597" y="809803"/>
                    <a:pt x="239057" y="803449"/>
                    <a:pt x="251790" y="795823"/>
                  </a:cubicBezTo>
                  <a:cubicBezTo>
                    <a:pt x="360021" y="733551"/>
                    <a:pt x="540195" y="629975"/>
                    <a:pt x="722279" y="446970"/>
                  </a:cubicBezTo>
                  <a:cubicBezTo>
                    <a:pt x="879534" y="288747"/>
                    <a:pt x="976305" y="135607"/>
                    <a:pt x="1050157" y="5979"/>
                  </a:cubicBezTo>
                  <a:cubicBezTo>
                    <a:pt x="1053340" y="260"/>
                    <a:pt x="1060981" y="-1647"/>
                    <a:pt x="1066710" y="1531"/>
                  </a:cubicBezTo>
                  <a:cubicBezTo>
                    <a:pt x="1072440" y="4708"/>
                    <a:pt x="1074350" y="12333"/>
                    <a:pt x="1071167" y="18052"/>
                  </a:cubicBezTo>
                  <a:cubicBezTo>
                    <a:pt x="996678" y="148316"/>
                    <a:pt x="898633" y="303362"/>
                    <a:pt x="739469" y="464127"/>
                  </a:cubicBezTo>
                  <a:cubicBezTo>
                    <a:pt x="555475" y="649673"/>
                    <a:pt x="372755" y="753885"/>
                    <a:pt x="263887" y="816793"/>
                  </a:cubicBezTo>
                  <a:cubicBezTo>
                    <a:pt x="254337" y="822512"/>
                    <a:pt x="245423" y="827595"/>
                    <a:pt x="236511" y="832679"/>
                  </a:cubicBezTo>
                  <a:cubicBezTo>
                    <a:pt x="244150" y="879701"/>
                    <a:pt x="229507" y="927358"/>
                    <a:pt x="195765" y="961036"/>
                  </a:cubicBezTo>
                  <a:cubicBezTo>
                    <a:pt x="167752" y="990266"/>
                    <a:pt x="130189" y="1004881"/>
                    <a:pt x="91989" y="100488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C71E89E0-DF45-019C-08D6-C14CA51D9F30}"/>
                </a:ext>
              </a:extLst>
            </p:cNvPr>
            <p:cNvSpPr/>
            <p:nvPr/>
          </p:nvSpPr>
          <p:spPr>
            <a:xfrm>
              <a:off x="8172448" y="4785386"/>
              <a:ext cx="101998" cy="143851"/>
            </a:xfrm>
            <a:custGeom>
              <a:avLst/>
              <a:gdLst>
                <a:gd name="connsiteX0" fmla="*/ 15169 w 101998"/>
                <a:gd name="connsiteY0" fmla="*/ 143852 h 143851"/>
                <a:gd name="connsiteX1" fmla="*/ 3073 w 101998"/>
                <a:gd name="connsiteY1" fmla="*/ 134320 h 143851"/>
                <a:gd name="connsiteX2" fmla="*/ 17079 w 101998"/>
                <a:gd name="connsiteY2" fmla="*/ 49807 h 143851"/>
                <a:gd name="connsiteX3" fmla="*/ 87111 w 101998"/>
                <a:gd name="connsiteY3" fmla="*/ 243 h 143851"/>
                <a:gd name="connsiteX4" fmla="*/ 101755 w 101998"/>
                <a:gd name="connsiteY4" fmla="*/ 9140 h 143851"/>
                <a:gd name="connsiteX5" fmla="*/ 92841 w 101998"/>
                <a:gd name="connsiteY5" fmla="*/ 23755 h 143851"/>
                <a:gd name="connsiteX6" fmla="*/ 38089 w 101998"/>
                <a:gd name="connsiteY6" fmla="*/ 62516 h 143851"/>
                <a:gd name="connsiteX7" fmla="*/ 27265 w 101998"/>
                <a:gd name="connsiteY7" fmla="*/ 128601 h 143851"/>
                <a:gd name="connsiteX8" fmla="*/ 18352 w 101998"/>
                <a:gd name="connsiteY8" fmla="*/ 143216 h 143851"/>
                <a:gd name="connsiteX9" fmla="*/ 15169 w 101998"/>
                <a:gd name="connsiteY9" fmla="*/ 143852 h 143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998" h="143851">
                  <a:moveTo>
                    <a:pt x="15169" y="143852"/>
                  </a:moveTo>
                  <a:cubicBezTo>
                    <a:pt x="9439" y="143852"/>
                    <a:pt x="4346" y="140039"/>
                    <a:pt x="3073" y="134320"/>
                  </a:cubicBezTo>
                  <a:cubicBezTo>
                    <a:pt x="-3931" y="105090"/>
                    <a:pt x="1163" y="75225"/>
                    <a:pt x="17079" y="49807"/>
                  </a:cubicBezTo>
                  <a:cubicBezTo>
                    <a:pt x="32995" y="24390"/>
                    <a:pt x="57825" y="6598"/>
                    <a:pt x="87111" y="243"/>
                  </a:cubicBezTo>
                  <a:cubicBezTo>
                    <a:pt x="93478" y="-1027"/>
                    <a:pt x="100481" y="2785"/>
                    <a:pt x="101755" y="9140"/>
                  </a:cubicBezTo>
                  <a:cubicBezTo>
                    <a:pt x="103028" y="15494"/>
                    <a:pt x="99208" y="22484"/>
                    <a:pt x="92841" y="23755"/>
                  </a:cubicBezTo>
                  <a:cubicBezTo>
                    <a:pt x="69922" y="28838"/>
                    <a:pt x="50822" y="42818"/>
                    <a:pt x="38089" y="62516"/>
                  </a:cubicBezTo>
                  <a:cubicBezTo>
                    <a:pt x="25356" y="82214"/>
                    <a:pt x="21535" y="105726"/>
                    <a:pt x="27265" y="128601"/>
                  </a:cubicBezTo>
                  <a:cubicBezTo>
                    <a:pt x="28539" y="134956"/>
                    <a:pt x="24719" y="141945"/>
                    <a:pt x="18352" y="143216"/>
                  </a:cubicBezTo>
                  <a:cubicBezTo>
                    <a:pt x="16442" y="143852"/>
                    <a:pt x="15806" y="143852"/>
                    <a:pt x="15169" y="1438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58BDE07F-746C-F3E6-42C3-D43FC12FA3A0}"/>
                </a:ext>
              </a:extLst>
            </p:cNvPr>
            <p:cNvSpPr/>
            <p:nvPr/>
          </p:nvSpPr>
          <p:spPr>
            <a:xfrm>
              <a:off x="7890409" y="4874982"/>
              <a:ext cx="101998" cy="143851"/>
            </a:xfrm>
            <a:custGeom>
              <a:avLst/>
              <a:gdLst>
                <a:gd name="connsiteX0" fmla="*/ 15169 w 101998"/>
                <a:gd name="connsiteY0" fmla="*/ 143852 h 143851"/>
                <a:gd name="connsiteX1" fmla="*/ 3072 w 101998"/>
                <a:gd name="connsiteY1" fmla="*/ 134320 h 143851"/>
                <a:gd name="connsiteX2" fmla="*/ 17079 w 101998"/>
                <a:gd name="connsiteY2" fmla="*/ 49807 h 143851"/>
                <a:gd name="connsiteX3" fmla="*/ 87111 w 101998"/>
                <a:gd name="connsiteY3" fmla="*/ 244 h 143851"/>
                <a:gd name="connsiteX4" fmla="*/ 101754 w 101998"/>
                <a:gd name="connsiteY4" fmla="*/ 9140 h 143851"/>
                <a:gd name="connsiteX5" fmla="*/ 92841 w 101998"/>
                <a:gd name="connsiteY5" fmla="*/ 23755 h 143851"/>
                <a:gd name="connsiteX6" fmla="*/ 38089 w 101998"/>
                <a:gd name="connsiteY6" fmla="*/ 62516 h 143851"/>
                <a:gd name="connsiteX7" fmla="*/ 27266 w 101998"/>
                <a:gd name="connsiteY7" fmla="*/ 128601 h 143851"/>
                <a:gd name="connsiteX8" fmla="*/ 18352 w 101998"/>
                <a:gd name="connsiteY8" fmla="*/ 143216 h 143851"/>
                <a:gd name="connsiteX9" fmla="*/ 15169 w 101998"/>
                <a:gd name="connsiteY9" fmla="*/ 143852 h 143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998" h="143851">
                  <a:moveTo>
                    <a:pt x="15169" y="143852"/>
                  </a:moveTo>
                  <a:cubicBezTo>
                    <a:pt x="9439" y="143852"/>
                    <a:pt x="4345" y="140039"/>
                    <a:pt x="3072" y="134320"/>
                  </a:cubicBezTo>
                  <a:cubicBezTo>
                    <a:pt x="-3931" y="105090"/>
                    <a:pt x="1162" y="75225"/>
                    <a:pt x="17079" y="49807"/>
                  </a:cubicBezTo>
                  <a:cubicBezTo>
                    <a:pt x="32995" y="24390"/>
                    <a:pt x="57825" y="6598"/>
                    <a:pt x="87111" y="244"/>
                  </a:cubicBezTo>
                  <a:cubicBezTo>
                    <a:pt x="93477" y="-1027"/>
                    <a:pt x="100481" y="2785"/>
                    <a:pt x="101754" y="9140"/>
                  </a:cubicBezTo>
                  <a:cubicBezTo>
                    <a:pt x="103027" y="15494"/>
                    <a:pt x="99207" y="22484"/>
                    <a:pt x="92841" y="23755"/>
                  </a:cubicBezTo>
                  <a:cubicBezTo>
                    <a:pt x="69921" y="28838"/>
                    <a:pt x="50822" y="42818"/>
                    <a:pt x="38089" y="62516"/>
                  </a:cubicBezTo>
                  <a:cubicBezTo>
                    <a:pt x="25355" y="82214"/>
                    <a:pt x="21536" y="105726"/>
                    <a:pt x="27266" y="128601"/>
                  </a:cubicBezTo>
                  <a:cubicBezTo>
                    <a:pt x="28539" y="134956"/>
                    <a:pt x="24719" y="141945"/>
                    <a:pt x="18352" y="143216"/>
                  </a:cubicBezTo>
                  <a:cubicBezTo>
                    <a:pt x="17079" y="143852"/>
                    <a:pt x="15806" y="143852"/>
                    <a:pt x="15169" y="1438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8ADFE3CC-4F2E-D17C-F559-6765F7A117D5}"/>
                </a:ext>
              </a:extLst>
            </p:cNvPr>
            <p:cNvSpPr/>
            <p:nvPr/>
          </p:nvSpPr>
          <p:spPr>
            <a:xfrm>
              <a:off x="8032383" y="5122801"/>
              <a:ext cx="101998" cy="143851"/>
            </a:xfrm>
            <a:custGeom>
              <a:avLst/>
              <a:gdLst>
                <a:gd name="connsiteX0" fmla="*/ 15169 w 101998"/>
                <a:gd name="connsiteY0" fmla="*/ 143852 h 143851"/>
                <a:gd name="connsiteX1" fmla="*/ 3073 w 101998"/>
                <a:gd name="connsiteY1" fmla="*/ 134320 h 143851"/>
                <a:gd name="connsiteX2" fmla="*/ 17079 w 101998"/>
                <a:gd name="connsiteY2" fmla="*/ 49807 h 143851"/>
                <a:gd name="connsiteX3" fmla="*/ 87111 w 101998"/>
                <a:gd name="connsiteY3" fmla="*/ 244 h 143851"/>
                <a:gd name="connsiteX4" fmla="*/ 101755 w 101998"/>
                <a:gd name="connsiteY4" fmla="*/ 9140 h 143851"/>
                <a:gd name="connsiteX5" fmla="*/ 92841 w 101998"/>
                <a:gd name="connsiteY5" fmla="*/ 23755 h 143851"/>
                <a:gd name="connsiteX6" fmla="*/ 38089 w 101998"/>
                <a:gd name="connsiteY6" fmla="*/ 62516 h 143851"/>
                <a:gd name="connsiteX7" fmla="*/ 27265 w 101998"/>
                <a:gd name="connsiteY7" fmla="*/ 128601 h 143851"/>
                <a:gd name="connsiteX8" fmla="*/ 18352 w 101998"/>
                <a:gd name="connsiteY8" fmla="*/ 143216 h 143851"/>
                <a:gd name="connsiteX9" fmla="*/ 15169 w 101998"/>
                <a:gd name="connsiteY9" fmla="*/ 143852 h 143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998" h="143851">
                  <a:moveTo>
                    <a:pt x="15169" y="143852"/>
                  </a:moveTo>
                  <a:cubicBezTo>
                    <a:pt x="9439" y="143852"/>
                    <a:pt x="4346" y="140039"/>
                    <a:pt x="3073" y="134320"/>
                  </a:cubicBezTo>
                  <a:cubicBezTo>
                    <a:pt x="-3931" y="105090"/>
                    <a:pt x="1163" y="75225"/>
                    <a:pt x="17079" y="49807"/>
                  </a:cubicBezTo>
                  <a:cubicBezTo>
                    <a:pt x="32995" y="24390"/>
                    <a:pt x="57825" y="6598"/>
                    <a:pt x="87111" y="244"/>
                  </a:cubicBezTo>
                  <a:cubicBezTo>
                    <a:pt x="93478" y="-1027"/>
                    <a:pt x="100481" y="2785"/>
                    <a:pt x="101755" y="9140"/>
                  </a:cubicBezTo>
                  <a:cubicBezTo>
                    <a:pt x="103028" y="15494"/>
                    <a:pt x="99208" y="22484"/>
                    <a:pt x="92841" y="23755"/>
                  </a:cubicBezTo>
                  <a:cubicBezTo>
                    <a:pt x="69922" y="28838"/>
                    <a:pt x="50822" y="42818"/>
                    <a:pt x="38089" y="62516"/>
                  </a:cubicBezTo>
                  <a:cubicBezTo>
                    <a:pt x="25356" y="82214"/>
                    <a:pt x="21535" y="105726"/>
                    <a:pt x="27265" y="128601"/>
                  </a:cubicBezTo>
                  <a:cubicBezTo>
                    <a:pt x="28539" y="134956"/>
                    <a:pt x="24719" y="141945"/>
                    <a:pt x="18352" y="143216"/>
                  </a:cubicBezTo>
                  <a:cubicBezTo>
                    <a:pt x="16442" y="143852"/>
                    <a:pt x="15806" y="143852"/>
                    <a:pt x="15169" y="1438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C088EBE6-50D6-62DC-688D-57967BC281C0}"/>
                </a:ext>
              </a:extLst>
            </p:cNvPr>
            <p:cNvSpPr/>
            <p:nvPr/>
          </p:nvSpPr>
          <p:spPr>
            <a:xfrm>
              <a:off x="4864272" y="5415344"/>
              <a:ext cx="1364990" cy="724394"/>
            </a:xfrm>
            <a:custGeom>
              <a:avLst/>
              <a:gdLst>
                <a:gd name="connsiteX0" fmla="*/ 682495 w 1364990"/>
                <a:gd name="connsiteY0" fmla="*/ 724395 h 724394"/>
                <a:gd name="connsiteX1" fmla="*/ 130515 w 1364990"/>
                <a:gd name="connsiteY1" fmla="*/ 653862 h 724394"/>
                <a:gd name="connsiteX2" fmla="*/ 0 w 1364990"/>
                <a:gd name="connsiteY2" fmla="*/ 485472 h 724394"/>
                <a:gd name="connsiteX3" fmla="*/ 0 w 1364990"/>
                <a:gd name="connsiteY3" fmla="*/ 12073 h 724394"/>
                <a:gd name="connsiteX4" fmla="*/ 12096 w 1364990"/>
                <a:gd name="connsiteY4" fmla="*/ 0 h 724394"/>
                <a:gd name="connsiteX5" fmla="*/ 24193 w 1364990"/>
                <a:gd name="connsiteY5" fmla="*/ 12073 h 724394"/>
                <a:gd name="connsiteX6" fmla="*/ 24193 w 1364990"/>
                <a:gd name="connsiteY6" fmla="*/ 485472 h 724394"/>
                <a:gd name="connsiteX7" fmla="*/ 136881 w 1364990"/>
                <a:gd name="connsiteY7" fmla="*/ 630351 h 724394"/>
                <a:gd name="connsiteX8" fmla="*/ 1228109 w 1364990"/>
                <a:gd name="connsiteY8" fmla="*/ 630351 h 724394"/>
                <a:gd name="connsiteX9" fmla="*/ 1340798 w 1364990"/>
                <a:gd name="connsiteY9" fmla="*/ 485472 h 724394"/>
                <a:gd name="connsiteX10" fmla="*/ 1340798 w 1364990"/>
                <a:gd name="connsiteY10" fmla="*/ 12073 h 724394"/>
                <a:gd name="connsiteX11" fmla="*/ 1352894 w 1364990"/>
                <a:gd name="connsiteY11" fmla="*/ 0 h 724394"/>
                <a:gd name="connsiteX12" fmla="*/ 1364991 w 1364990"/>
                <a:gd name="connsiteY12" fmla="*/ 12073 h 724394"/>
                <a:gd name="connsiteX13" fmla="*/ 1364991 w 1364990"/>
                <a:gd name="connsiteY13" fmla="*/ 485472 h 724394"/>
                <a:gd name="connsiteX14" fmla="*/ 1234476 w 1364990"/>
                <a:gd name="connsiteY14" fmla="*/ 653862 h 724394"/>
                <a:gd name="connsiteX15" fmla="*/ 682495 w 1364990"/>
                <a:gd name="connsiteY15" fmla="*/ 724395 h 72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64990" h="724394">
                  <a:moveTo>
                    <a:pt x="682495" y="724395"/>
                  </a:moveTo>
                  <a:cubicBezTo>
                    <a:pt x="496592" y="724395"/>
                    <a:pt x="311325" y="700884"/>
                    <a:pt x="130515" y="653862"/>
                  </a:cubicBezTo>
                  <a:cubicBezTo>
                    <a:pt x="53479" y="633528"/>
                    <a:pt x="0" y="564265"/>
                    <a:pt x="0" y="485472"/>
                  </a:cubicBezTo>
                  <a:lnTo>
                    <a:pt x="0" y="12073"/>
                  </a:lnTo>
                  <a:cubicBezTo>
                    <a:pt x="0" y="5083"/>
                    <a:pt x="5730" y="0"/>
                    <a:pt x="12096" y="0"/>
                  </a:cubicBezTo>
                  <a:cubicBezTo>
                    <a:pt x="19100" y="0"/>
                    <a:pt x="24193" y="5719"/>
                    <a:pt x="24193" y="12073"/>
                  </a:cubicBezTo>
                  <a:lnTo>
                    <a:pt x="24193" y="485472"/>
                  </a:lnTo>
                  <a:cubicBezTo>
                    <a:pt x="24193" y="553463"/>
                    <a:pt x="70669" y="613194"/>
                    <a:pt x="136881" y="630351"/>
                  </a:cubicBezTo>
                  <a:cubicBezTo>
                    <a:pt x="494045" y="723760"/>
                    <a:pt x="870946" y="723760"/>
                    <a:pt x="1228109" y="630351"/>
                  </a:cubicBezTo>
                  <a:cubicBezTo>
                    <a:pt x="1294322" y="613194"/>
                    <a:pt x="1340798" y="553463"/>
                    <a:pt x="1340798" y="485472"/>
                  </a:cubicBezTo>
                  <a:lnTo>
                    <a:pt x="1340798" y="12073"/>
                  </a:lnTo>
                  <a:cubicBezTo>
                    <a:pt x="1340798" y="5083"/>
                    <a:pt x="1346528" y="0"/>
                    <a:pt x="1352894" y="0"/>
                  </a:cubicBezTo>
                  <a:cubicBezTo>
                    <a:pt x="1359897" y="0"/>
                    <a:pt x="1364991" y="5719"/>
                    <a:pt x="1364991" y="12073"/>
                  </a:cubicBezTo>
                  <a:lnTo>
                    <a:pt x="1364991" y="485472"/>
                  </a:lnTo>
                  <a:cubicBezTo>
                    <a:pt x="1364991" y="564901"/>
                    <a:pt x="1311512" y="634163"/>
                    <a:pt x="1234476" y="653862"/>
                  </a:cubicBezTo>
                  <a:cubicBezTo>
                    <a:pt x="1053666" y="700884"/>
                    <a:pt x="868399" y="724395"/>
                    <a:pt x="682495" y="72439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CF58BF3F-9833-EDA7-91B0-CE910F341346}"/>
                </a:ext>
              </a:extLst>
            </p:cNvPr>
            <p:cNvSpPr/>
            <p:nvPr/>
          </p:nvSpPr>
          <p:spPr>
            <a:xfrm>
              <a:off x="4863635" y="5295194"/>
              <a:ext cx="1364353" cy="562412"/>
            </a:xfrm>
            <a:custGeom>
              <a:avLst/>
              <a:gdLst>
                <a:gd name="connsiteX0" fmla="*/ 1161261 w 1364353"/>
                <a:gd name="connsiteY0" fmla="*/ 561777 h 562412"/>
                <a:gd name="connsiteX1" fmla="*/ 1104598 w 1364353"/>
                <a:gd name="connsiteY1" fmla="*/ 538902 h 562412"/>
                <a:gd name="connsiteX2" fmla="*/ 1079769 w 1364353"/>
                <a:gd name="connsiteY2" fmla="*/ 480442 h 562412"/>
                <a:gd name="connsiteX3" fmla="*/ 1079769 w 1364353"/>
                <a:gd name="connsiteY3" fmla="*/ 281551 h 562412"/>
                <a:gd name="connsiteX4" fmla="*/ 1069582 w 1364353"/>
                <a:gd name="connsiteY4" fmla="*/ 259946 h 562412"/>
                <a:gd name="connsiteX5" fmla="*/ 1046663 w 1364353"/>
                <a:gd name="connsiteY5" fmla="*/ 252956 h 562412"/>
                <a:gd name="connsiteX6" fmla="*/ 1019923 w 1364353"/>
                <a:gd name="connsiteY6" fmla="*/ 282186 h 562412"/>
                <a:gd name="connsiteX7" fmla="*/ 1019923 w 1364353"/>
                <a:gd name="connsiteY7" fmla="*/ 394023 h 562412"/>
                <a:gd name="connsiteX8" fmla="*/ 996367 w 1364353"/>
                <a:gd name="connsiteY8" fmla="*/ 449941 h 562412"/>
                <a:gd name="connsiteX9" fmla="*/ 939705 w 1364353"/>
                <a:gd name="connsiteY9" fmla="*/ 472181 h 562412"/>
                <a:gd name="connsiteX10" fmla="*/ 863942 w 1364353"/>
                <a:gd name="connsiteY10" fmla="*/ 391481 h 562412"/>
                <a:gd name="connsiteX11" fmla="*/ 863942 w 1364353"/>
                <a:gd name="connsiteY11" fmla="*/ 299978 h 562412"/>
                <a:gd name="connsiteX12" fmla="*/ 855029 w 1364353"/>
                <a:gd name="connsiteY12" fmla="*/ 279009 h 562412"/>
                <a:gd name="connsiteX13" fmla="*/ 833383 w 1364353"/>
                <a:gd name="connsiteY13" fmla="*/ 270749 h 562412"/>
                <a:gd name="connsiteX14" fmla="*/ 682495 w 1364353"/>
                <a:gd name="connsiteY14" fmla="*/ 273926 h 562412"/>
                <a:gd name="connsiteX15" fmla="*/ 0 w 1364353"/>
                <a:gd name="connsiteY15" fmla="*/ 132859 h 562412"/>
                <a:gd name="connsiteX16" fmla="*/ 439293 w 1364353"/>
                <a:gd name="connsiteY16" fmla="*/ 54 h 562412"/>
                <a:gd name="connsiteX17" fmla="*/ 452663 w 1364353"/>
                <a:gd name="connsiteY17" fmla="*/ 11491 h 562412"/>
                <a:gd name="connsiteX18" fmla="*/ 441203 w 1364353"/>
                <a:gd name="connsiteY18" fmla="*/ 24836 h 562412"/>
                <a:gd name="connsiteX19" fmla="*/ 24193 w 1364353"/>
                <a:gd name="connsiteY19" fmla="*/ 132859 h 562412"/>
                <a:gd name="connsiteX20" fmla="*/ 681859 w 1364353"/>
                <a:gd name="connsiteY20" fmla="*/ 249779 h 562412"/>
                <a:gd name="connsiteX21" fmla="*/ 831473 w 1364353"/>
                <a:gd name="connsiteY21" fmla="*/ 246602 h 562412"/>
                <a:gd name="connsiteX22" fmla="*/ 870946 w 1364353"/>
                <a:gd name="connsiteY22" fmla="*/ 261217 h 562412"/>
                <a:gd name="connsiteX23" fmla="*/ 887499 w 1364353"/>
                <a:gd name="connsiteY23" fmla="*/ 299978 h 562412"/>
                <a:gd name="connsiteX24" fmla="*/ 887499 w 1364353"/>
                <a:gd name="connsiteY24" fmla="*/ 391481 h 562412"/>
                <a:gd name="connsiteX25" fmla="*/ 939705 w 1364353"/>
                <a:gd name="connsiteY25" fmla="*/ 448035 h 562412"/>
                <a:gd name="connsiteX26" fmla="*/ 978541 w 1364353"/>
                <a:gd name="connsiteY26" fmla="*/ 432784 h 562412"/>
                <a:gd name="connsiteX27" fmla="*/ 995093 w 1364353"/>
                <a:gd name="connsiteY27" fmla="*/ 394658 h 562412"/>
                <a:gd name="connsiteX28" fmla="*/ 995093 w 1364353"/>
                <a:gd name="connsiteY28" fmla="*/ 282822 h 562412"/>
                <a:gd name="connsiteX29" fmla="*/ 1042206 w 1364353"/>
                <a:gd name="connsiteY29" fmla="*/ 229445 h 562412"/>
                <a:gd name="connsiteX30" fmla="*/ 1084862 w 1364353"/>
                <a:gd name="connsiteY30" fmla="*/ 242154 h 562412"/>
                <a:gd name="connsiteX31" fmla="*/ 1102689 w 1364353"/>
                <a:gd name="connsiteY31" fmla="*/ 282186 h 562412"/>
                <a:gd name="connsiteX32" fmla="*/ 1102689 w 1364353"/>
                <a:gd name="connsiteY32" fmla="*/ 481077 h 562412"/>
                <a:gd name="connsiteX33" fmla="*/ 1119878 w 1364353"/>
                <a:gd name="connsiteY33" fmla="*/ 521745 h 562412"/>
                <a:gd name="connsiteX34" fmla="*/ 1161261 w 1364353"/>
                <a:gd name="connsiteY34" fmla="*/ 537631 h 562412"/>
                <a:gd name="connsiteX35" fmla="*/ 1216650 w 1364353"/>
                <a:gd name="connsiteY35" fmla="*/ 477900 h 562412"/>
                <a:gd name="connsiteX36" fmla="*/ 1216650 w 1364353"/>
                <a:gd name="connsiteY36" fmla="*/ 237706 h 562412"/>
                <a:gd name="connsiteX37" fmla="*/ 1253576 w 1364353"/>
                <a:gd name="connsiteY37" fmla="*/ 186871 h 562412"/>
                <a:gd name="connsiteX38" fmla="*/ 1339525 w 1364353"/>
                <a:gd name="connsiteY38" fmla="*/ 132224 h 562412"/>
                <a:gd name="connsiteX39" fmla="*/ 961988 w 1364353"/>
                <a:gd name="connsiteY39" fmla="*/ 27377 h 562412"/>
                <a:gd name="connsiteX40" fmla="*/ 951164 w 1364353"/>
                <a:gd name="connsiteY40" fmla="*/ 14033 h 562412"/>
                <a:gd name="connsiteX41" fmla="*/ 964534 w 1364353"/>
                <a:gd name="connsiteY41" fmla="*/ 3231 h 562412"/>
                <a:gd name="connsiteX42" fmla="*/ 1364354 w 1364353"/>
                <a:gd name="connsiteY42" fmla="*/ 132224 h 562412"/>
                <a:gd name="connsiteX43" fmla="*/ 1261216 w 1364353"/>
                <a:gd name="connsiteY43" fmla="*/ 209747 h 562412"/>
                <a:gd name="connsiteX44" fmla="*/ 1240843 w 1364353"/>
                <a:gd name="connsiteY44" fmla="*/ 237706 h 562412"/>
                <a:gd name="connsiteX45" fmla="*/ 1240843 w 1364353"/>
                <a:gd name="connsiteY45" fmla="*/ 477900 h 562412"/>
                <a:gd name="connsiteX46" fmla="*/ 1161897 w 1364353"/>
                <a:gd name="connsiteY46" fmla="*/ 562413 h 562412"/>
                <a:gd name="connsiteX47" fmla="*/ 1161261 w 1364353"/>
                <a:gd name="connsiteY47" fmla="*/ 561777 h 562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364353" h="562412">
                  <a:moveTo>
                    <a:pt x="1161261" y="561777"/>
                  </a:moveTo>
                  <a:cubicBezTo>
                    <a:pt x="1139614" y="561777"/>
                    <a:pt x="1119878" y="553517"/>
                    <a:pt x="1104598" y="538902"/>
                  </a:cubicBezTo>
                  <a:cubicBezTo>
                    <a:pt x="1088682" y="523651"/>
                    <a:pt x="1079769" y="502682"/>
                    <a:pt x="1079769" y="480442"/>
                  </a:cubicBezTo>
                  <a:lnTo>
                    <a:pt x="1079769" y="281551"/>
                  </a:lnTo>
                  <a:cubicBezTo>
                    <a:pt x="1079769" y="273290"/>
                    <a:pt x="1075949" y="265030"/>
                    <a:pt x="1069582" y="259946"/>
                  </a:cubicBezTo>
                  <a:cubicBezTo>
                    <a:pt x="1063216" y="254227"/>
                    <a:pt x="1054939" y="251686"/>
                    <a:pt x="1046663" y="252956"/>
                  </a:cubicBezTo>
                  <a:cubicBezTo>
                    <a:pt x="1031383" y="254863"/>
                    <a:pt x="1019923" y="267571"/>
                    <a:pt x="1019923" y="282186"/>
                  </a:cubicBezTo>
                  <a:lnTo>
                    <a:pt x="1019923" y="394023"/>
                  </a:lnTo>
                  <a:cubicBezTo>
                    <a:pt x="1019923" y="414992"/>
                    <a:pt x="1011647" y="435326"/>
                    <a:pt x="996367" y="449941"/>
                  </a:cubicBezTo>
                  <a:cubicBezTo>
                    <a:pt x="981087" y="464556"/>
                    <a:pt x="960714" y="472181"/>
                    <a:pt x="939705" y="472181"/>
                  </a:cubicBezTo>
                  <a:cubicBezTo>
                    <a:pt x="897685" y="470910"/>
                    <a:pt x="863942" y="434691"/>
                    <a:pt x="863942" y="391481"/>
                  </a:cubicBezTo>
                  <a:lnTo>
                    <a:pt x="863942" y="299978"/>
                  </a:lnTo>
                  <a:cubicBezTo>
                    <a:pt x="863942" y="291718"/>
                    <a:pt x="860759" y="284728"/>
                    <a:pt x="855029" y="279009"/>
                  </a:cubicBezTo>
                  <a:cubicBezTo>
                    <a:pt x="849299" y="273290"/>
                    <a:pt x="841659" y="270749"/>
                    <a:pt x="833383" y="270749"/>
                  </a:cubicBezTo>
                  <a:cubicBezTo>
                    <a:pt x="784360" y="272655"/>
                    <a:pt x="733428" y="273926"/>
                    <a:pt x="682495" y="273926"/>
                  </a:cubicBezTo>
                  <a:cubicBezTo>
                    <a:pt x="351434" y="273926"/>
                    <a:pt x="0" y="224362"/>
                    <a:pt x="0" y="132859"/>
                  </a:cubicBezTo>
                  <a:cubicBezTo>
                    <a:pt x="0" y="41357"/>
                    <a:pt x="336154" y="8314"/>
                    <a:pt x="439293" y="54"/>
                  </a:cubicBezTo>
                  <a:cubicBezTo>
                    <a:pt x="446296" y="-582"/>
                    <a:pt x="452026" y="4502"/>
                    <a:pt x="452663" y="11491"/>
                  </a:cubicBezTo>
                  <a:cubicBezTo>
                    <a:pt x="453299" y="18481"/>
                    <a:pt x="448206" y="24200"/>
                    <a:pt x="441203" y="24836"/>
                  </a:cubicBezTo>
                  <a:cubicBezTo>
                    <a:pt x="170624" y="45169"/>
                    <a:pt x="24193" y="95369"/>
                    <a:pt x="24193" y="132859"/>
                  </a:cubicBezTo>
                  <a:cubicBezTo>
                    <a:pt x="24193" y="180517"/>
                    <a:pt x="258483" y="249779"/>
                    <a:pt x="681859" y="249779"/>
                  </a:cubicBezTo>
                  <a:cubicBezTo>
                    <a:pt x="732155" y="249779"/>
                    <a:pt x="782451" y="248508"/>
                    <a:pt x="831473" y="246602"/>
                  </a:cubicBezTo>
                  <a:cubicBezTo>
                    <a:pt x="846116" y="245967"/>
                    <a:pt x="860123" y="251050"/>
                    <a:pt x="870946" y="261217"/>
                  </a:cubicBezTo>
                  <a:cubicBezTo>
                    <a:pt x="881769" y="271384"/>
                    <a:pt x="887499" y="285364"/>
                    <a:pt x="887499" y="299978"/>
                  </a:cubicBezTo>
                  <a:lnTo>
                    <a:pt x="887499" y="391481"/>
                  </a:lnTo>
                  <a:cubicBezTo>
                    <a:pt x="887499" y="421346"/>
                    <a:pt x="911055" y="446764"/>
                    <a:pt x="939705" y="448035"/>
                  </a:cubicBezTo>
                  <a:cubicBezTo>
                    <a:pt x="954348" y="448670"/>
                    <a:pt x="968354" y="442951"/>
                    <a:pt x="978541" y="432784"/>
                  </a:cubicBezTo>
                  <a:cubicBezTo>
                    <a:pt x="989364" y="422617"/>
                    <a:pt x="995093" y="409273"/>
                    <a:pt x="995093" y="394658"/>
                  </a:cubicBezTo>
                  <a:lnTo>
                    <a:pt x="995093" y="282822"/>
                  </a:lnTo>
                  <a:cubicBezTo>
                    <a:pt x="995093" y="256134"/>
                    <a:pt x="1015467" y="233258"/>
                    <a:pt x="1042206" y="229445"/>
                  </a:cubicBezTo>
                  <a:cubicBezTo>
                    <a:pt x="1058123" y="227539"/>
                    <a:pt x="1073402" y="231987"/>
                    <a:pt x="1084862" y="242154"/>
                  </a:cubicBezTo>
                  <a:cubicBezTo>
                    <a:pt x="1096322" y="252321"/>
                    <a:pt x="1102689" y="266936"/>
                    <a:pt x="1102689" y="282186"/>
                  </a:cubicBezTo>
                  <a:lnTo>
                    <a:pt x="1102689" y="481077"/>
                  </a:lnTo>
                  <a:cubicBezTo>
                    <a:pt x="1102689" y="496328"/>
                    <a:pt x="1109055" y="510943"/>
                    <a:pt x="1119878" y="521745"/>
                  </a:cubicBezTo>
                  <a:cubicBezTo>
                    <a:pt x="1131338" y="532547"/>
                    <a:pt x="1145981" y="538266"/>
                    <a:pt x="1161261" y="537631"/>
                  </a:cubicBezTo>
                  <a:cubicBezTo>
                    <a:pt x="1191820" y="536996"/>
                    <a:pt x="1216650" y="509672"/>
                    <a:pt x="1216650" y="477900"/>
                  </a:cubicBezTo>
                  <a:lnTo>
                    <a:pt x="1216650" y="237706"/>
                  </a:lnTo>
                  <a:cubicBezTo>
                    <a:pt x="1216650" y="214195"/>
                    <a:pt x="1231293" y="193861"/>
                    <a:pt x="1253576" y="186871"/>
                  </a:cubicBezTo>
                  <a:cubicBezTo>
                    <a:pt x="1333158" y="161454"/>
                    <a:pt x="1339525" y="138578"/>
                    <a:pt x="1339525" y="132224"/>
                  </a:cubicBezTo>
                  <a:cubicBezTo>
                    <a:pt x="1339525" y="96640"/>
                    <a:pt x="1209647" y="49617"/>
                    <a:pt x="961988" y="27377"/>
                  </a:cubicBezTo>
                  <a:cubicBezTo>
                    <a:pt x="954984" y="26742"/>
                    <a:pt x="950528" y="21023"/>
                    <a:pt x="951164" y="14033"/>
                  </a:cubicBezTo>
                  <a:cubicBezTo>
                    <a:pt x="951801" y="7043"/>
                    <a:pt x="957531" y="2595"/>
                    <a:pt x="964534" y="3231"/>
                  </a:cubicBezTo>
                  <a:cubicBezTo>
                    <a:pt x="1084862" y="14033"/>
                    <a:pt x="1364354" y="47711"/>
                    <a:pt x="1364354" y="132224"/>
                  </a:cubicBezTo>
                  <a:cubicBezTo>
                    <a:pt x="1364354" y="162089"/>
                    <a:pt x="1330611" y="187507"/>
                    <a:pt x="1261216" y="209747"/>
                  </a:cubicBezTo>
                  <a:cubicBezTo>
                    <a:pt x="1249119" y="213560"/>
                    <a:pt x="1240843" y="224997"/>
                    <a:pt x="1240843" y="237706"/>
                  </a:cubicBezTo>
                  <a:lnTo>
                    <a:pt x="1240843" y="477900"/>
                  </a:lnTo>
                  <a:cubicBezTo>
                    <a:pt x="1240843" y="523016"/>
                    <a:pt x="1205190" y="561142"/>
                    <a:pt x="1161897" y="562413"/>
                  </a:cubicBezTo>
                  <a:cubicBezTo>
                    <a:pt x="1162534" y="561777"/>
                    <a:pt x="1161897" y="561777"/>
                    <a:pt x="1161261" y="5617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89CBC20F-655D-75EE-4A7B-E6D0E243FDDC}"/>
                </a:ext>
              </a:extLst>
            </p:cNvPr>
            <p:cNvSpPr/>
            <p:nvPr/>
          </p:nvSpPr>
          <p:spPr>
            <a:xfrm>
              <a:off x="5274158" y="4321127"/>
              <a:ext cx="799384" cy="1040205"/>
            </a:xfrm>
            <a:custGeom>
              <a:avLst/>
              <a:gdLst>
                <a:gd name="connsiteX0" fmla="*/ 108989 w 799384"/>
                <a:gd name="connsiteY0" fmla="*/ 832419 h 1040205"/>
                <a:gd name="connsiteX1" fmla="*/ 129362 w 799384"/>
                <a:gd name="connsiteY1" fmla="*/ 834961 h 1040205"/>
                <a:gd name="connsiteX2" fmla="*/ 173291 w 799384"/>
                <a:gd name="connsiteY2" fmla="*/ 869909 h 1040205"/>
                <a:gd name="connsiteX3" fmla="*/ 191117 w 799384"/>
                <a:gd name="connsiteY3" fmla="*/ 902316 h 1040205"/>
                <a:gd name="connsiteX4" fmla="*/ 200667 w 799384"/>
                <a:gd name="connsiteY4" fmla="*/ 958870 h 1040205"/>
                <a:gd name="connsiteX5" fmla="*/ 212127 w 799384"/>
                <a:gd name="connsiteY5" fmla="*/ 997632 h 1040205"/>
                <a:gd name="connsiteX6" fmla="*/ 266880 w 799384"/>
                <a:gd name="connsiteY6" fmla="*/ 1013517 h 1040205"/>
                <a:gd name="connsiteX7" fmla="*/ 299349 w 799384"/>
                <a:gd name="connsiteY7" fmla="*/ 983652 h 1040205"/>
                <a:gd name="connsiteX8" fmla="*/ 296803 w 799384"/>
                <a:gd name="connsiteY8" fmla="*/ 940442 h 1040205"/>
                <a:gd name="connsiteX9" fmla="*/ 271973 w 799384"/>
                <a:gd name="connsiteY9" fmla="*/ 918202 h 1040205"/>
                <a:gd name="connsiteX10" fmla="*/ 230590 w 799384"/>
                <a:gd name="connsiteY10" fmla="*/ 880712 h 1040205"/>
                <a:gd name="connsiteX11" fmla="*/ 212764 w 799384"/>
                <a:gd name="connsiteY11" fmla="*/ 848305 h 1040205"/>
                <a:gd name="connsiteX12" fmla="*/ 241413 w 799384"/>
                <a:gd name="connsiteY12" fmla="*/ 749177 h 1040205"/>
                <a:gd name="connsiteX13" fmla="*/ 268153 w 799384"/>
                <a:gd name="connsiteY13" fmla="*/ 734562 h 1040205"/>
                <a:gd name="connsiteX14" fmla="*/ 303806 w 799384"/>
                <a:gd name="connsiteY14" fmla="*/ 730749 h 1040205"/>
                <a:gd name="connsiteX15" fmla="*/ 331819 w 799384"/>
                <a:gd name="connsiteY15" fmla="*/ 752989 h 1040205"/>
                <a:gd name="connsiteX16" fmla="*/ 341369 w 799384"/>
                <a:gd name="connsiteY16" fmla="*/ 809543 h 1040205"/>
                <a:gd name="connsiteX17" fmla="*/ 352828 w 799384"/>
                <a:gd name="connsiteY17" fmla="*/ 848305 h 1040205"/>
                <a:gd name="connsiteX18" fmla="*/ 407581 w 799384"/>
                <a:gd name="connsiteY18" fmla="*/ 864190 h 1040205"/>
                <a:gd name="connsiteX19" fmla="*/ 440050 w 799384"/>
                <a:gd name="connsiteY19" fmla="*/ 834325 h 1040205"/>
                <a:gd name="connsiteX20" fmla="*/ 437503 w 799384"/>
                <a:gd name="connsiteY20" fmla="*/ 791115 h 1040205"/>
                <a:gd name="connsiteX21" fmla="*/ 415857 w 799384"/>
                <a:gd name="connsiteY21" fmla="*/ 770146 h 1040205"/>
                <a:gd name="connsiteX22" fmla="*/ 370018 w 799384"/>
                <a:gd name="connsiteY22" fmla="*/ 728208 h 1040205"/>
                <a:gd name="connsiteX23" fmla="*/ 366198 w 799384"/>
                <a:gd name="connsiteY23" fmla="*/ 695800 h 1040205"/>
                <a:gd name="connsiteX24" fmla="*/ 386571 w 799384"/>
                <a:gd name="connsiteY24" fmla="*/ 670383 h 1040205"/>
                <a:gd name="connsiteX25" fmla="*/ 436867 w 799384"/>
                <a:gd name="connsiteY25" fmla="*/ 642424 h 1040205"/>
                <a:gd name="connsiteX26" fmla="*/ 527909 w 799384"/>
                <a:gd name="connsiteY26" fmla="*/ 668477 h 1040205"/>
                <a:gd name="connsiteX27" fmla="*/ 566108 w 799384"/>
                <a:gd name="connsiteY27" fmla="*/ 789209 h 1040205"/>
                <a:gd name="connsiteX28" fmla="*/ 576931 w 799384"/>
                <a:gd name="connsiteY28" fmla="*/ 813991 h 1040205"/>
                <a:gd name="connsiteX29" fmla="*/ 631684 w 799384"/>
                <a:gd name="connsiteY29" fmla="*/ 829877 h 1040205"/>
                <a:gd name="connsiteX30" fmla="*/ 664153 w 799384"/>
                <a:gd name="connsiteY30" fmla="*/ 800012 h 1040205"/>
                <a:gd name="connsiteX31" fmla="*/ 661606 w 799384"/>
                <a:gd name="connsiteY31" fmla="*/ 756802 h 1040205"/>
                <a:gd name="connsiteX32" fmla="*/ 649510 w 799384"/>
                <a:gd name="connsiteY32" fmla="*/ 742187 h 1040205"/>
                <a:gd name="connsiteX33" fmla="*/ 560378 w 799384"/>
                <a:gd name="connsiteY33" fmla="*/ 633528 h 1040205"/>
                <a:gd name="connsiteX34" fmla="*/ 555921 w 799384"/>
                <a:gd name="connsiteY34" fmla="*/ 594131 h 1040205"/>
                <a:gd name="connsiteX35" fmla="*/ 580751 w 799384"/>
                <a:gd name="connsiteY35" fmla="*/ 562995 h 1040205"/>
                <a:gd name="connsiteX36" fmla="*/ 774931 w 799384"/>
                <a:gd name="connsiteY36" fmla="*/ 455606 h 1040205"/>
                <a:gd name="connsiteX37" fmla="*/ 139548 w 799384"/>
                <a:gd name="connsiteY37" fmla="*/ 25417 h 1040205"/>
                <a:gd name="connsiteX38" fmla="*/ 31317 w 799384"/>
                <a:gd name="connsiteY38" fmla="*/ 867368 h 1040205"/>
                <a:gd name="connsiteX39" fmla="*/ 77793 w 799384"/>
                <a:gd name="connsiteY39" fmla="*/ 841950 h 1040205"/>
                <a:gd name="connsiteX40" fmla="*/ 108989 w 799384"/>
                <a:gd name="connsiteY40" fmla="*/ 832419 h 1040205"/>
                <a:gd name="connsiteX41" fmla="*/ 250963 w 799384"/>
                <a:gd name="connsiteY41" fmla="*/ 1040206 h 1040205"/>
                <a:gd name="connsiteX42" fmla="*/ 193027 w 799384"/>
                <a:gd name="connsiteY42" fmla="*/ 1012882 h 1040205"/>
                <a:gd name="connsiteX43" fmla="*/ 176474 w 799384"/>
                <a:gd name="connsiteY43" fmla="*/ 955693 h 1040205"/>
                <a:gd name="connsiteX44" fmla="*/ 169471 w 799384"/>
                <a:gd name="connsiteY44" fmla="*/ 914390 h 1040205"/>
                <a:gd name="connsiteX45" fmla="*/ 151645 w 799384"/>
                <a:gd name="connsiteY45" fmla="*/ 881983 h 1040205"/>
                <a:gd name="connsiteX46" fmla="*/ 122359 w 799384"/>
                <a:gd name="connsiteY46" fmla="*/ 859107 h 1040205"/>
                <a:gd name="connsiteX47" fmla="*/ 85433 w 799384"/>
                <a:gd name="connsiteY47" fmla="*/ 863555 h 1040205"/>
                <a:gd name="connsiteX48" fmla="*/ 17947 w 799384"/>
                <a:gd name="connsiteY48" fmla="*/ 901046 h 1040205"/>
                <a:gd name="connsiteX49" fmla="*/ 5214 w 799384"/>
                <a:gd name="connsiteY49" fmla="*/ 900410 h 1040205"/>
                <a:gd name="connsiteX50" fmla="*/ 121 w 799384"/>
                <a:gd name="connsiteY50" fmla="*/ 888972 h 1040205"/>
                <a:gd name="connsiteX51" fmla="*/ 112809 w 799384"/>
                <a:gd name="connsiteY51" fmla="*/ 10802 h 1040205"/>
                <a:gd name="connsiteX52" fmla="*/ 117265 w 799384"/>
                <a:gd name="connsiteY52" fmla="*/ 2542 h 1040205"/>
                <a:gd name="connsiteX53" fmla="*/ 126178 w 799384"/>
                <a:gd name="connsiteY53" fmla="*/ 0 h 1040205"/>
                <a:gd name="connsiteX54" fmla="*/ 797851 w 799384"/>
                <a:gd name="connsiteY54" fmla="*/ 454971 h 1040205"/>
                <a:gd name="connsiteX55" fmla="*/ 793394 w 799384"/>
                <a:gd name="connsiteY55" fmla="*/ 471492 h 1040205"/>
                <a:gd name="connsiteX56" fmla="*/ 588391 w 799384"/>
                <a:gd name="connsiteY56" fmla="*/ 585235 h 1040205"/>
                <a:gd name="connsiteX57" fmla="*/ 575021 w 799384"/>
                <a:gd name="connsiteY57" fmla="*/ 601756 h 1040205"/>
                <a:gd name="connsiteX58" fmla="*/ 577568 w 799384"/>
                <a:gd name="connsiteY58" fmla="*/ 622725 h 1040205"/>
                <a:gd name="connsiteX59" fmla="*/ 660970 w 799384"/>
                <a:gd name="connsiteY59" fmla="*/ 724395 h 1040205"/>
                <a:gd name="connsiteX60" fmla="*/ 679433 w 799384"/>
                <a:gd name="connsiteY60" fmla="*/ 746000 h 1040205"/>
                <a:gd name="connsiteX61" fmla="*/ 683889 w 799384"/>
                <a:gd name="connsiteY61" fmla="*/ 810178 h 1040205"/>
                <a:gd name="connsiteX62" fmla="*/ 636777 w 799384"/>
                <a:gd name="connsiteY62" fmla="*/ 854659 h 1040205"/>
                <a:gd name="connsiteX63" fmla="*/ 555921 w 799384"/>
                <a:gd name="connsiteY63" fmla="*/ 830512 h 1040205"/>
                <a:gd name="connsiteX64" fmla="*/ 539368 w 799384"/>
                <a:gd name="connsiteY64" fmla="*/ 793657 h 1040205"/>
                <a:gd name="connsiteX65" fmla="*/ 504352 w 799384"/>
                <a:gd name="connsiteY65" fmla="*/ 681185 h 1040205"/>
                <a:gd name="connsiteX66" fmla="*/ 446417 w 799384"/>
                <a:gd name="connsiteY66" fmla="*/ 664664 h 1040205"/>
                <a:gd name="connsiteX67" fmla="*/ 396121 w 799384"/>
                <a:gd name="connsiteY67" fmla="*/ 692623 h 1040205"/>
                <a:gd name="connsiteX68" fmla="*/ 387207 w 799384"/>
                <a:gd name="connsiteY68" fmla="*/ 704061 h 1040205"/>
                <a:gd name="connsiteX69" fmla="*/ 389118 w 799384"/>
                <a:gd name="connsiteY69" fmla="*/ 718041 h 1040205"/>
                <a:gd name="connsiteX70" fmla="*/ 424134 w 799384"/>
                <a:gd name="connsiteY70" fmla="*/ 749812 h 1040205"/>
                <a:gd name="connsiteX71" fmla="*/ 456603 w 799384"/>
                <a:gd name="connsiteY71" fmla="*/ 780949 h 1040205"/>
                <a:gd name="connsiteX72" fmla="*/ 461060 w 799384"/>
                <a:gd name="connsiteY72" fmla="*/ 845127 h 1040205"/>
                <a:gd name="connsiteX73" fmla="*/ 413311 w 799384"/>
                <a:gd name="connsiteY73" fmla="*/ 889608 h 1040205"/>
                <a:gd name="connsiteX74" fmla="*/ 332455 w 799384"/>
                <a:gd name="connsiteY74" fmla="*/ 865461 h 1040205"/>
                <a:gd name="connsiteX75" fmla="*/ 315902 w 799384"/>
                <a:gd name="connsiteY75" fmla="*/ 808272 h 1040205"/>
                <a:gd name="connsiteX76" fmla="*/ 308899 w 799384"/>
                <a:gd name="connsiteY76" fmla="*/ 766969 h 1040205"/>
                <a:gd name="connsiteX77" fmla="*/ 295529 w 799384"/>
                <a:gd name="connsiteY77" fmla="*/ 756167 h 1040205"/>
                <a:gd name="connsiteX78" fmla="*/ 278339 w 799384"/>
                <a:gd name="connsiteY78" fmla="*/ 758073 h 1040205"/>
                <a:gd name="connsiteX79" fmla="*/ 251600 w 799384"/>
                <a:gd name="connsiteY79" fmla="*/ 772688 h 1040205"/>
                <a:gd name="connsiteX80" fmla="*/ 232500 w 799384"/>
                <a:gd name="connsiteY80" fmla="*/ 838773 h 1040205"/>
                <a:gd name="connsiteX81" fmla="*/ 250326 w 799384"/>
                <a:gd name="connsiteY81" fmla="*/ 871180 h 1040205"/>
                <a:gd name="connsiteX82" fmla="*/ 279613 w 799384"/>
                <a:gd name="connsiteY82" fmla="*/ 897869 h 1040205"/>
                <a:gd name="connsiteX83" fmla="*/ 315902 w 799384"/>
                <a:gd name="connsiteY83" fmla="*/ 930276 h 1040205"/>
                <a:gd name="connsiteX84" fmla="*/ 320359 w 799384"/>
                <a:gd name="connsiteY84" fmla="*/ 994454 h 1040205"/>
                <a:gd name="connsiteX85" fmla="*/ 273246 w 799384"/>
                <a:gd name="connsiteY85" fmla="*/ 1038935 h 1040205"/>
                <a:gd name="connsiteX86" fmla="*/ 250963 w 799384"/>
                <a:gd name="connsiteY86" fmla="*/ 1040206 h 1040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799384" h="1040205">
                  <a:moveTo>
                    <a:pt x="108989" y="832419"/>
                  </a:moveTo>
                  <a:cubicBezTo>
                    <a:pt x="115992" y="832419"/>
                    <a:pt x="122359" y="833054"/>
                    <a:pt x="129362" y="834961"/>
                  </a:cubicBezTo>
                  <a:cubicBezTo>
                    <a:pt x="147825" y="840044"/>
                    <a:pt x="163741" y="852753"/>
                    <a:pt x="173291" y="869909"/>
                  </a:cubicBezTo>
                  <a:lnTo>
                    <a:pt x="191117" y="902316"/>
                  </a:lnTo>
                  <a:cubicBezTo>
                    <a:pt x="200031" y="918202"/>
                    <a:pt x="203214" y="937901"/>
                    <a:pt x="200667" y="958870"/>
                  </a:cubicBezTo>
                  <a:cubicBezTo>
                    <a:pt x="198757" y="972850"/>
                    <a:pt x="202577" y="986829"/>
                    <a:pt x="212127" y="997632"/>
                  </a:cubicBezTo>
                  <a:cubicBezTo>
                    <a:pt x="224860" y="1013517"/>
                    <a:pt x="247143" y="1019872"/>
                    <a:pt x="266880" y="1013517"/>
                  </a:cubicBezTo>
                  <a:cubicBezTo>
                    <a:pt x="282159" y="1008434"/>
                    <a:pt x="293619" y="998267"/>
                    <a:pt x="299349" y="983652"/>
                  </a:cubicBezTo>
                  <a:cubicBezTo>
                    <a:pt x="305079" y="969673"/>
                    <a:pt x="303806" y="953787"/>
                    <a:pt x="296803" y="940442"/>
                  </a:cubicBezTo>
                  <a:cubicBezTo>
                    <a:pt x="291073" y="930276"/>
                    <a:pt x="282796" y="922650"/>
                    <a:pt x="271973" y="918202"/>
                  </a:cubicBezTo>
                  <a:cubicBezTo>
                    <a:pt x="254783" y="910577"/>
                    <a:pt x="240140" y="897869"/>
                    <a:pt x="230590" y="880712"/>
                  </a:cubicBezTo>
                  <a:lnTo>
                    <a:pt x="212764" y="848305"/>
                  </a:lnTo>
                  <a:cubicBezTo>
                    <a:pt x="193027" y="813356"/>
                    <a:pt x="205760" y="768875"/>
                    <a:pt x="241413" y="749177"/>
                  </a:cubicBezTo>
                  <a:lnTo>
                    <a:pt x="268153" y="734562"/>
                  </a:lnTo>
                  <a:cubicBezTo>
                    <a:pt x="278976" y="728843"/>
                    <a:pt x="291709" y="726937"/>
                    <a:pt x="303806" y="730749"/>
                  </a:cubicBezTo>
                  <a:cubicBezTo>
                    <a:pt x="315902" y="733926"/>
                    <a:pt x="325452" y="742187"/>
                    <a:pt x="331819" y="752989"/>
                  </a:cubicBezTo>
                  <a:cubicBezTo>
                    <a:pt x="340732" y="768875"/>
                    <a:pt x="343915" y="788574"/>
                    <a:pt x="341369" y="809543"/>
                  </a:cubicBezTo>
                  <a:cubicBezTo>
                    <a:pt x="339458" y="823523"/>
                    <a:pt x="343278" y="837502"/>
                    <a:pt x="352828" y="848305"/>
                  </a:cubicBezTo>
                  <a:cubicBezTo>
                    <a:pt x="365561" y="864190"/>
                    <a:pt x="387844" y="870545"/>
                    <a:pt x="407581" y="864190"/>
                  </a:cubicBezTo>
                  <a:cubicBezTo>
                    <a:pt x="422860" y="859107"/>
                    <a:pt x="434320" y="848940"/>
                    <a:pt x="440050" y="834325"/>
                  </a:cubicBezTo>
                  <a:cubicBezTo>
                    <a:pt x="445780" y="820345"/>
                    <a:pt x="444506" y="804460"/>
                    <a:pt x="437503" y="791115"/>
                  </a:cubicBezTo>
                  <a:cubicBezTo>
                    <a:pt x="432410" y="782219"/>
                    <a:pt x="424770" y="774594"/>
                    <a:pt x="415857" y="770146"/>
                  </a:cubicBezTo>
                  <a:cubicBezTo>
                    <a:pt x="395484" y="759979"/>
                    <a:pt x="379568" y="745364"/>
                    <a:pt x="370018" y="728208"/>
                  </a:cubicBezTo>
                  <a:cubicBezTo>
                    <a:pt x="364288" y="718041"/>
                    <a:pt x="363015" y="706603"/>
                    <a:pt x="366198" y="695800"/>
                  </a:cubicBezTo>
                  <a:cubicBezTo>
                    <a:pt x="369381" y="684998"/>
                    <a:pt x="376385" y="675467"/>
                    <a:pt x="386571" y="670383"/>
                  </a:cubicBezTo>
                  <a:lnTo>
                    <a:pt x="436867" y="642424"/>
                  </a:lnTo>
                  <a:cubicBezTo>
                    <a:pt x="469336" y="624632"/>
                    <a:pt x="510082" y="636070"/>
                    <a:pt x="527909" y="668477"/>
                  </a:cubicBezTo>
                  <a:cubicBezTo>
                    <a:pt x="546371" y="701519"/>
                    <a:pt x="559105" y="741552"/>
                    <a:pt x="566108" y="789209"/>
                  </a:cubicBezTo>
                  <a:cubicBezTo>
                    <a:pt x="567381" y="798105"/>
                    <a:pt x="571201" y="807001"/>
                    <a:pt x="576931" y="813991"/>
                  </a:cubicBezTo>
                  <a:cubicBezTo>
                    <a:pt x="589664" y="829877"/>
                    <a:pt x="611947" y="836231"/>
                    <a:pt x="631684" y="829877"/>
                  </a:cubicBezTo>
                  <a:cubicBezTo>
                    <a:pt x="646963" y="824794"/>
                    <a:pt x="658423" y="814627"/>
                    <a:pt x="664153" y="800012"/>
                  </a:cubicBezTo>
                  <a:cubicBezTo>
                    <a:pt x="669883" y="786032"/>
                    <a:pt x="668610" y="770146"/>
                    <a:pt x="661606" y="756802"/>
                  </a:cubicBezTo>
                  <a:cubicBezTo>
                    <a:pt x="658423" y="751083"/>
                    <a:pt x="654603" y="746000"/>
                    <a:pt x="649510" y="742187"/>
                  </a:cubicBezTo>
                  <a:cubicBezTo>
                    <a:pt x="614494" y="713593"/>
                    <a:pt x="584571" y="677373"/>
                    <a:pt x="560378" y="633528"/>
                  </a:cubicBezTo>
                  <a:cubicBezTo>
                    <a:pt x="553375" y="621455"/>
                    <a:pt x="552102" y="607475"/>
                    <a:pt x="555921" y="594131"/>
                  </a:cubicBezTo>
                  <a:cubicBezTo>
                    <a:pt x="559742" y="580787"/>
                    <a:pt x="568654" y="569984"/>
                    <a:pt x="580751" y="562995"/>
                  </a:cubicBezTo>
                  <a:lnTo>
                    <a:pt x="774931" y="455606"/>
                  </a:lnTo>
                  <a:cubicBezTo>
                    <a:pt x="641233" y="223037"/>
                    <a:pt x="405671" y="63543"/>
                    <a:pt x="139548" y="25417"/>
                  </a:cubicBezTo>
                  <a:lnTo>
                    <a:pt x="31317" y="867368"/>
                  </a:lnTo>
                  <a:lnTo>
                    <a:pt x="77793" y="841950"/>
                  </a:lnTo>
                  <a:cubicBezTo>
                    <a:pt x="84796" y="834961"/>
                    <a:pt x="96892" y="832419"/>
                    <a:pt x="108989" y="832419"/>
                  </a:cubicBezTo>
                  <a:moveTo>
                    <a:pt x="250963" y="1040206"/>
                  </a:moveTo>
                  <a:cubicBezTo>
                    <a:pt x="228680" y="1040206"/>
                    <a:pt x="207034" y="1030039"/>
                    <a:pt x="193027" y="1012882"/>
                  </a:cubicBezTo>
                  <a:cubicBezTo>
                    <a:pt x="179658" y="996361"/>
                    <a:pt x="173928" y="976027"/>
                    <a:pt x="176474" y="955693"/>
                  </a:cubicBezTo>
                  <a:cubicBezTo>
                    <a:pt x="178384" y="940442"/>
                    <a:pt x="175838" y="925828"/>
                    <a:pt x="169471" y="914390"/>
                  </a:cubicBezTo>
                  <a:lnTo>
                    <a:pt x="151645" y="881983"/>
                  </a:lnTo>
                  <a:cubicBezTo>
                    <a:pt x="145278" y="870545"/>
                    <a:pt x="135092" y="862284"/>
                    <a:pt x="122359" y="859107"/>
                  </a:cubicBezTo>
                  <a:cubicBezTo>
                    <a:pt x="109626" y="855294"/>
                    <a:pt x="96892" y="857201"/>
                    <a:pt x="85433" y="863555"/>
                  </a:cubicBezTo>
                  <a:lnTo>
                    <a:pt x="17947" y="901046"/>
                  </a:lnTo>
                  <a:cubicBezTo>
                    <a:pt x="14127" y="903587"/>
                    <a:pt x="9034" y="902952"/>
                    <a:pt x="5214" y="900410"/>
                  </a:cubicBezTo>
                  <a:cubicBezTo>
                    <a:pt x="1394" y="897869"/>
                    <a:pt x="-516" y="893420"/>
                    <a:pt x="121" y="888972"/>
                  </a:cubicBezTo>
                  <a:lnTo>
                    <a:pt x="112809" y="10802"/>
                  </a:lnTo>
                  <a:cubicBezTo>
                    <a:pt x="113445" y="7625"/>
                    <a:pt x="114719" y="4448"/>
                    <a:pt x="117265" y="2542"/>
                  </a:cubicBezTo>
                  <a:cubicBezTo>
                    <a:pt x="119812" y="635"/>
                    <a:pt x="122995" y="0"/>
                    <a:pt x="126178" y="0"/>
                  </a:cubicBezTo>
                  <a:cubicBezTo>
                    <a:pt x="408854" y="36220"/>
                    <a:pt x="660333" y="206516"/>
                    <a:pt x="797851" y="454971"/>
                  </a:cubicBezTo>
                  <a:cubicBezTo>
                    <a:pt x="801034" y="460690"/>
                    <a:pt x="799124" y="468315"/>
                    <a:pt x="793394" y="471492"/>
                  </a:cubicBezTo>
                  <a:lnTo>
                    <a:pt x="588391" y="585235"/>
                  </a:lnTo>
                  <a:cubicBezTo>
                    <a:pt x="582024" y="589047"/>
                    <a:pt x="577568" y="594766"/>
                    <a:pt x="575021" y="601756"/>
                  </a:cubicBezTo>
                  <a:cubicBezTo>
                    <a:pt x="573111" y="608746"/>
                    <a:pt x="573748" y="616371"/>
                    <a:pt x="577568" y="622725"/>
                  </a:cubicBezTo>
                  <a:cubicBezTo>
                    <a:pt x="600487" y="664029"/>
                    <a:pt x="628500" y="697707"/>
                    <a:pt x="660970" y="724395"/>
                  </a:cubicBezTo>
                  <a:cubicBezTo>
                    <a:pt x="668610" y="730114"/>
                    <a:pt x="674340" y="737739"/>
                    <a:pt x="679433" y="746000"/>
                  </a:cubicBezTo>
                  <a:cubicBezTo>
                    <a:pt x="690256" y="765698"/>
                    <a:pt x="692166" y="789209"/>
                    <a:pt x="683889" y="810178"/>
                  </a:cubicBezTo>
                  <a:cubicBezTo>
                    <a:pt x="675613" y="831148"/>
                    <a:pt x="658423" y="847034"/>
                    <a:pt x="636777" y="854659"/>
                  </a:cubicBezTo>
                  <a:cubicBezTo>
                    <a:pt x="607491" y="864190"/>
                    <a:pt x="575021" y="854659"/>
                    <a:pt x="555921" y="830512"/>
                  </a:cubicBezTo>
                  <a:cubicBezTo>
                    <a:pt x="547008" y="819710"/>
                    <a:pt x="541278" y="807001"/>
                    <a:pt x="539368" y="793657"/>
                  </a:cubicBezTo>
                  <a:cubicBezTo>
                    <a:pt x="533002" y="748541"/>
                    <a:pt x="520905" y="711686"/>
                    <a:pt x="504352" y="681185"/>
                  </a:cubicBezTo>
                  <a:cubicBezTo>
                    <a:pt x="492893" y="660851"/>
                    <a:pt x="466789" y="653226"/>
                    <a:pt x="446417" y="664664"/>
                  </a:cubicBezTo>
                  <a:lnTo>
                    <a:pt x="396121" y="692623"/>
                  </a:lnTo>
                  <a:cubicBezTo>
                    <a:pt x="391664" y="695165"/>
                    <a:pt x="388481" y="698978"/>
                    <a:pt x="387207" y="704061"/>
                  </a:cubicBezTo>
                  <a:cubicBezTo>
                    <a:pt x="385934" y="709145"/>
                    <a:pt x="386571" y="713593"/>
                    <a:pt x="389118" y="718041"/>
                  </a:cubicBezTo>
                  <a:cubicBezTo>
                    <a:pt x="396121" y="731385"/>
                    <a:pt x="408217" y="741552"/>
                    <a:pt x="424134" y="749812"/>
                  </a:cubicBezTo>
                  <a:cubicBezTo>
                    <a:pt x="438140" y="756802"/>
                    <a:pt x="448963" y="766969"/>
                    <a:pt x="456603" y="780949"/>
                  </a:cubicBezTo>
                  <a:cubicBezTo>
                    <a:pt x="467426" y="800647"/>
                    <a:pt x="469336" y="824158"/>
                    <a:pt x="461060" y="845127"/>
                  </a:cubicBezTo>
                  <a:cubicBezTo>
                    <a:pt x="452783" y="866097"/>
                    <a:pt x="435594" y="881983"/>
                    <a:pt x="413311" y="889608"/>
                  </a:cubicBezTo>
                  <a:cubicBezTo>
                    <a:pt x="384024" y="899139"/>
                    <a:pt x="351555" y="889608"/>
                    <a:pt x="332455" y="865461"/>
                  </a:cubicBezTo>
                  <a:cubicBezTo>
                    <a:pt x="319086" y="848940"/>
                    <a:pt x="313355" y="828606"/>
                    <a:pt x="315902" y="808272"/>
                  </a:cubicBezTo>
                  <a:cubicBezTo>
                    <a:pt x="317812" y="793022"/>
                    <a:pt x="315265" y="778407"/>
                    <a:pt x="308899" y="766969"/>
                  </a:cubicBezTo>
                  <a:cubicBezTo>
                    <a:pt x="305716" y="761886"/>
                    <a:pt x="301259" y="758073"/>
                    <a:pt x="295529" y="756167"/>
                  </a:cubicBezTo>
                  <a:cubicBezTo>
                    <a:pt x="289799" y="754260"/>
                    <a:pt x="284069" y="754896"/>
                    <a:pt x="278339" y="758073"/>
                  </a:cubicBezTo>
                  <a:lnTo>
                    <a:pt x="251600" y="772688"/>
                  </a:lnTo>
                  <a:cubicBezTo>
                    <a:pt x="228043" y="785397"/>
                    <a:pt x="219767" y="815262"/>
                    <a:pt x="232500" y="838773"/>
                  </a:cubicBezTo>
                  <a:lnTo>
                    <a:pt x="250326" y="871180"/>
                  </a:lnTo>
                  <a:cubicBezTo>
                    <a:pt x="256693" y="883253"/>
                    <a:pt x="267516" y="892785"/>
                    <a:pt x="279613" y="897869"/>
                  </a:cubicBezTo>
                  <a:cubicBezTo>
                    <a:pt x="294892" y="904223"/>
                    <a:pt x="307625" y="915661"/>
                    <a:pt x="315902" y="930276"/>
                  </a:cubicBezTo>
                  <a:cubicBezTo>
                    <a:pt x="326725" y="949974"/>
                    <a:pt x="328635" y="973485"/>
                    <a:pt x="320359" y="994454"/>
                  </a:cubicBezTo>
                  <a:cubicBezTo>
                    <a:pt x="312082" y="1015424"/>
                    <a:pt x="294892" y="1031310"/>
                    <a:pt x="273246" y="1038935"/>
                  </a:cubicBezTo>
                  <a:cubicBezTo>
                    <a:pt x="266243" y="1038935"/>
                    <a:pt x="258603" y="1040206"/>
                    <a:pt x="250963" y="104020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724A1EB-D050-124D-7B1B-E89C4D275B4B}"/>
                </a:ext>
              </a:extLst>
            </p:cNvPr>
            <p:cNvSpPr/>
            <p:nvPr/>
          </p:nvSpPr>
          <p:spPr>
            <a:xfrm>
              <a:off x="5576468" y="4589628"/>
              <a:ext cx="41892" cy="42225"/>
            </a:xfrm>
            <a:custGeom>
              <a:avLst/>
              <a:gdLst>
                <a:gd name="connsiteX0" fmla="*/ 21231 w 41892"/>
                <a:gd name="connsiteY0" fmla="*/ 42226 h 42225"/>
                <a:gd name="connsiteX1" fmla="*/ 16775 w 41892"/>
                <a:gd name="connsiteY1" fmla="*/ 41590 h 42225"/>
                <a:gd name="connsiteX2" fmla="*/ 3405 w 41892"/>
                <a:gd name="connsiteY2" fmla="*/ 32694 h 42225"/>
                <a:gd name="connsiteX3" fmla="*/ 222 w 41892"/>
                <a:gd name="connsiteY3" fmla="*/ 16809 h 42225"/>
                <a:gd name="connsiteX4" fmla="*/ 9135 w 41892"/>
                <a:gd name="connsiteY4" fmla="*/ 3464 h 42225"/>
                <a:gd name="connsiteX5" fmla="*/ 38421 w 41892"/>
                <a:gd name="connsiteY5" fmla="*/ 9819 h 42225"/>
                <a:gd name="connsiteX6" fmla="*/ 32055 w 41892"/>
                <a:gd name="connsiteY6" fmla="*/ 39049 h 42225"/>
                <a:gd name="connsiteX7" fmla="*/ 32055 w 41892"/>
                <a:gd name="connsiteY7" fmla="*/ 39049 h 42225"/>
                <a:gd name="connsiteX8" fmla="*/ 21231 w 41892"/>
                <a:gd name="connsiteY8" fmla="*/ 42226 h 4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892" h="42225">
                  <a:moveTo>
                    <a:pt x="21231" y="42226"/>
                  </a:moveTo>
                  <a:cubicBezTo>
                    <a:pt x="19958" y="42226"/>
                    <a:pt x="18048" y="42226"/>
                    <a:pt x="16775" y="41590"/>
                  </a:cubicBezTo>
                  <a:cubicBezTo>
                    <a:pt x="11045" y="40319"/>
                    <a:pt x="6588" y="37142"/>
                    <a:pt x="3405" y="32694"/>
                  </a:cubicBezTo>
                  <a:cubicBezTo>
                    <a:pt x="222" y="28246"/>
                    <a:pt x="-415" y="22527"/>
                    <a:pt x="222" y="16809"/>
                  </a:cubicBezTo>
                  <a:cubicBezTo>
                    <a:pt x="1495" y="11089"/>
                    <a:pt x="4678" y="6642"/>
                    <a:pt x="9135" y="3464"/>
                  </a:cubicBezTo>
                  <a:cubicBezTo>
                    <a:pt x="18685" y="-2890"/>
                    <a:pt x="32055" y="-348"/>
                    <a:pt x="38421" y="9819"/>
                  </a:cubicBezTo>
                  <a:cubicBezTo>
                    <a:pt x="44788" y="19350"/>
                    <a:pt x="42241" y="32694"/>
                    <a:pt x="32055" y="39049"/>
                  </a:cubicBezTo>
                  <a:lnTo>
                    <a:pt x="32055" y="39049"/>
                  </a:lnTo>
                  <a:cubicBezTo>
                    <a:pt x="28871" y="40955"/>
                    <a:pt x="25052" y="42226"/>
                    <a:pt x="21231" y="422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52EA7F2B-F50C-5C42-60C4-3F9E45D3CC28}"/>
                </a:ext>
              </a:extLst>
            </p:cNvPr>
            <p:cNvSpPr/>
            <p:nvPr/>
          </p:nvSpPr>
          <p:spPr>
            <a:xfrm>
              <a:off x="5552846" y="4748487"/>
              <a:ext cx="42594" cy="42225"/>
            </a:xfrm>
            <a:custGeom>
              <a:avLst/>
              <a:gdLst>
                <a:gd name="connsiteX0" fmla="*/ 21298 w 42594"/>
                <a:gd name="connsiteY0" fmla="*/ 42226 h 42225"/>
                <a:gd name="connsiteX1" fmla="*/ 3471 w 42594"/>
                <a:gd name="connsiteY1" fmla="*/ 32694 h 42225"/>
                <a:gd name="connsiteX2" fmla="*/ 9838 w 42594"/>
                <a:gd name="connsiteY2" fmla="*/ 3464 h 42225"/>
                <a:gd name="connsiteX3" fmla="*/ 39124 w 42594"/>
                <a:gd name="connsiteY3" fmla="*/ 9819 h 42225"/>
                <a:gd name="connsiteX4" fmla="*/ 32757 w 42594"/>
                <a:gd name="connsiteY4" fmla="*/ 39049 h 42225"/>
                <a:gd name="connsiteX5" fmla="*/ 32757 w 42594"/>
                <a:gd name="connsiteY5" fmla="*/ 39049 h 42225"/>
                <a:gd name="connsiteX6" fmla="*/ 21298 w 42594"/>
                <a:gd name="connsiteY6" fmla="*/ 42226 h 4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594" h="42225">
                  <a:moveTo>
                    <a:pt x="21298" y="42226"/>
                  </a:moveTo>
                  <a:cubicBezTo>
                    <a:pt x="14294" y="42226"/>
                    <a:pt x="7928" y="39049"/>
                    <a:pt x="3471" y="32694"/>
                  </a:cubicBezTo>
                  <a:cubicBezTo>
                    <a:pt x="-2896" y="23163"/>
                    <a:pt x="-349" y="9819"/>
                    <a:pt x="9838" y="3464"/>
                  </a:cubicBezTo>
                  <a:cubicBezTo>
                    <a:pt x="19387" y="-2890"/>
                    <a:pt x="32757" y="-348"/>
                    <a:pt x="39124" y="9819"/>
                  </a:cubicBezTo>
                  <a:cubicBezTo>
                    <a:pt x="45491" y="19350"/>
                    <a:pt x="42944" y="32694"/>
                    <a:pt x="32757" y="39049"/>
                  </a:cubicBezTo>
                  <a:lnTo>
                    <a:pt x="32757" y="39049"/>
                  </a:lnTo>
                  <a:cubicBezTo>
                    <a:pt x="28937" y="40955"/>
                    <a:pt x="25117" y="42226"/>
                    <a:pt x="21298" y="422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71C9B944-05D7-AA95-0ABB-9BEC0ABA8045}"/>
                </a:ext>
              </a:extLst>
            </p:cNvPr>
            <p:cNvSpPr/>
            <p:nvPr/>
          </p:nvSpPr>
          <p:spPr>
            <a:xfrm>
              <a:off x="5698004" y="4694541"/>
              <a:ext cx="42528" cy="42160"/>
            </a:xfrm>
            <a:custGeom>
              <a:avLst/>
              <a:gdLst>
                <a:gd name="connsiteX0" fmla="*/ 21297 w 42528"/>
                <a:gd name="connsiteY0" fmla="*/ 42160 h 42160"/>
                <a:gd name="connsiteX1" fmla="*/ 3471 w 42528"/>
                <a:gd name="connsiteY1" fmla="*/ 32629 h 42160"/>
                <a:gd name="connsiteX2" fmla="*/ 9838 w 42528"/>
                <a:gd name="connsiteY2" fmla="*/ 3399 h 42160"/>
                <a:gd name="connsiteX3" fmla="*/ 25754 w 42528"/>
                <a:gd name="connsiteY3" fmla="*/ 221 h 42160"/>
                <a:gd name="connsiteX4" fmla="*/ 39124 w 42528"/>
                <a:gd name="connsiteY4" fmla="*/ 9117 h 42160"/>
                <a:gd name="connsiteX5" fmla="*/ 42307 w 42528"/>
                <a:gd name="connsiteY5" fmla="*/ 25003 h 42160"/>
                <a:gd name="connsiteX6" fmla="*/ 33394 w 42528"/>
                <a:gd name="connsiteY6" fmla="*/ 38347 h 42160"/>
                <a:gd name="connsiteX7" fmla="*/ 33394 w 42528"/>
                <a:gd name="connsiteY7" fmla="*/ 38347 h 42160"/>
                <a:gd name="connsiteX8" fmla="*/ 21297 w 42528"/>
                <a:gd name="connsiteY8" fmla="*/ 42160 h 4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28" h="42160">
                  <a:moveTo>
                    <a:pt x="21297" y="42160"/>
                  </a:moveTo>
                  <a:cubicBezTo>
                    <a:pt x="14294" y="42160"/>
                    <a:pt x="7927" y="38983"/>
                    <a:pt x="3471" y="32629"/>
                  </a:cubicBezTo>
                  <a:cubicBezTo>
                    <a:pt x="-2895" y="23097"/>
                    <a:pt x="-349" y="9753"/>
                    <a:pt x="9838" y="3399"/>
                  </a:cubicBezTo>
                  <a:cubicBezTo>
                    <a:pt x="14294" y="221"/>
                    <a:pt x="20024" y="-414"/>
                    <a:pt x="25754" y="221"/>
                  </a:cubicBezTo>
                  <a:cubicBezTo>
                    <a:pt x="31484" y="1492"/>
                    <a:pt x="35940" y="4669"/>
                    <a:pt x="39124" y="9117"/>
                  </a:cubicBezTo>
                  <a:cubicBezTo>
                    <a:pt x="42307" y="13566"/>
                    <a:pt x="42943" y="19284"/>
                    <a:pt x="42307" y="25003"/>
                  </a:cubicBezTo>
                  <a:cubicBezTo>
                    <a:pt x="41034" y="30722"/>
                    <a:pt x="37850" y="35170"/>
                    <a:pt x="33394" y="38347"/>
                  </a:cubicBezTo>
                  <a:lnTo>
                    <a:pt x="33394" y="38347"/>
                  </a:lnTo>
                  <a:cubicBezTo>
                    <a:pt x="28937" y="40889"/>
                    <a:pt x="25117" y="42160"/>
                    <a:pt x="21297" y="421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B4E86E35-224A-C3D6-397D-984818737729}"/>
                </a:ext>
              </a:extLst>
            </p:cNvPr>
            <p:cNvSpPr/>
            <p:nvPr/>
          </p:nvSpPr>
          <p:spPr>
            <a:xfrm>
              <a:off x="8871882" y="4514299"/>
              <a:ext cx="1127160" cy="751083"/>
            </a:xfrm>
            <a:custGeom>
              <a:avLst/>
              <a:gdLst>
                <a:gd name="connsiteX0" fmla="*/ 68899 w 1127160"/>
                <a:gd name="connsiteY0" fmla="*/ 24782 h 751083"/>
                <a:gd name="connsiteX1" fmla="*/ 33246 w 1127160"/>
                <a:gd name="connsiteY1" fmla="*/ 41939 h 751083"/>
                <a:gd name="connsiteX2" fmla="*/ 24969 w 1127160"/>
                <a:gd name="connsiteY2" fmla="*/ 80065 h 751083"/>
                <a:gd name="connsiteX3" fmla="*/ 175857 w 1127160"/>
                <a:gd name="connsiteY3" fmla="*/ 690081 h 751083"/>
                <a:gd name="connsiteX4" fmla="*/ 223606 w 1127160"/>
                <a:gd name="connsiteY4" fmla="*/ 726937 h 751083"/>
                <a:gd name="connsiteX5" fmla="*/ 901645 w 1127160"/>
                <a:gd name="connsiteY5" fmla="*/ 726937 h 751083"/>
                <a:gd name="connsiteX6" fmla="*/ 949394 w 1127160"/>
                <a:gd name="connsiteY6" fmla="*/ 690081 h 751083"/>
                <a:gd name="connsiteX7" fmla="*/ 1100281 w 1127160"/>
                <a:gd name="connsiteY7" fmla="*/ 80065 h 751083"/>
                <a:gd name="connsiteX8" fmla="*/ 1092005 w 1127160"/>
                <a:gd name="connsiteY8" fmla="*/ 41939 h 751083"/>
                <a:gd name="connsiteX9" fmla="*/ 1056352 w 1127160"/>
                <a:gd name="connsiteY9" fmla="*/ 24782 h 751083"/>
                <a:gd name="connsiteX10" fmla="*/ 932204 w 1127160"/>
                <a:gd name="connsiteY10" fmla="*/ 24782 h 751083"/>
                <a:gd name="connsiteX11" fmla="*/ 885091 w 1127160"/>
                <a:gd name="connsiteY11" fmla="*/ 61002 h 751083"/>
                <a:gd name="connsiteX12" fmla="*/ 562307 w 1127160"/>
                <a:gd name="connsiteY12" fmla="*/ 284039 h 751083"/>
                <a:gd name="connsiteX13" fmla="*/ 239523 w 1127160"/>
                <a:gd name="connsiteY13" fmla="*/ 61002 h 751083"/>
                <a:gd name="connsiteX14" fmla="*/ 192410 w 1127160"/>
                <a:gd name="connsiteY14" fmla="*/ 24782 h 751083"/>
                <a:gd name="connsiteX15" fmla="*/ 68899 w 1127160"/>
                <a:gd name="connsiteY15" fmla="*/ 24782 h 751083"/>
                <a:gd name="connsiteX16" fmla="*/ 902282 w 1127160"/>
                <a:gd name="connsiteY16" fmla="*/ 751083 h 751083"/>
                <a:gd name="connsiteX17" fmla="*/ 224243 w 1127160"/>
                <a:gd name="connsiteY17" fmla="*/ 751083 h 751083"/>
                <a:gd name="connsiteX18" fmla="*/ 152937 w 1127160"/>
                <a:gd name="connsiteY18" fmla="*/ 695800 h 751083"/>
                <a:gd name="connsiteX19" fmla="*/ 2050 w 1127160"/>
                <a:gd name="connsiteY19" fmla="*/ 85784 h 751083"/>
                <a:gd name="connsiteX20" fmla="*/ 14783 w 1127160"/>
                <a:gd name="connsiteY20" fmla="*/ 26688 h 751083"/>
                <a:gd name="connsiteX21" fmla="*/ 69535 w 1127160"/>
                <a:gd name="connsiteY21" fmla="*/ 0 h 751083"/>
                <a:gd name="connsiteX22" fmla="*/ 193683 w 1127160"/>
                <a:gd name="connsiteY22" fmla="*/ 0 h 751083"/>
                <a:gd name="connsiteX23" fmla="*/ 264352 w 1127160"/>
                <a:gd name="connsiteY23" fmla="*/ 53376 h 751083"/>
                <a:gd name="connsiteX24" fmla="*/ 563580 w 1127160"/>
                <a:gd name="connsiteY24" fmla="*/ 259257 h 751083"/>
                <a:gd name="connsiteX25" fmla="*/ 862808 w 1127160"/>
                <a:gd name="connsiteY25" fmla="*/ 53376 h 751083"/>
                <a:gd name="connsiteX26" fmla="*/ 933478 w 1127160"/>
                <a:gd name="connsiteY26" fmla="*/ 0 h 751083"/>
                <a:gd name="connsiteX27" fmla="*/ 1057626 w 1127160"/>
                <a:gd name="connsiteY27" fmla="*/ 0 h 751083"/>
                <a:gd name="connsiteX28" fmla="*/ 1112378 w 1127160"/>
                <a:gd name="connsiteY28" fmla="*/ 26688 h 751083"/>
                <a:gd name="connsiteX29" fmla="*/ 1125111 w 1127160"/>
                <a:gd name="connsiteY29" fmla="*/ 85784 h 751083"/>
                <a:gd name="connsiteX30" fmla="*/ 974223 w 1127160"/>
                <a:gd name="connsiteY30" fmla="*/ 695800 h 751083"/>
                <a:gd name="connsiteX31" fmla="*/ 902282 w 1127160"/>
                <a:gd name="connsiteY31" fmla="*/ 751083 h 75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27160" h="751083">
                  <a:moveTo>
                    <a:pt x="68899" y="24782"/>
                  </a:moveTo>
                  <a:cubicBezTo>
                    <a:pt x="54892" y="24782"/>
                    <a:pt x="41522" y="31136"/>
                    <a:pt x="33246" y="41939"/>
                  </a:cubicBezTo>
                  <a:cubicBezTo>
                    <a:pt x="24969" y="52741"/>
                    <a:pt x="21786" y="66721"/>
                    <a:pt x="24969" y="80065"/>
                  </a:cubicBezTo>
                  <a:lnTo>
                    <a:pt x="175857" y="690081"/>
                  </a:lnTo>
                  <a:cubicBezTo>
                    <a:pt x="180950" y="711686"/>
                    <a:pt x="200686" y="726937"/>
                    <a:pt x="223606" y="726937"/>
                  </a:cubicBezTo>
                  <a:lnTo>
                    <a:pt x="901645" y="726937"/>
                  </a:lnTo>
                  <a:cubicBezTo>
                    <a:pt x="924565" y="726937"/>
                    <a:pt x="943664" y="711686"/>
                    <a:pt x="949394" y="690081"/>
                  </a:cubicBezTo>
                  <a:lnTo>
                    <a:pt x="1100281" y="80065"/>
                  </a:lnTo>
                  <a:cubicBezTo>
                    <a:pt x="1103465" y="66721"/>
                    <a:pt x="1100918" y="52741"/>
                    <a:pt x="1092005" y="41939"/>
                  </a:cubicBezTo>
                  <a:cubicBezTo>
                    <a:pt x="1083092" y="31136"/>
                    <a:pt x="1070359" y="24782"/>
                    <a:pt x="1056352" y="24782"/>
                  </a:cubicBezTo>
                  <a:lnTo>
                    <a:pt x="932204" y="24782"/>
                  </a:lnTo>
                  <a:cubicBezTo>
                    <a:pt x="910558" y="24782"/>
                    <a:pt x="891458" y="39397"/>
                    <a:pt x="885091" y="61002"/>
                  </a:cubicBezTo>
                  <a:cubicBezTo>
                    <a:pt x="846256" y="192536"/>
                    <a:pt x="713832" y="284039"/>
                    <a:pt x="562307" y="284039"/>
                  </a:cubicBezTo>
                  <a:cubicBezTo>
                    <a:pt x="410783" y="284039"/>
                    <a:pt x="278359" y="192536"/>
                    <a:pt x="239523" y="61002"/>
                  </a:cubicBezTo>
                  <a:cubicBezTo>
                    <a:pt x="233156" y="39397"/>
                    <a:pt x="214056" y="24782"/>
                    <a:pt x="192410" y="24782"/>
                  </a:cubicBezTo>
                  <a:lnTo>
                    <a:pt x="68899" y="24782"/>
                  </a:lnTo>
                  <a:close/>
                  <a:moveTo>
                    <a:pt x="902282" y="751083"/>
                  </a:moveTo>
                  <a:lnTo>
                    <a:pt x="224243" y="751083"/>
                  </a:lnTo>
                  <a:cubicBezTo>
                    <a:pt x="190500" y="751083"/>
                    <a:pt x="161214" y="728207"/>
                    <a:pt x="152937" y="695800"/>
                  </a:cubicBezTo>
                  <a:lnTo>
                    <a:pt x="2050" y="85784"/>
                  </a:lnTo>
                  <a:cubicBezTo>
                    <a:pt x="-3044" y="65450"/>
                    <a:pt x="1413" y="43845"/>
                    <a:pt x="14783" y="26688"/>
                  </a:cubicBezTo>
                  <a:cubicBezTo>
                    <a:pt x="28152" y="9532"/>
                    <a:pt x="47889" y="0"/>
                    <a:pt x="69535" y="0"/>
                  </a:cubicBezTo>
                  <a:lnTo>
                    <a:pt x="193683" y="0"/>
                  </a:lnTo>
                  <a:cubicBezTo>
                    <a:pt x="226152" y="0"/>
                    <a:pt x="254802" y="21605"/>
                    <a:pt x="264352" y="53376"/>
                  </a:cubicBezTo>
                  <a:cubicBezTo>
                    <a:pt x="300005" y="174744"/>
                    <a:pt x="423516" y="259257"/>
                    <a:pt x="563580" y="259257"/>
                  </a:cubicBezTo>
                  <a:cubicBezTo>
                    <a:pt x="703644" y="259257"/>
                    <a:pt x="827156" y="174744"/>
                    <a:pt x="862808" y="53376"/>
                  </a:cubicBezTo>
                  <a:cubicBezTo>
                    <a:pt x="872358" y="21605"/>
                    <a:pt x="900371" y="0"/>
                    <a:pt x="933478" y="0"/>
                  </a:cubicBezTo>
                  <a:lnTo>
                    <a:pt x="1057626" y="0"/>
                  </a:lnTo>
                  <a:cubicBezTo>
                    <a:pt x="1079272" y="0"/>
                    <a:pt x="1099008" y="9532"/>
                    <a:pt x="1112378" y="26688"/>
                  </a:cubicBezTo>
                  <a:cubicBezTo>
                    <a:pt x="1125748" y="43209"/>
                    <a:pt x="1130204" y="64814"/>
                    <a:pt x="1125111" y="85784"/>
                  </a:cubicBezTo>
                  <a:lnTo>
                    <a:pt x="974223" y="695800"/>
                  </a:lnTo>
                  <a:cubicBezTo>
                    <a:pt x="965311" y="728207"/>
                    <a:pt x="936024" y="751083"/>
                    <a:pt x="902282" y="751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540A39F4-DDDC-441E-F3F6-E7762E3AF7E0}"/>
                </a:ext>
              </a:extLst>
            </p:cNvPr>
            <p:cNvSpPr/>
            <p:nvPr/>
          </p:nvSpPr>
          <p:spPr>
            <a:xfrm>
              <a:off x="9045746" y="5097627"/>
              <a:ext cx="779433" cy="154493"/>
            </a:xfrm>
            <a:custGeom>
              <a:avLst/>
              <a:gdLst>
                <a:gd name="connsiteX0" fmla="*/ 766617 w 779433"/>
                <a:gd name="connsiteY0" fmla="*/ 154410 h 154493"/>
                <a:gd name="connsiteX1" fmla="*/ 757704 w 779433"/>
                <a:gd name="connsiteY1" fmla="*/ 150598 h 154493"/>
                <a:gd name="connsiteX2" fmla="*/ 662206 w 779433"/>
                <a:gd name="connsiteY2" fmla="*/ 45751 h 154493"/>
                <a:gd name="connsiteX3" fmla="*/ 613184 w 779433"/>
                <a:gd name="connsiteY3" fmla="*/ 24146 h 154493"/>
                <a:gd name="connsiteX4" fmla="*/ 165614 w 779433"/>
                <a:gd name="connsiteY4" fmla="*/ 24146 h 154493"/>
                <a:gd name="connsiteX5" fmla="*/ 116592 w 779433"/>
                <a:gd name="connsiteY5" fmla="*/ 45751 h 154493"/>
                <a:gd name="connsiteX6" fmla="*/ 21093 w 779433"/>
                <a:gd name="connsiteY6" fmla="*/ 150598 h 154493"/>
                <a:gd name="connsiteX7" fmla="*/ 3903 w 779433"/>
                <a:gd name="connsiteY7" fmla="*/ 151233 h 154493"/>
                <a:gd name="connsiteX8" fmla="*/ 3267 w 779433"/>
                <a:gd name="connsiteY8" fmla="*/ 134077 h 154493"/>
                <a:gd name="connsiteX9" fmla="*/ 98765 w 779433"/>
                <a:gd name="connsiteY9" fmla="*/ 29230 h 154493"/>
                <a:gd name="connsiteX10" fmla="*/ 166250 w 779433"/>
                <a:gd name="connsiteY10" fmla="*/ 0 h 154493"/>
                <a:gd name="connsiteX11" fmla="*/ 613820 w 779433"/>
                <a:gd name="connsiteY11" fmla="*/ 0 h 154493"/>
                <a:gd name="connsiteX12" fmla="*/ 680669 w 779433"/>
                <a:gd name="connsiteY12" fmla="*/ 29230 h 154493"/>
                <a:gd name="connsiteX13" fmla="*/ 776167 w 779433"/>
                <a:gd name="connsiteY13" fmla="*/ 134077 h 154493"/>
                <a:gd name="connsiteX14" fmla="*/ 775531 w 779433"/>
                <a:gd name="connsiteY14" fmla="*/ 151233 h 154493"/>
                <a:gd name="connsiteX15" fmla="*/ 766617 w 779433"/>
                <a:gd name="connsiteY15" fmla="*/ 154410 h 154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9433" h="154493">
                  <a:moveTo>
                    <a:pt x="766617" y="154410"/>
                  </a:moveTo>
                  <a:cubicBezTo>
                    <a:pt x="763434" y="154410"/>
                    <a:pt x="760251" y="153140"/>
                    <a:pt x="757704" y="150598"/>
                  </a:cubicBezTo>
                  <a:lnTo>
                    <a:pt x="662206" y="45751"/>
                  </a:lnTo>
                  <a:cubicBezTo>
                    <a:pt x="649473" y="31772"/>
                    <a:pt x="631646" y="24146"/>
                    <a:pt x="613184" y="24146"/>
                  </a:cubicBezTo>
                  <a:lnTo>
                    <a:pt x="165614" y="24146"/>
                  </a:lnTo>
                  <a:cubicBezTo>
                    <a:pt x="147151" y="24146"/>
                    <a:pt x="128688" y="31772"/>
                    <a:pt x="116592" y="45751"/>
                  </a:cubicBezTo>
                  <a:lnTo>
                    <a:pt x="21093" y="150598"/>
                  </a:lnTo>
                  <a:cubicBezTo>
                    <a:pt x="16636" y="155681"/>
                    <a:pt x="8997" y="155681"/>
                    <a:pt x="3903" y="151233"/>
                  </a:cubicBezTo>
                  <a:cubicBezTo>
                    <a:pt x="-1190" y="146785"/>
                    <a:pt x="-1190" y="139160"/>
                    <a:pt x="3267" y="134077"/>
                  </a:cubicBezTo>
                  <a:lnTo>
                    <a:pt x="98765" y="29230"/>
                  </a:lnTo>
                  <a:cubicBezTo>
                    <a:pt x="115954" y="10167"/>
                    <a:pt x="140148" y="0"/>
                    <a:pt x="166250" y="0"/>
                  </a:cubicBezTo>
                  <a:lnTo>
                    <a:pt x="613820" y="0"/>
                  </a:lnTo>
                  <a:cubicBezTo>
                    <a:pt x="639286" y="0"/>
                    <a:pt x="664116" y="10802"/>
                    <a:pt x="680669" y="29230"/>
                  </a:cubicBezTo>
                  <a:lnTo>
                    <a:pt x="776167" y="134077"/>
                  </a:lnTo>
                  <a:cubicBezTo>
                    <a:pt x="780624" y="139160"/>
                    <a:pt x="780624" y="146785"/>
                    <a:pt x="775531" y="151233"/>
                  </a:cubicBezTo>
                  <a:cubicBezTo>
                    <a:pt x="772348" y="153140"/>
                    <a:pt x="769801" y="154410"/>
                    <a:pt x="766617" y="1544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12E35E7-A55C-3D67-C08C-CF3CF1757C9E}"/>
                </a:ext>
              </a:extLst>
            </p:cNvPr>
            <p:cNvSpPr/>
            <p:nvPr/>
          </p:nvSpPr>
          <p:spPr>
            <a:xfrm>
              <a:off x="8891287" y="3703557"/>
              <a:ext cx="570135" cy="447909"/>
            </a:xfrm>
            <a:custGeom>
              <a:avLst/>
              <a:gdLst>
                <a:gd name="connsiteX0" fmla="*/ 303520 w 570135"/>
                <a:gd name="connsiteY0" fmla="*/ 24075 h 447909"/>
                <a:gd name="connsiteX1" fmla="*/ 269140 w 570135"/>
                <a:gd name="connsiteY1" fmla="*/ 25981 h 447909"/>
                <a:gd name="connsiteX2" fmla="*/ 89603 w 570135"/>
                <a:gd name="connsiteY2" fmla="*/ 73639 h 447909"/>
                <a:gd name="connsiteX3" fmla="*/ 24664 w 570135"/>
                <a:gd name="connsiteY3" fmla="*/ 156881 h 447909"/>
                <a:gd name="connsiteX4" fmla="*/ 41217 w 570135"/>
                <a:gd name="connsiteY4" fmla="*/ 336073 h 447909"/>
                <a:gd name="connsiteX5" fmla="*/ 121436 w 570135"/>
                <a:gd name="connsiteY5" fmla="*/ 406606 h 447909"/>
                <a:gd name="connsiteX6" fmla="*/ 303520 w 570135"/>
                <a:gd name="connsiteY6" fmla="*/ 423127 h 447909"/>
                <a:gd name="connsiteX7" fmla="*/ 479873 w 570135"/>
                <a:gd name="connsiteY7" fmla="*/ 373564 h 447909"/>
                <a:gd name="connsiteX8" fmla="*/ 545449 w 570135"/>
                <a:gd name="connsiteY8" fmla="*/ 290322 h 447909"/>
                <a:gd name="connsiteX9" fmla="*/ 528896 w 570135"/>
                <a:gd name="connsiteY9" fmla="*/ 111129 h 447909"/>
                <a:gd name="connsiteX10" fmla="*/ 449314 w 570135"/>
                <a:gd name="connsiteY10" fmla="*/ 41231 h 447909"/>
                <a:gd name="connsiteX11" fmla="*/ 303520 w 570135"/>
                <a:gd name="connsiteY11" fmla="*/ 24075 h 447909"/>
                <a:gd name="connsiteX12" fmla="*/ 271687 w 570135"/>
                <a:gd name="connsiteY12" fmla="*/ 447909 h 447909"/>
                <a:gd name="connsiteX13" fmla="*/ 115070 w 570135"/>
                <a:gd name="connsiteY13" fmla="*/ 429482 h 447909"/>
                <a:gd name="connsiteX14" fmla="*/ 17024 w 570135"/>
                <a:gd name="connsiteY14" fmla="*/ 337979 h 447909"/>
                <a:gd name="connsiteX15" fmla="*/ 471 w 570135"/>
                <a:gd name="connsiteY15" fmla="*/ 158787 h 447909"/>
                <a:gd name="connsiteX16" fmla="*/ 80690 w 570135"/>
                <a:gd name="connsiteY16" fmla="*/ 50763 h 447909"/>
                <a:gd name="connsiteX17" fmla="*/ 267230 w 570135"/>
                <a:gd name="connsiteY17" fmla="*/ 1835 h 447909"/>
                <a:gd name="connsiteX18" fmla="*/ 454407 w 570135"/>
                <a:gd name="connsiteY18" fmla="*/ 17085 h 447909"/>
                <a:gd name="connsiteX19" fmla="*/ 553089 w 570135"/>
                <a:gd name="connsiteY19" fmla="*/ 108588 h 447909"/>
                <a:gd name="connsiteX20" fmla="*/ 569641 w 570135"/>
                <a:gd name="connsiteY20" fmla="*/ 287780 h 447909"/>
                <a:gd name="connsiteX21" fmla="*/ 490059 w 570135"/>
                <a:gd name="connsiteY21" fmla="*/ 395168 h 447909"/>
                <a:gd name="connsiteX22" fmla="*/ 305429 w 570135"/>
                <a:gd name="connsiteY22" fmla="*/ 446639 h 447909"/>
                <a:gd name="connsiteX23" fmla="*/ 271687 w 570135"/>
                <a:gd name="connsiteY23" fmla="*/ 447909 h 447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70135" h="447909">
                  <a:moveTo>
                    <a:pt x="303520" y="24075"/>
                  </a:moveTo>
                  <a:cubicBezTo>
                    <a:pt x="291423" y="24075"/>
                    <a:pt x="279963" y="24710"/>
                    <a:pt x="269140" y="25981"/>
                  </a:cubicBezTo>
                  <a:cubicBezTo>
                    <a:pt x="183828" y="34877"/>
                    <a:pt x="90240" y="73003"/>
                    <a:pt x="89603" y="73639"/>
                  </a:cubicBezTo>
                  <a:cubicBezTo>
                    <a:pt x="42491" y="92702"/>
                    <a:pt x="20844" y="119390"/>
                    <a:pt x="24664" y="156881"/>
                  </a:cubicBezTo>
                  <a:lnTo>
                    <a:pt x="41217" y="336073"/>
                  </a:lnTo>
                  <a:cubicBezTo>
                    <a:pt x="45037" y="375470"/>
                    <a:pt x="76233" y="392627"/>
                    <a:pt x="121436" y="406606"/>
                  </a:cubicBezTo>
                  <a:cubicBezTo>
                    <a:pt x="122073" y="406606"/>
                    <a:pt x="216935" y="429482"/>
                    <a:pt x="303520" y="423127"/>
                  </a:cubicBezTo>
                  <a:cubicBezTo>
                    <a:pt x="376735" y="418044"/>
                    <a:pt x="478600" y="374199"/>
                    <a:pt x="479873" y="373564"/>
                  </a:cubicBezTo>
                  <a:cubicBezTo>
                    <a:pt x="529533" y="350053"/>
                    <a:pt x="548632" y="325906"/>
                    <a:pt x="545449" y="290322"/>
                  </a:cubicBezTo>
                  <a:lnTo>
                    <a:pt x="528896" y="111129"/>
                  </a:lnTo>
                  <a:cubicBezTo>
                    <a:pt x="525713" y="74910"/>
                    <a:pt x="501520" y="53940"/>
                    <a:pt x="449314" y="41231"/>
                  </a:cubicBezTo>
                  <a:cubicBezTo>
                    <a:pt x="447404" y="39961"/>
                    <a:pt x="371642" y="24075"/>
                    <a:pt x="303520" y="24075"/>
                  </a:cubicBezTo>
                  <a:moveTo>
                    <a:pt x="271687" y="447909"/>
                  </a:moveTo>
                  <a:cubicBezTo>
                    <a:pt x="192741" y="447909"/>
                    <a:pt x="118253" y="430117"/>
                    <a:pt x="115070" y="429482"/>
                  </a:cubicBezTo>
                  <a:cubicBezTo>
                    <a:pt x="69230" y="415502"/>
                    <a:pt x="22117" y="393897"/>
                    <a:pt x="17024" y="337979"/>
                  </a:cubicBezTo>
                  <a:lnTo>
                    <a:pt x="471" y="158787"/>
                  </a:lnTo>
                  <a:cubicBezTo>
                    <a:pt x="-2712" y="125109"/>
                    <a:pt x="8748" y="79358"/>
                    <a:pt x="80690" y="50763"/>
                  </a:cubicBezTo>
                  <a:cubicBezTo>
                    <a:pt x="84510" y="49492"/>
                    <a:pt x="178098" y="10731"/>
                    <a:pt x="267230" y="1835"/>
                  </a:cubicBezTo>
                  <a:cubicBezTo>
                    <a:pt x="345539" y="-6426"/>
                    <a:pt x="449951" y="15814"/>
                    <a:pt x="454407" y="17085"/>
                  </a:cubicBezTo>
                  <a:cubicBezTo>
                    <a:pt x="493880" y="27252"/>
                    <a:pt x="547358" y="47586"/>
                    <a:pt x="553089" y="108588"/>
                  </a:cubicBezTo>
                  <a:lnTo>
                    <a:pt x="569641" y="287780"/>
                  </a:lnTo>
                  <a:cubicBezTo>
                    <a:pt x="575372" y="347511"/>
                    <a:pt x="530169" y="376741"/>
                    <a:pt x="490059" y="395168"/>
                  </a:cubicBezTo>
                  <a:cubicBezTo>
                    <a:pt x="485603" y="397075"/>
                    <a:pt x="383102" y="441555"/>
                    <a:pt x="305429" y="446639"/>
                  </a:cubicBezTo>
                  <a:cubicBezTo>
                    <a:pt x="293970" y="447274"/>
                    <a:pt x="282510" y="447909"/>
                    <a:pt x="271687" y="44790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D87D88D9-26A8-6CC4-9E0D-BD5E0CBC939A}"/>
                </a:ext>
              </a:extLst>
            </p:cNvPr>
            <p:cNvSpPr/>
            <p:nvPr/>
          </p:nvSpPr>
          <p:spPr>
            <a:xfrm>
              <a:off x="9178885" y="3998957"/>
              <a:ext cx="17836" cy="17802"/>
            </a:xfrm>
            <a:custGeom>
              <a:avLst/>
              <a:gdLst>
                <a:gd name="connsiteX0" fmla="*/ 5735 w 17836"/>
                <a:gd name="connsiteY0" fmla="*/ 640 h 17802"/>
                <a:gd name="connsiteX1" fmla="*/ 17195 w 17836"/>
                <a:gd name="connsiteY1" fmla="*/ 5724 h 17802"/>
                <a:gd name="connsiteX2" fmla="*/ 12102 w 17836"/>
                <a:gd name="connsiteY2" fmla="*/ 17162 h 17802"/>
                <a:gd name="connsiteX3" fmla="*/ 642 w 17836"/>
                <a:gd name="connsiteY3" fmla="*/ 12078 h 17802"/>
                <a:gd name="connsiteX4" fmla="*/ 5735 w 17836"/>
                <a:gd name="connsiteY4" fmla="*/ 640 h 1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36" h="17802">
                  <a:moveTo>
                    <a:pt x="5735" y="640"/>
                  </a:moveTo>
                  <a:cubicBezTo>
                    <a:pt x="10192" y="-1266"/>
                    <a:pt x="15285" y="1276"/>
                    <a:pt x="17195" y="5724"/>
                  </a:cubicBezTo>
                  <a:cubicBezTo>
                    <a:pt x="19105" y="10172"/>
                    <a:pt x="16558" y="15255"/>
                    <a:pt x="12102" y="17162"/>
                  </a:cubicBezTo>
                  <a:cubicBezTo>
                    <a:pt x="7645" y="19068"/>
                    <a:pt x="2552" y="16526"/>
                    <a:pt x="642" y="12078"/>
                  </a:cubicBezTo>
                  <a:cubicBezTo>
                    <a:pt x="-1269" y="6995"/>
                    <a:pt x="1278" y="1911"/>
                    <a:pt x="5735" y="64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F734F4CE-E0D6-3CDD-3FBD-DE4BEA26902E}"/>
                </a:ext>
              </a:extLst>
            </p:cNvPr>
            <p:cNvSpPr/>
            <p:nvPr/>
          </p:nvSpPr>
          <p:spPr>
            <a:xfrm>
              <a:off x="9166706" y="3986901"/>
              <a:ext cx="41458" cy="41291"/>
            </a:xfrm>
            <a:custGeom>
              <a:avLst/>
              <a:gdLst>
                <a:gd name="connsiteX0" fmla="*/ 21098 w 41458"/>
                <a:gd name="connsiteY0" fmla="*/ 41291 h 41291"/>
                <a:gd name="connsiteX1" fmla="*/ 12185 w 41458"/>
                <a:gd name="connsiteY1" fmla="*/ 39385 h 41291"/>
                <a:gd name="connsiteX2" fmla="*/ 1361 w 41458"/>
                <a:gd name="connsiteY2" fmla="*/ 27947 h 41291"/>
                <a:gd name="connsiteX3" fmla="*/ 1998 w 41458"/>
                <a:gd name="connsiteY3" fmla="*/ 12061 h 41291"/>
                <a:gd name="connsiteX4" fmla="*/ 13458 w 41458"/>
                <a:gd name="connsiteY4" fmla="*/ 1259 h 41291"/>
                <a:gd name="connsiteX5" fmla="*/ 40198 w 41458"/>
                <a:gd name="connsiteY5" fmla="*/ 13332 h 41291"/>
                <a:gd name="connsiteX6" fmla="*/ 28101 w 41458"/>
                <a:gd name="connsiteY6" fmla="*/ 40020 h 41291"/>
                <a:gd name="connsiteX7" fmla="*/ 21098 w 41458"/>
                <a:gd name="connsiteY7" fmla="*/ 41291 h 4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458" h="41291">
                  <a:moveTo>
                    <a:pt x="21098" y="41291"/>
                  </a:moveTo>
                  <a:cubicBezTo>
                    <a:pt x="17915" y="41291"/>
                    <a:pt x="15368" y="40656"/>
                    <a:pt x="12185" y="39385"/>
                  </a:cubicBezTo>
                  <a:cubicBezTo>
                    <a:pt x="7091" y="36843"/>
                    <a:pt x="3271" y="33030"/>
                    <a:pt x="1361" y="27947"/>
                  </a:cubicBezTo>
                  <a:cubicBezTo>
                    <a:pt x="-548" y="22863"/>
                    <a:pt x="-548" y="17145"/>
                    <a:pt x="1998" y="12061"/>
                  </a:cubicBezTo>
                  <a:cubicBezTo>
                    <a:pt x="4544" y="6978"/>
                    <a:pt x="8365" y="3165"/>
                    <a:pt x="13458" y="1259"/>
                  </a:cubicBezTo>
                  <a:cubicBezTo>
                    <a:pt x="24281" y="-2554"/>
                    <a:pt x="36377" y="2530"/>
                    <a:pt x="40198" y="13332"/>
                  </a:cubicBezTo>
                  <a:cubicBezTo>
                    <a:pt x="44017" y="24134"/>
                    <a:pt x="38924" y="36208"/>
                    <a:pt x="28101" y="40020"/>
                  </a:cubicBezTo>
                  <a:cubicBezTo>
                    <a:pt x="25554" y="41291"/>
                    <a:pt x="23008" y="41291"/>
                    <a:pt x="21098" y="412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8B4A381A-8EF6-401F-CF51-AB69EA0E83C8}"/>
                </a:ext>
              </a:extLst>
            </p:cNvPr>
            <p:cNvSpPr/>
            <p:nvPr/>
          </p:nvSpPr>
          <p:spPr>
            <a:xfrm>
              <a:off x="9224105" y="3836838"/>
              <a:ext cx="41458" cy="41391"/>
            </a:xfrm>
            <a:custGeom>
              <a:avLst/>
              <a:gdLst>
                <a:gd name="connsiteX0" fmla="*/ 20998 w 41458"/>
                <a:gd name="connsiteY0" fmla="*/ 41391 h 41391"/>
                <a:gd name="connsiteX1" fmla="*/ 12085 w 41458"/>
                <a:gd name="connsiteY1" fmla="*/ 39485 h 41391"/>
                <a:gd name="connsiteX2" fmla="*/ 1261 w 41458"/>
                <a:gd name="connsiteY2" fmla="*/ 28047 h 41391"/>
                <a:gd name="connsiteX3" fmla="*/ 13358 w 41458"/>
                <a:gd name="connsiteY3" fmla="*/ 1359 h 41391"/>
                <a:gd name="connsiteX4" fmla="*/ 13358 w 41458"/>
                <a:gd name="connsiteY4" fmla="*/ 1359 h 41391"/>
                <a:gd name="connsiteX5" fmla="*/ 29274 w 41458"/>
                <a:gd name="connsiteY5" fmla="*/ 1994 h 41391"/>
                <a:gd name="connsiteX6" fmla="*/ 40098 w 41458"/>
                <a:gd name="connsiteY6" fmla="*/ 13432 h 41391"/>
                <a:gd name="connsiteX7" fmla="*/ 39460 w 41458"/>
                <a:gd name="connsiteY7" fmla="*/ 29318 h 41391"/>
                <a:gd name="connsiteX8" fmla="*/ 28001 w 41458"/>
                <a:gd name="connsiteY8" fmla="*/ 40120 h 41391"/>
                <a:gd name="connsiteX9" fmla="*/ 20998 w 41458"/>
                <a:gd name="connsiteY9" fmla="*/ 41391 h 4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458" h="41391">
                  <a:moveTo>
                    <a:pt x="20998" y="41391"/>
                  </a:moveTo>
                  <a:cubicBezTo>
                    <a:pt x="17815" y="41391"/>
                    <a:pt x="15268" y="40756"/>
                    <a:pt x="12085" y="39485"/>
                  </a:cubicBezTo>
                  <a:cubicBezTo>
                    <a:pt x="6991" y="36943"/>
                    <a:pt x="3171" y="33131"/>
                    <a:pt x="1261" y="28047"/>
                  </a:cubicBezTo>
                  <a:cubicBezTo>
                    <a:pt x="-2559" y="17245"/>
                    <a:pt x="2535" y="5171"/>
                    <a:pt x="13358" y="1359"/>
                  </a:cubicBezTo>
                  <a:lnTo>
                    <a:pt x="13358" y="1359"/>
                  </a:lnTo>
                  <a:cubicBezTo>
                    <a:pt x="18451" y="-547"/>
                    <a:pt x="24181" y="-547"/>
                    <a:pt x="29274" y="1994"/>
                  </a:cubicBezTo>
                  <a:cubicBezTo>
                    <a:pt x="34368" y="4536"/>
                    <a:pt x="38187" y="8349"/>
                    <a:pt x="40098" y="13432"/>
                  </a:cubicBezTo>
                  <a:cubicBezTo>
                    <a:pt x="42007" y="18516"/>
                    <a:pt x="42007" y="24234"/>
                    <a:pt x="39460" y="29318"/>
                  </a:cubicBezTo>
                  <a:cubicBezTo>
                    <a:pt x="36914" y="34401"/>
                    <a:pt x="33094" y="38214"/>
                    <a:pt x="28001" y="40120"/>
                  </a:cubicBezTo>
                  <a:cubicBezTo>
                    <a:pt x="26091" y="40756"/>
                    <a:pt x="23544" y="41391"/>
                    <a:pt x="20998" y="41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B3A21BA5-7975-40C7-2000-DD2ECEAF339F}"/>
                </a:ext>
              </a:extLst>
            </p:cNvPr>
            <p:cNvSpPr/>
            <p:nvPr/>
          </p:nvSpPr>
          <p:spPr>
            <a:xfrm>
              <a:off x="9241442" y="3854083"/>
              <a:ext cx="4934" cy="6830"/>
            </a:xfrm>
            <a:custGeom>
              <a:avLst/>
              <a:gdLst>
                <a:gd name="connsiteX0" fmla="*/ 2387 w 4934"/>
                <a:gd name="connsiteY0" fmla="*/ 0 h 6830"/>
                <a:gd name="connsiteX1" fmla="*/ 2387 w 4934"/>
                <a:gd name="connsiteY1" fmla="*/ 0 h 6830"/>
                <a:gd name="connsiteX2" fmla="*/ 478 w 4934"/>
                <a:gd name="connsiteY2" fmla="*/ 1906 h 6830"/>
                <a:gd name="connsiteX3" fmla="*/ 478 w 4934"/>
                <a:gd name="connsiteY3" fmla="*/ 4448 h 6830"/>
                <a:gd name="connsiteX4" fmla="*/ 2387 w 4934"/>
                <a:gd name="connsiteY4" fmla="*/ 6354 h 6830"/>
                <a:gd name="connsiteX5" fmla="*/ 4934 w 4934"/>
                <a:gd name="connsiteY5" fmla="*/ 6354 h 6830"/>
                <a:gd name="connsiteX6" fmla="*/ 2387 w 4934"/>
                <a:gd name="connsiteY6" fmla="*/ 0 h 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34" h="6830">
                  <a:moveTo>
                    <a:pt x="2387" y="0"/>
                  </a:moveTo>
                  <a:lnTo>
                    <a:pt x="2387" y="0"/>
                  </a:lnTo>
                  <a:cubicBezTo>
                    <a:pt x="1751" y="635"/>
                    <a:pt x="1114" y="1271"/>
                    <a:pt x="478" y="1906"/>
                  </a:cubicBezTo>
                  <a:cubicBezTo>
                    <a:pt x="-159" y="2542"/>
                    <a:pt x="-159" y="3813"/>
                    <a:pt x="478" y="4448"/>
                  </a:cubicBezTo>
                  <a:cubicBezTo>
                    <a:pt x="478" y="5083"/>
                    <a:pt x="1751" y="5719"/>
                    <a:pt x="2387" y="6354"/>
                  </a:cubicBezTo>
                  <a:cubicBezTo>
                    <a:pt x="3024" y="6990"/>
                    <a:pt x="4298" y="6990"/>
                    <a:pt x="4934" y="6354"/>
                  </a:cubicBezTo>
                  <a:lnTo>
                    <a:pt x="2387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1ED706C0-9DA9-48D5-A836-E3C88D35DDE4}"/>
                </a:ext>
              </a:extLst>
            </p:cNvPr>
            <p:cNvSpPr/>
            <p:nvPr/>
          </p:nvSpPr>
          <p:spPr>
            <a:xfrm>
              <a:off x="9082750" y="3869964"/>
              <a:ext cx="17836" cy="17802"/>
            </a:xfrm>
            <a:custGeom>
              <a:avLst/>
              <a:gdLst>
                <a:gd name="connsiteX0" fmla="*/ 5735 w 17836"/>
                <a:gd name="connsiteY0" fmla="*/ 640 h 17802"/>
                <a:gd name="connsiteX1" fmla="*/ 17195 w 17836"/>
                <a:gd name="connsiteY1" fmla="*/ 5724 h 17802"/>
                <a:gd name="connsiteX2" fmla="*/ 12101 w 17836"/>
                <a:gd name="connsiteY2" fmla="*/ 17162 h 17802"/>
                <a:gd name="connsiteX3" fmla="*/ 642 w 17836"/>
                <a:gd name="connsiteY3" fmla="*/ 12078 h 17802"/>
                <a:gd name="connsiteX4" fmla="*/ 5735 w 17836"/>
                <a:gd name="connsiteY4" fmla="*/ 640 h 1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36" h="17802">
                  <a:moveTo>
                    <a:pt x="5735" y="640"/>
                  </a:moveTo>
                  <a:cubicBezTo>
                    <a:pt x="10192" y="-1266"/>
                    <a:pt x="15284" y="1276"/>
                    <a:pt x="17195" y="5724"/>
                  </a:cubicBezTo>
                  <a:cubicBezTo>
                    <a:pt x="19105" y="10172"/>
                    <a:pt x="16558" y="15255"/>
                    <a:pt x="12101" y="17162"/>
                  </a:cubicBezTo>
                  <a:cubicBezTo>
                    <a:pt x="7645" y="19068"/>
                    <a:pt x="2551" y="16526"/>
                    <a:pt x="642" y="12078"/>
                  </a:cubicBezTo>
                  <a:cubicBezTo>
                    <a:pt x="-1269" y="6995"/>
                    <a:pt x="1278" y="1911"/>
                    <a:pt x="5735" y="64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7AF3F007-B636-EC3F-CE0C-0C835EA50A30}"/>
                </a:ext>
              </a:extLst>
            </p:cNvPr>
            <p:cNvSpPr/>
            <p:nvPr/>
          </p:nvSpPr>
          <p:spPr>
            <a:xfrm>
              <a:off x="9070671" y="3857172"/>
              <a:ext cx="41458" cy="42026"/>
            </a:xfrm>
            <a:custGeom>
              <a:avLst/>
              <a:gdLst>
                <a:gd name="connsiteX0" fmla="*/ 20997 w 41458"/>
                <a:gd name="connsiteY0" fmla="*/ 42027 h 42026"/>
                <a:gd name="connsiteX1" fmla="*/ 12085 w 41458"/>
                <a:gd name="connsiteY1" fmla="*/ 40120 h 42026"/>
                <a:gd name="connsiteX2" fmla="*/ 1261 w 41458"/>
                <a:gd name="connsiteY2" fmla="*/ 28047 h 42026"/>
                <a:gd name="connsiteX3" fmla="*/ 13358 w 41458"/>
                <a:gd name="connsiteY3" fmla="*/ 1359 h 42026"/>
                <a:gd name="connsiteX4" fmla="*/ 13358 w 41458"/>
                <a:gd name="connsiteY4" fmla="*/ 1359 h 42026"/>
                <a:gd name="connsiteX5" fmla="*/ 29274 w 41458"/>
                <a:gd name="connsiteY5" fmla="*/ 1994 h 42026"/>
                <a:gd name="connsiteX6" fmla="*/ 40097 w 41458"/>
                <a:gd name="connsiteY6" fmla="*/ 13432 h 42026"/>
                <a:gd name="connsiteX7" fmla="*/ 39460 w 41458"/>
                <a:gd name="connsiteY7" fmla="*/ 29318 h 42026"/>
                <a:gd name="connsiteX8" fmla="*/ 28001 w 41458"/>
                <a:gd name="connsiteY8" fmla="*/ 40120 h 42026"/>
                <a:gd name="connsiteX9" fmla="*/ 20997 w 41458"/>
                <a:gd name="connsiteY9" fmla="*/ 42027 h 42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458" h="42026">
                  <a:moveTo>
                    <a:pt x="20997" y="42027"/>
                  </a:moveTo>
                  <a:cubicBezTo>
                    <a:pt x="17814" y="42027"/>
                    <a:pt x="15268" y="41391"/>
                    <a:pt x="12085" y="40120"/>
                  </a:cubicBezTo>
                  <a:cubicBezTo>
                    <a:pt x="6991" y="37579"/>
                    <a:pt x="3171" y="33766"/>
                    <a:pt x="1261" y="28047"/>
                  </a:cubicBezTo>
                  <a:cubicBezTo>
                    <a:pt x="-2559" y="17245"/>
                    <a:pt x="2535" y="5171"/>
                    <a:pt x="13358" y="1359"/>
                  </a:cubicBezTo>
                  <a:lnTo>
                    <a:pt x="13358" y="1359"/>
                  </a:lnTo>
                  <a:cubicBezTo>
                    <a:pt x="18451" y="-547"/>
                    <a:pt x="24180" y="-547"/>
                    <a:pt x="29274" y="1994"/>
                  </a:cubicBezTo>
                  <a:cubicBezTo>
                    <a:pt x="34368" y="4536"/>
                    <a:pt x="38187" y="8349"/>
                    <a:pt x="40097" y="13432"/>
                  </a:cubicBezTo>
                  <a:cubicBezTo>
                    <a:pt x="42007" y="18516"/>
                    <a:pt x="42007" y="24234"/>
                    <a:pt x="39460" y="29318"/>
                  </a:cubicBezTo>
                  <a:cubicBezTo>
                    <a:pt x="36914" y="34401"/>
                    <a:pt x="33094" y="38214"/>
                    <a:pt x="28001" y="40120"/>
                  </a:cubicBezTo>
                  <a:cubicBezTo>
                    <a:pt x="25454" y="42027"/>
                    <a:pt x="23544" y="42027"/>
                    <a:pt x="20997" y="420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5EAFBBEA-A904-48A7-7E8D-B93517BCCB92}"/>
                </a:ext>
              </a:extLst>
            </p:cNvPr>
            <p:cNvSpPr/>
            <p:nvPr/>
          </p:nvSpPr>
          <p:spPr>
            <a:xfrm>
              <a:off x="9493301" y="3736639"/>
              <a:ext cx="562008" cy="580039"/>
            </a:xfrm>
            <a:custGeom>
              <a:avLst/>
              <a:gdLst>
                <a:gd name="connsiteX0" fmla="*/ 331159 w 562008"/>
                <a:gd name="connsiteY0" fmla="*/ 24035 h 580039"/>
                <a:gd name="connsiteX1" fmla="*/ 266856 w 562008"/>
                <a:gd name="connsiteY1" fmla="*/ 46275 h 580039"/>
                <a:gd name="connsiteX2" fmla="*/ 129338 w 562008"/>
                <a:gd name="connsiteY2" fmla="*/ 161289 h 580039"/>
                <a:gd name="connsiteX3" fmla="*/ 36386 w 562008"/>
                <a:gd name="connsiteY3" fmla="*/ 320783 h 580039"/>
                <a:gd name="connsiteX4" fmla="*/ 49756 w 562008"/>
                <a:gd name="connsiteY4" fmla="*/ 424994 h 580039"/>
                <a:gd name="connsiteX5" fmla="*/ 189184 w 562008"/>
                <a:gd name="connsiteY5" fmla="*/ 540008 h 580039"/>
                <a:gd name="connsiteX6" fmla="*/ 296142 w 562008"/>
                <a:gd name="connsiteY6" fmla="*/ 533653 h 580039"/>
                <a:gd name="connsiteX7" fmla="*/ 436843 w 562008"/>
                <a:gd name="connsiteY7" fmla="*/ 418004 h 580039"/>
                <a:gd name="connsiteX8" fmla="*/ 525975 w 562008"/>
                <a:gd name="connsiteY8" fmla="*/ 259781 h 580039"/>
                <a:gd name="connsiteX9" fmla="*/ 512605 w 562008"/>
                <a:gd name="connsiteY9" fmla="*/ 154935 h 580039"/>
                <a:gd name="connsiteX10" fmla="*/ 373178 w 562008"/>
                <a:gd name="connsiteY10" fmla="*/ 39921 h 580039"/>
                <a:gd name="connsiteX11" fmla="*/ 331159 w 562008"/>
                <a:gd name="connsiteY11" fmla="*/ 24035 h 580039"/>
                <a:gd name="connsiteX12" fmla="*/ 229930 w 562008"/>
                <a:gd name="connsiteY12" fmla="*/ 580040 h 580039"/>
                <a:gd name="connsiteX13" fmla="*/ 173904 w 562008"/>
                <a:gd name="connsiteY13" fmla="*/ 559706 h 580039"/>
                <a:gd name="connsiteX14" fmla="*/ 34476 w 562008"/>
                <a:gd name="connsiteY14" fmla="*/ 444693 h 580039"/>
                <a:gd name="connsiteX15" fmla="*/ 14103 w 562008"/>
                <a:gd name="connsiteY15" fmla="*/ 311887 h 580039"/>
                <a:gd name="connsiteX16" fmla="*/ 110875 w 562008"/>
                <a:gd name="connsiteY16" fmla="*/ 146674 h 580039"/>
                <a:gd name="connsiteX17" fmla="*/ 254122 w 562008"/>
                <a:gd name="connsiteY17" fmla="*/ 25941 h 580039"/>
                <a:gd name="connsiteX18" fmla="*/ 389094 w 562008"/>
                <a:gd name="connsiteY18" fmla="*/ 21493 h 580039"/>
                <a:gd name="connsiteX19" fmla="*/ 528522 w 562008"/>
                <a:gd name="connsiteY19" fmla="*/ 136507 h 580039"/>
                <a:gd name="connsiteX20" fmla="*/ 548895 w 562008"/>
                <a:gd name="connsiteY20" fmla="*/ 268677 h 580039"/>
                <a:gd name="connsiteX21" fmla="*/ 455306 w 562008"/>
                <a:gd name="connsiteY21" fmla="*/ 434526 h 580039"/>
                <a:gd name="connsiteX22" fmla="*/ 308238 w 562008"/>
                <a:gd name="connsiteY22" fmla="*/ 555258 h 580039"/>
                <a:gd name="connsiteX23" fmla="*/ 229930 w 562008"/>
                <a:gd name="connsiteY23" fmla="*/ 580040 h 58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62008" h="580039">
                  <a:moveTo>
                    <a:pt x="331159" y="24035"/>
                  </a:moveTo>
                  <a:cubicBezTo>
                    <a:pt x="312695" y="24035"/>
                    <a:pt x="291685" y="31660"/>
                    <a:pt x="266856" y="46275"/>
                  </a:cubicBezTo>
                  <a:cubicBezTo>
                    <a:pt x="266219" y="46911"/>
                    <a:pt x="176451" y="104100"/>
                    <a:pt x="129338" y="161289"/>
                  </a:cubicBezTo>
                  <a:cubicBezTo>
                    <a:pt x="75222" y="227374"/>
                    <a:pt x="36386" y="320147"/>
                    <a:pt x="36386" y="320783"/>
                  </a:cubicBezTo>
                  <a:cubicBezTo>
                    <a:pt x="16650" y="367170"/>
                    <a:pt x="21107" y="401483"/>
                    <a:pt x="49756" y="424994"/>
                  </a:cubicBezTo>
                  <a:lnTo>
                    <a:pt x="189184" y="540008"/>
                  </a:lnTo>
                  <a:cubicBezTo>
                    <a:pt x="219744" y="565425"/>
                    <a:pt x="254122" y="555894"/>
                    <a:pt x="296142" y="533653"/>
                  </a:cubicBezTo>
                  <a:cubicBezTo>
                    <a:pt x="296142" y="533653"/>
                    <a:pt x="380181" y="482819"/>
                    <a:pt x="436843" y="418004"/>
                  </a:cubicBezTo>
                  <a:cubicBezTo>
                    <a:pt x="485229" y="362722"/>
                    <a:pt x="525339" y="260417"/>
                    <a:pt x="525975" y="259781"/>
                  </a:cubicBezTo>
                  <a:cubicBezTo>
                    <a:pt x="544438" y="208311"/>
                    <a:pt x="540618" y="178446"/>
                    <a:pt x="512605" y="154935"/>
                  </a:cubicBezTo>
                  <a:lnTo>
                    <a:pt x="373178" y="39921"/>
                  </a:lnTo>
                  <a:cubicBezTo>
                    <a:pt x="360445" y="29754"/>
                    <a:pt x="346438" y="24035"/>
                    <a:pt x="331159" y="24035"/>
                  </a:cubicBezTo>
                  <a:moveTo>
                    <a:pt x="229930" y="580040"/>
                  </a:moveTo>
                  <a:cubicBezTo>
                    <a:pt x="210830" y="580040"/>
                    <a:pt x="192367" y="574321"/>
                    <a:pt x="173904" y="559706"/>
                  </a:cubicBezTo>
                  <a:lnTo>
                    <a:pt x="34476" y="444693"/>
                  </a:lnTo>
                  <a:cubicBezTo>
                    <a:pt x="8373" y="423088"/>
                    <a:pt x="-16456" y="383055"/>
                    <a:pt x="14103" y="311887"/>
                  </a:cubicBezTo>
                  <a:cubicBezTo>
                    <a:pt x="15376" y="308074"/>
                    <a:pt x="54213" y="215301"/>
                    <a:pt x="110875" y="146674"/>
                  </a:cubicBezTo>
                  <a:cubicBezTo>
                    <a:pt x="160534" y="85672"/>
                    <a:pt x="250303" y="28483"/>
                    <a:pt x="254122" y="25941"/>
                  </a:cubicBezTo>
                  <a:cubicBezTo>
                    <a:pt x="289139" y="4972"/>
                    <a:pt x="341345" y="-17903"/>
                    <a:pt x="389094" y="21493"/>
                  </a:cubicBezTo>
                  <a:lnTo>
                    <a:pt x="528522" y="136507"/>
                  </a:lnTo>
                  <a:cubicBezTo>
                    <a:pt x="574997" y="174633"/>
                    <a:pt x="564175" y="227374"/>
                    <a:pt x="548895" y="268677"/>
                  </a:cubicBezTo>
                  <a:cubicBezTo>
                    <a:pt x="546984" y="273125"/>
                    <a:pt x="506239" y="376066"/>
                    <a:pt x="455306" y="434526"/>
                  </a:cubicBezTo>
                  <a:cubicBezTo>
                    <a:pt x="396097" y="502517"/>
                    <a:pt x="311422" y="553352"/>
                    <a:pt x="308238" y="555258"/>
                  </a:cubicBezTo>
                  <a:cubicBezTo>
                    <a:pt x="283409" y="568602"/>
                    <a:pt x="256669" y="580040"/>
                    <a:pt x="229930" y="58004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A98132C7-38E3-8746-D745-12FE41D57A7D}"/>
                </a:ext>
              </a:extLst>
            </p:cNvPr>
            <p:cNvSpPr/>
            <p:nvPr/>
          </p:nvSpPr>
          <p:spPr>
            <a:xfrm>
              <a:off x="9773527" y="4046587"/>
              <a:ext cx="42019" cy="41970"/>
            </a:xfrm>
            <a:custGeom>
              <a:avLst/>
              <a:gdLst>
                <a:gd name="connsiteX0" fmla="*/ 21009 w 42019"/>
                <a:gd name="connsiteY0" fmla="*/ 41971 h 41970"/>
                <a:gd name="connsiteX1" fmla="*/ 20373 w 42019"/>
                <a:gd name="connsiteY1" fmla="*/ 41971 h 41970"/>
                <a:gd name="connsiteX2" fmla="*/ 5729 w 42019"/>
                <a:gd name="connsiteY2" fmla="*/ 34981 h 41970"/>
                <a:gd name="connsiteX3" fmla="*/ 0 w 42019"/>
                <a:gd name="connsiteY3" fmla="*/ 19731 h 41970"/>
                <a:gd name="connsiteX4" fmla="*/ 21646 w 42019"/>
                <a:gd name="connsiteY4" fmla="*/ 32 h 41970"/>
                <a:gd name="connsiteX5" fmla="*/ 36289 w 42019"/>
                <a:gd name="connsiteY5" fmla="*/ 7022 h 41970"/>
                <a:gd name="connsiteX6" fmla="*/ 42019 w 42019"/>
                <a:gd name="connsiteY6" fmla="*/ 22272 h 41970"/>
                <a:gd name="connsiteX7" fmla="*/ 21009 w 42019"/>
                <a:gd name="connsiteY7" fmla="*/ 41971 h 41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19" h="41970">
                  <a:moveTo>
                    <a:pt x="21009" y="41971"/>
                  </a:moveTo>
                  <a:lnTo>
                    <a:pt x="20373" y="41971"/>
                  </a:lnTo>
                  <a:cubicBezTo>
                    <a:pt x="14643" y="41971"/>
                    <a:pt x="9550" y="39429"/>
                    <a:pt x="5729" y="34981"/>
                  </a:cubicBezTo>
                  <a:cubicBezTo>
                    <a:pt x="1910" y="31168"/>
                    <a:pt x="0" y="25449"/>
                    <a:pt x="0" y="19731"/>
                  </a:cubicBezTo>
                  <a:cubicBezTo>
                    <a:pt x="637" y="8293"/>
                    <a:pt x="10186" y="-603"/>
                    <a:pt x="21646" y="32"/>
                  </a:cubicBezTo>
                  <a:cubicBezTo>
                    <a:pt x="27376" y="32"/>
                    <a:pt x="32469" y="2574"/>
                    <a:pt x="36289" y="7022"/>
                  </a:cubicBezTo>
                  <a:cubicBezTo>
                    <a:pt x="40109" y="10834"/>
                    <a:pt x="42019" y="16553"/>
                    <a:pt x="42019" y="22272"/>
                  </a:cubicBezTo>
                  <a:cubicBezTo>
                    <a:pt x="42019" y="33075"/>
                    <a:pt x="32469" y="41971"/>
                    <a:pt x="21009" y="41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F3EEFF36-BE88-3CB1-F237-A7588A209DE7}"/>
                </a:ext>
              </a:extLst>
            </p:cNvPr>
            <p:cNvSpPr/>
            <p:nvPr/>
          </p:nvSpPr>
          <p:spPr>
            <a:xfrm>
              <a:off x="9886183" y="3931574"/>
              <a:ext cx="42051" cy="41335"/>
            </a:xfrm>
            <a:custGeom>
              <a:avLst/>
              <a:gdLst>
                <a:gd name="connsiteX0" fmla="*/ 20405 w 42051"/>
                <a:gd name="connsiteY0" fmla="*/ 41335 h 41335"/>
                <a:gd name="connsiteX1" fmla="*/ 19768 w 42051"/>
                <a:gd name="connsiteY1" fmla="*/ 41335 h 41335"/>
                <a:gd name="connsiteX2" fmla="*/ 32 w 42051"/>
                <a:gd name="connsiteY2" fmla="*/ 19730 h 41335"/>
                <a:gd name="connsiteX3" fmla="*/ 21679 w 42051"/>
                <a:gd name="connsiteY3" fmla="*/ 32 h 41335"/>
                <a:gd name="connsiteX4" fmla="*/ 36321 w 42051"/>
                <a:gd name="connsiteY4" fmla="*/ 7022 h 41335"/>
                <a:gd name="connsiteX5" fmla="*/ 42051 w 42051"/>
                <a:gd name="connsiteY5" fmla="*/ 22272 h 41335"/>
                <a:gd name="connsiteX6" fmla="*/ 35048 w 42051"/>
                <a:gd name="connsiteY6" fmla="*/ 36887 h 41335"/>
                <a:gd name="connsiteX7" fmla="*/ 20405 w 42051"/>
                <a:gd name="connsiteY7" fmla="*/ 41335 h 4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51" h="41335">
                  <a:moveTo>
                    <a:pt x="20405" y="41335"/>
                  </a:moveTo>
                  <a:lnTo>
                    <a:pt x="19768" y="41335"/>
                  </a:lnTo>
                  <a:cubicBezTo>
                    <a:pt x="8309" y="40700"/>
                    <a:pt x="-604" y="31168"/>
                    <a:pt x="32" y="19730"/>
                  </a:cubicBezTo>
                  <a:cubicBezTo>
                    <a:pt x="669" y="8293"/>
                    <a:pt x="10218" y="-603"/>
                    <a:pt x="21679" y="32"/>
                  </a:cubicBezTo>
                  <a:cubicBezTo>
                    <a:pt x="27409" y="32"/>
                    <a:pt x="32501" y="2574"/>
                    <a:pt x="36321" y="7022"/>
                  </a:cubicBezTo>
                  <a:cubicBezTo>
                    <a:pt x="40142" y="10834"/>
                    <a:pt x="42051" y="16553"/>
                    <a:pt x="42051" y="22272"/>
                  </a:cubicBezTo>
                  <a:cubicBezTo>
                    <a:pt x="42051" y="27991"/>
                    <a:pt x="39504" y="33075"/>
                    <a:pt x="35048" y="36887"/>
                  </a:cubicBezTo>
                  <a:cubicBezTo>
                    <a:pt x="30592" y="39429"/>
                    <a:pt x="25498" y="41335"/>
                    <a:pt x="20405" y="41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186F6BAC-4A59-30E7-D346-880D2E1C9FA4}"/>
                </a:ext>
              </a:extLst>
            </p:cNvPr>
            <p:cNvSpPr/>
            <p:nvPr/>
          </p:nvSpPr>
          <p:spPr>
            <a:xfrm>
              <a:off x="9736569" y="3890906"/>
              <a:ext cx="41446" cy="41335"/>
            </a:xfrm>
            <a:custGeom>
              <a:avLst/>
              <a:gdLst>
                <a:gd name="connsiteX0" fmla="*/ 20405 w 41446"/>
                <a:gd name="connsiteY0" fmla="*/ 41335 h 41335"/>
                <a:gd name="connsiteX1" fmla="*/ 19768 w 41446"/>
                <a:gd name="connsiteY1" fmla="*/ 41335 h 41335"/>
                <a:gd name="connsiteX2" fmla="*/ 32 w 41446"/>
                <a:gd name="connsiteY2" fmla="*/ 19731 h 41335"/>
                <a:gd name="connsiteX3" fmla="*/ 21679 w 41446"/>
                <a:gd name="connsiteY3" fmla="*/ 32 h 41335"/>
                <a:gd name="connsiteX4" fmla="*/ 41415 w 41446"/>
                <a:gd name="connsiteY4" fmla="*/ 21637 h 41335"/>
                <a:gd name="connsiteX5" fmla="*/ 34412 w 41446"/>
                <a:gd name="connsiteY5" fmla="*/ 36252 h 41335"/>
                <a:gd name="connsiteX6" fmla="*/ 20405 w 41446"/>
                <a:gd name="connsiteY6" fmla="*/ 41335 h 4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446" h="41335">
                  <a:moveTo>
                    <a:pt x="20405" y="41335"/>
                  </a:moveTo>
                  <a:lnTo>
                    <a:pt x="19768" y="41335"/>
                  </a:lnTo>
                  <a:cubicBezTo>
                    <a:pt x="8309" y="40700"/>
                    <a:pt x="-604" y="31168"/>
                    <a:pt x="32" y="19731"/>
                  </a:cubicBezTo>
                  <a:cubicBezTo>
                    <a:pt x="669" y="8293"/>
                    <a:pt x="9582" y="-603"/>
                    <a:pt x="21679" y="32"/>
                  </a:cubicBezTo>
                  <a:cubicBezTo>
                    <a:pt x="33138" y="668"/>
                    <a:pt x="42051" y="10199"/>
                    <a:pt x="41415" y="21637"/>
                  </a:cubicBezTo>
                  <a:cubicBezTo>
                    <a:pt x="41415" y="27356"/>
                    <a:pt x="38868" y="32439"/>
                    <a:pt x="34412" y="36252"/>
                  </a:cubicBezTo>
                  <a:cubicBezTo>
                    <a:pt x="30592" y="39429"/>
                    <a:pt x="25498" y="41335"/>
                    <a:pt x="20405" y="41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3C48366-798D-EECD-9E36-73F1231553BC}"/>
                </a:ext>
              </a:extLst>
            </p:cNvPr>
            <p:cNvSpPr/>
            <p:nvPr/>
          </p:nvSpPr>
          <p:spPr>
            <a:xfrm>
              <a:off x="9100969" y="4171673"/>
              <a:ext cx="596313" cy="504026"/>
            </a:xfrm>
            <a:custGeom>
              <a:avLst/>
              <a:gdLst>
                <a:gd name="connsiteX0" fmla="*/ 180423 w 596313"/>
                <a:gd name="connsiteY0" fmla="*/ 23638 h 504026"/>
                <a:gd name="connsiteX1" fmla="*/ 107208 w 596313"/>
                <a:gd name="connsiteY1" fmla="*/ 65577 h 504026"/>
                <a:gd name="connsiteX2" fmla="*/ 31445 w 596313"/>
                <a:gd name="connsiteY2" fmla="*/ 228883 h 504026"/>
                <a:gd name="connsiteX3" fmla="*/ 65188 w 596313"/>
                <a:gd name="connsiteY3" fmla="*/ 329282 h 504026"/>
                <a:gd name="connsiteX4" fmla="*/ 214166 w 596313"/>
                <a:gd name="connsiteY4" fmla="*/ 434129 h 504026"/>
                <a:gd name="connsiteX5" fmla="*/ 391792 w 596313"/>
                <a:gd name="connsiteY5" fmla="*/ 478609 h 504026"/>
                <a:gd name="connsiteX6" fmla="*/ 490474 w 596313"/>
                <a:gd name="connsiteY6" fmla="*/ 438577 h 504026"/>
                <a:gd name="connsiteX7" fmla="*/ 566236 w 596313"/>
                <a:gd name="connsiteY7" fmla="*/ 275270 h 504026"/>
                <a:gd name="connsiteX8" fmla="*/ 532494 w 596313"/>
                <a:gd name="connsiteY8" fmla="*/ 174871 h 504026"/>
                <a:gd name="connsiteX9" fmla="*/ 384789 w 596313"/>
                <a:gd name="connsiteY9" fmla="*/ 73202 h 504026"/>
                <a:gd name="connsiteX10" fmla="*/ 205253 w 596313"/>
                <a:gd name="connsiteY10" fmla="*/ 25544 h 504026"/>
                <a:gd name="connsiteX11" fmla="*/ 180423 w 596313"/>
                <a:gd name="connsiteY11" fmla="*/ 23638 h 504026"/>
                <a:gd name="connsiteX12" fmla="*/ 412802 w 596313"/>
                <a:gd name="connsiteY12" fmla="*/ 504026 h 504026"/>
                <a:gd name="connsiteX13" fmla="*/ 389246 w 596313"/>
                <a:gd name="connsiteY13" fmla="*/ 502755 h 504026"/>
                <a:gd name="connsiteX14" fmla="*/ 203342 w 596313"/>
                <a:gd name="connsiteY14" fmla="*/ 456369 h 504026"/>
                <a:gd name="connsiteX15" fmla="*/ 47362 w 596313"/>
                <a:gd name="connsiteY15" fmla="*/ 347074 h 504026"/>
                <a:gd name="connsiteX16" fmla="*/ 8526 w 596313"/>
                <a:gd name="connsiteY16" fmla="*/ 219352 h 504026"/>
                <a:gd name="connsiteX17" fmla="*/ 84288 w 596313"/>
                <a:gd name="connsiteY17" fmla="*/ 56045 h 504026"/>
                <a:gd name="connsiteX18" fmla="*/ 207799 w 596313"/>
                <a:gd name="connsiteY18" fmla="*/ 2033 h 504026"/>
                <a:gd name="connsiteX19" fmla="*/ 393703 w 596313"/>
                <a:gd name="connsiteY19" fmla="*/ 51597 h 504026"/>
                <a:gd name="connsiteX20" fmla="*/ 548411 w 596313"/>
                <a:gd name="connsiteY20" fmla="*/ 157715 h 504026"/>
                <a:gd name="connsiteX21" fmla="*/ 587246 w 596313"/>
                <a:gd name="connsiteY21" fmla="*/ 286072 h 504026"/>
                <a:gd name="connsiteX22" fmla="*/ 511484 w 596313"/>
                <a:gd name="connsiteY22" fmla="*/ 449379 h 504026"/>
                <a:gd name="connsiteX23" fmla="*/ 412802 w 596313"/>
                <a:gd name="connsiteY23" fmla="*/ 504026 h 504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96313" h="504026">
                  <a:moveTo>
                    <a:pt x="180423" y="23638"/>
                  </a:moveTo>
                  <a:cubicBezTo>
                    <a:pt x="144134" y="23638"/>
                    <a:pt x="119941" y="37618"/>
                    <a:pt x="107208" y="65577"/>
                  </a:cubicBezTo>
                  <a:lnTo>
                    <a:pt x="31445" y="228883"/>
                  </a:lnTo>
                  <a:cubicBezTo>
                    <a:pt x="14892" y="264468"/>
                    <a:pt x="32719" y="294969"/>
                    <a:pt x="65188" y="329282"/>
                  </a:cubicBezTo>
                  <a:cubicBezTo>
                    <a:pt x="65188" y="329282"/>
                    <a:pt x="136494" y="396638"/>
                    <a:pt x="214166" y="434129"/>
                  </a:cubicBezTo>
                  <a:cubicBezTo>
                    <a:pt x="280378" y="465900"/>
                    <a:pt x="390519" y="477974"/>
                    <a:pt x="391792" y="478609"/>
                  </a:cubicBezTo>
                  <a:cubicBezTo>
                    <a:pt x="446546" y="483057"/>
                    <a:pt x="475195" y="471619"/>
                    <a:pt x="490474" y="438577"/>
                  </a:cubicBezTo>
                  <a:lnTo>
                    <a:pt x="566236" y="275270"/>
                  </a:lnTo>
                  <a:cubicBezTo>
                    <a:pt x="581516" y="242227"/>
                    <a:pt x="571330" y="212362"/>
                    <a:pt x="532494" y="174871"/>
                  </a:cubicBezTo>
                  <a:cubicBezTo>
                    <a:pt x="531857" y="174236"/>
                    <a:pt x="452912" y="103067"/>
                    <a:pt x="384789" y="73202"/>
                  </a:cubicBezTo>
                  <a:cubicBezTo>
                    <a:pt x="305844" y="38253"/>
                    <a:pt x="205889" y="25544"/>
                    <a:pt x="205253" y="25544"/>
                  </a:cubicBezTo>
                  <a:cubicBezTo>
                    <a:pt x="196339" y="24273"/>
                    <a:pt x="188063" y="23638"/>
                    <a:pt x="180423" y="23638"/>
                  </a:cubicBezTo>
                  <a:moveTo>
                    <a:pt x="412802" y="504026"/>
                  </a:moveTo>
                  <a:cubicBezTo>
                    <a:pt x="405163" y="504026"/>
                    <a:pt x="396886" y="503391"/>
                    <a:pt x="389246" y="502755"/>
                  </a:cubicBezTo>
                  <a:cubicBezTo>
                    <a:pt x="384153" y="502120"/>
                    <a:pt x="273375" y="490047"/>
                    <a:pt x="203342" y="456369"/>
                  </a:cubicBezTo>
                  <a:cubicBezTo>
                    <a:pt x="121851" y="416972"/>
                    <a:pt x="50545" y="349616"/>
                    <a:pt x="47362" y="347074"/>
                  </a:cubicBezTo>
                  <a:cubicBezTo>
                    <a:pt x="14256" y="312125"/>
                    <a:pt x="-15030" y="270187"/>
                    <a:pt x="8526" y="219352"/>
                  </a:cubicBezTo>
                  <a:lnTo>
                    <a:pt x="84288" y="56045"/>
                  </a:lnTo>
                  <a:cubicBezTo>
                    <a:pt x="98294" y="25544"/>
                    <a:pt x="131401" y="-8769"/>
                    <a:pt x="207799" y="2033"/>
                  </a:cubicBezTo>
                  <a:cubicBezTo>
                    <a:pt x="211619" y="2669"/>
                    <a:pt x="312210" y="15377"/>
                    <a:pt x="393703" y="51597"/>
                  </a:cubicBezTo>
                  <a:cubicBezTo>
                    <a:pt x="465645" y="83369"/>
                    <a:pt x="545227" y="154537"/>
                    <a:pt x="548411" y="157715"/>
                  </a:cubicBezTo>
                  <a:cubicBezTo>
                    <a:pt x="577697" y="186309"/>
                    <a:pt x="613349" y="230154"/>
                    <a:pt x="587246" y="286072"/>
                  </a:cubicBezTo>
                  <a:lnTo>
                    <a:pt x="511484" y="449379"/>
                  </a:lnTo>
                  <a:cubicBezTo>
                    <a:pt x="491748" y="493859"/>
                    <a:pt x="451002" y="504026"/>
                    <a:pt x="412802" y="504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2B720C6E-DC77-193E-FAF5-51FD2217A6CC}"/>
                </a:ext>
              </a:extLst>
            </p:cNvPr>
            <p:cNvSpPr/>
            <p:nvPr/>
          </p:nvSpPr>
          <p:spPr>
            <a:xfrm>
              <a:off x="9365593" y="4452184"/>
              <a:ext cx="42330" cy="41781"/>
            </a:xfrm>
            <a:custGeom>
              <a:avLst/>
              <a:gdLst>
                <a:gd name="connsiteX0" fmla="*/ 21484 w 42330"/>
                <a:gd name="connsiteY0" fmla="*/ 41781 h 41781"/>
                <a:gd name="connsiteX1" fmla="*/ 11934 w 42330"/>
                <a:gd name="connsiteY1" fmla="*/ 39875 h 41781"/>
                <a:gd name="connsiteX2" fmla="*/ 1111 w 42330"/>
                <a:gd name="connsiteY2" fmla="*/ 27801 h 41781"/>
                <a:gd name="connsiteX3" fmla="*/ 2384 w 42330"/>
                <a:gd name="connsiteY3" fmla="*/ 11916 h 41781"/>
                <a:gd name="connsiteX4" fmla="*/ 14480 w 42330"/>
                <a:gd name="connsiteY4" fmla="*/ 1113 h 41781"/>
                <a:gd name="connsiteX5" fmla="*/ 14480 w 42330"/>
                <a:gd name="connsiteY5" fmla="*/ 1113 h 41781"/>
                <a:gd name="connsiteX6" fmla="*/ 41220 w 42330"/>
                <a:gd name="connsiteY6" fmla="*/ 14458 h 41781"/>
                <a:gd name="connsiteX7" fmla="*/ 39947 w 42330"/>
                <a:gd name="connsiteY7" fmla="*/ 30343 h 41781"/>
                <a:gd name="connsiteX8" fmla="*/ 27850 w 42330"/>
                <a:gd name="connsiteY8" fmla="*/ 41146 h 41781"/>
                <a:gd name="connsiteX9" fmla="*/ 21484 w 42330"/>
                <a:gd name="connsiteY9" fmla="*/ 41781 h 41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330" h="41781">
                  <a:moveTo>
                    <a:pt x="21484" y="41781"/>
                  </a:moveTo>
                  <a:cubicBezTo>
                    <a:pt x="18300" y="41781"/>
                    <a:pt x="15117" y="41146"/>
                    <a:pt x="11934" y="39875"/>
                  </a:cubicBezTo>
                  <a:cubicBezTo>
                    <a:pt x="6841" y="37333"/>
                    <a:pt x="3020" y="32885"/>
                    <a:pt x="1111" y="27801"/>
                  </a:cubicBezTo>
                  <a:cubicBezTo>
                    <a:pt x="-799" y="22718"/>
                    <a:pt x="-163" y="16999"/>
                    <a:pt x="2384" y="11916"/>
                  </a:cubicBezTo>
                  <a:cubicBezTo>
                    <a:pt x="4931" y="6832"/>
                    <a:pt x="9387" y="3020"/>
                    <a:pt x="14480" y="1113"/>
                  </a:cubicBezTo>
                  <a:lnTo>
                    <a:pt x="14480" y="1113"/>
                  </a:lnTo>
                  <a:cubicBezTo>
                    <a:pt x="25303" y="-2699"/>
                    <a:pt x="37400" y="3655"/>
                    <a:pt x="41220" y="14458"/>
                  </a:cubicBezTo>
                  <a:cubicBezTo>
                    <a:pt x="43130" y="19541"/>
                    <a:pt x="42493" y="25260"/>
                    <a:pt x="39947" y="30343"/>
                  </a:cubicBezTo>
                  <a:cubicBezTo>
                    <a:pt x="37400" y="35427"/>
                    <a:pt x="32944" y="39239"/>
                    <a:pt x="27850" y="41146"/>
                  </a:cubicBezTo>
                  <a:cubicBezTo>
                    <a:pt x="25941" y="41781"/>
                    <a:pt x="23394" y="41781"/>
                    <a:pt x="21484" y="4178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5C187E7E-0767-C994-E3F7-920DE14102BD}"/>
                </a:ext>
              </a:extLst>
            </p:cNvPr>
            <p:cNvSpPr/>
            <p:nvPr/>
          </p:nvSpPr>
          <p:spPr>
            <a:xfrm>
              <a:off x="9274546" y="4320014"/>
              <a:ext cx="42335" cy="41781"/>
            </a:xfrm>
            <a:custGeom>
              <a:avLst/>
              <a:gdLst>
                <a:gd name="connsiteX0" fmla="*/ 20852 w 42335"/>
                <a:gd name="connsiteY0" fmla="*/ 41781 h 41781"/>
                <a:gd name="connsiteX1" fmla="*/ 1115 w 42335"/>
                <a:gd name="connsiteY1" fmla="*/ 27802 h 41781"/>
                <a:gd name="connsiteX2" fmla="*/ 14485 w 42335"/>
                <a:gd name="connsiteY2" fmla="*/ 1113 h 41781"/>
                <a:gd name="connsiteX3" fmla="*/ 14485 w 42335"/>
                <a:gd name="connsiteY3" fmla="*/ 1113 h 41781"/>
                <a:gd name="connsiteX4" fmla="*/ 41225 w 42335"/>
                <a:gd name="connsiteY4" fmla="*/ 14457 h 41781"/>
                <a:gd name="connsiteX5" fmla="*/ 39951 w 42335"/>
                <a:gd name="connsiteY5" fmla="*/ 30343 h 41781"/>
                <a:gd name="connsiteX6" fmla="*/ 27855 w 42335"/>
                <a:gd name="connsiteY6" fmla="*/ 41146 h 41781"/>
                <a:gd name="connsiteX7" fmla="*/ 20852 w 42335"/>
                <a:gd name="connsiteY7" fmla="*/ 41781 h 41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335" h="41781">
                  <a:moveTo>
                    <a:pt x="20852" y="41781"/>
                  </a:moveTo>
                  <a:cubicBezTo>
                    <a:pt x="11939" y="41781"/>
                    <a:pt x="3662" y="36062"/>
                    <a:pt x="1115" y="27802"/>
                  </a:cubicBezTo>
                  <a:cubicBezTo>
                    <a:pt x="-2704" y="16999"/>
                    <a:pt x="3662" y="4926"/>
                    <a:pt x="14485" y="1113"/>
                  </a:cubicBezTo>
                  <a:lnTo>
                    <a:pt x="14485" y="1113"/>
                  </a:lnTo>
                  <a:cubicBezTo>
                    <a:pt x="25309" y="-2699"/>
                    <a:pt x="37405" y="3655"/>
                    <a:pt x="41225" y="14457"/>
                  </a:cubicBezTo>
                  <a:cubicBezTo>
                    <a:pt x="43135" y="19541"/>
                    <a:pt x="42498" y="25260"/>
                    <a:pt x="39951" y="30343"/>
                  </a:cubicBezTo>
                  <a:cubicBezTo>
                    <a:pt x="37405" y="35427"/>
                    <a:pt x="32948" y="39239"/>
                    <a:pt x="27855" y="41146"/>
                  </a:cubicBezTo>
                  <a:cubicBezTo>
                    <a:pt x="25309" y="41781"/>
                    <a:pt x="22762" y="41781"/>
                    <a:pt x="20852" y="4178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2A433DA9-61ED-A00A-0B7E-F1B590C9461F}"/>
                </a:ext>
              </a:extLst>
            </p:cNvPr>
            <p:cNvSpPr/>
            <p:nvPr/>
          </p:nvSpPr>
          <p:spPr>
            <a:xfrm>
              <a:off x="10314685" y="4628042"/>
              <a:ext cx="709871" cy="97856"/>
            </a:xfrm>
            <a:custGeom>
              <a:avLst/>
              <a:gdLst>
                <a:gd name="connsiteX0" fmla="*/ 697775 w 709871"/>
                <a:gd name="connsiteY0" fmla="*/ 97857 h 97856"/>
                <a:gd name="connsiteX1" fmla="*/ 685678 w 709871"/>
                <a:gd name="connsiteY1" fmla="*/ 85784 h 97856"/>
                <a:gd name="connsiteX2" fmla="*/ 632836 w 709871"/>
                <a:gd name="connsiteY2" fmla="*/ 24146 h 97856"/>
                <a:gd name="connsiteX3" fmla="*/ 77035 w 709871"/>
                <a:gd name="connsiteY3" fmla="*/ 24146 h 97856"/>
                <a:gd name="connsiteX4" fmla="*/ 24192 w 709871"/>
                <a:gd name="connsiteY4" fmla="*/ 85784 h 97856"/>
                <a:gd name="connsiteX5" fmla="*/ 12096 w 709871"/>
                <a:gd name="connsiteY5" fmla="*/ 97857 h 97856"/>
                <a:gd name="connsiteX6" fmla="*/ 0 w 709871"/>
                <a:gd name="connsiteY6" fmla="*/ 85784 h 97856"/>
                <a:gd name="connsiteX7" fmla="*/ 77035 w 709871"/>
                <a:gd name="connsiteY7" fmla="*/ 0 h 97856"/>
                <a:gd name="connsiteX8" fmla="*/ 632836 w 709871"/>
                <a:gd name="connsiteY8" fmla="*/ 0 h 97856"/>
                <a:gd name="connsiteX9" fmla="*/ 709872 w 709871"/>
                <a:gd name="connsiteY9" fmla="*/ 85784 h 97856"/>
                <a:gd name="connsiteX10" fmla="*/ 697775 w 709871"/>
                <a:gd name="connsiteY10" fmla="*/ 97857 h 97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9871" h="97856">
                  <a:moveTo>
                    <a:pt x="697775" y="97857"/>
                  </a:moveTo>
                  <a:cubicBezTo>
                    <a:pt x="690772" y="97857"/>
                    <a:pt x="685678" y="92138"/>
                    <a:pt x="685678" y="85784"/>
                  </a:cubicBezTo>
                  <a:cubicBezTo>
                    <a:pt x="685678" y="52105"/>
                    <a:pt x="662122" y="24146"/>
                    <a:pt x="632836" y="24146"/>
                  </a:cubicBezTo>
                  <a:lnTo>
                    <a:pt x="77035" y="24146"/>
                  </a:lnTo>
                  <a:cubicBezTo>
                    <a:pt x="47749" y="24146"/>
                    <a:pt x="24192" y="51470"/>
                    <a:pt x="24192" y="85784"/>
                  </a:cubicBezTo>
                  <a:cubicBezTo>
                    <a:pt x="24192" y="92773"/>
                    <a:pt x="18462" y="97857"/>
                    <a:pt x="12096" y="97857"/>
                  </a:cubicBezTo>
                  <a:cubicBezTo>
                    <a:pt x="5093" y="97857"/>
                    <a:pt x="0" y="92138"/>
                    <a:pt x="0" y="85784"/>
                  </a:cubicBezTo>
                  <a:cubicBezTo>
                    <a:pt x="0" y="38762"/>
                    <a:pt x="34379" y="0"/>
                    <a:pt x="77035" y="0"/>
                  </a:cubicBezTo>
                  <a:lnTo>
                    <a:pt x="632836" y="0"/>
                  </a:lnTo>
                  <a:cubicBezTo>
                    <a:pt x="675492" y="0"/>
                    <a:pt x="709872" y="38126"/>
                    <a:pt x="709872" y="85784"/>
                  </a:cubicBezTo>
                  <a:cubicBezTo>
                    <a:pt x="709872" y="92138"/>
                    <a:pt x="704142" y="97857"/>
                    <a:pt x="697775" y="978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C73417CA-1C75-3084-8B2E-7EE6E1F18F07}"/>
                </a:ext>
              </a:extLst>
            </p:cNvPr>
            <p:cNvSpPr/>
            <p:nvPr/>
          </p:nvSpPr>
          <p:spPr>
            <a:xfrm>
              <a:off x="10234466" y="4772920"/>
              <a:ext cx="856302" cy="24146"/>
            </a:xfrm>
            <a:custGeom>
              <a:avLst/>
              <a:gdLst>
                <a:gd name="connsiteX0" fmla="*/ 844207 w 856302"/>
                <a:gd name="connsiteY0" fmla="*/ 24147 h 24146"/>
                <a:gd name="connsiteX1" fmla="*/ 12097 w 856302"/>
                <a:gd name="connsiteY1" fmla="*/ 24147 h 24146"/>
                <a:gd name="connsiteX2" fmla="*/ 0 w 856302"/>
                <a:gd name="connsiteY2" fmla="*/ 12073 h 24146"/>
                <a:gd name="connsiteX3" fmla="*/ 12097 w 856302"/>
                <a:gd name="connsiteY3" fmla="*/ 0 h 24146"/>
                <a:gd name="connsiteX4" fmla="*/ 844207 w 856302"/>
                <a:gd name="connsiteY4" fmla="*/ 0 h 24146"/>
                <a:gd name="connsiteX5" fmla="*/ 856302 w 856302"/>
                <a:gd name="connsiteY5" fmla="*/ 12073 h 24146"/>
                <a:gd name="connsiteX6" fmla="*/ 844207 w 856302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6302" h="24146">
                  <a:moveTo>
                    <a:pt x="844207" y="24147"/>
                  </a:moveTo>
                  <a:lnTo>
                    <a:pt x="12097" y="24147"/>
                  </a:lnTo>
                  <a:cubicBezTo>
                    <a:pt x="5094" y="24147"/>
                    <a:pt x="0" y="18428"/>
                    <a:pt x="0" y="12073"/>
                  </a:cubicBezTo>
                  <a:cubicBezTo>
                    <a:pt x="0" y="5084"/>
                    <a:pt x="5730" y="0"/>
                    <a:pt x="12097" y="0"/>
                  </a:cubicBezTo>
                  <a:lnTo>
                    <a:pt x="844207" y="0"/>
                  </a:lnTo>
                  <a:cubicBezTo>
                    <a:pt x="851210" y="0"/>
                    <a:pt x="856302" y="5719"/>
                    <a:pt x="856302" y="12073"/>
                  </a:cubicBezTo>
                  <a:cubicBezTo>
                    <a:pt x="856302" y="18428"/>
                    <a:pt x="851210" y="24147"/>
                    <a:pt x="844207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89494A79-07B6-CFFF-4644-FEDC3558E84A}"/>
                </a:ext>
              </a:extLst>
            </p:cNvPr>
            <p:cNvSpPr/>
            <p:nvPr/>
          </p:nvSpPr>
          <p:spPr>
            <a:xfrm>
              <a:off x="10149791" y="3570044"/>
              <a:ext cx="1040932" cy="220495"/>
            </a:xfrm>
            <a:custGeom>
              <a:avLst/>
              <a:gdLst>
                <a:gd name="connsiteX0" fmla="*/ 1027563 w 1040932"/>
                <a:gd name="connsiteY0" fmla="*/ 220496 h 220495"/>
                <a:gd name="connsiteX1" fmla="*/ 1015467 w 1040932"/>
                <a:gd name="connsiteY1" fmla="*/ 208422 h 220495"/>
                <a:gd name="connsiteX2" fmla="*/ 1015467 w 1040932"/>
                <a:gd name="connsiteY2" fmla="*/ 142337 h 220495"/>
                <a:gd name="connsiteX3" fmla="*/ 902778 w 1040932"/>
                <a:gd name="connsiteY3" fmla="*/ 24146 h 220495"/>
                <a:gd name="connsiteX4" fmla="*/ 136881 w 1040932"/>
                <a:gd name="connsiteY4" fmla="*/ 24146 h 220495"/>
                <a:gd name="connsiteX5" fmla="*/ 24192 w 1040932"/>
                <a:gd name="connsiteY5" fmla="*/ 142337 h 220495"/>
                <a:gd name="connsiteX6" fmla="*/ 24192 w 1040932"/>
                <a:gd name="connsiteY6" fmla="*/ 208422 h 220495"/>
                <a:gd name="connsiteX7" fmla="*/ 12097 w 1040932"/>
                <a:gd name="connsiteY7" fmla="*/ 220496 h 220495"/>
                <a:gd name="connsiteX8" fmla="*/ 0 w 1040932"/>
                <a:gd name="connsiteY8" fmla="*/ 208422 h 220495"/>
                <a:gd name="connsiteX9" fmla="*/ 0 w 1040932"/>
                <a:gd name="connsiteY9" fmla="*/ 142337 h 220495"/>
                <a:gd name="connsiteX10" fmla="*/ 137518 w 1040932"/>
                <a:gd name="connsiteY10" fmla="*/ 0 h 220495"/>
                <a:gd name="connsiteX11" fmla="*/ 903415 w 1040932"/>
                <a:gd name="connsiteY11" fmla="*/ 0 h 220495"/>
                <a:gd name="connsiteX12" fmla="*/ 1040933 w 1040932"/>
                <a:gd name="connsiteY12" fmla="*/ 142337 h 220495"/>
                <a:gd name="connsiteX13" fmla="*/ 1040933 w 1040932"/>
                <a:gd name="connsiteY13" fmla="*/ 208422 h 220495"/>
                <a:gd name="connsiteX14" fmla="*/ 1027563 w 1040932"/>
                <a:gd name="connsiteY14" fmla="*/ 220496 h 220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40932" h="220495">
                  <a:moveTo>
                    <a:pt x="1027563" y="220496"/>
                  </a:moveTo>
                  <a:cubicBezTo>
                    <a:pt x="1020559" y="220496"/>
                    <a:pt x="1015467" y="214777"/>
                    <a:pt x="1015467" y="208422"/>
                  </a:cubicBezTo>
                  <a:lnTo>
                    <a:pt x="1015467" y="142337"/>
                  </a:lnTo>
                  <a:cubicBezTo>
                    <a:pt x="1015467" y="77523"/>
                    <a:pt x="964534" y="24146"/>
                    <a:pt x="902778" y="24146"/>
                  </a:cubicBezTo>
                  <a:lnTo>
                    <a:pt x="136881" y="24146"/>
                  </a:lnTo>
                  <a:cubicBezTo>
                    <a:pt x="74488" y="24146"/>
                    <a:pt x="24192" y="76888"/>
                    <a:pt x="24192" y="142337"/>
                  </a:cubicBezTo>
                  <a:lnTo>
                    <a:pt x="24192" y="208422"/>
                  </a:lnTo>
                  <a:cubicBezTo>
                    <a:pt x="24192" y="215412"/>
                    <a:pt x="18463" y="220496"/>
                    <a:pt x="12097" y="220496"/>
                  </a:cubicBezTo>
                  <a:cubicBezTo>
                    <a:pt x="5093" y="220496"/>
                    <a:pt x="0" y="214777"/>
                    <a:pt x="0" y="208422"/>
                  </a:cubicBezTo>
                  <a:lnTo>
                    <a:pt x="0" y="142337"/>
                  </a:lnTo>
                  <a:cubicBezTo>
                    <a:pt x="0" y="63543"/>
                    <a:pt x="61755" y="0"/>
                    <a:pt x="137518" y="0"/>
                  </a:cubicBezTo>
                  <a:lnTo>
                    <a:pt x="903415" y="0"/>
                  </a:lnTo>
                  <a:cubicBezTo>
                    <a:pt x="979177" y="0"/>
                    <a:pt x="1040933" y="63543"/>
                    <a:pt x="1040933" y="142337"/>
                  </a:cubicBezTo>
                  <a:lnTo>
                    <a:pt x="1040933" y="208422"/>
                  </a:lnTo>
                  <a:cubicBezTo>
                    <a:pt x="1040296" y="214777"/>
                    <a:pt x="1034566" y="220496"/>
                    <a:pt x="1027563" y="2204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3E376481-8E4F-7796-E111-D5B64B7DEF89}"/>
                </a:ext>
              </a:extLst>
            </p:cNvPr>
            <p:cNvSpPr/>
            <p:nvPr/>
          </p:nvSpPr>
          <p:spPr>
            <a:xfrm>
              <a:off x="10230585" y="3722352"/>
              <a:ext cx="875659" cy="939367"/>
            </a:xfrm>
            <a:custGeom>
              <a:avLst/>
              <a:gdLst>
                <a:gd name="connsiteX0" fmla="*/ 734125 w 875659"/>
                <a:gd name="connsiteY0" fmla="*/ 939368 h 939367"/>
                <a:gd name="connsiteX1" fmla="*/ 142672 w 875659"/>
                <a:gd name="connsiteY1" fmla="*/ 939368 h 939367"/>
                <a:gd name="connsiteX2" fmla="*/ 130575 w 875659"/>
                <a:gd name="connsiteY2" fmla="*/ 929201 h 939367"/>
                <a:gd name="connsiteX3" fmla="*/ 60 w 875659"/>
                <a:gd name="connsiteY3" fmla="*/ 14176 h 939367"/>
                <a:gd name="connsiteX4" fmla="*/ 10247 w 875659"/>
                <a:gd name="connsiteY4" fmla="*/ 196 h 939367"/>
                <a:gd name="connsiteX5" fmla="*/ 24254 w 875659"/>
                <a:gd name="connsiteY5" fmla="*/ 10363 h 939367"/>
                <a:gd name="connsiteX6" fmla="*/ 152858 w 875659"/>
                <a:gd name="connsiteY6" fmla="*/ 914586 h 939367"/>
                <a:gd name="connsiteX7" fmla="*/ 722665 w 875659"/>
                <a:gd name="connsiteY7" fmla="*/ 914586 h 939367"/>
                <a:gd name="connsiteX8" fmla="*/ 851270 w 875659"/>
                <a:gd name="connsiteY8" fmla="*/ 10363 h 939367"/>
                <a:gd name="connsiteX9" fmla="*/ 865276 w 875659"/>
                <a:gd name="connsiteY9" fmla="*/ 196 h 939367"/>
                <a:gd name="connsiteX10" fmla="*/ 875463 w 875659"/>
                <a:gd name="connsiteY10" fmla="*/ 14176 h 939367"/>
                <a:gd name="connsiteX11" fmla="*/ 744948 w 875659"/>
                <a:gd name="connsiteY11" fmla="*/ 929201 h 939367"/>
                <a:gd name="connsiteX12" fmla="*/ 734125 w 875659"/>
                <a:gd name="connsiteY12" fmla="*/ 939368 h 93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5659" h="939367">
                  <a:moveTo>
                    <a:pt x="734125" y="939368"/>
                  </a:moveTo>
                  <a:lnTo>
                    <a:pt x="142672" y="939368"/>
                  </a:lnTo>
                  <a:cubicBezTo>
                    <a:pt x="136305" y="939368"/>
                    <a:pt x="131211" y="934920"/>
                    <a:pt x="130575" y="929201"/>
                  </a:cubicBezTo>
                  <a:lnTo>
                    <a:pt x="60" y="14176"/>
                  </a:lnTo>
                  <a:cubicBezTo>
                    <a:pt x="-576" y="7821"/>
                    <a:pt x="3880" y="1467"/>
                    <a:pt x="10247" y="196"/>
                  </a:cubicBezTo>
                  <a:cubicBezTo>
                    <a:pt x="17251" y="-1075"/>
                    <a:pt x="22980" y="4009"/>
                    <a:pt x="24254" y="10363"/>
                  </a:cubicBezTo>
                  <a:lnTo>
                    <a:pt x="152858" y="914586"/>
                  </a:lnTo>
                  <a:lnTo>
                    <a:pt x="722665" y="914586"/>
                  </a:lnTo>
                  <a:lnTo>
                    <a:pt x="851270" y="10363"/>
                  </a:lnTo>
                  <a:cubicBezTo>
                    <a:pt x="851907" y="4009"/>
                    <a:pt x="858273" y="-1075"/>
                    <a:pt x="865276" y="196"/>
                  </a:cubicBezTo>
                  <a:cubicBezTo>
                    <a:pt x="871643" y="832"/>
                    <a:pt x="876736" y="7186"/>
                    <a:pt x="875463" y="14176"/>
                  </a:cubicBezTo>
                  <a:lnTo>
                    <a:pt x="744948" y="929201"/>
                  </a:lnTo>
                  <a:cubicBezTo>
                    <a:pt x="745585" y="934920"/>
                    <a:pt x="740492" y="939368"/>
                    <a:pt x="734125" y="9393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94A55A99-00A2-B60C-3D16-6CC558E3C02C}"/>
                </a:ext>
              </a:extLst>
            </p:cNvPr>
            <p:cNvSpPr/>
            <p:nvPr/>
          </p:nvSpPr>
          <p:spPr>
            <a:xfrm>
              <a:off x="10317231" y="3422623"/>
              <a:ext cx="443113" cy="244642"/>
            </a:xfrm>
            <a:custGeom>
              <a:avLst/>
              <a:gdLst>
                <a:gd name="connsiteX0" fmla="*/ 429743 w 443113"/>
                <a:gd name="connsiteY0" fmla="*/ 244642 h 244642"/>
                <a:gd name="connsiteX1" fmla="*/ 417647 w 443113"/>
                <a:gd name="connsiteY1" fmla="*/ 232569 h 244642"/>
                <a:gd name="connsiteX2" fmla="*/ 220920 w 443113"/>
                <a:gd name="connsiteY2" fmla="*/ 24782 h 244642"/>
                <a:gd name="connsiteX3" fmla="*/ 24193 w 443113"/>
                <a:gd name="connsiteY3" fmla="*/ 232569 h 244642"/>
                <a:gd name="connsiteX4" fmla="*/ 12097 w 443113"/>
                <a:gd name="connsiteY4" fmla="*/ 244642 h 244642"/>
                <a:gd name="connsiteX5" fmla="*/ 0 w 443113"/>
                <a:gd name="connsiteY5" fmla="*/ 232569 h 244642"/>
                <a:gd name="connsiteX6" fmla="*/ 221557 w 443113"/>
                <a:gd name="connsiteY6" fmla="*/ 0 h 244642"/>
                <a:gd name="connsiteX7" fmla="*/ 443113 w 443113"/>
                <a:gd name="connsiteY7" fmla="*/ 232569 h 244642"/>
                <a:gd name="connsiteX8" fmla="*/ 429743 w 443113"/>
                <a:gd name="connsiteY8" fmla="*/ 244642 h 24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3113" h="244642">
                  <a:moveTo>
                    <a:pt x="429743" y="244642"/>
                  </a:moveTo>
                  <a:cubicBezTo>
                    <a:pt x="422740" y="244642"/>
                    <a:pt x="417647" y="238923"/>
                    <a:pt x="417647" y="232569"/>
                  </a:cubicBezTo>
                  <a:cubicBezTo>
                    <a:pt x="417647" y="117555"/>
                    <a:pt x="329152" y="24782"/>
                    <a:pt x="220920" y="24782"/>
                  </a:cubicBezTo>
                  <a:cubicBezTo>
                    <a:pt x="112689" y="24782"/>
                    <a:pt x="24193" y="118191"/>
                    <a:pt x="24193" y="232569"/>
                  </a:cubicBezTo>
                  <a:cubicBezTo>
                    <a:pt x="24193" y="239559"/>
                    <a:pt x="18463" y="244642"/>
                    <a:pt x="12097" y="244642"/>
                  </a:cubicBezTo>
                  <a:cubicBezTo>
                    <a:pt x="5094" y="244642"/>
                    <a:pt x="0" y="238923"/>
                    <a:pt x="0" y="232569"/>
                  </a:cubicBezTo>
                  <a:cubicBezTo>
                    <a:pt x="0" y="104211"/>
                    <a:pt x="99319" y="0"/>
                    <a:pt x="221557" y="0"/>
                  </a:cubicBezTo>
                  <a:cubicBezTo>
                    <a:pt x="343794" y="0"/>
                    <a:pt x="443113" y="104211"/>
                    <a:pt x="443113" y="232569"/>
                  </a:cubicBezTo>
                  <a:cubicBezTo>
                    <a:pt x="442476" y="238923"/>
                    <a:pt x="436747" y="244642"/>
                    <a:pt x="429743" y="2446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BCB0945E-BC69-F74E-82C2-4D8899C8D6F5}"/>
                </a:ext>
              </a:extLst>
            </p:cNvPr>
            <p:cNvSpPr/>
            <p:nvPr/>
          </p:nvSpPr>
          <p:spPr>
            <a:xfrm>
              <a:off x="10352884" y="3727631"/>
              <a:ext cx="632835" cy="24146"/>
            </a:xfrm>
            <a:custGeom>
              <a:avLst/>
              <a:gdLst>
                <a:gd name="connsiteX0" fmla="*/ 620740 w 632835"/>
                <a:gd name="connsiteY0" fmla="*/ 24147 h 24146"/>
                <a:gd name="connsiteX1" fmla="*/ 12096 w 632835"/>
                <a:gd name="connsiteY1" fmla="*/ 24147 h 24146"/>
                <a:gd name="connsiteX2" fmla="*/ 0 w 632835"/>
                <a:gd name="connsiteY2" fmla="*/ 12073 h 24146"/>
                <a:gd name="connsiteX3" fmla="*/ 12096 w 632835"/>
                <a:gd name="connsiteY3" fmla="*/ 0 h 24146"/>
                <a:gd name="connsiteX4" fmla="*/ 620740 w 632835"/>
                <a:gd name="connsiteY4" fmla="*/ 0 h 24146"/>
                <a:gd name="connsiteX5" fmla="*/ 632836 w 632835"/>
                <a:gd name="connsiteY5" fmla="*/ 12073 h 24146"/>
                <a:gd name="connsiteX6" fmla="*/ 620740 w 6328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2835" h="24146">
                  <a:moveTo>
                    <a:pt x="620740" y="24147"/>
                  </a:moveTo>
                  <a:lnTo>
                    <a:pt x="12096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29" y="0"/>
                    <a:pt x="12096" y="0"/>
                  </a:cubicBezTo>
                  <a:lnTo>
                    <a:pt x="620740" y="0"/>
                  </a:lnTo>
                  <a:cubicBezTo>
                    <a:pt x="627743" y="0"/>
                    <a:pt x="632836" y="5719"/>
                    <a:pt x="632836" y="12073"/>
                  </a:cubicBezTo>
                  <a:cubicBezTo>
                    <a:pt x="632836" y="18428"/>
                    <a:pt x="627743" y="24147"/>
                    <a:pt x="620740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CB780B53-8005-4AE8-D49B-781C864FFAB4}"/>
                </a:ext>
              </a:extLst>
            </p:cNvPr>
            <p:cNvSpPr/>
            <p:nvPr/>
          </p:nvSpPr>
          <p:spPr>
            <a:xfrm>
              <a:off x="10831793" y="3093611"/>
              <a:ext cx="372157" cy="372221"/>
            </a:xfrm>
            <a:custGeom>
              <a:avLst/>
              <a:gdLst>
                <a:gd name="connsiteX0" fmla="*/ 11953 w 372157"/>
                <a:gd name="connsiteY0" fmla="*/ 372221 h 372221"/>
                <a:gd name="connsiteX1" fmla="*/ 8770 w 372157"/>
                <a:gd name="connsiteY1" fmla="*/ 371586 h 372221"/>
                <a:gd name="connsiteX2" fmla="*/ 493 w 372157"/>
                <a:gd name="connsiteY2" fmla="*/ 356336 h 372221"/>
                <a:gd name="connsiteX3" fmla="*/ 61612 w 372157"/>
                <a:gd name="connsiteY3" fmla="*/ 144736 h 372221"/>
                <a:gd name="connsiteX4" fmla="*/ 141831 w 372157"/>
                <a:gd name="connsiteY4" fmla="*/ 64036 h 372221"/>
                <a:gd name="connsiteX5" fmla="*/ 356384 w 372157"/>
                <a:gd name="connsiteY5" fmla="*/ 492 h 372221"/>
                <a:gd name="connsiteX6" fmla="*/ 371664 w 372157"/>
                <a:gd name="connsiteY6" fmla="*/ 8753 h 372221"/>
                <a:gd name="connsiteX7" fmla="*/ 363387 w 372157"/>
                <a:gd name="connsiteY7" fmla="*/ 24003 h 372221"/>
                <a:gd name="connsiteX8" fmla="*/ 148834 w 372157"/>
                <a:gd name="connsiteY8" fmla="*/ 87547 h 372221"/>
                <a:gd name="connsiteX9" fmla="*/ 85169 w 372157"/>
                <a:gd name="connsiteY9" fmla="*/ 151726 h 372221"/>
                <a:gd name="connsiteX10" fmla="*/ 24050 w 372157"/>
                <a:gd name="connsiteY10" fmla="*/ 363325 h 372221"/>
                <a:gd name="connsiteX11" fmla="*/ 11953 w 372157"/>
                <a:gd name="connsiteY11" fmla="*/ 372221 h 372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157" h="372221">
                  <a:moveTo>
                    <a:pt x="11953" y="372221"/>
                  </a:moveTo>
                  <a:cubicBezTo>
                    <a:pt x="10680" y="372221"/>
                    <a:pt x="9407" y="372221"/>
                    <a:pt x="8770" y="371586"/>
                  </a:cubicBezTo>
                  <a:cubicBezTo>
                    <a:pt x="2403" y="369680"/>
                    <a:pt x="-1416" y="362690"/>
                    <a:pt x="493" y="356336"/>
                  </a:cubicBezTo>
                  <a:lnTo>
                    <a:pt x="61612" y="144736"/>
                  </a:lnTo>
                  <a:cubicBezTo>
                    <a:pt x="73072" y="105339"/>
                    <a:pt x="102995" y="75474"/>
                    <a:pt x="141831" y="64036"/>
                  </a:cubicBezTo>
                  <a:lnTo>
                    <a:pt x="356384" y="492"/>
                  </a:lnTo>
                  <a:cubicBezTo>
                    <a:pt x="362751" y="-1414"/>
                    <a:pt x="369754" y="2399"/>
                    <a:pt x="371664" y="8753"/>
                  </a:cubicBezTo>
                  <a:cubicBezTo>
                    <a:pt x="373574" y="15107"/>
                    <a:pt x="369754" y="22097"/>
                    <a:pt x="363387" y="24003"/>
                  </a:cubicBezTo>
                  <a:lnTo>
                    <a:pt x="148834" y="87547"/>
                  </a:lnTo>
                  <a:cubicBezTo>
                    <a:pt x="117638" y="97078"/>
                    <a:pt x="94082" y="120589"/>
                    <a:pt x="85169" y="151726"/>
                  </a:cubicBezTo>
                  <a:lnTo>
                    <a:pt x="24050" y="363325"/>
                  </a:lnTo>
                  <a:cubicBezTo>
                    <a:pt x="22140" y="369044"/>
                    <a:pt x="17683" y="372221"/>
                    <a:pt x="11953" y="37222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67B41F03-878F-F910-6E2C-47A152301D5D}"/>
                </a:ext>
              </a:extLst>
            </p:cNvPr>
            <p:cNvSpPr/>
            <p:nvPr/>
          </p:nvSpPr>
          <p:spPr>
            <a:xfrm>
              <a:off x="10548337" y="3336839"/>
              <a:ext cx="443112" cy="244642"/>
            </a:xfrm>
            <a:custGeom>
              <a:avLst/>
              <a:gdLst>
                <a:gd name="connsiteX0" fmla="*/ 429743 w 443112"/>
                <a:gd name="connsiteY0" fmla="*/ 244642 h 244642"/>
                <a:gd name="connsiteX1" fmla="*/ 417646 w 443112"/>
                <a:gd name="connsiteY1" fmla="*/ 232569 h 244642"/>
                <a:gd name="connsiteX2" fmla="*/ 220919 w 443112"/>
                <a:gd name="connsiteY2" fmla="*/ 24782 h 244642"/>
                <a:gd name="connsiteX3" fmla="*/ 24193 w 443112"/>
                <a:gd name="connsiteY3" fmla="*/ 232569 h 244642"/>
                <a:gd name="connsiteX4" fmla="*/ 12097 w 443112"/>
                <a:gd name="connsiteY4" fmla="*/ 244642 h 244642"/>
                <a:gd name="connsiteX5" fmla="*/ 0 w 443112"/>
                <a:gd name="connsiteY5" fmla="*/ 232569 h 244642"/>
                <a:gd name="connsiteX6" fmla="*/ 221557 w 443112"/>
                <a:gd name="connsiteY6" fmla="*/ 0 h 244642"/>
                <a:gd name="connsiteX7" fmla="*/ 443113 w 443112"/>
                <a:gd name="connsiteY7" fmla="*/ 232569 h 244642"/>
                <a:gd name="connsiteX8" fmla="*/ 429743 w 443112"/>
                <a:gd name="connsiteY8" fmla="*/ 244642 h 24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3112" h="244642">
                  <a:moveTo>
                    <a:pt x="429743" y="244642"/>
                  </a:moveTo>
                  <a:cubicBezTo>
                    <a:pt x="422740" y="244642"/>
                    <a:pt x="417646" y="238923"/>
                    <a:pt x="417646" y="232569"/>
                  </a:cubicBezTo>
                  <a:cubicBezTo>
                    <a:pt x="417646" y="117555"/>
                    <a:pt x="329151" y="24782"/>
                    <a:pt x="220919" y="24782"/>
                  </a:cubicBezTo>
                  <a:cubicBezTo>
                    <a:pt x="112688" y="24782"/>
                    <a:pt x="24193" y="118191"/>
                    <a:pt x="24193" y="232569"/>
                  </a:cubicBezTo>
                  <a:cubicBezTo>
                    <a:pt x="24193" y="239559"/>
                    <a:pt x="18463" y="244642"/>
                    <a:pt x="12097" y="244642"/>
                  </a:cubicBezTo>
                  <a:cubicBezTo>
                    <a:pt x="5094" y="244642"/>
                    <a:pt x="0" y="238923"/>
                    <a:pt x="0" y="232569"/>
                  </a:cubicBezTo>
                  <a:cubicBezTo>
                    <a:pt x="0" y="104211"/>
                    <a:pt x="99318" y="0"/>
                    <a:pt x="221557" y="0"/>
                  </a:cubicBezTo>
                  <a:cubicBezTo>
                    <a:pt x="343794" y="0"/>
                    <a:pt x="443113" y="104211"/>
                    <a:pt x="443113" y="232569"/>
                  </a:cubicBezTo>
                  <a:cubicBezTo>
                    <a:pt x="441840" y="238923"/>
                    <a:pt x="436109" y="244642"/>
                    <a:pt x="429743" y="2446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13C8C95C-CD3F-13B4-C44B-F707ACBAC11C}"/>
                </a:ext>
              </a:extLst>
            </p:cNvPr>
            <p:cNvSpPr/>
            <p:nvPr/>
          </p:nvSpPr>
          <p:spPr>
            <a:xfrm>
              <a:off x="458907" y="4908751"/>
              <a:ext cx="701639" cy="558063"/>
            </a:xfrm>
            <a:custGeom>
              <a:avLst/>
              <a:gdLst>
                <a:gd name="connsiteX0" fmla="*/ 532585 w 701639"/>
                <a:gd name="connsiteY0" fmla="*/ 24299 h 558063"/>
                <a:gd name="connsiteX1" fmla="*/ 513486 w 701639"/>
                <a:gd name="connsiteY1" fmla="*/ 26841 h 558063"/>
                <a:gd name="connsiteX2" fmla="*/ 86289 w 701639"/>
                <a:gd name="connsiteY2" fmla="*/ 137406 h 558063"/>
                <a:gd name="connsiteX3" fmla="*/ 27717 w 701639"/>
                <a:gd name="connsiteY3" fmla="*/ 250514 h 558063"/>
                <a:gd name="connsiteX4" fmla="*/ 82469 w 701639"/>
                <a:gd name="connsiteY4" fmla="*/ 460842 h 558063"/>
                <a:gd name="connsiteX5" fmla="*/ 123852 w 701639"/>
                <a:gd name="connsiteY5" fmla="*/ 519938 h 558063"/>
                <a:gd name="connsiteX6" fmla="*/ 188154 w 701639"/>
                <a:gd name="connsiteY6" fmla="*/ 531376 h 558063"/>
                <a:gd name="connsiteX7" fmla="*/ 615351 w 701639"/>
                <a:gd name="connsiteY7" fmla="*/ 420810 h 558063"/>
                <a:gd name="connsiteX8" fmla="*/ 673923 w 701639"/>
                <a:gd name="connsiteY8" fmla="*/ 307703 h 558063"/>
                <a:gd name="connsiteX9" fmla="*/ 619171 w 701639"/>
                <a:gd name="connsiteY9" fmla="*/ 97374 h 558063"/>
                <a:gd name="connsiteX10" fmla="*/ 577788 w 701639"/>
                <a:gd name="connsiteY10" fmla="*/ 38279 h 558063"/>
                <a:gd name="connsiteX11" fmla="*/ 532585 w 701639"/>
                <a:gd name="connsiteY11" fmla="*/ 24299 h 558063"/>
                <a:gd name="connsiteX12" fmla="*/ 169055 w 701639"/>
                <a:gd name="connsiteY12" fmla="*/ 558064 h 558063"/>
                <a:gd name="connsiteX13" fmla="*/ 110482 w 701639"/>
                <a:gd name="connsiteY13" fmla="*/ 540272 h 558063"/>
                <a:gd name="connsiteX14" fmla="*/ 58913 w 701639"/>
                <a:gd name="connsiteY14" fmla="*/ 467197 h 558063"/>
                <a:gd name="connsiteX15" fmla="*/ 4161 w 701639"/>
                <a:gd name="connsiteY15" fmla="*/ 256868 h 558063"/>
                <a:gd name="connsiteX16" fmla="*/ 79923 w 701639"/>
                <a:gd name="connsiteY16" fmla="*/ 113895 h 558063"/>
                <a:gd name="connsiteX17" fmla="*/ 507119 w 701639"/>
                <a:gd name="connsiteY17" fmla="*/ 3330 h 558063"/>
                <a:gd name="connsiteX18" fmla="*/ 591158 w 701639"/>
                <a:gd name="connsiteY18" fmla="*/ 17945 h 558063"/>
                <a:gd name="connsiteX19" fmla="*/ 642727 w 701639"/>
                <a:gd name="connsiteY19" fmla="*/ 91020 h 558063"/>
                <a:gd name="connsiteX20" fmla="*/ 697479 w 701639"/>
                <a:gd name="connsiteY20" fmla="*/ 301349 h 558063"/>
                <a:gd name="connsiteX21" fmla="*/ 621717 w 701639"/>
                <a:gd name="connsiteY21" fmla="*/ 444321 h 558063"/>
                <a:gd name="connsiteX22" fmla="*/ 194521 w 701639"/>
                <a:gd name="connsiteY22" fmla="*/ 554887 h 558063"/>
                <a:gd name="connsiteX23" fmla="*/ 169055 w 701639"/>
                <a:gd name="connsiteY23" fmla="*/ 558064 h 558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01639" h="558063">
                  <a:moveTo>
                    <a:pt x="532585" y="24299"/>
                  </a:moveTo>
                  <a:cubicBezTo>
                    <a:pt x="526219" y="24299"/>
                    <a:pt x="519852" y="24935"/>
                    <a:pt x="513486" y="26841"/>
                  </a:cubicBezTo>
                  <a:lnTo>
                    <a:pt x="86289" y="137406"/>
                  </a:lnTo>
                  <a:cubicBezTo>
                    <a:pt x="41087" y="148844"/>
                    <a:pt x="14984" y="199679"/>
                    <a:pt x="27717" y="250514"/>
                  </a:cubicBezTo>
                  <a:lnTo>
                    <a:pt x="82469" y="460842"/>
                  </a:lnTo>
                  <a:cubicBezTo>
                    <a:pt x="88836" y="485624"/>
                    <a:pt x="103479" y="506594"/>
                    <a:pt x="123852" y="519938"/>
                  </a:cubicBezTo>
                  <a:cubicBezTo>
                    <a:pt x="143588" y="533282"/>
                    <a:pt x="166508" y="537094"/>
                    <a:pt x="188154" y="531376"/>
                  </a:cubicBezTo>
                  <a:lnTo>
                    <a:pt x="615351" y="420810"/>
                  </a:lnTo>
                  <a:cubicBezTo>
                    <a:pt x="660553" y="409372"/>
                    <a:pt x="686656" y="358538"/>
                    <a:pt x="673923" y="307703"/>
                  </a:cubicBezTo>
                  <a:lnTo>
                    <a:pt x="619171" y="97374"/>
                  </a:lnTo>
                  <a:cubicBezTo>
                    <a:pt x="612804" y="72592"/>
                    <a:pt x="598161" y="51623"/>
                    <a:pt x="577788" y="38279"/>
                  </a:cubicBezTo>
                  <a:cubicBezTo>
                    <a:pt x="563781" y="28747"/>
                    <a:pt x="548502" y="24299"/>
                    <a:pt x="532585" y="24299"/>
                  </a:cubicBezTo>
                  <a:moveTo>
                    <a:pt x="169055" y="558064"/>
                  </a:moveTo>
                  <a:cubicBezTo>
                    <a:pt x="148682" y="558064"/>
                    <a:pt x="128309" y="551710"/>
                    <a:pt x="110482" y="540272"/>
                  </a:cubicBezTo>
                  <a:cubicBezTo>
                    <a:pt x="85016" y="523750"/>
                    <a:pt x="66553" y="497698"/>
                    <a:pt x="58913" y="467197"/>
                  </a:cubicBezTo>
                  <a:lnTo>
                    <a:pt x="4161" y="256868"/>
                  </a:lnTo>
                  <a:cubicBezTo>
                    <a:pt x="-12392" y="193325"/>
                    <a:pt x="21987" y="129146"/>
                    <a:pt x="79923" y="113895"/>
                  </a:cubicBezTo>
                  <a:lnTo>
                    <a:pt x="507119" y="3330"/>
                  </a:lnTo>
                  <a:cubicBezTo>
                    <a:pt x="535769" y="-4295"/>
                    <a:pt x="565691" y="1423"/>
                    <a:pt x="591158" y="17945"/>
                  </a:cubicBezTo>
                  <a:cubicBezTo>
                    <a:pt x="616624" y="34466"/>
                    <a:pt x="635087" y="60519"/>
                    <a:pt x="642727" y="91020"/>
                  </a:cubicBezTo>
                  <a:lnTo>
                    <a:pt x="697479" y="301349"/>
                  </a:lnTo>
                  <a:cubicBezTo>
                    <a:pt x="714032" y="364892"/>
                    <a:pt x="679653" y="429071"/>
                    <a:pt x="621717" y="444321"/>
                  </a:cubicBezTo>
                  <a:lnTo>
                    <a:pt x="194521" y="554887"/>
                  </a:lnTo>
                  <a:cubicBezTo>
                    <a:pt x="186244" y="556793"/>
                    <a:pt x="177331" y="558064"/>
                    <a:pt x="169055" y="55806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AA197EB2-1F27-378E-93D5-9A47E247A50E}"/>
                </a:ext>
              </a:extLst>
            </p:cNvPr>
            <p:cNvSpPr/>
            <p:nvPr/>
          </p:nvSpPr>
          <p:spPr>
            <a:xfrm>
              <a:off x="981306" y="5178328"/>
              <a:ext cx="42019" cy="41938"/>
            </a:xfrm>
            <a:custGeom>
              <a:avLst/>
              <a:gdLst>
                <a:gd name="connsiteX0" fmla="*/ 21010 w 42019"/>
                <a:gd name="connsiteY0" fmla="*/ 41939 h 41938"/>
                <a:gd name="connsiteX1" fmla="*/ 0 w 42019"/>
                <a:gd name="connsiteY1" fmla="*/ 21605 h 41938"/>
                <a:gd name="connsiteX2" fmla="*/ 0 w 42019"/>
                <a:gd name="connsiteY2" fmla="*/ 21605 h 41938"/>
                <a:gd name="connsiteX3" fmla="*/ 20373 w 42019"/>
                <a:gd name="connsiteY3" fmla="*/ 0 h 41938"/>
                <a:gd name="connsiteX4" fmla="*/ 21010 w 42019"/>
                <a:gd name="connsiteY4" fmla="*/ 0 h 41938"/>
                <a:gd name="connsiteX5" fmla="*/ 42019 w 42019"/>
                <a:gd name="connsiteY5" fmla="*/ 20334 h 41938"/>
                <a:gd name="connsiteX6" fmla="*/ 21010 w 42019"/>
                <a:gd name="connsiteY6" fmla="*/ 41939 h 41938"/>
                <a:gd name="connsiteX7" fmla="*/ 21010 w 42019"/>
                <a:gd name="connsiteY7" fmla="*/ 41939 h 4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19" h="41938">
                  <a:moveTo>
                    <a:pt x="21010" y="41939"/>
                  </a:moveTo>
                  <a:cubicBezTo>
                    <a:pt x="9550" y="41939"/>
                    <a:pt x="0" y="33042"/>
                    <a:pt x="0" y="21605"/>
                  </a:cubicBezTo>
                  <a:lnTo>
                    <a:pt x="0" y="21605"/>
                  </a:lnTo>
                  <a:cubicBezTo>
                    <a:pt x="0" y="10167"/>
                    <a:pt x="8913" y="635"/>
                    <a:pt x="20373" y="0"/>
                  </a:cubicBezTo>
                  <a:lnTo>
                    <a:pt x="21010" y="0"/>
                  </a:lnTo>
                  <a:cubicBezTo>
                    <a:pt x="32470" y="0"/>
                    <a:pt x="42019" y="8896"/>
                    <a:pt x="42019" y="20334"/>
                  </a:cubicBezTo>
                  <a:cubicBezTo>
                    <a:pt x="42019" y="32407"/>
                    <a:pt x="33106" y="41939"/>
                    <a:pt x="21010" y="41939"/>
                  </a:cubicBezTo>
                  <a:lnTo>
                    <a:pt x="21010" y="419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DDD011F7-DB56-B4DC-9551-966BDCE0A9CF}"/>
                </a:ext>
              </a:extLst>
            </p:cNvPr>
            <p:cNvSpPr/>
            <p:nvPr/>
          </p:nvSpPr>
          <p:spPr>
            <a:xfrm>
              <a:off x="857795" y="5075387"/>
              <a:ext cx="41382" cy="41938"/>
            </a:xfrm>
            <a:custGeom>
              <a:avLst/>
              <a:gdLst>
                <a:gd name="connsiteX0" fmla="*/ 21010 w 41382"/>
                <a:gd name="connsiteY0" fmla="*/ 41939 h 41938"/>
                <a:gd name="connsiteX1" fmla="*/ 0 w 41382"/>
                <a:gd name="connsiteY1" fmla="*/ 21605 h 41938"/>
                <a:gd name="connsiteX2" fmla="*/ 5730 w 41382"/>
                <a:gd name="connsiteY2" fmla="*/ 6354 h 41938"/>
                <a:gd name="connsiteX3" fmla="*/ 20373 w 41382"/>
                <a:gd name="connsiteY3" fmla="*/ 0 h 41938"/>
                <a:gd name="connsiteX4" fmla="*/ 35016 w 41382"/>
                <a:gd name="connsiteY4" fmla="*/ 5719 h 41938"/>
                <a:gd name="connsiteX5" fmla="*/ 41383 w 41382"/>
                <a:gd name="connsiteY5" fmla="*/ 20334 h 41938"/>
                <a:gd name="connsiteX6" fmla="*/ 35653 w 41382"/>
                <a:gd name="connsiteY6" fmla="*/ 35584 h 41938"/>
                <a:gd name="connsiteX7" fmla="*/ 21010 w 41382"/>
                <a:gd name="connsiteY7" fmla="*/ 41939 h 41938"/>
                <a:gd name="connsiteX8" fmla="*/ 21010 w 41382"/>
                <a:gd name="connsiteY8" fmla="*/ 41939 h 4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382" h="41938">
                  <a:moveTo>
                    <a:pt x="21010" y="41939"/>
                  </a:moveTo>
                  <a:cubicBezTo>
                    <a:pt x="9550" y="41939"/>
                    <a:pt x="637" y="33043"/>
                    <a:pt x="0" y="21605"/>
                  </a:cubicBezTo>
                  <a:cubicBezTo>
                    <a:pt x="0" y="15886"/>
                    <a:pt x="1910" y="10802"/>
                    <a:pt x="5730" y="6354"/>
                  </a:cubicBezTo>
                  <a:cubicBezTo>
                    <a:pt x="9550" y="2542"/>
                    <a:pt x="14643" y="0"/>
                    <a:pt x="20373" y="0"/>
                  </a:cubicBezTo>
                  <a:cubicBezTo>
                    <a:pt x="25466" y="0"/>
                    <a:pt x="31196" y="1906"/>
                    <a:pt x="35016" y="5719"/>
                  </a:cubicBezTo>
                  <a:cubicBezTo>
                    <a:pt x="38836" y="9532"/>
                    <a:pt x="41383" y="14615"/>
                    <a:pt x="41383" y="20334"/>
                  </a:cubicBezTo>
                  <a:cubicBezTo>
                    <a:pt x="41383" y="26053"/>
                    <a:pt x="39473" y="31136"/>
                    <a:pt x="35653" y="35584"/>
                  </a:cubicBezTo>
                  <a:cubicBezTo>
                    <a:pt x="32469" y="39397"/>
                    <a:pt x="26740" y="41303"/>
                    <a:pt x="21010" y="41939"/>
                  </a:cubicBezTo>
                  <a:lnTo>
                    <a:pt x="21010" y="419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87A0A3D6-331F-6231-D66A-FC5E7ACB0866}"/>
                </a:ext>
              </a:extLst>
            </p:cNvPr>
            <p:cNvSpPr/>
            <p:nvPr/>
          </p:nvSpPr>
          <p:spPr>
            <a:xfrm>
              <a:off x="827872" y="5227256"/>
              <a:ext cx="42019" cy="41938"/>
            </a:xfrm>
            <a:custGeom>
              <a:avLst/>
              <a:gdLst>
                <a:gd name="connsiteX0" fmla="*/ 21010 w 42019"/>
                <a:gd name="connsiteY0" fmla="*/ 41939 h 41938"/>
                <a:gd name="connsiteX1" fmla="*/ 6367 w 42019"/>
                <a:gd name="connsiteY1" fmla="*/ 36220 h 41938"/>
                <a:gd name="connsiteX2" fmla="*/ 0 w 42019"/>
                <a:gd name="connsiteY2" fmla="*/ 21605 h 41938"/>
                <a:gd name="connsiteX3" fmla="*/ 5730 w 42019"/>
                <a:gd name="connsiteY3" fmla="*/ 6354 h 41938"/>
                <a:gd name="connsiteX4" fmla="*/ 20373 w 42019"/>
                <a:gd name="connsiteY4" fmla="*/ 0 h 41938"/>
                <a:gd name="connsiteX5" fmla="*/ 42019 w 42019"/>
                <a:gd name="connsiteY5" fmla="*/ 20334 h 41938"/>
                <a:gd name="connsiteX6" fmla="*/ 21010 w 42019"/>
                <a:gd name="connsiteY6" fmla="*/ 41939 h 41938"/>
                <a:gd name="connsiteX7" fmla="*/ 21010 w 42019"/>
                <a:gd name="connsiteY7" fmla="*/ 41939 h 4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19" h="41938">
                  <a:moveTo>
                    <a:pt x="21010" y="41939"/>
                  </a:moveTo>
                  <a:cubicBezTo>
                    <a:pt x="15280" y="41939"/>
                    <a:pt x="10186" y="40032"/>
                    <a:pt x="6367" y="36220"/>
                  </a:cubicBezTo>
                  <a:cubicBezTo>
                    <a:pt x="2547" y="32407"/>
                    <a:pt x="0" y="27324"/>
                    <a:pt x="0" y="21605"/>
                  </a:cubicBezTo>
                  <a:cubicBezTo>
                    <a:pt x="0" y="15886"/>
                    <a:pt x="1910" y="10802"/>
                    <a:pt x="5730" y="6354"/>
                  </a:cubicBezTo>
                  <a:cubicBezTo>
                    <a:pt x="9550" y="2542"/>
                    <a:pt x="14643" y="0"/>
                    <a:pt x="20373" y="0"/>
                  </a:cubicBezTo>
                  <a:cubicBezTo>
                    <a:pt x="31833" y="0"/>
                    <a:pt x="41383" y="8896"/>
                    <a:pt x="42019" y="20334"/>
                  </a:cubicBezTo>
                  <a:cubicBezTo>
                    <a:pt x="42019" y="31772"/>
                    <a:pt x="33106" y="41303"/>
                    <a:pt x="21010" y="41939"/>
                  </a:cubicBezTo>
                  <a:lnTo>
                    <a:pt x="21010" y="419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645FEDE4-9D3A-B952-3E2D-57CB8C212DAC}"/>
                </a:ext>
              </a:extLst>
            </p:cNvPr>
            <p:cNvSpPr/>
            <p:nvPr/>
          </p:nvSpPr>
          <p:spPr>
            <a:xfrm>
              <a:off x="304973" y="5122349"/>
              <a:ext cx="236318" cy="310787"/>
            </a:xfrm>
            <a:custGeom>
              <a:avLst/>
              <a:gdLst>
                <a:gd name="connsiteX0" fmla="*/ 165735 w 236318"/>
                <a:gd name="connsiteY0" fmla="*/ 310787 h 310787"/>
                <a:gd name="connsiteX1" fmla="*/ 3388 w 236318"/>
                <a:gd name="connsiteY1" fmla="*/ 193868 h 310787"/>
                <a:gd name="connsiteX2" fmla="*/ 23124 w 236318"/>
                <a:gd name="connsiteY2" fmla="*/ 83938 h 310787"/>
                <a:gd name="connsiteX3" fmla="*/ 140269 w 236318"/>
                <a:gd name="connsiteY3" fmla="*/ 3237 h 310787"/>
                <a:gd name="connsiteX4" fmla="*/ 160005 w 236318"/>
                <a:gd name="connsiteY4" fmla="*/ 60 h 310787"/>
                <a:gd name="connsiteX5" fmla="*/ 173375 w 236318"/>
                <a:gd name="connsiteY5" fmla="*/ 10863 h 310787"/>
                <a:gd name="connsiteX6" fmla="*/ 162552 w 236318"/>
                <a:gd name="connsiteY6" fmla="*/ 24207 h 310787"/>
                <a:gd name="connsiteX7" fmla="*/ 145362 w 236318"/>
                <a:gd name="connsiteY7" fmla="*/ 27384 h 310787"/>
                <a:gd name="connsiteX8" fmla="*/ 43497 w 236318"/>
                <a:gd name="connsiteY8" fmla="*/ 97282 h 310787"/>
                <a:gd name="connsiteX9" fmla="*/ 26944 w 236318"/>
                <a:gd name="connsiteY9" fmla="*/ 188784 h 310787"/>
                <a:gd name="connsiteX10" fmla="*/ 204571 w 236318"/>
                <a:gd name="connsiteY10" fmla="*/ 282193 h 310787"/>
                <a:gd name="connsiteX11" fmla="*/ 220488 w 236318"/>
                <a:gd name="connsiteY11" fmla="*/ 277745 h 310787"/>
                <a:gd name="connsiteX12" fmla="*/ 235768 w 236318"/>
                <a:gd name="connsiteY12" fmla="*/ 285370 h 310787"/>
                <a:gd name="connsiteX13" fmla="*/ 228128 w 236318"/>
                <a:gd name="connsiteY13" fmla="*/ 300621 h 310787"/>
                <a:gd name="connsiteX14" fmla="*/ 209665 w 236318"/>
                <a:gd name="connsiteY14" fmla="*/ 305704 h 310787"/>
                <a:gd name="connsiteX15" fmla="*/ 165735 w 236318"/>
                <a:gd name="connsiteY15" fmla="*/ 310787 h 310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6318" h="310787">
                  <a:moveTo>
                    <a:pt x="165735" y="310787"/>
                  </a:moveTo>
                  <a:cubicBezTo>
                    <a:pt x="88063" y="310787"/>
                    <a:pt x="19304" y="264401"/>
                    <a:pt x="3388" y="193868"/>
                  </a:cubicBezTo>
                  <a:cubicBezTo>
                    <a:pt x="-4888" y="157013"/>
                    <a:pt x="2115" y="118251"/>
                    <a:pt x="23124" y="83938"/>
                  </a:cubicBezTo>
                  <a:cubicBezTo>
                    <a:pt x="47954" y="43905"/>
                    <a:pt x="90610" y="14675"/>
                    <a:pt x="140269" y="3237"/>
                  </a:cubicBezTo>
                  <a:cubicBezTo>
                    <a:pt x="146636" y="1967"/>
                    <a:pt x="153639" y="696"/>
                    <a:pt x="160005" y="60"/>
                  </a:cubicBezTo>
                  <a:cubicBezTo>
                    <a:pt x="167009" y="-575"/>
                    <a:pt x="172739" y="3873"/>
                    <a:pt x="173375" y="10863"/>
                  </a:cubicBezTo>
                  <a:cubicBezTo>
                    <a:pt x="174012" y="17217"/>
                    <a:pt x="169555" y="23571"/>
                    <a:pt x="162552" y="24207"/>
                  </a:cubicBezTo>
                  <a:cubicBezTo>
                    <a:pt x="156822" y="24842"/>
                    <a:pt x="151092" y="26113"/>
                    <a:pt x="145362" y="27384"/>
                  </a:cubicBezTo>
                  <a:cubicBezTo>
                    <a:pt x="102070" y="37551"/>
                    <a:pt x="65144" y="62968"/>
                    <a:pt x="43497" y="97282"/>
                  </a:cubicBezTo>
                  <a:cubicBezTo>
                    <a:pt x="25671" y="125876"/>
                    <a:pt x="19941" y="158283"/>
                    <a:pt x="26944" y="188784"/>
                  </a:cubicBezTo>
                  <a:cubicBezTo>
                    <a:pt x="43497" y="259317"/>
                    <a:pt x="123079" y="301256"/>
                    <a:pt x="204571" y="282193"/>
                  </a:cubicBezTo>
                  <a:cubicBezTo>
                    <a:pt x="210301" y="280922"/>
                    <a:pt x="215395" y="279651"/>
                    <a:pt x="220488" y="277745"/>
                  </a:cubicBezTo>
                  <a:cubicBezTo>
                    <a:pt x="226854" y="275839"/>
                    <a:pt x="233858" y="279016"/>
                    <a:pt x="235768" y="285370"/>
                  </a:cubicBezTo>
                  <a:cubicBezTo>
                    <a:pt x="237678" y="291724"/>
                    <a:pt x="234494" y="298714"/>
                    <a:pt x="228128" y="300621"/>
                  </a:cubicBezTo>
                  <a:cubicBezTo>
                    <a:pt x="222398" y="302527"/>
                    <a:pt x="216031" y="304433"/>
                    <a:pt x="209665" y="305704"/>
                  </a:cubicBezTo>
                  <a:cubicBezTo>
                    <a:pt x="195658" y="308881"/>
                    <a:pt x="180378" y="310787"/>
                    <a:pt x="165735" y="310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79A048A9-E8C2-DC8F-038F-B3DE34AFACE2}"/>
                </a:ext>
              </a:extLst>
            </p:cNvPr>
            <p:cNvSpPr/>
            <p:nvPr/>
          </p:nvSpPr>
          <p:spPr>
            <a:xfrm>
              <a:off x="1084531" y="4942649"/>
              <a:ext cx="236954" cy="310660"/>
            </a:xfrm>
            <a:custGeom>
              <a:avLst/>
              <a:gdLst>
                <a:gd name="connsiteX0" fmla="*/ 75039 w 236954"/>
                <a:gd name="connsiteY0" fmla="*/ 310660 h 310660"/>
                <a:gd name="connsiteX1" fmla="*/ 62943 w 236954"/>
                <a:gd name="connsiteY1" fmla="*/ 299858 h 310660"/>
                <a:gd name="connsiteX2" fmla="*/ 73766 w 236954"/>
                <a:gd name="connsiteY2" fmla="*/ 286514 h 310660"/>
                <a:gd name="connsiteX3" fmla="*/ 90956 w 236954"/>
                <a:gd name="connsiteY3" fmla="*/ 283336 h 310660"/>
                <a:gd name="connsiteX4" fmla="*/ 192821 w 236954"/>
                <a:gd name="connsiteY4" fmla="*/ 213439 h 310660"/>
                <a:gd name="connsiteX5" fmla="*/ 209374 w 236954"/>
                <a:gd name="connsiteY5" fmla="*/ 121936 h 310660"/>
                <a:gd name="connsiteX6" fmla="*/ 31747 w 236954"/>
                <a:gd name="connsiteY6" fmla="*/ 28527 h 310660"/>
                <a:gd name="connsiteX7" fmla="*/ 15830 w 236954"/>
                <a:gd name="connsiteY7" fmla="*/ 32975 h 310660"/>
                <a:gd name="connsiteX8" fmla="*/ 550 w 236954"/>
                <a:gd name="connsiteY8" fmla="*/ 25350 h 310660"/>
                <a:gd name="connsiteX9" fmla="*/ 8190 w 236954"/>
                <a:gd name="connsiteY9" fmla="*/ 10100 h 310660"/>
                <a:gd name="connsiteX10" fmla="*/ 26653 w 236954"/>
                <a:gd name="connsiteY10" fmla="*/ 5016 h 310660"/>
                <a:gd name="connsiteX11" fmla="*/ 233567 w 236954"/>
                <a:gd name="connsiteY11" fmla="*/ 116853 h 310660"/>
                <a:gd name="connsiteX12" fmla="*/ 213830 w 236954"/>
                <a:gd name="connsiteY12" fmla="*/ 226783 h 310660"/>
                <a:gd name="connsiteX13" fmla="*/ 96686 w 236954"/>
                <a:gd name="connsiteY13" fmla="*/ 307483 h 310660"/>
                <a:gd name="connsiteX14" fmla="*/ 76949 w 236954"/>
                <a:gd name="connsiteY14" fmla="*/ 310660 h 310660"/>
                <a:gd name="connsiteX15" fmla="*/ 75039 w 236954"/>
                <a:gd name="connsiteY15" fmla="*/ 310660 h 310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6954" h="310660">
                  <a:moveTo>
                    <a:pt x="75039" y="310660"/>
                  </a:moveTo>
                  <a:cubicBezTo>
                    <a:pt x="68673" y="310660"/>
                    <a:pt x="63579" y="306212"/>
                    <a:pt x="62943" y="299858"/>
                  </a:cubicBezTo>
                  <a:cubicBezTo>
                    <a:pt x="62306" y="292868"/>
                    <a:pt x="66763" y="287149"/>
                    <a:pt x="73766" y="286514"/>
                  </a:cubicBezTo>
                  <a:cubicBezTo>
                    <a:pt x="79496" y="285878"/>
                    <a:pt x="85226" y="284607"/>
                    <a:pt x="90956" y="283336"/>
                  </a:cubicBezTo>
                  <a:cubicBezTo>
                    <a:pt x="134248" y="273169"/>
                    <a:pt x="171174" y="247752"/>
                    <a:pt x="192821" y="213439"/>
                  </a:cubicBezTo>
                  <a:cubicBezTo>
                    <a:pt x="210647" y="184844"/>
                    <a:pt x="216377" y="152437"/>
                    <a:pt x="209374" y="121936"/>
                  </a:cubicBezTo>
                  <a:cubicBezTo>
                    <a:pt x="192821" y="51403"/>
                    <a:pt x="113239" y="9464"/>
                    <a:pt x="31747" y="28527"/>
                  </a:cubicBezTo>
                  <a:cubicBezTo>
                    <a:pt x="26017" y="29798"/>
                    <a:pt x="20923" y="31069"/>
                    <a:pt x="15830" y="32975"/>
                  </a:cubicBezTo>
                  <a:cubicBezTo>
                    <a:pt x="9464" y="34882"/>
                    <a:pt x="2460" y="31704"/>
                    <a:pt x="550" y="25350"/>
                  </a:cubicBezTo>
                  <a:cubicBezTo>
                    <a:pt x="-1359" y="18996"/>
                    <a:pt x="1824" y="12006"/>
                    <a:pt x="8190" y="10100"/>
                  </a:cubicBezTo>
                  <a:cubicBezTo>
                    <a:pt x="14557" y="8193"/>
                    <a:pt x="20287" y="6287"/>
                    <a:pt x="26653" y="5016"/>
                  </a:cubicBezTo>
                  <a:cubicBezTo>
                    <a:pt x="121515" y="-16589"/>
                    <a:pt x="213830" y="33611"/>
                    <a:pt x="233567" y="116853"/>
                  </a:cubicBezTo>
                  <a:cubicBezTo>
                    <a:pt x="241843" y="153708"/>
                    <a:pt x="234840" y="192469"/>
                    <a:pt x="213830" y="226783"/>
                  </a:cubicBezTo>
                  <a:cubicBezTo>
                    <a:pt x="189001" y="266815"/>
                    <a:pt x="146345" y="296045"/>
                    <a:pt x="96686" y="307483"/>
                  </a:cubicBezTo>
                  <a:cubicBezTo>
                    <a:pt x="90319" y="308754"/>
                    <a:pt x="83316" y="310025"/>
                    <a:pt x="76949" y="310660"/>
                  </a:cubicBezTo>
                  <a:cubicBezTo>
                    <a:pt x="76313" y="310660"/>
                    <a:pt x="75676" y="310660"/>
                    <a:pt x="75039" y="3106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FDEFC3BE-6D27-FC28-0242-5FC591A99660}"/>
                </a:ext>
              </a:extLst>
            </p:cNvPr>
            <p:cNvSpPr/>
            <p:nvPr/>
          </p:nvSpPr>
          <p:spPr>
            <a:xfrm>
              <a:off x="146069" y="4198260"/>
              <a:ext cx="709123" cy="667434"/>
            </a:xfrm>
            <a:custGeom>
              <a:avLst/>
              <a:gdLst>
                <a:gd name="connsiteX0" fmla="*/ 173751 w 709123"/>
                <a:gd name="connsiteY0" fmla="*/ 64407 h 667434"/>
                <a:gd name="connsiteX1" fmla="*/ 44510 w 709123"/>
                <a:gd name="connsiteY1" fmla="*/ 239152 h 667434"/>
                <a:gd name="connsiteX2" fmla="*/ 56607 w 709123"/>
                <a:gd name="connsiteY2" fmla="*/ 365603 h 667434"/>
                <a:gd name="connsiteX3" fmla="*/ 411224 w 709123"/>
                <a:gd name="connsiteY3" fmla="*/ 627402 h 667434"/>
                <a:gd name="connsiteX4" fmla="*/ 475526 w 709123"/>
                <a:gd name="connsiteY4" fmla="*/ 640746 h 667434"/>
                <a:gd name="connsiteX5" fmla="*/ 536009 w 709123"/>
                <a:gd name="connsiteY5" fmla="*/ 601349 h 667434"/>
                <a:gd name="connsiteX6" fmla="*/ 665250 w 709123"/>
                <a:gd name="connsiteY6" fmla="*/ 426605 h 667434"/>
                <a:gd name="connsiteX7" fmla="*/ 653154 w 709123"/>
                <a:gd name="connsiteY7" fmla="*/ 300153 h 667434"/>
                <a:gd name="connsiteX8" fmla="*/ 298536 w 709123"/>
                <a:gd name="connsiteY8" fmla="*/ 38355 h 667434"/>
                <a:gd name="connsiteX9" fmla="*/ 234234 w 709123"/>
                <a:gd name="connsiteY9" fmla="*/ 25010 h 667434"/>
                <a:gd name="connsiteX10" fmla="*/ 173751 w 709123"/>
                <a:gd name="connsiteY10" fmla="*/ 64407 h 667434"/>
                <a:gd name="connsiteX11" fmla="*/ 457700 w 709123"/>
                <a:gd name="connsiteY11" fmla="*/ 667434 h 667434"/>
                <a:gd name="connsiteX12" fmla="*/ 396581 w 709123"/>
                <a:gd name="connsiteY12" fmla="*/ 647736 h 667434"/>
                <a:gd name="connsiteX13" fmla="*/ 41964 w 709123"/>
                <a:gd name="connsiteY13" fmla="*/ 385937 h 667434"/>
                <a:gd name="connsiteX14" fmla="*/ 24774 w 709123"/>
                <a:gd name="connsiteY14" fmla="*/ 225172 h 667434"/>
                <a:gd name="connsiteX15" fmla="*/ 154015 w 709123"/>
                <a:gd name="connsiteY15" fmla="*/ 50428 h 667434"/>
                <a:gd name="connsiteX16" fmla="*/ 229141 w 709123"/>
                <a:gd name="connsiteY16" fmla="*/ 2135 h 667434"/>
                <a:gd name="connsiteX17" fmla="*/ 312543 w 709123"/>
                <a:gd name="connsiteY17" fmla="*/ 19927 h 667434"/>
                <a:gd name="connsiteX18" fmla="*/ 667160 w 709123"/>
                <a:gd name="connsiteY18" fmla="*/ 281726 h 667434"/>
                <a:gd name="connsiteX19" fmla="*/ 684350 w 709123"/>
                <a:gd name="connsiteY19" fmla="*/ 442491 h 667434"/>
                <a:gd name="connsiteX20" fmla="*/ 555109 w 709123"/>
                <a:gd name="connsiteY20" fmla="*/ 616600 h 667434"/>
                <a:gd name="connsiteX21" fmla="*/ 479983 w 709123"/>
                <a:gd name="connsiteY21" fmla="*/ 664893 h 667434"/>
                <a:gd name="connsiteX22" fmla="*/ 457700 w 709123"/>
                <a:gd name="connsiteY22" fmla="*/ 667434 h 667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09123" h="667434">
                  <a:moveTo>
                    <a:pt x="173751" y="64407"/>
                  </a:moveTo>
                  <a:lnTo>
                    <a:pt x="44510" y="239152"/>
                  </a:lnTo>
                  <a:cubicBezTo>
                    <a:pt x="13314" y="281090"/>
                    <a:pt x="18407" y="338280"/>
                    <a:pt x="56607" y="365603"/>
                  </a:cubicBezTo>
                  <a:lnTo>
                    <a:pt x="411224" y="627402"/>
                  </a:lnTo>
                  <a:cubicBezTo>
                    <a:pt x="429051" y="640746"/>
                    <a:pt x="451970" y="645830"/>
                    <a:pt x="475526" y="640746"/>
                  </a:cubicBezTo>
                  <a:cubicBezTo>
                    <a:pt x="499083" y="636298"/>
                    <a:pt x="520729" y="622319"/>
                    <a:pt x="536009" y="601349"/>
                  </a:cubicBezTo>
                  <a:lnTo>
                    <a:pt x="665250" y="426605"/>
                  </a:lnTo>
                  <a:cubicBezTo>
                    <a:pt x="696446" y="384666"/>
                    <a:pt x="691353" y="327477"/>
                    <a:pt x="653154" y="300153"/>
                  </a:cubicBezTo>
                  <a:lnTo>
                    <a:pt x="298536" y="38355"/>
                  </a:lnTo>
                  <a:cubicBezTo>
                    <a:pt x="280710" y="25010"/>
                    <a:pt x="257790" y="19927"/>
                    <a:pt x="234234" y="25010"/>
                  </a:cubicBezTo>
                  <a:cubicBezTo>
                    <a:pt x="210041" y="30094"/>
                    <a:pt x="189031" y="43438"/>
                    <a:pt x="173751" y="64407"/>
                  </a:cubicBezTo>
                  <a:moveTo>
                    <a:pt x="457700" y="667434"/>
                  </a:moveTo>
                  <a:cubicBezTo>
                    <a:pt x="435417" y="667434"/>
                    <a:pt x="414407" y="660445"/>
                    <a:pt x="396581" y="647736"/>
                  </a:cubicBezTo>
                  <a:lnTo>
                    <a:pt x="41964" y="385937"/>
                  </a:lnTo>
                  <a:cubicBezTo>
                    <a:pt x="-6422" y="350353"/>
                    <a:pt x="-14062" y="277913"/>
                    <a:pt x="24774" y="225172"/>
                  </a:cubicBezTo>
                  <a:lnTo>
                    <a:pt x="154015" y="50428"/>
                  </a:lnTo>
                  <a:cubicBezTo>
                    <a:pt x="173115" y="25010"/>
                    <a:pt x="199854" y="7854"/>
                    <a:pt x="229141" y="2135"/>
                  </a:cubicBezTo>
                  <a:cubicBezTo>
                    <a:pt x="259063" y="-3584"/>
                    <a:pt x="288986" y="2135"/>
                    <a:pt x="312543" y="19927"/>
                  </a:cubicBezTo>
                  <a:lnTo>
                    <a:pt x="667160" y="281726"/>
                  </a:lnTo>
                  <a:cubicBezTo>
                    <a:pt x="715546" y="317310"/>
                    <a:pt x="723186" y="389750"/>
                    <a:pt x="684350" y="442491"/>
                  </a:cubicBezTo>
                  <a:lnTo>
                    <a:pt x="555109" y="616600"/>
                  </a:lnTo>
                  <a:cubicBezTo>
                    <a:pt x="536009" y="642017"/>
                    <a:pt x="509269" y="659174"/>
                    <a:pt x="479983" y="664893"/>
                  </a:cubicBezTo>
                  <a:cubicBezTo>
                    <a:pt x="472343" y="666163"/>
                    <a:pt x="464703" y="667434"/>
                    <a:pt x="457700" y="667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FBD8D0E4-B765-951C-D993-8ECA9B000403}"/>
                </a:ext>
              </a:extLst>
            </p:cNvPr>
            <p:cNvSpPr/>
            <p:nvPr/>
          </p:nvSpPr>
          <p:spPr>
            <a:xfrm>
              <a:off x="508347" y="4602065"/>
              <a:ext cx="42063" cy="41226"/>
            </a:xfrm>
            <a:custGeom>
              <a:avLst/>
              <a:gdLst>
                <a:gd name="connsiteX0" fmla="*/ 20933 w 42063"/>
                <a:gd name="connsiteY0" fmla="*/ 41227 h 41226"/>
                <a:gd name="connsiteX1" fmla="*/ 5016 w 42063"/>
                <a:gd name="connsiteY1" fmla="*/ 34237 h 41226"/>
                <a:gd name="connsiteX2" fmla="*/ 7563 w 42063"/>
                <a:gd name="connsiteY2" fmla="*/ 5007 h 41226"/>
                <a:gd name="connsiteX3" fmla="*/ 36849 w 42063"/>
                <a:gd name="connsiteY3" fmla="*/ 7549 h 41226"/>
                <a:gd name="connsiteX4" fmla="*/ 41943 w 42063"/>
                <a:gd name="connsiteY4" fmla="*/ 22799 h 41226"/>
                <a:gd name="connsiteX5" fmla="*/ 34939 w 42063"/>
                <a:gd name="connsiteY5" fmla="*/ 36779 h 41226"/>
                <a:gd name="connsiteX6" fmla="*/ 20933 w 42063"/>
                <a:gd name="connsiteY6" fmla="*/ 41227 h 41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063" h="41226">
                  <a:moveTo>
                    <a:pt x="20933" y="41227"/>
                  </a:moveTo>
                  <a:cubicBezTo>
                    <a:pt x="15203" y="41227"/>
                    <a:pt x="8836" y="38685"/>
                    <a:pt x="5016" y="34237"/>
                  </a:cubicBezTo>
                  <a:cubicBezTo>
                    <a:pt x="-2623" y="25341"/>
                    <a:pt x="-1350" y="11997"/>
                    <a:pt x="7563" y="5007"/>
                  </a:cubicBezTo>
                  <a:cubicBezTo>
                    <a:pt x="16476" y="-2618"/>
                    <a:pt x="29846" y="-1348"/>
                    <a:pt x="36849" y="7549"/>
                  </a:cubicBezTo>
                  <a:cubicBezTo>
                    <a:pt x="40669" y="11997"/>
                    <a:pt x="42579" y="17080"/>
                    <a:pt x="41943" y="22799"/>
                  </a:cubicBezTo>
                  <a:cubicBezTo>
                    <a:pt x="41306" y="28518"/>
                    <a:pt x="38759" y="33601"/>
                    <a:pt x="34939" y="36779"/>
                  </a:cubicBezTo>
                  <a:cubicBezTo>
                    <a:pt x="30483" y="39956"/>
                    <a:pt x="25390" y="41227"/>
                    <a:pt x="20933" y="412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BC096BF-5651-05BE-0C59-D9D1A6C48DA1}"/>
                </a:ext>
              </a:extLst>
            </p:cNvPr>
            <p:cNvSpPr/>
            <p:nvPr/>
          </p:nvSpPr>
          <p:spPr>
            <a:xfrm>
              <a:off x="510817" y="4440665"/>
              <a:ext cx="41503" cy="41862"/>
            </a:xfrm>
            <a:custGeom>
              <a:avLst/>
              <a:gdLst>
                <a:gd name="connsiteX0" fmla="*/ 21010 w 41503"/>
                <a:gd name="connsiteY0" fmla="*/ 41862 h 41862"/>
                <a:gd name="connsiteX1" fmla="*/ 5093 w 41503"/>
                <a:gd name="connsiteY1" fmla="*/ 34237 h 41862"/>
                <a:gd name="connsiteX2" fmla="*/ 0 w 41503"/>
                <a:gd name="connsiteY2" fmla="*/ 18986 h 41862"/>
                <a:gd name="connsiteX3" fmla="*/ 7003 w 41503"/>
                <a:gd name="connsiteY3" fmla="*/ 5007 h 41862"/>
                <a:gd name="connsiteX4" fmla="*/ 36289 w 41503"/>
                <a:gd name="connsiteY4" fmla="*/ 7549 h 41862"/>
                <a:gd name="connsiteX5" fmla="*/ 41383 w 41503"/>
                <a:gd name="connsiteY5" fmla="*/ 22799 h 41862"/>
                <a:gd name="connsiteX6" fmla="*/ 34379 w 41503"/>
                <a:gd name="connsiteY6" fmla="*/ 36779 h 41862"/>
                <a:gd name="connsiteX7" fmla="*/ 21010 w 41503"/>
                <a:gd name="connsiteY7" fmla="*/ 41862 h 4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503" h="41862">
                  <a:moveTo>
                    <a:pt x="21010" y="41862"/>
                  </a:moveTo>
                  <a:cubicBezTo>
                    <a:pt x="15280" y="41862"/>
                    <a:pt x="8913" y="39320"/>
                    <a:pt x="5093" y="34237"/>
                  </a:cubicBezTo>
                  <a:cubicBezTo>
                    <a:pt x="1273" y="29789"/>
                    <a:pt x="0" y="24705"/>
                    <a:pt x="0" y="18986"/>
                  </a:cubicBezTo>
                  <a:cubicBezTo>
                    <a:pt x="637" y="13268"/>
                    <a:pt x="3183" y="8184"/>
                    <a:pt x="7003" y="5007"/>
                  </a:cubicBezTo>
                  <a:cubicBezTo>
                    <a:pt x="15916" y="-2618"/>
                    <a:pt x="29286" y="-1347"/>
                    <a:pt x="36289" y="7549"/>
                  </a:cubicBezTo>
                  <a:cubicBezTo>
                    <a:pt x="40109" y="11997"/>
                    <a:pt x="42019" y="17080"/>
                    <a:pt x="41383" y="22799"/>
                  </a:cubicBezTo>
                  <a:cubicBezTo>
                    <a:pt x="40746" y="28518"/>
                    <a:pt x="38199" y="33601"/>
                    <a:pt x="34379" y="36779"/>
                  </a:cubicBezTo>
                  <a:cubicBezTo>
                    <a:pt x="30559" y="39956"/>
                    <a:pt x="25466" y="41862"/>
                    <a:pt x="21010" y="4186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0CF3BB2B-95AB-8F18-0DB5-3ED5EC330262}"/>
                </a:ext>
              </a:extLst>
            </p:cNvPr>
            <p:cNvSpPr/>
            <p:nvPr/>
          </p:nvSpPr>
          <p:spPr>
            <a:xfrm>
              <a:off x="666714" y="4601912"/>
              <a:ext cx="283110" cy="297460"/>
            </a:xfrm>
            <a:custGeom>
              <a:avLst/>
              <a:gdLst>
                <a:gd name="connsiteX0" fmla="*/ 134418 w 283110"/>
                <a:gd name="connsiteY0" fmla="*/ 297460 h 297460"/>
                <a:gd name="connsiteX1" fmla="*/ 19183 w 283110"/>
                <a:gd name="connsiteY1" fmla="*/ 256793 h 297460"/>
                <a:gd name="connsiteX2" fmla="*/ 3904 w 283110"/>
                <a:gd name="connsiteY2" fmla="*/ 244084 h 297460"/>
                <a:gd name="connsiteX3" fmla="*/ 3267 w 283110"/>
                <a:gd name="connsiteY3" fmla="*/ 226927 h 297460"/>
                <a:gd name="connsiteX4" fmla="*/ 20457 w 283110"/>
                <a:gd name="connsiteY4" fmla="*/ 226292 h 297460"/>
                <a:gd name="connsiteX5" fmla="*/ 33826 w 283110"/>
                <a:gd name="connsiteY5" fmla="*/ 237730 h 297460"/>
                <a:gd name="connsiteX6" fmla="*/ 233736 w 283110"/>
                <a:gd name="connsiteY6" fmla="*/ 227563 h 297460"/>
                <a:gd name="connsiteX7" fmla="*/ 256019 w 283110"/>
                <a:gd name="connsiteY7" fmla="*/ 128435 h 297460"/>
                <a:gd name="connsiteX8" fmla="*/ 195537 w 283110"/>
                <a:gd name="connsiteY8" fmla="*/ 31849 h 297460"/>
                <a:gd name="connsiteX9" fmla="*/ 181531 w 283110"/>
                <a:gd name="connsiteY9" fmla="*/ 22317 h 297460"/>
                <a:gd name="connsiteX10" fmla="*/ 177711 w 283110"/>
                <a:gd name="connsiteY10" fmla="*/ 5796 h 297460"/>
                <a:gd name="connsiteX11" fmla="*/ 194264 w 283110"/>
                <a:gd name="connsiteY11" fmla="*/ 1983 h 297460"/>
                <a:gd name="connsiteX12" fmla="*/ 210180 w 283110"/>
                <a:gd name="connsiteY12" fmla="*/ 12786 h 297460"/>
                <a:gd name="connsiteX13" fmla="*/ 280212 w 283110"/>
                <a:gd name="connsiteY13" fmla="*/ 123987 h 297460"/>
                <a:gd name="connsiteX14" fmla="*/ 252836 w 283110"/>
                <a:gd name="connsiteY14" fmla="*/ 242813 h 297460"/>
                <a:gd name="connsiteX15" fmla="*/ 134418 w 283110"/>
                <a:gd name="connsiteY15" fmla="*/ 297460 h 297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3110" h="297460">
                  <a:moveTo>
                    <a:pt x="134418" y="297460"/>
                  </a:moveTo>
                  <a:cubicBezTo>
                    <a:pt x="94945" y="297460"/>
                    <a:pt x="54199" y="284116"/>
                    <a:pt x="19183" y="256793"/>
                  </a:cubicBezTo>
                  <a:cubicBezTo>
                    <a:pt x="14090" y="252980"/>
                    <a:pt x="8997" y="248532"/>
                    <a:pt x="3904" y="244084"/>
                  </a:cubicBezTo>
                  <a:cubicBezTo>
                    <a:pt x="-1190" y="239636"/>
                    <a:pt x="-1190" y="232011"/>
                    <a:pt x="3267" y="226927"/>
                  </a:cubicBezTo>
                  <a:cubicBezTo>
                    <a:pt x="7723" y="221844"/>
                    <a:pt x="15363" y="221844"/>
                    <a:pt x="20457" y="226292"/>
                  </a:cubicBezTo>
                  <a:cubicBezTo>
                    <a:pt x="24913" y="230104"/>
                    <a:pt x="29370" y="233917"/>
                    <a:pt x="33826" y="237730"/>
                  </a:cubicBezTo>
                  <a:cubicBezTo>
                    <a:pt x="99402" y="289200"/>
                    <a:pt x="189170" y="284116"/>
                    <a:pt x="233736" y="227563"/>
                  </a:cubicBezTo>
                  <a:cubicBezTo>
                    <a:pt x="255383" y="200239"/>
                    <a:pt x="263023" y="164655"/>
                    <a:pt x="256019" y="128435"/>
                  </a:cubicBezTo>
                  <a:cubicBezTo>
                    <a:pt x="249016" y="90944"/>
                    <a:pt x="227370" y="56631"/>
                    <a:pt x="195537" y="31849"/>
                  </a:cubicBezTo>
                  <a:cubicBezTo>
                    <a:pt x="191080" y="28672"/>
                    <a:pt x="186624" y="25495"/>
                    <a:pt x="181531" y="22317"/>
                  </a:cubicBezTo>
                  <a:cubicBezTo>
                    <a:pt x="175801" y="18505"/>
                    <a:pt x="173891" y="10880"/>
                    <a:pt x="177711" y="5796"/>
                  </a:cubicBezTo>
                  <a:cubicBezTo>
                    <a:pt x="181531" y="77"/>
                    <a:pt x="189170" y="-1829"/>
                    <a:pt x="194264" y="1983"/>
                  </a:cubicBezTo>
                  <a:cubicBezTo>
                    <a:pt x="199994" y="5161"/>
                    <a:pt x="205087" y="8973"/>
                    <a:pt x="210180" y="12786"/>
                  </a:cubicBezTo>
                  <a:cubicBezTo>
                    <a:pt x="247106" y="41380"/>
                    <a:pt x="271936" y="80777"/>
                    <a:pt x="280212" y="123987"/>
                  </a:cubicBezTo>
                  <a:cubicBezTo>
                    <a:pt x="288489" y="167832"/>
                    <a:pt x="278939" y="209771"/>
                    <a:pt x="252836" y="242813"/>
                  </a:cubicBezTo>
                  <a:cubicBezTo>
                    <a:pt x="224823" y="278397"/>
                    <a:pt x="180894" y="297460"/>
                    <a:pt x="134418" y="2974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471F6F04-E54B-0B00-4161-11B2266A7B64}"/>
                </a:ext>
              </a:extLst>
            </p:cNvPr>
            <p:cNvSpPr/>
            <p:nvPr/>
          </p:nvSpPr>
          <p:spPr>
            <a:xfrm>
              <a:off x="845197" y="4075375"/>
              <a:ext cx="645298" cy="712796"/>
            </a:xfrm>
            <a:custGeom>
              <a:avLst/>
              <a:gdLst>
                <a:gd name="connsiteX0" fmla="*/ 260894 w 645298"/>
                <a:gd name="connsiteY0" fmla="*/ 38600 h 712796"/>
                <a:gd name="connsiteX1" fmla="*/ 73717 w 645298"/>
                <a:gd name="connsiteY1" fmla="*/ 148531 h 712796"/>
                <a:gd name="connsiteX2" fmla="*/ 28514 w 645298"/>
                <a:gd name="connsiteY2" fmla="*/ 204449 h 712796"/>
                <a:gd name="connsiteX3" fmla="*/ 35517 w 645298"/>
                <a:gd name="connsiteY3" fmla="*/ 269898 h 712796"/>
                <a:gd name="connsiteX4" fmla="*/ 259621 w 645298"/>
                <a:gd name="connsiteY4" fmla="*/ 649253 h 712796"/>
                <a:gd name="connsiteX5" fmla="*/ 384405 w 645298"/>
                <a:gd name="connsiteY5" fmla="*/ 674035 h 712796"/>
                <a:gd name="connsiteX6" fmla="*/ 572219 w 645298"/>
                <a:gd name="connsiteY6" fmla="*/ 564105 h 712796"/>
                <a:gd name="connsiteX7" fmla="*/ 617421 w 645298"/>
                <a:gd name="connsiteY7" fmla="*/ 508186 h 712796"/>
                <a:gd name="connsiteX8" fmla="*/ 610418 w 645298"/>
                <a:gd name="connsiteY8" fmla="*/ 442737 h 712796"/>
                <a:gd name="connsiteX9" fmla="*/ 386315 w 645298"/>
                <a:gd name="connsiteY9" fmla="*/ 63382 h 712796"/>
                <a:gd name="connsiteX10" fmla="*/ 260894 w 645298"/>
                <a:gd name="connsiteY10" fmla="*/ 38600 h 712796"/>
                <a:gd name="connsiteX11" fmla="*/ 332199 w 645298"/>
                <a:gd name="connsiteY11" fmla="*/ 712796 h 712796"/>
                <a:gd name="connsiteX12" fmla="*/ 237974 w 645298"/>
                <a:gd name="connsiteY12" fmla="*/ 661326 h 712796"/>
                <a:gd name="connsiteX13" fmla="*/ 13871 w 645298"/>
                <a:gd name="connsiteY13" fmla="*/ 281972 h 712796"/>
                <a:gd name="connsiteX14" fmla="*/ 4958 w 645298"/>
                <a:gd name="connsiteY14" fmla="*/ 197459 h 712796"/>
                <a:gd name="connsiteX15" fmla="*/ 60984 w 645298"/>
                <a:gd name="connsiteY15" fmla="*/ 127561 h 712796"/>
                <a:gd name="connsiteX16" fmla="*/ 248797 w 645298"/>
                <a:gd name="connsiteY16" fmla="*/ 17631 h 712796"/>
                <a:gd name="connsiteX17" fmla="*/ 407325 w 645298"/>
                <a:gd name="connsiteY17" fmla="*/ 51309 h 712796"/>
                <a:gd name="connsiteX18" fmla="*/ 631428 w 645298"/>
                <a:gd name="connsiteY18" fmla="*/ 430663 h 712796"/>
                <a:gd name="connsiteX19" fmla="*/ 640341 w 645298"/>
                <a:gd name="connsiteY19" fmla="*/ 515176 h 712796"/>
                <a:gd name="connsiteX20" fmla="*/ 584315 w 645298"/>
                <a:gd name="connsiteY20" fmla="*/ 585074 h 712796"/>
                <a:gd name="connsiteX21" fmla="*/ 396502 w 645298"/>
                <a:gd name="connsiteY21" fmla="*/ 695004 h 712796"/>
                <a:gd name="connsiteX22" fmla="*/ 332199 w 645298"/>
                <a:gd name="connsiteY22" fmla="*/ 712796 h 71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45298" h="712796">
                  <a:moveTo>
                    <a:pt x="260894" y="38600"/>
                  </a:moveTo>
                  <a:lnTo>
                    <a:pt x="73717" y="148531"/>
                  </a:lnTo>
                  <a:cubicBezTo>
                    <a:pt x="51434" y="161239"/>
                    <a:pt x="35517" y="181573"/>
                    <a:pt x="28514" y="204449"/>
                  </a:cubicBezTo>
                  <a:cubicBezTo>
                    <a:pt x="21511" y="227324"/>
                    <a:pt x="24058" y="250200"/>
                    <a:pt x="35517" y="269898"/>
                  </a:cubicBezTo>
                  <a:lnTo>
                    <a:pt x="259621" y="649253"/>
                  </a:lnTo>
                  <a:cubicBezTo>
                    <a:pt x="283177" y="689285"/>
                    <a:pt x="339203" y="700723"/>
                    <a:pt x="384405" y="674035"/>
                  </a:cubicBezTo>
                  <a:lnTo>
                    <a:pt x="572219" y="564105"/>
                  </a:lnTo>
                  <a:cubicBezTo>
                    <a:pt x="594502" y="551396"/>
                    <a:pt x="610418" y="531062"/>
                    <a:pt x="617421" y="508186"/>
                  </a:cubicBezTo>
                  <a:cubicBezTo>
                    <a:pt x="624424" y="485311"/>
                    <a:pt x="621878" y="462435"/>
                    <a:pt x="610418" y="442737"/>
                  </a:cubicBezTo>
                  <a:lnTo>
                    <a:pt x="386315" y="63382"/>
                  </a:lnTo>
                  <a:cubicBezTo>
                    <a:pt x="362122" y="23350"/>
                    <a:pt x="306096" y="11912"/>
                    <a:pt x="260894" y="38600"/>
                  </a:cubicBezTo>
                  <a:moveTo>
                    <a:pt x="332199" y="712796"/>
                  </a:moveTo>
                  <a:cubicBezTo>
                    <a:pt x="294000" y="712796"/>
                    <a:pt x="257711" y="694369"/>
                    <a:pt x="237974" y="661326"/>
                  </a:cubicBezTo>
                  <a:lnTo>
                    <a:pt x="13871" y="281972"/>
                  </a:lnTo>
                  <a:cubicBezTo>
                    <a:pt x="-772" y="256554"/>
                    <a:pt x="-3955" y="226689"/>
                    <a:pt x="4958" y="197459"/>
                  </a:cubicBezTo>
                  <a:cubicBezTo>
                    <a:pt x="13871" y="168229"/>
                    <a:pt x="34244" y="144083"/>
                    <a:pt x="60984" y="127561"/>
                  </a:cubicBezTo>
                  <a:lnTo>
                    <a:pt x="248797" y="17631"/>
                  </a:lnTo>
                  <a:cubicBezTo>
                    <a:pt x="305460" y="-15411"/>
                    <a:pt x="376765" y="-796"/>
                    <a:pt x="407325" y="51309"/>
                  </a:cubicBezTo>
                  <a:lnTo>
                    <a:pt x="631428" y="430663"/>
                  </a:lnTo>
                  <a:cubicBezTo>
                    <a:pt x="646071" y="456081"/>
                    <a:pt x="649254" y="485946"/>
                    <a:pt x="640341" y="515176"/>
                  </a:cubicBezTo>
                  <a:cubicBezTo>
                    <a:pt x="631428" y="544406"/>
                    <a:pt x="611055" y="568553"/>
                    <a:pt x="584315" y="585074"/>
                  </a:cubicBezTo>
                  <a:lnTo>
                    <a:pt x="396502" y="695004"/>
                  </a:lnTo>
                  <a:cubicBezTo>
                    <a:pt x="376129" y="707077"/>
                    <a:pt x="353846" y="712796"/>
                    <a:pt x="332199" y="7127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523432FD-203F-BE14-7664-3355D6968905}"/>
                </a:ext>
              </a:extLst>
            </p:cNvPr>
            <p:cNvSpPr/>
            <p:nvPr/>
          </p:nvSpPr>
          <p:spPr>
            <a:xfrm>
              <a:off x="1175366" y="4489396"/>
              <a:ext cx="41537" cy="41423"/>
            </a:xfrm>
            <a:custGeom>
              <a:avLst/>
              <a:gdLst>
                <a:gd name="connsiteX0" fmla="*/ 20494 w 41537"/>
                <a:gd name="connsiteY0" fmla="*/ 41424 h 41423"/>
                <a:gd name="connsiteX1" fmla="*/ 7124 w 41537"/>
                <a:gd name="connsiteY1" fmla="*/ 36340 h 41423"/>
                <a:gd name="connsiteX2" fmla="*/ 121 w 41537"/>
                <a:gd name="connsiteY2" fmla="*/ 22361 h 41423"/>
                <a:gd name="connsiteX3" fmla="*/ 5214 w 41537"/>
                <a:gd name="connsiteY3" fmla="*/ 7110 h 41423"/>
                <a:gd name="connsiteX4" fmla="*/ 19220 w 41537"/>
                <a:gd name="connsiteY4" fmla="*/ 120 h 41423"/>
                <a:gd name="connsiteX5" fmla="*/ 34500 w 41537"/>
                <a:gd name="connsiteY5" fmla="*/ 5204 h 41423"/>
                <a:gd name="connsiteX6" fmla="*/ 41503 w 41537"/>
                <a:gd name="connsiteY6" fmla="*/ 19183 h 41423"/>
                <a:gd name="connsiteX7" fmla="*/ 22404 w 41537"/>
                <a:gd name="connsiteY7" fmla="*/ 41424 h 41423"/>
                <a:gd name="connsiteX8" fmla="*/ 20494 w 41537"/>
                <a:gd name="connsiteY8" fmla="*/ 41424 h 4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537" h="41423">
                  <a:moveTo>
                    <a:pt x="20494" y="41424"/>
                  </a:moveTo>
                  <a:cubicBezTo>
                    <a:pt x="15400" y="41424"/>
                    <a:pt x="10944" y="39517"/>
                    <a:pt x="7124" y="36340"/>
                  </a:cubicBezTo>
                  <a:cubicBezTo>
                    <a:pt x="2667" y="32528"/>
                    <a:pt x="121" y="27444"/>
                    <a:pt x="121" y="22361"/>
                  </a:cubicBezTo>
                  <a:cubicBezTo>
                    <a:pt x="-516" y="16642"/>
                    <a:pt x="1394" y="11558"/>
                    <a:pt x="5214" y="7110"/>
                  </a:cubicBezTo>
                  <a:cubicBezTo>
                    <a:pt x="9034" y="2662"/>
                    <a:pt x="14127" y="120"/>
                    <a:pt x="19220" y="120"/>
                  </a:cubicBezTo>
                  <a:cubicBezTo>
                    <a:pt x="24950" y="-515"/>
                    <a:pt x="30043" y="1391"/>
                    <a:pt x="34500" y="5204"/>
                  </a:cubicBezTo>
                  <a:cubicBezTo>
                    <a:pt x="38957" y="9017"/>
                    <a:pt x="41503" y="14100"/>
                    <a:pt x="41503" y="19183"/>
                  </a:cubicBezTo>
                  <a:cubicBezTo>
                    <a:pt x="42140" y="30621"/>
                    <a:pt x="33863" y="40788"/>
                    <a:pt x="22404" y="41424"/>
                  </a:cubicBezTo>
                  <a:lnTo>
                    <a:pt x="20494" y="41424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8632A6D4-2BC4-4548-B2B7-1485FDED1C84}"/>
                </a:ext>
              </a:extLst>
            </p:cNvPr>
            <p:cNvSpPr/>
            <p:nvPr/>
          </p:nvSpPr>
          <p:spPr>
            <a:xfrm>
              <a:off x="1118153" y="4338885"/>
              <a:ext cx="41451" cy="41337"/>
            </a:xfrm>
            <a:custGeom>
              <a:avLst/>
              <a:gdLst>
                <a:gd name="connsiteX0" fmla="*/ 21044 w 41451"/>
                <a:gd name="connsiteY0" fmla="*/ 41338 h 41337"/>
                <a:gd name="connsiteX1" fmla="*/ 34 w 41451"/>
                <a:gd name="connsiteY1" fmla="*/ 22274 h 41337"/>
                <a:gd name="connsiteX2" fmla="*/ 19134 w 41451"/>
                <a:gd name="connsiteY2" fmla="*/ 34 h 41337"/>
                <a:gd name="connsiteX3" fmla="*/ 41417 w 41451"/>
                <a:gd name="connsiteY3" fmla="*/ 19097 h 41337"/>
                <a:gd name="connsiteX4" fmla="*/ 22317 w 41451"/>
                <a:gd name="connsiteY4" fmla="*/ 41338 h 41337"/>
                <a:gd name="connsiteX5" fmla="*/ 21044 w 41451"/>
                <a:gd name="connsiteY5" fmla="*/ 41338 h 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451" h="41337">
                  <a:moveTo>
                    <a:pt x="21044" y="41338"/>
                  </a:moveTo>
                  <a:cubicBezTo>
                    <a:pt x="10221" y="41338"/>
                    <a:pt x="1308" y="33077"/>
                    <a:pt x="34" y="22274"/>
                  </a:cubicBezTo>
                  <a:cubicBezTo>
                    <a:pt x="-602" y="10837"/>
                    <a:pt x="7674" y="670"/>
                    <a:pt x="19134" y="34"/>
                  </a:cubicBezTo>
                  <a:cubicBezTo>
                    <a:pt x="30594" y="-601"/>
                    <a:pt x="40780" y="7660"/>
                    <a:pt x="41417" y="19097"/>
                  </a:cubicBezTo>
                  <a:cubicBezTo>
                    <a:pt x="42054" y="30535"/>
                    <a:pt x="33777" y="40702"/>
                    <a:pt x="22317" y="41338"/>
                  </a:cubicBezTo>
                  <a:lnTo>
                    <a:pt x="21044" y="41338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7F3BE1BC-9DA5-FAB9-7184-94ACDF6BA204}"/>
                </a:ext>
              </a:extLst>
            </p:cNvPr>
            <p:cNvSpPr/>
            <p:nvPr/>
          </p:nvSpPr>
          <p:spPr>
            <a:xfrm>
              <a:off x="830115" y="3968827"/>
              <a:ext cx="306237" cy="267787"/>
            </a:xfrm>
            <a:custGeom>
              <a:avLst/>
              <a:gdLst>
                <a:gd name="connsiteX0" fmla="*/ 44870 w 306237"/>
                <a:gd name="connsiteY0" fmla="*/ 267787 h 267787"/>
                <a:gd name="connsiteX1" fmla="*/ 34683 w 306237"/>
                <a:gd name="connsiteY1" fmla="*/ 262704 h 267787"/>
                <a:gd name="connsiteX2" fmla="*/ 24497 w 306237"/>
                <a:gd name="connsiteY2" fmla="*/ 246182 h 267787"/>
                <a:gd name="connsiteX3" fmla="*/ 75429 w 306237"/>
                <a:gd name="connsiteY3" fmla="*/ 17426 h 267787"/>
                <a:gd name="connsiteX4" fmla="*/ 186844 w 306237"/>
                <a:gd name="connsiteY4" fmla="*/ 5988 h 267787"/>
                <a:gd name="connsiteX5" fmla="*/ 296349 w 306237"/>
                <a:gd name="connsiteY5" fmla="*/ 95584 h 267787"/>
                <a:gd name="connsiteX6" fmla="*/ 305262 w 306237"/>
                <a:gd name="connsiteY6" fmla="*/ 113377 h 267787"/>
                <a:gd name="connsiteX7" fmla="*/ 298895 w 306237"/>
                <a:gd name="connsiteY7" fmla="*/ 129263 h 267787"/>
                <a:gd name="connsiteX8" fmla="*/ 282979 w 306237"/>
                <a:gd name="connsiteY8" fmla="*/ 122908 h 267787"/>
                <a:gd name="connsiteX9" fmla="*/ 275339 w 306237"/>
                <a:gd name="connsiteY9" fmla="*/ 107022 h 267787"/>
                <a:gd name="connsiteX10" fmla="*/ 180477 w 306237"/>
                <a:gd name="connsiteY10" fmla="*/ 28864 h 267787"/>
                <a:gd name="connsiteX11" fmla="*/ 87525 w 306237"/>
                <a:gd name="connsiteY11" fmla="*/ 38395 h 267787"/>
                <a:gd name="connsiteX12" fmla="*/ 46143 w 306237"/>
                <a:gd name="connsiteY12" fmla="*/ 234109 h 267787"/>
                <a:gd name="connsiteX13" fmla="*/ 55056 w 306237"/>
                <a:gd name="connsiteY13" fmla="*/ 248089 h 267787"/>
                <a:gd name="connsiteX14" fmla="*/ 51873 w 306237"/>
                <a:gd name="connsiteY14" fmla="*/ 265245 h 267787"/>
                <a:gd name="connsiteX15" fmla="*/ 44870 w 306237"/>
                <a:gd name="connsiteY15" fmla="*/ 267787 h 267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6237" h="267787">
                  <a:moveTo>
                    <a:pt x="44870" y="267787"/>
                  </a:moveTo>
                  <a:cubicBezTo>
                    <a:pt x="41050" y="267787"/>
                    <a:pt x="37230" y="265881"/>
                    <a:pt x="34683" y="262704"/>
                  </a:cubicBezTo>
                  <a:cubicBezTo>
                    <a:pt x="30863" y="257620"/>
                    <a:pt x="27680" y="251901"/>
                    <a:pt x="24497" y="246182"/>
                  </a:cubicBezTo>
                  <a:cubicBezTo>
                    <a:pt x="-22616" y="161670"/>
                    <a:pt x="304" y="58729"/>
                    <a:pt x="75429" y="17426"/>
                  </a:cubicBezTo>
                  <a:cubicBezTo>
                    <a:pt x="108535" y="-1001"/>
                    <a:pt x="148008" y="-4814"/>
                    <a:pt x="186844" y="5988"/>
                  </a:cubicBezTo>
                  <a:cubicBezTo>
                    <a:pt x="232046" y="18697"/>
                    <a:pt x="272156" y="51740"/>
                    <a:pt x="296349" y="95584"/>
                  </a:cubicBezTo>
                  <a:cubicBezTo>
                    <a:pt x="299532" y="101303"/>
                    <a:pt x="302715" y="107022"/>
                    <a:pt x="305262" y="113377"/>
                  </a:cubicBezTo>
                  <a:cubicBezTo>
                    <a:pt x="307809" y="119731"/>
                    <a:pt x="305262" y="126721"/>
                    <a:pt x="298895" y="129263"/>
                  </a:cubicBezTo>
                  <a:cubicBezTo>
                    <a:pt x="292529" y="131804"/>
                    <a:pt x="285526" y="129263"/>
                    <a:pt x="282979" y="122908"/>
                  </a:cubicBezTo>
                  <a:cubicBezTo>
                    <a:pt x="280432" y="117825"/>
                    <a:pt x="277886" y="112106"/>
                    <a:pt x="275339" y="107022"/>
                  </a:cubicBezTo>
                  <a:cubicBezTo>
                    <a:pt x="254329" y="68896"/>
                    <a:pt x="219313" y="40302"/>
                    <a:pt x="180477" y="28864"/>
                  </a:cubicBezTo>
                  <a:cubicBezTo>
                    <a:pt x="148008" y="19332"/>
                    <a:pt x="114902" y="23145"/>
                    <a:pt x="87525" y="38395"/>
                  </a:cubicBezTo>
                  <a:cubicBezTo>
                    <a:pt x="24497" y="73344"/>
                    <a:pt x="6034" y="161034"/>
                    <a:pt x="46143" y="234109"/>
                  </a:cubicBezTo>
                  <a:cubicBezTo>
                    <a:pt x="48690" y="239193"/>
                    <a:pt x="51873" y="243641"/>
                    <a:pt x="55056" y="248089"/>
                  </a:cubicBezTo>
                  <a:cubicBezTo>
                    <a:pt x="58876" y="253808"/>
                    <a:pt x="57603" y="261433"/>
                    <a:pt x="51873" y="265245"/>
                  </a:cubicBezTo>
                  <a:cubicBezTo>
                    <a:pt x="49963" y="267152"/>
                    <a:pt x="47416" y="267787"/>
                    <a:pt x="44870" y="267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280C9253-8435-8FE1-30A1-A0F08D43A8FC}"/>
                </a:ext>
              </a:extLst>
            </p:cNvPr>
            <p:cNvSpPr/>
            <p:nvPr/>
          </p:nvSpPr>
          <p:spPr>
            <a:xfrm>
              <a:off x="1200613" y="4632852"/>
              <a:ext cx="306237" cy="267790"/>
            </a:xfrm>
            <a:custGeom>
              <a:avLst/>
              <a:gdLst>
                <a:gd name="connsiteX0" fmla="*/ 162050 w 306237"/>
                <a:gd name="connsiteY0" fmla="*/ 267791 h 267790"/>
                <a:gd name="connsiteX1" fmla="*/ 119394 w 306237"/>
                <a:gd name="connsiteY1" fmla="*/ 261436 h 267790"/>
                <a:gd name="connsiteX2" fmla="*/ 9889 w 306237"/>
                <a:gd name="connsiteY2" fmla="*/ 171840 h 267790"/>
                <a:gd name="connsiteX3" fmla="*/ 976 w 306237"/>
                <a:gd name="connsiteY3" fmla="*/ 154048 h 267790"/>
                <a:gd name="connsiteX4" fmla="*/ 7342 w 306237"/>
                <a:gd name="connsiteY4" fmla="*/ 138162 h 267790"/>
                <a:gd name="connsiteX5" fmla="*/ 23259 w 306237"/>
                <a:gd name="connsiteY5" fmla="*/ 144517 h 267790"/>
                <a:gd name="connsiteX6" fmla="*/ 30899 w 306237"/>
                <a:gd name="connsiteY6" fmla="*/ 160402 h 267790"/>
                <a:gd name="connsiteX7" fmla="*/ 125760 w 306237"/>
                <a:gd name="connsiteY7" fmla="*/ 238561 h 267790"/>
                <a:gd name="connsiteX8" fmla="*/ 218712 w 306237"/>
                <a:gd name="connsiteY8" fmla="*/ 229029 h 267790"/>
                <a:gd name="connsiteX9" fmla="*/ 260095 w 306237"/>
                <a:gd name="connsiteY9" fmla="*/ 33316 h 267790"/>
                <a:gd name="connsiteX10" fmla="*/ 251182 w 306237"/>
                <a:gd name="connsiteY10" fmla="*/ 19336 h 267790"/>
                <a:gd name="connsiteX11" fmla="*/ 254365 w 306237"/>
                <a:gd name="connsiteY11" fmla="*/ 2179 h 267790"/>
                <a:gd name="connsiteX12" fmla="*/ 271555 w 306237"/>
                <a:gd name="connsiteY12" fmla="*/ 5357 h 267790"/>
                <a:gd name="connsiteX13" fmla="*/ 281741 w 306237"/>
                <a:gd name="connsiteY13" fmla="*/ 21878 h 267790"/>
                <a:gd name="connsiteX14" fmla="*/ 230809 w 306237"/>
                <a:gd name="connsiteY14" fmla="*/ 250634 h 267790"/>
                <a:gd name="connsiteX15" fmla="*/ 162050 w 306237"/>
                <a:gd name="connsiteY15" fmla="*/ 267791 h 267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6237" h="267790">
                  <a:moveTo>
                    <a:pt x="162050" y="267791"/>
                  </a:moveTo>
                  <a:cubicBezTo>
                    <a:pt x="148043" y="267791"/>
                    <a:pt x="133400" y="265885"/>
                    <a:pt x="119394" y="261436"/>
                  </a:cubicBezTo>
                  <a:cubicBezTo>
                    <a:pt x="74191" y="248728"/>
                    <a:pt x="34082" y="215685"/>
                    <a:pt x="9889" y="171840"/>
                  </a:cubicBezTo>
                  <a:cubicBezTo>
                    <a:pt x="6706" y="166121"/>
                    <a:pt x="3522" y="160402"/>
                    <a:pt x="976" y="154048"/>
                  </a:cubicBezTo>
                  <a:cubicBezTo>
                    <a:pt x="-1571" y="147694"/>
                    <a:pt x="976" y="140704"/>
                    <a:pt x="7342" y="138162"/>
                  </a:cubicBezTo>
                  <a:cubicBezTo>
                    <a:pt x="13709" y="135621"/>
                    <a:pt x="20712" y="138162"/>
                    <a:pt x="23259" y="144517"/>
                  </a:cubicBezTo>
                  <a:cubicBezTo>
                    <a:pt x="25805" y="149600"/>
                    <a:pt x="28352" y="155319"/>
                    <a:pt x="30899" y="160402"/>
                  </a:cubicBezTo>
                  <a:cubicBezTo>
                    <a:pt x="51908" y="198529"/>
                    <a:pt x="86924" y="227123"/>
                    <a:pt x="125760" y="238561"/>
                  </a:cubicBezTo>
                  <a:cubicBezTo>
                    <a:pt x="158230" y="248092"/>
                    <a:pt x="191336" y="244280"/>
                    <a:pt x="218712" y="229029"/>
                  </a:cubicBezTo>
                  <a:cubicBezTo>
                    <a:pt x="281741" y="194080"/>
                    <a:pt x="300204" y="106391"/>
                    <a:pt x="260095" y="33316"/>
                  </a:cubicBezTo>
                  <a:cubicBezTo>
                    <a:pt x="257548" y="28232"/>
                    <a:pt x="254365" y="23784"/>
                    <a:pt x="251182" y="19336"/>
                  </a:cubicBezTo>
                  <a:cubicBezTo>
                    <a:pt x="247362" y="13617"/>
                    <a:pt x="248635" y="5992"/>
                    <a:pt x="254365" y="2179"/>
                  </a:cubicBezTo>
                  <a:cubicBezTo>
                    <a:pt x="260095" y="-1633"/>
                    <a:pt x="267735" y="-362"/>
                    <a:pt x="271555" y="5357"/>
                  </a:cubicBezTo>
                  <a:cubicBezTo>
                    <a:pt x="275375" y="10440"/>
                    <a:pt x="278558" y="16159"/>
                    <a:pt x="281741" y="21878"/>
                  </a:cubicBezTo>
                  <a:cubicBezTo>
                    <a:pt x="328854" y="106391"/>
                    <a:pt x="305934" y="209331"/>
                    <a:pt x="230809" y="250634"/>
                  </a:cubicBezTo>
                  <a:cubicBezTo>
                    <a:pt x="209799" y="262072"/>
                    <a:pt x="186243" y="267791"/>
                    <a:pt x="162050" y="2677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A34F0AC5-F1D3-B7C5-9056-8BD4AD38BF94}"/>
                </a:ext>
              </a:extLst>
            </p:cNvPr>
            <p:cNvSpPr/>
            <p:nvPr/>
          </p:nvSpPr>
          <p:spPr>
            <a:xfrm>
              <a:off x="54620" y="4168853"/>
              <a:ext cx="283747" cy="297788"/>
            </a:xfrm>
            <a:custGeom>
              <a:avLst/>
              <a:gdLst>
                <a:gd name="connsiteX0" fmla="*/ 95213 w 283747"/>
                <a:gd name="connsiteY0" fmla="*/ 297788 h 297788"/>
                <a:gd name="connsiteX1" fmla="*/ 88847 w 283747"/>
                <a:gd name="connsiteY1" fmla="*/ 295882 h 297788"/>
                <a:gd name="connsiteX2" fmla="*/ 72930 w 283747"/>
                <a:gd name="connsiteY2" fmla="*/ 285080 h 297788"/>
                <a:gd name="connsiteX3" fmla="*/ 2898 w 283747"/>
                <a:gd name="connsiteY3" fmla="*/ 173879 h 297788"/>
                <a:gd name="connsiteX4" fmla="*/ 30274 w 283747"/>
                <a:gd name="connsiteY4" fmla="*/ 55052 h 297788"/>
                <a:gd name="connsiteX5" fmla="*/ 264564 w 283747"/>
                <a:gd name="connsiteY5" fmla="*/ 40437 h 297788"/>
                <a:gd name="connsiteX6" fmla="*/ 279844 w 283747"/>
                <a:gd name="connsiteY6" fmla="*/ 53146 h 297788"/>
                <a:gd name="connsiteX7" fmla="*/ 280480 w 283747"/>
                <a:gd name="connsiteY7" fmla="*/ 70303 h 297788"/>
                <a:gd name="connsiteX8" fmla="*/ 263291 w 283747"/>
                <a:gd name="connsiteY8" fmla="*/ 70938 h 297788"/>
                <a:gd name="connsiteX9" fmla="*/ 249921 w 283747"/>
                <a:gd name="connsiteY9" fmla="*/ 59501 h 297788"/>
                <a:gd name="connsiteX10" fmla="*/ 50011 w 283747"/>
                <a:gd name="connsiteY10" fmla="*/ 69667 h 297788"/>
                <a:gd name="connsiteX11" fmla="*/ 27728 w 283747"/>
                <a:gd name="connsiteY11" fmla="*/ 168795 h 297788"/>
                <a:gd name="connsiteX12" fmla="*/ 88210 w 283747"/>
                <a:gd name="connsiteY12" fmla="*/ 265381 h 297788"/>
                <a:gd name="connsiteX13" fmla="*/ 102216 w 283747"/>
                <a:gd name="connsiteY13" fmla="*/ 274913 h 297788"/>
                <a:gd name="connsiteX14" fmla="*/ 106036 w 283747"/>
                <a:gd name="connsiteY14" fmla="*/ 291434 h 297788"/>
                <a:gd name="connsiteX15" fmla="*/ 95213 w 283747"/>
                <a:gd name="connsiteY15" fmla="*/ 297788 h 297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3747" h="297788">
                  <a:moveTo>
                    <a:pt x="95213" y="297788"/>
                  </a:moveTo>
                  <a:cubicBezTo>
                    <a:pt x="92667" y="297788"/>
                    <a:pt x="90757" y="297153"/>
                    <a:pt x="88847" y="295882"/>
                  </a:cubicBezTo>
                  <a:cubicBezTo>
                    <a:pt x="83753" y="292705"/>
                    <a:pt x="78024" y="288892"/>
                    <a:pt x="72930" y="285080"/>
                  </a:cubicBezTo>
                  <a:cubicBezTo>
                    <a:pt x="36004" y="256485"/>
                    <a:pt x="11175" y="217088"/>
                    <a:pt x="2898" y="173879"/>
                  </a:cubicBezTo>
                  <a:cubicBezTo>
                    <a:pt x="-5378" y="130034"/>
                    <a:pt x="4171" y="88095"/>
                    <a:pt x="30274" y="55052"/>
                  </a:cubicBezTo>
                  <a:cubicBezTo>
                    <a:pt x="83117" y="-12304"/>
                    <a:pt x="188165" y="-18658"/>
                    <a:pt x="264564" y="40437"/>
                  </a:cubicBezTo>
                  <a:cubicBezTo>
                    <a:pt x="269657" y="44250"/>
                    <a:pt x="274750" y="48698"/>
                    <a:pt x="279844" y="53146"/>
                  </a:cubicBezTo>
                  <a:cubicBezTo>
                    <a:pt x="284937" y="57594"/>
                    <a:pt x="284937" y="65219"/>
                    <a:pt x="280480" y="70303"/>
                  </a:cubicBezTo>
                  <a:cubicBezTo>
                    <a:pt x="276024" y="75386"/>
                    <a:pt x="268384" y="75386"/>
                    <a:pt x="263291" y="70938"/>
                  </a:cubicBezTo>
                  <a:cubicBezTo>
                    <a:pt x="258834" y="67126"/>
                    <a:pt x="254377" y="63313"/>
                    <a:pt x="249921" y="59501"/>
                  </a:cubicBezTo>
                  <a:cubicBezTo>
                    <a:pt x="184345" y="8030"/>
                    <a:pt x="94577" y="13114"/>
                    <a:pt x="50011" y="69667"/>
                  </a:cubicBezTo>
                  <a:cubicBezTo>
                    <a:pt x="28364" y="96991"/>
                    <a:pt x="20725" y="132575"/>
                    <a:pt x="27728" y="168795"/>
                  </a:cubicBezTo>
                  <a:cubicBezTo>
                    <a:pt x="34731" y="206286"/>
                    <a:pt x="56377" y="240599"/>
                    <a:pt x="88210" y="265381"/>
                  </a:cubicBezTo>
                  <a:cubicBezTo>
                    <a:pt x="92667" y="268558"/>
                    <a:pt x="97123" y="272371"/>
                    <a:pt x="102216" y="274913"/>
                  </a:cubicBezTo>
                  <a:cubicBezTo>
                    <a:pt x="107946" y="278725"/>
                    <a:pt x="109856" y="286350"/>
                    <a:pt x="106036" y="291434"/>
                  </a:cubicBezTo>
                  <a:cubicBezTo>
                    <a:pt x="103490" y="295247"/>
                    <a:pt x="99033" y="297788"/>
                    <a:pt x="95213" y="2977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6791D169-EE3E-C10C-A998-40911E8F2BF6}"/>
                </a:ext>
              </a:extLst>
            </p:cNvPr>
            <p:cNvSpPr/>
            <p:nvPr/>
          </p:nvSpPr>
          <p:spPr>
            <a:xfrm>
              <a:off x="373376" y="4512908"/>
              <a:ext cx="42063" cy="42059"/>
            </a:xfrm>
            <a:custGeom>
              <a:avLst/>
              <a:gdLst>
                <a:gd name="connsiteX0" fmla="*/ 20933 w 42063"/>
                <a:gd name="connsiteY0" fmla="*/ 42059 h 42059"/>
                <a:gd name="connsiteX1" fmla="*/ 5016 w 42063"/>
                <a:gd name="connsiteY1" fmla="*/ 34434 h 42059"/>
                <a:gd name="connsiteX2" fmla="*/ 7563 w 42063"/>
                <a:gd name="connsiteY2" fmla="*/ 5204 h 42059"/>
                <a:gd name="connsiteX3" fmla="*/ 22843 w 42063"/>
                <a:gd name="connsiteY3" fmla="*/ 120 h 42059"/>
                <a:gd name="connsiteX4" fmla="*/ 36849 w 42063"/>
                <a:gd name="connsiteY4" fmla="*/ 7110 h 42059"/>
                <a:gd name="connsiteX5" fmla="*/ 41943 w 42063"/>
                <a:gd name="connsiteY5" fmla="*/ 22361 h 42059"/>
                <a:gd name="connsiteX6" fmla="*/ 34939 w 42063"/>
                <a:gd name="connsiteY6" fmla="*/ 36340 h 42059"/>
                <a:gd name="connsiteX7" fmla="*/ 20933 w 42063"/>
                <a:gd name="connsiteY7" fmla="*/ 42059 h 4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63" h="42059">
                  <a:moveTo>
                    <a:pt x="20933" y="42059"/>
                  </a:moveTo>
                  <a:cubicBezTo>
                    <a:pt x="15203" y="42059"/>
                    <a:pt x="8836" y="39517"/>
                    <a:pt x="5016" y="34434"/>
                  </a:cubicBezTo>
                  <a:cubicBezTo>
                    <a:pt x="-2623" y="25538"/>
                    <a:pt x="-1350" y="12194"/>
                    <a:pt x="7563" y="5204"/>
                  </a:cubicBezTo>
                  <a:cubicBezTo>
                    <a:pt x="12020" y="1391"/>
                    <a:pt x="17113" y="-515"/>
                    <a:pt x="22843" y="120"/>
                  </a:cubicBezTo>
                  <a:cubicBezTo>
                    <a:pt x="28573" y="756"/>
                    <a:pt x="33666" y="3298"/>
                    <a:pt x="36849" y="7110"/>
                  </a:cubicBezTo>
                  <a:cubicBezTo>
                    <a:pt x="40669" y="11558"/>
                    <a:pt x="42579" y="16642"/>
                    <a:pt x="41943" y="22361"/>
                  </a:cubicBezTo>
                  <a:cubicBezTo>
                    <a:pt x="41306" y="28079"/>
                    <a:pt x="38759" y="33163"/>
                    <a:pt x="34939" y="36340"/>
                  </a:cubicBezTo>
                  <a:cubicBezTo>
                    <a:pt x="31119" y="40788"/>
                    <a:pt x="26026" y="42059"/>
                    <a:pt x="20933" y="420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196AA8E4-FEFE-00D0-C1ED-C82EF03A5F28}"/>
                </a:ext>
              </a:extLst>
            </p:cNvPr>
            <p:cNvSpPr/>
            <p:nvPr/>
          </p:nvSpPr>
          <p:spPr>
            <a:xfrm>
              <a:off x="11223829" y="4394837"/>
              <a:ext cx="57984" cy="24146"/>
            </a:xfrm>
            <a:custGeom>
              <a:avLst/>
              <a:gdLst>
                <a:gd name="connsiteX0" fmla="*/ 45840 w 57984"/>
                <a:gd name="connsiteY0" fmla="*/ 24147 h 24146"/>
                <a:gd name="connsiteX1" fmla="*/ 12097 w 57984"/>
                <a:gd name="connsiteY1" fmla="*/ 24147 h 24146"/>
                <a:gd name="connsiteX2" fmla="*/ 0 w 57984"/>
                <a:gd name="connsiteY2" fmla="*/ 12073 h 24146"/>
                <a:gd name="connsiteX3" fmla="*/ 12097 w 57984"/>
                <a:gd name="connsiteY3" fmla="*/ 0 h 24146"/>
                <a:gd name="connsiteX4" fmla="*/ 45840 w 57984"/>
                <a:gd name="connsiteY4" fmla="*/ 0 h 24146"/>
                <a:gd name="connsiteX5" fmla="*/ 57936 w 57984"/>
                <a:gd name="connsiteY5" fmla="*/ 12073 h 24146"/>
                <a:gd name="connsiteX6" fmla="*/ 45840 w 57984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84" h="24146">
                  <a:moveTo>
                    <a:pt x="45840" y="24147"/>
                  </a:moveTo>
                  <a:lnTo>
                    <a:pt x="12097" y="24147"/>
                  </a:lnTo>
                  <a:cubicBezTo>
                    <a:pt x="5094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45840" y="0"/>
                  </a:lnTo>
                  <a:cubicBezTo>
                    <a:pt x="52843" y="0"/>
                    <a:pt x="57936" y="5719"/>
                    <a:pt x="57936" y="12073"/>
                  </a:cubicBezTo>
                  <a:cubicBezTo>
                    <a:pt x="58573" y="19063"/>
                    <a:pt x="52843" y="24147"/>
                    <a:pt x="45840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D5937ED5-416F-96DE-B894-B9B2D0B35B2F}"/>
                </a:ext>
              </a:extLst>
            </p:cNvPr>
            <p:cNvSpPr/>
            <p:nvPr/>
          </p:nvSpPr>
          <p:spPr>
            <a:xfrm>
              <a:off x="11323148" y="4303335"/>
              <a:ext cx="57936" cy="24146"/>
            </a:xfrm>
            <a:custGeom>
              <a:avLst/>
              <a:gdLst>
                <a:gd name="connsiteX0" fmla="*/ 45840 w 57936"/>
                <a:gd name="connsiteY0" fmla="*/ 24147 h 24146"/>
                <a:gd name="connsiteX1" fmla="*/ 12097 w 57936"/>
                <a:gd name="connsiteY1" fmla="*/ 24147 h 24146"/>
                <a:gd name="connsiteX2" fmla="*/ 0 w 57936"/>
                <a:gd name="connsiteY2" fmla="*/ 12073 h 24146"/>
                <a:gd name="connsiteX3" fmla="*/ 12097 w 57936"/>
                <a:gd name="connsiteY3" fmla="*/ 0 h 24146"/>
                <a:gd name="connsiteX4" fmla="*/ 45840 w 57936"/>
                <a:gd name="connsiteY4" fmla="*/ 0 h 24146"/>
                <a:gd name="connsiteX5" fmla="*/ 57936 w 57936"/>
                <a:gd name="connsiteY5" fmla="*/ 12073 h 24146"/>
                <a:gd name="connsiteX6" fmla="*/ 45840 w 57936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6" h="24146">
                  <a:moveTo>
                    <a:pt x="45840" y="24147"/>
                  </a:moveTo>
                  <a:lnTo>
                    <a:pt x="12097" y="24147"/>
                  </a:lnTo>
                  <a:cubicBezTo>
                    <a:pt x="5094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45840" y="0"/>
                  </a:lnTo>
                  <a:cubicBezTo>
                    <a:pt x="52843" y="0"/>
                    <a:pt x="57936" y="5719"/>
                    <a:pt x="57936" y="12073"/>
                  </a:cubicBezTo>
                  <a:cubicBezTo>
                    <a:pt x="57936" y="18428"/>
                    <a:pt x="52843" y="24147"/>
                    <a:pt x="45840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2B33DFD7-49F9-7ECC-62CA-F8ED0C299CE5}"/>
                </a:ext>
              </a:extLst>
            </p:cNvPr>
            <p:cNvSpPr/>
            <p:nvPr/>
          </p:nvSpPr>
          <p:spPr>
            <a:xfrm>
              <a:off x="11422467" y="4394837"/>
              <a:ext cx="57935" cy="24146"/>
            </a:xfrm>
            <a:custGeom>
              <a:avLst/>
              <a:gdLst>
                <a:gd name="connsiteX0" fmla="*/ 45839 w 57935"/>
                <a:gd name="connsiteY0" fmla="*/ 24147 h 24146"/>
                <a:gd name="connsiteX1" fmla="*/ 12096 w 57935"/>
                <a:gd name="connsiteY1" fmla="*/ 24147 h 24146"/>
                <a:gd name="connsiteX2" fmla="*/ 0 w 57935"/>
                <a:gd name="connsiteY2" fmla="*/ 12073 h 24146"/>
                <a:gd name="connsiteX3" fmla="*/ 12096 w 57935"/>
                <a:gd name="connsiteY3" fmla="*/ 0 h 24146"/>
                <a:gd name="connsiteX4" fmla="*/ 45839 w 57935"/>
                <a:gd name="connsiteY4" fmla="*/ 0 h 24146"/>
                <a:gd name="connsiteX5" fmla="*/ 57936 w 57935"/>
                <a:gd name="connsiteY5" fmla="*/ 12073 h 24146"/>
                <a:gd name="connsiteX6" fmla="*/ 45839 w 579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5" h="24146">
                  <a:moveTo>
                    <a:pt x="45839" y="24147"/>
                  </a:moveTo>
                  <a:lnTo>
                    <a:pt x="12096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29" y="0"/>
                    <a:pt x="12096" y="0"/>
                  </a:cubicBezTo>
                  <a:lnTo>
                    <a:pt x="45839" y="0"/>
                  </a:lnTo>
                  <a:cubicBezTo>
                    <a:pt x="52842" y="0"/>
                    <a:pt x="57936" y="5719"/>
                    <a:pt x="57936" y="12073"/>
                  </a:cubicBezTo>
                  <a:cubicBezTo>
                    <a:pt x="57936" y="19063"/>
                    <a:pt x="52205" y="24147"/>
                    <a:pt x="45839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AFAAF997-096E-DC95-F97F-B3DBCDF17C48}"/>
                </a:ext>
              </a:extLst>
            </p:cNvPr>
            <p:cNvSpPr/>
            <p:nvPr/>
          </p:nvSpPr>
          <p:spPr>
            <a:xfrm>
              <a:off x="11521148" y="4303335"/>
              <a:ext cx="57935" cy="24146"/>
            </a:xfrm>
            <a:custGeom>
              <a:avLst/>
              <a:gdLst>
                <a:gd name="connsiteX0" fmla="*/ 45839 w 57935"/>
                <a:gd name="connsiteY0" fmla="*/ 24147 h 24146"/>
                <a:gd name="connsiteX1" fmla="*/ 12096 w 57935"/>
                <a:gd name="connsiteY1" fmla="*/ 24147 h 24146"/>
                <a:gd name="connsiteX2" fmla="*/ 0 w 57935"/>
                <a:gd name="connsiteY2" fmla="*/ 12073 h 24146"/>
                <a:gd name="connsiteX3" fmla="*/ 12096 w 57935"/>
                <a:gd name="connsiteY3" fmla="*/ 0 h 24146"/>
                <a:gd name="connsiteX4" fmla="*/ 45839 w 57935"/>
                <a:gd name="connsiteY4" fmla="*/ 0 h 24146"/>
                <a:gd name="connsiteX5" fmla="*/ 57936 w 57935"/>
                <a:gd name="connsiteY5" fmla="*/ 12073 h 24146"/>
                <a:gd name="connsiteX6" fmla="*/ 45839 w 579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5" h="24146">
                  <a:moveTo>
                    <a:pt x="45839" y="24147"/>
                  </a:moveTo>
                  <a:lnTo>
                    <a:pt x="12096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29" y="0"/>
                    <a:pt x="12096" y="0"/>
                  </a:cubicBezTo>
                  <a:lnTo>
                    <a:pt x="45839" y="0"/>
                  </a:lnTo>
                  <a:cubicBezTo>
                    <a:pt x="52842" y="0"/>
                    <a:pt x="57936" y="5719"/>
                    <a:pt x="57936" y="12073"/>
                  </a:cubicBezTo>
                  <a:cubicBezTo>
                    <a:pt x="57936" y="18428"/>
                    <a:pt x="52842" y="24147"/>
                    <a:pt x="45839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2305AB57-08DE-3989-603A-008DD6AEF861}"/>
                </a:ext>
              </a:extLst>
            </p:cNvPr>
            <p:cNvSpPr/>
            <p:nvPr/>
          </p:nvSpPr>
          <p:spPr>
            <a:xfrm>
              <a:off x="11620467" y="4394837"/>
              <a:ext cx="57935" cy="24146"/>
            </a:xfrm>
            <a:custGeom>
              <a:avLst/>
              <a:gdLst>
                <a:gd name="connsiteX0" fmla="*/ 45839 w 57935"/>
                <a:gd name="connsiteY0" fmla="*/ 24147 h 24146"/>
                <a:gd name="connsiteX1" fmla="*/ 12097 w 57935"/>
                <a:gd name="connsiteY1" fmla="*/ 24147 h 24146"/>
                <a:gd name="connsiteX2" fmla="*/ 0 w 57935"/>
                <a:gd name="connsiteY2" fmla="*/ 12073 h 24146"/>
                <a:gd name="connsiteX3" fmla="*/ 12097 w 57935"/>
                <a:gd name="connsiteY3" fmla="*/ 0 h 24146"/>
                <a:gd name="connsiteX4" fmla="*/ 45839 w 57935"/>
                <a:gd name="connsiteY4" fmla="*/ 0 h 24146"/>
                <a:gd name="connsiteX5" fmla="*/ 57936 w 57935"/>
                <a:gd name="connsiteY5" fmla="*/ 12073 h 24146"/>
                <a:gd name="connsiteX6" fmla="*/ 45839 w 579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5" h="24146">
                  <a:moveTo>
                    <a:pt x="45839" y="24147"/>
                  </a:moveTo>
                  <a:lnTo>
                    <a:pt x="12097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45839" y="0"/>
                  </a:lnTo>
                  <a:cubicBezTo>
                    <a:pt x="52842" y="0"/>
                    <a:pt x="57936" y="5719"/>
                    <a:pt x="57936" y="12073"/>
                  </a:cubicBezTo>
                  <a:cubicBezTo>
                    <a:pt x="57936" y="19063"/>
                    <a:pt x="52842" y="24147"/>
                    <a:pt x="45839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CD149875-6C7B-544D-5F47-4EB02B6BE99C}"/>
                </a:ext>
              </a:extLst>
            </p:cNvPr>
            <p:cNvSpPr/>
            <p:nvPr/>
          </p:nvSpPr>
          <p:spPr>
            <a:xfrm>
              <a:off x="10788994" y="4622269"/>
              <a:ext cx="1325517" cy="509036"/>
            </a:xfrm>
            <a:custGeom>
              <a:avLst/>
              <a:gdLst>
                <a:gd name="connsiteX0" fmla="*/ 970901 w 1325517"/>
                <a:gd name="connsiteY0" fmla="*/ 509036 h 509036"/>
                <a:gd name="connsiteX1" fmla="*/ 353344 w 1325517"/>
                <a:gd name="connsiteY1" fmla="*/ 509036 h 509036"/>
                <a:gd name="connsiteX2" fmla="*/ 349524 w 1325517"/>
                <a:gd name="connsiteY2" fmla="*/ 508401 h 509036"/>
                <a:gd name="connsiteX3" fmla="*/ 0 w 1325517"/>
                <a:gd name="connsiteY3" fmla="*/ 12762 h 509036"/>
                <a:gd name="connsiteX4" fmla="*/ 11459 w 1325517"/>
                <a:gd name="connsiteY4" fmla="*/ 54 h 509036"/>
                <a:gd name="connsiteX5" fmla="*/ 24192 w 1325517"/>
                <a:gd name="connsiteY5" fmla="*/ 11491 h 509036"/>
                <a:gd name="connsiteX6" fmla="*/ 355890 w 1325517"/>
                <a:gd name="connsiteY6" fmla="*/ 484254 h 509036"/>
                <a:gd name="connsiteX7" fmla="*/ 968990 w 1325517"/>
                <a:gd name="connsiteY7" fmla="*/ 484254 h 509036"/>
                <a:gd name="connsiteX8" fmla="*/ 1300688 w 1325517"/>
                <a:gd name="connsiteY8" fmla="*/ 11491 h 509036"/>
                <a:gd name="connsiteX9" fmla="*/ 1313421 w 1325517"/>
                <a:gd name="connsiteY9" fmla="*/ 54 h 509036"/>
                <a:gd name="connsiteX10" fmla="*/ 1325518 w 1325517"/>
                <a:gd name="connsiteY10" fmla="*/ 12762 h 509036"/>
                <a:gd name="connsiteX11" fmla="*/ 975993 w 1325517"/>
                <a:gd name="connsiteY11" fmla="*/ 508401 h 509036"/>
                <a:gd name="connsiteX12" fmla="*/ 970901 w 1325517"/>
                <a:gd name="connsiteY12" fmla="*/ 509036 h 509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25517" h="509036">
                  <a:moveTo>
                    <a:pt x="970901" y="509036"/>
                  </a:moveTo>
                  <a:lnTo>
                    <a:pt x="353344" y="509036"/>
                  </a:lnTo>
                  <a:cubicBezTo>
                    <a:pt x="352070" y="509036"/>
                    <a:pt x="350797" y="509036"/>
                    <a:pt x="349524" y="508401"/>
                  </a:cubicBezTo>
                  <a:cubicBezTo>
                    <a:pt x="17189" y="389575"/>
                    <a:pt x="0" y="16575"/>
                    <a:pt x="0" y="12762"/>
                  </a:cubicBezTo>
                  <a:cubicBezTo>
                    <a:pt x="0" y="5773"/>
                    <a:pt x="5093" y="689"/>
                    <a:pt x="11459" y="54"/>
                  </a:cubicBezTo>
                  <a:cubicBezTo>
                    <a:pt x="18462" y="-582"/>
                    <a:pt x="23556" y="5137"/>
                    <a:pt x="24192" y="11491"/>
                  </a:cubicBezTo>
                  <a:cubicBezTo>
                    <a:pt x="24192" y="15304"/>
                    <a:pt x="40745" y="370512"/>
                    <a:pt x="355890" y="484254"/>
                  </a:cubicBezTo>
                  <a:lnTo>
                    <a:pt x="968990" y="484254"/>
                  </a:lnTo>
                  <a:cubicBezTo>
                    <a:pt x="1283499" y="370512"/>
                    <a:pt x="1300688" y="14669"/>
                    <a:pt x="1300688" y="11491"/>
                  </a:cubicBezTo>
                  <a:cubicBezTo>
                    <a:pt x="1300688" y="4502"/>
                    <a:pt x="1306418" y="-582"/>
                    <a:pt x="1313421" y="54"/>
                  </a:cubicBezTo>
                  <a:cubicBezTo>
                    <a:pt x="1320424" y="54"/>
                    <a:pt x="1325518" y="5773"/>
                    <a:pt x="1325518" y="12762"/>
                  </a:cubicBezTo>
                  <a:cubicBezTo>
                    <a:pt x="1325518" y="16575"/>
                    <a:pt x="1308328" y="390210"/>
                    <a:pt x="975993" y="508401"/>
                  </a:cubicBezTo>
                  <a:cubicBezTo>
                    <a:pt x="974084" y="508401"/>
                    <a:pt x="972174" y="509036"/>
                    <a:pt x="970901" y="50903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35CB4256-99A1-708F-E623-BB9066BB07A8}"/>
                </a:ext>
              </a:extLst>
            </p:cNvPr>
            <p:cNvSpPr/>
            <p:nvPr/>
          </p:nvSpPr>
          <p:spPr>
            <a:xfrm>
              <a:off x="10788994" y="4622269"/>
              <a:ext cx="1325517" cy="509036"/>
            </a:xfrm>
            <a:custGeom>
              <a:avLst/>
              <a:gdLst>
                <a:gd name="connsiteX0" fmla="*/ 970901 w 1325517"/>
                <a:gd name="connsiteY0" fmla="*/ 509036 h 509036"/>
                <a:gd name="connsiteX1" fmla="*/ 353344 w 1325517"/>
                <a:gd name="connsiteY1" fmla="*/ 509036 h 509036"/>
                <a:gd name="connsiteX2" fmla="*/ 349524 w 1325517"/>
                <a:gd name="connsiteY2" fmla="*/ 508401 h 509036"/>
                <a:gd name="connsiteX3" fmla="*/ 0 w 1325517"/>
                <a:gd name="connsiteY3" fmla="*/ 12762 h 509036"/>
                <a:gd name="connsiteX4" fmla="*/ 11459 w 1325517"/>
                <a:gd name="connsiteY4" fmla="*/ 54 h 509036"/>
                <a:gd name="connsiteX5" fmla="*/ 24192 w 1325517"/>
                <a:gd name="connsiteY5" fmla="*/ 11491 h 509036"/>
                <a:gd name="connsiteX6" fmla="*/ 355890 w 1325517"/>
                <a:gd name="connsiteY6" fmla="*/ 484254 h 509036"/>
                <a:gd name="connsiteX7" fmla="*/ 968990 w 1325517"/>
                <a:gd name="connsiteY7" fmla="*/ 484254 h 509036"/>
                <a:gd name="connsiteX8" fmla="*/ 1300688 w 1325517"/>
                <a:gd name="connsiteY8" fmla="*/ 11491 h 509036"/>
                <a:gd name="connsiteX9" fmla="*/ 1313421 w 1325517"/>
                <a:gd name="connsiteY9" fmla="*/ 54 h 509036"/>
                <a:gd name="connsiteX10" fmla="*/ 1325518 w 1325517"/>
                <a:gd name="connsiteY10" fmla="*/ 12762 h 509036"/>
                <a:gd name="connsiteX11" fmla="*/ 975993 w 1325517"/>
                <a:gd name="connsiteY11" fmla="*/ 508401 h 509036"/>
                <a:gd name="connsiteX12" fmla="*/ 970901 w 1325517"/>
                <a:gd name="connsiteY12" fmla="*/ 509036 h 509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25517" h="509036">
                  <a:moveTo>
                    <a:pt x="970901" y="509036"/>
                  </a:moveTo>
                  <a:lnTo>
                    <a:pt x="353344" y="509036"/>
                  </a:lnTo>
                  <a:cubicBezTo>
                    <a:pt x="352070" y="509036"/>
                    <a:pt x="350797" y="509036"/>
                    <a:pt x="349524" y="508401"/>
                  </a:cubicBezTo>
                  <a:cubicBezTo>
                    <a:pt x="17189" y="389575"/>
                    <a:pt x="0" y="16575"/>
                    <a:pt x="0" y="12762"/>
                  </a:cubicBezTo>
                  <a:cubicBezTo>
                    <a:pt x="0" y="5773"/>
                    <a:pt x="5093" y="689"/>
                    <a:pt x="11459" y="54"/>
                  </a:cubicBezTo>
                  <a:cubicBezTo>
                    <a:pt x="18462" y="-582"/>
                    <a:pt x="23556" y="5137"/>
                    <a:pt x="24192" y="11491"/>
                  </a:cubicBezTo>
                  <a:cubicBezTo>
                    <a:pt x="24192" y="15304"/>
                    <a:pt x="40745" y="370512"/>
                    <a:pt x="355890" y="484254"/>
                  </a:cubicBezTo>
                  <a:lnTo>
                    <a:pt x="968990" y="484254"/>
                  </a:lnTo>
                  <a:cubicBezTo>
                    <a:pt x="1283499" y="370512"/>
                    <a:pt x="1300688" y="14669"/>
                    <a:pt x="1300688" y="11491"/>
                  </a:cubicBezTo>
                  <a:cubicBezTo>
                    <a:pt x="1300688" y="4502"/>
                    <a:pt x="1306418" y="-582"/>
                    <a:pt x="1313421" y="54"/>
                  </a:cubicBezTo>
                  <a:cubicBezTo>
                    <a:pt x="1320424" y="54"/>
                    <a:pt x="1325518" y="5773"/>
                    <a:pt x="1325518" y="12762"/>
                  </a:cubicBezTo>
                  <a:cubicBezTo>
                    <a:pt x="1325518" y="16575"/>
                    <a:pt x="1308328" y="390210"/>
                    <a:pt x="975993" y="508401"/>
                  </a:cubicBezTo>
                  <a:cubicBezTo>
                    <a:pt x="974084" y="508401"/>
                    <a:pt x="972174" y="509036"/>
                    <a:pt x="970901" y="50903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C48A41A2-3270-E168-6FA2-35A88224EE71}"/>
                </a:ext>
              </a:extLst>
            </p:cNvPr>
            <p:cNvSpPr/>
            <p:nvPr/>
          </p:nvSpPr>
          <p:spPr>
            <a:xfrm>
              <a:off x="11125332" y="5107456"/>
              <a:ext cx="650931" cy="116622"/>
            </a:xfrm>
            <a:custGeom>
              <a:avLst/>
              <a:gdLst>
                <a:gd name="connsiteX0" fmla="*/ 570897 w 650931"/>
                <a:gd name="connsiteY0" fmla="*/ 116623 h 116622"/>
                <a:gd name="connsiteX1" fmla="*/ 81309 w 650931"/>
                <a:gd name="connsiteY1" fmla="*/ 116623 h 116622"/>
                <a:gd name="connsiteX2" fmla="*/ 15096 w 650931"/>
                <a:gd name="connsiteY2" fmla="*/ 82945 h 116622"/>
                <a:gd name="connsiteX3" fmla="*/ 4273 w 650931"/>
                <a:gd name="connsiteY3" fmla="*/ 11141 h 116622"/>
                <a:gd name="connsiteX4" fmla="*/ 5546 w 650931"/>
                <a:gd name="connsiteY4" fmla="*/ 7328 h 116622"/>
                <a:gd name="connsiteX5" fmla="*/ 21463 w 650931"/>
                <a:gd name="connsiteY5" fmla="*/ 974 h 116622"/>
                <a:gd name="connsiteX6" fmla="*/ 27829 w 650931"/>
                <a:gd name="connsiteY6" fmla="*/ 16860 h 116622"/>
                <a:gd name="connsiteX7" fmla="*/ 27193 w 650931"/>
                <a:gd name="connsiteY7" fmla="*/ 19402 h 116622"/>
                <a:gd name="connsiteX8" fmla="*/ 34832 w 650931"/>
                <a:gd name="connsiteY8" fmla="*/ 68965 h 116622"/>
                <a:gd name="connsiteX9" fmla="*/ 80672 w 650931"/>
                <a:gd name="connsiteY9" fmla="*/ 92477 h 116622"/>
                <a:gd name="connsiteX10" fmla="*/ 570260 w 650931"/>
                <a:gd name="connsiteY10" fmla="*/ 92477 h 116622"/>
                <a:gd name="connsiteX11" fmla="*/ 616100 w 650931"/>
                <a:gd name="connsiteY11" fmla="*/ 68965 h 116622"/>
                <a:gd name="connsiteX12" fmla="*/ 623739 w 650931"/>
                <a:gd name="connsiteY12" fmla="*/ 19402 h 116622"/>
                <a:gd name="connsiteX13" fmla="*/ 623103 w 650931"/>
                <a:gd name="connsiteY13" fmla="*/ 17495 h 116622"/>
                <a:gd name="connsiteX14" fmla="*/ 629469 w 650931"/>
                <a:gd name="connsiteY14" fmla="*/ 1609 h 116622"/>
                <a:gd name="connsiteX15" fmla="*/ 645386 w 650931"/>
                <a:gd name="connsiteY15" fmla="*/ 7964 h 116622"/>
                <a:gd name="connsiteX16" fmla="*/ 646659 w 650931"/>
                <a:gd name="connsiteY16" fmla="*/ 11776 h 116622"/>
                <a:gd name="connsiteX17" fmla="*/ 635836 w 650931"/>
                <a:gd name="connsiteY17" fmla="*/ 83581 h 116622"/>
                <a:gd name="connsiteX18" fmla="*/ 570897 w 650931"/>
                <a:gd name="connsiteY18" fmla="*/ 116623 h 11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50931" h="116622">
                  <a:moveTo>
                    <a:pt x="570897" y="116623"/>
                  </a:moveTo>
                  <a:lnTo>
                    <a:pt x="81309" y="116623"/>
                  </a:lnTo>
                  <a:cubicBezTo>
                    <a:pt x="55206" y="116623"/>
                    <a:pt x="30376" y="103914"/>
                    <a:pt x="15096" y="82945"/>
                  </a:cubicBezTo>
                  <a:cubicBezTo>
                    <a:pt x="-184" y="61976"/>
                    <a:pt x="-4004" y="35287"/>
                    <a:pt x="4273" y="11141"/>
                  </a:cubicBezTo>
                  <a:cubicBezTo>
                    <a:pt x="4910" y="8599"/>
                    <a:pt x="5546" y="7328"/>
                    <a:pt x="5546" y="7328"/>
                  </a:cubicBezTo>
                  <a:cubicBezTo>
                    <a:pt x="8093" y="974"/>
                    <a:pt x="15096" y="-1568"/>
                    <a:pt x="21463" y="974"/>
                  </a:cubicBezTo>
                  <a:cubicBezTo>
                    <a:pt x="27829" y="3516"/>
                    <a:pt x="30376" y="10506"/>
                    <a:pt x="27829" y="16860"/>
                  </a:cubicBezTo>
                  <a:cubicBezTo>
                    <a:pt x="27829" y="16860"/>
                    <a:pt x="27193" y="17495"/>
                    <a:pt x="27193" y="19402"/>
                  </a:cubicBezTo>
                  <a:cubicBezTo>
                    <a:pt x="21463" y="36558"/>
                    <a:pt x="24009" y="54351"/>
                    <a:pt x="34832" y="68965"/>
                  </a:cubicBezTo>
                  <a:cubicBezTo>
                    <a:pt x="45656" y="84216"/>
                    <a:pt x="62209" y="92477"/>
                    <a:pt x="80672" y="92477"/>
                  </a:cubicBezTo>
                  <a:lnTo>
                    <a:pt x="570260" y="92477"/>
                  </a:lnTo>
                  <a:cubicBezTo>
                    <a:pt x="588723" y="92477"/>
                    <a:pt x="605913" y="83581"/>
                    <a:pt x="616100" y="68965"/>
                  </a:cubicBezTo>
                  <a:cubicBezTo>
                    <a:pt x="626923" y="54351"/>
                    <a:pt x="629469" y="35923"/>
                    <a:pt x="623739" y="19402"/>
                  </a:cubicBezTo>
                  <a:cubicBezTo>
                    <a:pt x="623103" y="18131"/>
                    <a:pt x="623103" y="17495"/>
                    <a:pt x="623103" y="17495"/>
                  </a:cubicBezTo>
                  <a:cubicBezTo>
                    <a:pt x="620556" y="11141"/>
                    <a:pt x="623103" y="4151"/>
                    <a:pt x="629469" y="1609"/>
                  </a:cubicBezTo>
                  <a:cubicBezTo>
                    <a:pt x="635836" y="-932"/>
                    <a:pt x="642839" y="1609"/>
                    <a:pt x="645386" y="7964"/>
                  </a:cubicBezTo>
                  <a:cubicBezTo>
                    <a:pt x="645386" y="7964"/>
                    <a:pt x="646022" y="9235"/>
                    <a:pt x="646659" y="11776"/>
                  </a:cubicBezTo>
                  <a:cubicBezTo>
                    <a:pt x="654936" y="35923"/>
                    <a:pt x="651116" y="62611"/>
                    <a:pt x="635836" y="83581"/>
                  </a:cubicBezTo>
                  <a:cubicBezTo>
                    <a:pt x="621830" y="103914"/>
                    <a:pt x="597000" y="116623"/>
                    <a:pt x="570897" y="1166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A27B7D03-2301-4415-9F0E-362FC91F9709}"/>
                </a:ext>
              </a:extLst>
            </p:cNvPr>
            <p:cNvSpPr/>
            <p:nvPr/>
          </p:nvSpPr>
          <p:spPr>
            <a:xfrm>
              <a:off x="10832286" y="4120330"/>
              <a:ext cx="1241479" cy="398417"/>
            </a:xfrm>
            <a:custGeom>
              <a:avLst/>
              <a:gdLst>
                <a:gd name="connsiteX0" fmla="*/ 1227473 w 1241479"/>
                <a:gd name="connsiteY0" fmla="*/ 398417 h 398417"/>
                <a:gd name="connsiteX1" fmla="*/ 1215377 w 1241479"/>
                <a:gd name="connsiteY1" fmla="*/ 386344 h 398417"/>
                <a:gd name="connsiteX2" fmla="*/ 1056213 w 1241479"/>
                <a:gd name="connsiteY2" fmla="*/ 227485 h 398417"/>
                <a:gd name="connsiteX3" fmla="*/ 1035203 w 1241479"/>
                <a:gd name="connsiteY3" fmla="*/ 228756 h 398417"/>
                <a:gd name="connsiteX4" fmla="*/ 1021833 w 1241479"/>
                <a:gd name="connsiteY4" fmla="*/ 218589 h 398417"/>
                <a:gd name="connsiteX5" fmla="*/ 865216 w 1241479"/>
                <a:gd name="connsiteY5" fmla="*/ 87690 h 398417"/>
                <a:gd name="connsiteX6" fmla="*/ 777357 w 1241479"/>
                <a:gd name="connsiteY6" fmla="*/ 113743 h 398417"/>
                <a:gd name="connsiteX7" fmla="*/ 767807 w 1241479"/>
                <a:gd name="connsiteY7" fmla="*/ 115649 h 398417"/>
                <a:gd name="connsiteX8" fmla="*/ 760168 w 1241479"/>
                <a:gd name="connsiteY8" fmla="*/ 109295 h 398417"/>
                <a:gd name="connsiteX9" fmla="*/ 619467 w 1241479"/>
                <a:gd name="connsiteY9" fmla="*/ 24147 h 398417"/>
                <a:gd name="connsiteX10" fmla="*/ 478766 w 1241479"/>
                <a:gd name="connsiteY10" fmla="*/ 109295 h 398417"/>
                <a:gd name="connsiteX11" fmla="*/ 471126 w 1241479"/>
                <a:gd name="connsiteY11" fmla="*/ 115649 h 398417"/>
                <a:gd name="connsiteX12" fmla="*/ 461576 w 1241479"/>
                <a:gd name="connsiteY12" fmla="*/ 113743 h 398417"/>
                <a:gd name="connsiteX13" fmla="*/ 373718 w 1241479"/>
                <a:gd name="connsiteY13" fmla="*/ 87690 h 398417"/>
                <a:gd name="connsiteX14" fmla="*/ 217100 w 1241479"/>
                <a:gd name="connsiteY14" fmla="*/ 218589 h 398417"/>
                <a:gd name="connsiteX15" fmla="*/ 203730 w 1241479"/>
                <a:gd name="connsiteY15" fmla="*/ 228756 h 398417"/>
                <a:gd name="connsiteX16" fmla="*/ 183357 w 1241479"/>
                <a:gd name="connsiteY16" fmla="*/ 227485 h 398417"/>
                <a:gd name="connsiteX17" fmla="*/ 24193 w 1241479"/>
                <a:gd name="connsiteY17" fmla="*/ 386344 h 398417"/>
                <a:gd name="connsiteX18" fmla="*/ 12097 w 1241479"/>
                <a:gd name="connsiteY18" fmla="*/ 398417 h 398417"/>
                <a:gd name="connsiteX19" fmla="*/ 0 w 1241479"/>
                <a:gd name="connsiteY19" fmla="*/ 386344 h 398417"/>
                <a:gd name="connsiteX20" fmla="*/ 183994 w 1241479"/>
                <a:gd name="connsiteY20" fmla="*/ 202703 h 398417"/>
                <a:gd name="connsiteX21" fmla="*/ 196727 w 1241479"/>
                <a:gd name="connsiteY21" fmla="*/ 203339 h 398417"/>
                <a:gd name="connsiteX22" fmla="*/ 374991 w 1241479"/>
                <a:gd name="connsiteY22" fmla="*/ 63543 h 398417"/>
                <a:gd name="connsiteX23" fmla="*/ 464759 w 1241479"/>
                <a:gd name="connsiteY23" fmla="*/ 87054 h 398417"/>
                <a:gd name="connsiteX24" fmla="*/ 620740 w 1241479"/>
                <a:gd name="connsiteY24" fmla="*/ 0 h 398417"/>
                <a:gd name="connsiteX25" fmla="*/ 776720 w 1241479"/>
                <a:gd name="connsiteY25" fmla="*/ 87054 h 398417"/>
                <a:gd name="connsiteX26" fmla="*/ 866489 w 1241479"/>
                <a:gd name="connsiteY26" fmla="*/ 63543 h 398417"/>
                <a:gd name="connsiteX27" fmla="*/ 1044753 w 1241479"/>
                <a:gd name="connsiteY27" fmla="*/ 203339 h 398417"/>
                <a:gd name="connsiteX28" fmla="*/ 1057486 w 1241479"/>
                <a:gd name="connsiteY28" fmla="*/ 202703 h 398417"/>
                <a:gd name="connsiteX29" fmla="*/ 1241479 w 1241479"/>
                <a:gd name="connsiteY29" fmla="*/ 386344 h 398417"/>
                <a:gd name="connsiteX30" fmla="*/ 1227473 w 1241479"/>
                <a:gd name="connsiteY30" fmla="*/ 398417 h 39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41479" h="398417">
                  <a:moveTo>
                    <a:pt x="1227473" y="398417"/>
                  </a:moveTo>
                  <a:cubicBezTo>
                    <a:pt x="1220470" y="398417"/>
                    <a:pt x="1215377" y="392698"/>
                    <a:pt x="1215377" y="386344"/>
                  </a:cubicBezTo>
                  <a:cubicBezTo>
                    <a:pt x="1215377" y="298654"/>
                    <a:pt x="1144072" y="227485"/>
                    <a:pt x="1056213" y="227485"/>
                  </a:cubicBezTo>
                  <a:cubicBezTo>
                    <a:pt x="1049846" y="227485"/>
                    <a:pt x="1043480" y="228121"/>
                    <a:pt x="1035203" y="228756"/>
                  </a:cubicBezTo>
                  <a:cubicBezTo>
                    <a:pt x="1028836" y="229392"/>
                    <a:pt x="1023107" y="224944"/>
                    <a:pt x="1021833" y="218589"/>
                  </a:cubicBezTo>
                  <a:cubicBezTo>
                    <a:pt x="1008463" y="142973"/>
                    <a:pt x="942251" y="87690"/>
                    <a:pt x="865216" y="87690"/>
                  </a:cubicBezTo>
                  <a:cubicBezTo>
                    <a:pt x="834020" y="87690"/>
                    <a:pt x="803461" y="96586"/>
                    <a:pt x="777357" y="113743"/>
                  </a:cubicBezTo>
                  <a:cubicBezTo>
                    <a:pt x="774174" y="115649"/>
                    <a:pt x="770990" y="116284"/>
                    <a:pt x="767807" y="115649"/>
                  </a:cubicBezTo>
                  <a:cubicBezTo>
                    <a:pt x="764624" y="115014"/>
                    <a:pt x="761441" y="112472"/>
                    <a:pt x="760168" y="109295"/>
                  </a:cubicBezTo>
                  <a:cubicBezTo>
                    <a:pt x="732155" y="56554"/>
                    <a:pt x="678675" y="24147"/>
                    <a:pt x="619467" y="24147"/>
                  </a:cubicBezTo>
                  <a:cubicBezTo>
                    <a:pt x="560257" y="24147"/>
                    <a:pt x="506142" y="56554"/>
                    <a:pt x="478766" y="109295"/>
                  </a:cubicBezTo>
                  <a:cubicBezTo>
                    <a:pt x="476856" y="112472"/>
                    <a:pt x="474309" y="114378"/>
                    <a:pt x="471126" y="115649"/>
                  </a:cubicBezTo>
                  <a:cubicBezTo>
                    <a:pt x="467942" y="116284"/>
                    <a:pt x="464122" y="115649"/>
                    <a:pt x="461576" y="113743"/>
                  </a:cubicBezTo>
                  <a:cubicBezTo>
                    <a:pt x="435473" y="96586"/>
                    <a:pt x="404913" y="87690"/>
                    <a:pt x="373718" y="87690"/>
                  </a:cubicBezTo>
                  <a:cubicBezTo>
                    <a:pt x="296682" y="87690"/>
                    <a:pt x="230470" y="142973"/>
                    <a:pt x="217100" y="218589"/>
                  </a:cubicBezTo>
                  <a:cubicBezTo>
                    <a:pt x="215827" y="224944"/>
                    <a:pt x="210097" y="229392"/>
                    <a:pt x="203730" y="228756"/>
                  </a:cubicBezTo>
                  <a:cubicBezTo>
                    <a:pt x="195454" y="227485"/>
                    <a:pt x="189087" y="227485"/>
                    <a:pt x="183357" y="227485"/>
                  </a:cubicBezTo>
                  <a:cubicBezTo>
                    <a:pt x="95498" y="227485"/>
                    <a:pt x="24193" y="298654"/>
                    <a:pt x="24193" y="386344"/>
                  </a:cubicBezTo>
                  <a:cubicBezTo>
                    <a:pt x="24193" y="393334"/>
                    <a:pt x="18463" y="398417"/>
                    <a:pt x="12097" y="398417"/>
                  </a:cubicBezTo>
                  <a:cubicBezTo>
                    <a:pt x="5094" y="398417"/>
                    <a:pt x="0" y="392698"/>
                    <a:pt x="0" y="386344"/>
                  </a:cubicBezTo>
                  <a:cubicBezTo>
                    <a:pt x="0" y="285310"/>
                    <a:pt x="82765" y="202703"/>
                    <a:pt x="183994" y="202703"/>
                  </a:cubicBezTo>
                  <a:cubicBezTo>
                    <a:pt x="187814" y="202703"/>
                    <a:pt x="192271" y="202703"/>
                    <a:pt x="196727" y="203339"/>
                  </a:cubicBezTo>
                  <a:cubicBezTo>
                    <a:pt x="216463" y="121368"/>
                    <a:pt x="289679" y="63543"/>
                    <a:pt x="374991" y="63543"/>
                  </a:cubicBezTo>
                  <a:cubicBezTo>
                    <a:pt x="406823" y="63543"/>
                    <a:pt x="437383" y="71804"/>
                    <a:pt x="464759" y="87054"/>
                  </a:cubicBezTo>
                  <a:cubicBezTo>
                    <a:pt x="497866" y="33043"/>
                    <a:pt x="557074" y="0"/>
                    <a:pt x="620740" y="0"/>
                  </a:cubicBezTo>
                  <a:cubicBezTo>
                    <a:pt x="684405" y="0"/>
                    <a:pt x="743615" y="33043"/>
                    <a:pt x="776720" y="87054"/>
                  </a:cubicBezTo>
                  <a:cubicBezTo>
                    <a:pt x="804097" y="71804"/>
                    <a:pt x="835293" y="63543"/>
                    <a:pt x="866489" y="63543"/>
                  </a:cubicBezTo>
                  <a:cubicBezTo>
                    <a:pt x="951801" y="63543"/>
                    <a:pt x="1025016" y="122003"/>
                    <a:pt x="1044753" y="203339"/>
                  </a:cubicBezTo>
                  <a:cubicBezTo>
                    <a:pt x="1049210" y="202703"/>
                    <a:pt x="1053666" y="202703"/>
                    <a:pt x="1057486" y="202703"/>
                  </a:cubicBezTo>
                  <a:cubicBezTo>
                    <a:pt x="1158714" y="202703"/>
                    <a:pt x="1241479" y="284675"/>
                    <a:pt x="1241479" y="386344"/>
                  </a:cubicBezTo>
                  <a:cubicBezTo>
                    <a:pt x="1239570" y="392698"/>
                    <a:pt x="1234476" y="398417"/>
                    <a:pt x="1227473" y="3984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A4B5CE5F-F42D-A1E0-60EA-8800C898BB35}"/>
                </a:ext>
              </a:extLst>
            </p:cNvPr>
            <p:cNvSpPr/>
            <p:nvPr/>
          </p:nvSpPr>
          <p:spPr>
            <a:xfrm>
              <a:off x="11800779" y="3930214"/>
              <a:ext cx="326645" cy="418871"/>
            </a:xfrm>
            <a:custGeom>
              <a:avLst/>
              <a:gdLst>
                <a:gd name="connsiteX0" fmla="*/ 65437 w 326645"/>
                <a:gd name="connsiteY0" fmla="*/ 418872 h 418871"/>
                <a:gd name="connsiteX1" fmla="*/ 57797 w 326645"/>
                <a:gd name="connsiteY1" fmla="*/ 416330 h 418871"/>
                <a:gd name="connsiteX2" fmla="*/ 55887 w 326645"/>
                <a:gd name="connsiteY2" fmla="*/ 399173 h 418871"/>
                <a:gd name="connsiteX3" fmla="*/ 295269 w 326645"/>
                <a:gd name="connsiteY3" fmla="*/ 89082 h 418871"/>
                <a:gd name="connsiteX4" fmla="*/ 301636 w 326645"/>
                <a:gd name="connsiteY4" fmla="*/ 57945 h 418871"/>
                <a:gd name="connsiteX5" fmla="*/ 283173 w 326645"/>
                <a:gd name="connsiteY5" fmla="*/ 31257 h 418871"/>
                <a:gd name="connsiteX6" fmla="*/ 223964 w 326645"/>
                <a:gd name="connsiteY6" fmla="*/ 44601 h 418871"/>
                <a:gd name="connsiteX7" fmla="*/ 22144 w 326645"/>
                <a:gd name="connsiteY7" fmla="*/ 319109 h 418871"/>
                <a:gd name="connsiteX8" fmla="*/ 4954 w 326645"/>
                <a:gd name="connsiteY8" fmla="*/ 321650 h 418871"/>
                <a:gd name="connsiteX9" fmla="*/ 2408 w 326645"/>
                <a:gd name="connsiteY9" fmla="*/ 304494 h 418871"/>
                <a:gd name="connsiteX10" fmla="*/ 204228 w 326645"/>
                <a:gd name="connsiteY10" fmla="*/ 30622 h 418871"/>
                <a:gd name="connsiteX11" fmla="*/ 296543 w 326645"/>
                <a:gd name="connsiteY11" fmla="*/ 10923 h 418871"/>
                <a:gd name="connsiteX12" fmla="*/ 325193 w 326645"/>
                <a:gd name="connsiteY12" fmla="*/ 53497 h 418871"/>
                <a:gd name="connsiteX13" fmla="*/ 315006 w 326645"/>
                <a:gd name="connsiteY13" fmla="*/ 103696 h 418871"/>
                <a:gd name="connsiteX14" fmla="*/ 74987 w 326645"/>
                <a:gd name="connsiteY14" fmla="*/ 414424 h 418871"/>
                <a:gd name="connsiteX15" fmla="*/ 65437 w 326645"/>
                <a:gd name="connsiteY15" fmla="*/ 418872 h 41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26645" h="418871">
                  <a:moveTo>
                    <a:pt x="65437" y="418872"/>
                  </a:moveTo>
                  <a:cubicBezTo>
                    <a:pt x="62890" y="418872"/>
                    <a:pt x="60343" y="418236"/>
                    <a:pt x="57797" y="416330"/>
                  </a:cubicBezTo>
                  <a:cubicBezTo>
                    <a:pt x="52704" y="412518"/>
                    <a:pt x="51431" y="404892"/>
                    <a:pt x="55887" y="399173"/>
                  </a:cubicBezTo>
                  <a:lnTo>
                    <a:pt x="295269" y="89082"/>
                  </a:lnTo>
                  <a:cubicBezTo>
                    <a:pt x="301636" y="80185"/>
                    <a:pt x="303546" y="68748"/>
                    <a:pt x="301636" y="57945"/>
                  </a:cubicBezTo>
                  <a:cubicBezTo>
                    <a:pt x="299089" y="46507"/>
                    <a:pt x="292723" y="36976"/>
                    <a:pt x="283173" y="31257"/>
                  </a:cubicBezTo>
                  <a:cubicBezTo>
                    <a:pt x="263437" y="18548"/>
                    <a:pt x="238607" y="24267"/>
                    <a:pt x="223964" y="44601"/>
                  </a:cubicBezTo>
                  <a:lnTo>
                    <a:pt x="22144" y="319109"/>
                  </a:lnTo>
                  <a:cubicBezTo>
                    <a:pt x="18324" y="324828"/>
                    <a:pt x="10684" y="325463"/>
                    <a:pt x="4954" y="321650"/>
                  </a:cubicBezTo>
                  <a:cubicBezTo>
                    <a:pt x="-776" y="317838"/>
                    <a:pt x="-1412" y="310213"/>
                    <a:pt x="2408" y="304494"/>
                  </a:cubicBezTo>
                  <a:lnTo>
                    <a:pt x="204228" y="30622"/>
                  </a:lnTo>
                  <a:cubicBezTo>
                    <a:pt x="225874" y="-515"/>
                    <a:pt x="265347" y="-9411"/>
                    <a:pt x="296543" y="10923"/>
                  </a:cubicBezTo>
                  <a:cubicBezTo>
                    <a:pt x="311822" y="21090"/>
                    <a:pt x="322009" y="35705"/>
                    <a:pt x="325193" y="53497"/>
                  </a:cubicBezTo>
                  <a:cubicBezTo>
                    <a:pt x="329013" y="71289"/>
                    <a:pt x="325193" y="89082"/>
                    <a:pt x="315006" y="103696"/>
                  </a:cubicBezTo>
                  <a:lnTo>
                    <a:pt x="74987" y="414424"/>
                  </a:lnTo>
                  <a:cubicBezTo>
                    <a:pt x="72440" y="417601"/>
                    <a:pt x="68620" y="418872"/>
                    <a:pt x="65437" y="41887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B4FD3838-F330-48D2-598B-6439277196D8}"/>
                </a:ext>
              </a:extLst>
            </p:cNvPr>
            <p:cNvSpPr/>
            <p:nvPr/>
          </p:nvSpPr>
          <p:spPr>
            <a:xfrm>
              <a:off x="10748884" y="4494600"/>
              <a:ext cx="1404463" cy="157587"/>
            </a:xfrm>
            <a:custGeom>
              <a:avLst/>
              <a:gdLst>
                <a:gd name="connsiteX0" fmla="*/ 78946 w 1404463"/>
                <a:gd name="connsiteY0" fmla="*/ 24146 h 157587"/>
                <a:gd name="connsiteX1" fmla="*/ 24193 w 1404463"/>
                <a:gd name="connsiteY1" fmla="*/ 78794 h 157587"/>
                <a:gd name="connsiteX2" fmla="*/ 78946 w 1404463"/>
                <a:gd name="connsiteY2" fmla="*/ 133441 h 157587"/>
                <a:gd name="connsiteX3" fmla="*/ 1325518 w 1404463"/>
                <a:gd name="connsiteY3" fmla="*/ 133441 h 157587"/>
                <a:gd name="connsiteX4" fmla="*/ 1380271 w 1404463"/>
                <a:gd name="connsiteY4" fmla="*/ 78794 h 157587"/>
                <a:gd name="connsiteX5" fmla="*/ 1325518 w 1404463"/>
                <a:gd name="connsiteY5" fmla="*/ 24146 h 157587"/>
                <a:gd name="connsiteX6" fmla="*/ 78946 w 1404463"/>
                <a:gd name="connsiteY6" fmla="*/ 24146 h 157587"/>
                <a:gd name="connsiteX7" fmla="*/ 1325518 w 1404463"/>
                <a:gd name="connsiteY7" fmla="*/ 157588 h 157587"/>
                <a:gd name="connsiteX8" fmla="*/ 78946 w 1404463"/>
                <a:gd name="connsiteY8" fmla="*/ 157588 h 157587"/>
                <a:gd name="connsiteX9" fmla="*/ 0 w 1404463"/>
                <a:gd name="connsiteY9" fmla="*/ 78794 h 157587"/>
                <a:gd name="connsiteX10" fmla="*/ 78946 w 1404463"/>
                <a:gd name="connsiteY10" fmla="*/ 0 h 157587"/>
                <a:gd name="connsiteX11" fmla="*/ 1325518 w 1404463"/>
                <a:gd name="connsiteY11" fmla="*/ 0 h 157587"/>
                <a:gd name="connsiteX12" fmla="*/ 1404463 w 1404463"/>
                <a:gd name="connsiteY12" fmla="*/ 78794 h 157587"/>
                <a:gd name="connsiteX13" fmla="*/ 1325518 w 1404463"/>
                <a:gd name="connsiteY13" fmla="*/ 157588 h 157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04463" h="157587">
                  <a:moveTo>
                    <a:pt x="78946" y="24146"/>
                  </a:moveTo>
                  <a:cubicBezTo>
                    <a:pt x="49022" y="24146"/>
                    <a:pt x="24193" y="48928"/>
                    <a:pt x="24193" y="78794"/>
                  </a:cubicBezTo>
                  <a:cubicBezTo>
                    <a:pt x="24193" y="108659"/>
                    <a:pt x="49022" y="133441"/>
                    <a:pt x="78946" y="133441"/>
                  </a:cubicBezTo>
                  <a:lnTo>
                    <a:pt x="1325518" y="133441"/>
                  </a:lnTo>
                  <a:cubicBezTo>
                    <a:pt x="1355441" y="133441"/>
                    <a:pt x="1380271" y="108659"/>
                    <a:pt x="1380271" y="78794"/>
                  </a:cubicBezTo>
                  <a:cubicBezTo>
                    <a:pt x="1380271" y="48928"/>
                    <a:pt x="1355441" y="24146"/>
                    <a:pt x="1325518" y="24146"/>
                  </a:cubicBezTo>
                  <a:lnTo>
                    <a:pt x="78946" y="24146"/>
                  </a:lnTo>
                  <a:close/>
                  <a:moveTo>
                    <a:pt x="1325518" y="157588"/>
                  </a:moveTo>
                  <a:lnTo>
                    <a:pt x="78946" y="157588"/>
                  </a:lnTo>
                  <a:cubicBezTo>
                    <a:pt x="35653" y="157588"/>
                    <a:pt x="0" y="122003"/>
                    <a:pt x="0" y="78794"/>
                  </a:cubicBezTo>
                  <a:cubicBezTo>
                    <a:pt x="0" y="35584"/>
                    <a:pt x="35653" y="0"/>
                    <a:pt x="78946" y="0"/>
                  </a:cubicBezTo>
                  <a:lnTo>
                    <a:pt x="1325518" y="0"/>
                  </a:lnTo>
                  <a:cubicBezTo>
                    <a:pt x="1369447" y="0"/>
                    <a:pt x="1404463" y="35584"/>
                    <a:pt x="1404463" y="78794"/>
                  </a:cubicBezTo>
                  <a:cubicBezTo>
                    <a:pt x="1404463" y="122003"/>
                    <a:pt x="1369447" y="157588"/>
                    <a:pt x="1325518" y="1575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B5FEFBF8-E7EA-474E-4BFA-80F20FEDA80E}"/>
                </a:ext>
              </a:extLst>
            </p:cNvPr>
            <p:cNvSpPr/>
            <p:nvPr/>
          </p:nvSpPr>
          <p:spPr>
            <a:xfrm>
              <a:off x="1252730" y="3759403"/>
              <a:ext cx="800973" cy="1239096"/>
            </a:xfrm>
            <a:custGeom>
              <a:avLst/>
              <a:gdLst>
                <a:gd name="connsiteX0" fmla="*/ 608435 w 800973"/>
                <a:gd name="connsiteY0" fmla="*/ 1239097 h 1239096"/>
                <a:gd name="connsiteX1" fmla="*/ 192698 w 800973"/>
                <a:gd name="connsiteY1" fmla="*/ 1239097 h 1239096"/>
                <a:gd name="connsiteX2" fmla="*/ 100383 w 800973"/>
                <a:gd name="connsiteY2" fmla="*/ 1155219 h 1239096"/>
                <a:gd name="connsiteX3" fmla="*/ 428 w 800973"/>
                <a:gd name="connsiteY3" fmla="*/ 101669 h 1239096"/>
                <a:gd name="connsiteX4" fmla="*/ 24621 w 800973"/>
                <a:gd name="connsiteY4" fmla="*/ 30501 h 1239096"/>
                <a:gd name="connsiteX5" fmla="*/ 94017 w 800973"/>
                <a:gd name="connsiteY5" fmla="*/ 0 h 1239096"/>
                <a:gd name="connsiteX6" fmla="*/ 195245 w 800973"/>
                <a:gd name="connsiteY6" fmla="*/ 0 h 1239096"/>
                <a:gd name="connsiteX7" fmla="*/ 207341 w 800973"/>
                <a:gd name="connsiteY7" fmla="*/ 12073 h 1239096"/>
                <a:gd name="connsiteX8" fmla="*/ 195245 w 800973"/>
                <a:gd name="connsiteY8" fmla="*/ 24147 h 1239096"/>
                <a:gd name="connsiteX9" fmla="*/ 94017 w 800973"/>
                <a:gd name="connsiteY9" fmla="*/ 24147 h 1239096"/>
                <a:gd name="connsiteX10" fmla="*/ 42447 w 800973"/>
                <a:gd name="connsiteY10" fmla="*/ 47022 h 1239096"/>
                <a:gd name="connsiteX11" fmla="*/ 24621 w 800973"/>
                <a:gd name="connsiteY11" fmla="*/ 99763 h 1239096"/>
                <a:gd name="connsiteX12" fmla="*/ 124576 w 800973"/>
                <a:gd name="connsiteY12" fmla="*/ 1153313 h 1239096"/>
                <a:gd name="connsiteX13" fmla="*/ 192698 w 800973"/>
                <a:gd name="connsiteY13" fmla="*/ 1214950 h 1239096"/>
                <a:gd name="connsiteX14" fmla="*/ 608435 w 800973"/>
                <a:gd name="connsiteY14" fmla="*/ 1214950 h 1239096"/>
                <a:gd name="connsiteX15" fmla="*/ 676557 w 800973"/>
                <a:gd name="connsiteY15" fmla="*/ 1153313 h 1239096"/>
                <a:gd name="connsiteX16" fmla="*/ 776512 w 800973"/>
                <a:gd name="connsiteY16" fmla="*/ 99763 h 1239096"/>
                <a:gd name="connsiteX17" fmla="*/ 758685 w 800973"/>
                <a:gd name="connsiteY17" fmla="*/ 47022 h 1239096"/>
                <a:gd name="connsiteX18" fmla="*/ 707116 w 800973"/>
                <a:gd name="connsiteY18" fmla="*/ 24147 h 1239096"/>
                <a:gd name="connsiteX19" fmla="*/ 304113 w 800973"/>
                <a:gd name="connsiteY19" fmla="*/ 24147 h 1239096"/>
                <a:gd name="connsiteX20" fmla="*/ 292017 w 800973"/>
                <a:gd name="connsiteY20" fmla="*/ 12073 h 1239096"/>
                <a:gd name="connsiteX21" fmla="*/ 304113 w 800973"/>
                <a:gd name="connsiteY21" fmla="*/ 0 h 1239096"/>
                <a:gd name="connsiteX22" fmla="*/ 707116 w 800973"/>
                <a:gd name="connsiteY22" fmla="*/ 0 h 1239096"/>
                <a:gd name="connsiteX23" fmla="*/ 776512 w 800973"/>
                <a:gd name="connsiteY23" fmla="*/ 30501 h 1239096"/>
                <a:gd name="connsiteX24" fmla="*/ 800705 w 800973"/>
                <a:gd name="connsiteY24" fmla="*/ 101669 h 1239096"/>
                <a:gd name="connsiteX25" fmla="*/ 700750 w 800973"/>
                <a:gd name="connsiteY25" fmla="*/ 1155219 h 1239096"/>
                <a:gd name="connsiteX26" fmla="*/ 608435 w 800973"/>
                <a:gd name="connsiteY26" fmla="*/ 1239097 h 123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00973" h="1239096">
                  <a:moveTo>
                    <a:pt x="608435" y="1239097"/>
                  </a:moveTo>
                  <a:lnTo>
                    <a:pt x="192698" y="1239097"/>
                  </a:lnTo>
                  <a:cubicBezTo>
                    <a:pt x="144312" y="1239097"/>
                    <a:pt x="104840" y="1202877"/>
                    <a:pt x="100383" y="1155219"/>
                  </a:cubicBezTo>
                  <a:lnTo>
                    <a:pt x="428" y="101669"/>
                  </a:lnTo>
                  <a:cubicBezTo>
                    <a:pt x="-2119" y="75617"/>
                    <a:pt x="6795" y="49564"/>
                    <a:pt x="24621" y="30501"/>
                  </a:cubicBezTo>
                  <a:cubicBezTo>
                    <a:pt x="42447" y="10802"/>
                    <a:pt x="67277" y="0"/>
                    <a:pt x="94017" y="0"/>
                  </a:cubicBezTo>
                  <a:lnTo>
                    <a:pt x="195245" y="0"/>
                  </a:lnTo>
                  <a:cubicBezTo>
                    <a:pt x="202248" y="0"/>
                    <a:pt x="207341" y="5719"/>
                    <a:pt x="207341" y="12073"/>
                  </a:cubicBezTo>
                  <a:cubicBezTo>
                    <a:pt x="207341" y="19063"/>
                    <a:pt x="201611" y="24147"/>
                    <a:pt x="195245" y="24147"/>
                  </a:cubicBezTo>
                  <a:lnTo>
                    <a:pt x="94017" y="24147"/>
                  </a:lnTo>
                  <a:cubicBezTo>
                    <a:pt x="74280" y="24147"/>
                    <a:pt x="55817" y="32407"/>
                    <a:pt x="42447" y="47022"/>
                  </a:cubicBezTo>
                  <a:cubicBezTo>
                    <a:pt x="29078" y="61637"/>
                    <a:pt x="22711" y="80065"/>
                    <a:pt x="24621" y="99763"/>
                  </a:cubicBezTo>
                  <a:lnTo>
                    <a:pt x="124576" y="1153313"/>
                  </a:lnTo>
                  <a:cubicBezTo>
                    <a:pt x="127759" y="1188262"/>
                    <a:pt x="157045" y="1214950"/>
                    <a:pt x="192698" y="1214950"/>
                  </a:cubicBezTo>
                  <a:lnTo>
                    <a:pt x="608435" y="1214950"/>
                  </a:lnTo>
                  <a:cubicBezTo>
                    <a:pt x="644087" y="1214950"/>
                    <a:pt x="673374" y="1188262"/>
                    <a:pt x="676557" y="1153313"/>
                  </a:cubicBezTo>
                  <a:lnTo>
                    <a:pt x="776512" y="99763"/>
                  </a:lnTo>
                  <a:cubicBezTo>
                    <a:pt x="778422" y="80065"/>
                    <a:pt x="772055" y="61637"/>
                    <a:pt x="758685" y="47022"/>
                  </a:cubicBezTo>
                  <a:cubicBezTo>
                    <a:pt x="745316" y="32407"/>
                    <a:pt x="726853" y="24147"/>
                    <a:pt x="707116" y="24147"/>
                  </a:cubicBezTo>
                  <a:lnTo>
                    <a:pt x="304113" y="24147"/>
                  </a:lnTo>
                  <a:cubicBezTo>
                    <a:pt x="297110" y="24147"/>
                    <a:pt x="292017" y="18428"/>
                    <a:pt x="292017" y="12073"/>
                  </a:cubicBezTo>
                  <a:cubicBezTo>
                    <a:pt x="292017" y="5083"/>
                    <a:pt x="297746" y="0"/>
                    <a:pt x="304113" y="0"/>
                  </a:cubicBezTo>
                  <a:lnTo>
                    <a:pt x="707116" y="0"/>
                  </a:lnTo>
                  <a:cubicBezTo>
                    <a:pt x="733219" y="0"/>
                    <a:pt x="758685" y="11438"/>
                    <a:pt x="776512" y="30501"/>
                  </a:cubicBezTo>
                  <a:cubicBezTo>
                    <a:pt x="794338" y="49564"/>
                    <a:pt x="802615" y="75617"/>
                    <a:pt x="800705" y="101669"/>
                  </a:cubicBezTo>
                  <a:lnTo>
                    <a:pt x="700750" y="1155219"/>
                  </a:lnTo>
                  <a:cubicBezTo>
                    <a:pt x="696293" y="1202877"/>
                    <a:pt x="656820" y="1239097"/>
                    <a:pt x="608435" y="12390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3820C36D-EEC5-CB1C-43D9-9D2908ABD347}"/>
                </a:ext>
              </a:extLst>
            </p:cNvPr>
            <p:cNvSpPr/>
            <p:nvPr/>
          </p:nvSpPr>
          <p:spPr>
            <a:xfrm>
              <a:off x="1067255" y="3421352"/>
              <a:ext cx="473481" cy="628444"/>
            </a:xfrm>
            <a:custGeom>
              <a:avLst/>
              <a:gdLst>
                <a:gd name="connsiteX0" fmla="*/ 461576 w 473481"/>
                <a:gd name="connsiteY0" fmla="*/ 628444 h 628444"/>
                <a:gd name="connsiteX1" fmla="*/ 449479 w 473481"/>
                <a:gd name="connsiteY1" fmla="*/ 618913 h 628444"/>
                <a:gd name="connsiteX2" fmla="*/ 327878 w 473481"/>
                <a:gd name="connsiteY2" fmla="*/ 124545 h 628444"/>
                <a:gd name="connsiteX3" fmla="*/ 199273 w 473481"/>
                <a:gd name="connsiteY3" fmla="*/ 24147 h 628444"/>
                <a:gd name="connsiteX4" fmla="*/ 12097 w 473481"/>
                <a:gd name="connsiteY4" fmla="*/ 24147 h 628444"/>
                <a:gd name="connsiteX5" fmla="*/ 0 w 473481"/>
                <a:gd name="connsiteY5" fmla="*/ 12073 h 628444"/>
                <a:gd name="connsiteX6" fmla="*/ 12097 w 473481"/>
                <a:gd name="connsiteY6" fmla="*/ 0 h 628444"/>
                <a:gd name="connsiteX7" fmla="*/ 199273 w 473481"/>
                <a:gd name="connsiteY7" fmla="*/ 0 h 628444"/>
                <a:gd name="connsiteX8" fmla="*/ 351434 w 473481"/>
                <a:gd name="connsiteY8" fmla="*/ 118826 h 628444"/>
                <a:gd name="connsiteX9" fmla="*/ 473036 w 473481"/>
                <a:gd name="connsiteY9" fmla="*/ 613194 h 628444"/>
                <a:gd name="connsiteX10" fmla="*/ 464122 w 473481"/>
                <a:gd name="connsiteY10" fmla="*/ 627809 h 628444"/>
                <a:gd name="connsiteX11" fmla="*/ 461576 w 473481"/>
                <a:gd name="connsiteY11" fmla="*/ 628444 h 62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3481" h="628444">
                  <a:moveTo>
                    <a:pt x="461576" y="628444"/>
                  </a:moveTo>
                  <a:cubicBezTo>
                    <a:pt x="455846" y="628444"/>
                    <a:pt x="451389" y="624632"/>
                    <a:pt x="449479" y="618913"/>
                  </a:cubicBezTo>
                  <a:lnTo>
                    <a:pt x="327878" y="124545"/>
                  </a:lnTo>
                  <a:cubicBezTo>
                    <a:pt x="313235" y="65450"/>
                    <a:pt x="260392" y="24147"/>
                    <a:pt x="199273" y="24147"/>
                  </a:cubicBezTo>
                  <a:lnTo>
                    <a:pt x="12097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199273" y="0"/>
                  </a:lnTo>
                  <a:cubicBezTo>
                    <a:pt x="271852" y="0"/>
                    <a:pt x="334244" y="48928"/>
                    <a:pt x="351434" y="118826"/>
                  </a:cubicBezTo>
                  <a:lnTo>
                    <a:pt x="473036" y="613194"/>
                  </a:lnTo>
                  <a:cubicBezTo>
                    <a:pt x="474946" y="619548"/>
                    <a:pt x="470489" y="626538"/>
                    <a:pt x="464122" y="627809"/>
                  </a:cubicBezTo>
                  <a:cubicBezTo>
                    <a:pt x="463486" y="628444"/>
                    <a:pt x="462212" y="628444"/>
                    <a:pt x="461576" y="6284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69FCD7DE-193F-0BE5-8D22-E01464572A1B}"/>
                </a:ext>
              </a:extLst>
            </p:cNvPr>
            <p:cNvSpPr/>
            <p:nvPr/>
          </p:nvSpPr>
          <p:spPr>
            <a:xfrm>
              <a:off x="1681628" y="3353361"/>
              <a:ext cx="733427" cy="725665"/>
            </a:xfrm>
            <a:custGeom>
              <a:avLst/>
              <a:gdLst>
                <a:gd name="connsiteX0" fmla="*/ 434836 w 733427"/>
                <a:gd name="connsiteY0" fmla="*/ 725666 h 725665"/>
                <a:gd name="connsiteX1" fmla="*/ 422740 w 733427"/>
                <a:gd name="connsiteY1" fmla="*/ 715499 h 725665"/>
                <a:gd name="connsiteX2" fmla="*/ 432289 w 733427"/>
                <a:gd name="connsiteY2" fmla="*/ 701519 h 725665"/>
                <a:gd name="connsiteX3" fmla="*/ 709235 w 733427"/>
                <a:gd name="connsiteY3" fmla="*/ 366010 h 725665"/>
                <a:gd name="connsiteX4" fmla="*/ 366714 w 733427"/>
                <a:gd name="connsiteY4" fmla="*/ 24146 h 725665"/>
                <a:gd name="connsiteX5" fmla="*/ 24193 w 733427"/>
                <a:gd name="connsiteY5" fmla="*/ 366010 h 725665"/>
                <a:gd name="connsiteX6" fmla="*/ 12096 w 733427"/>
                <a:gd name="connsiteY6" fmla="*/ 378083 h 725665"/>
                <a:gd name="connsiteX7" fmla="*/ 0 w 733427"/>
                <a:gd name="connsiteY7" fmla="*/ 366010 h 725665"/>
                <a:gd name="connsiteX8" fmla="*/ 366714 w 733427"/>
                <a:gd name="connsiteY8" fmla="*/ 0 h 725665"/>
                <a:gd name="connsiteX9" fmla="*/ 733428 w 733427"/>
                <a:gd name="connsiteY9" fmla="*/ 366010 h 725665"/>
                <a:gd name="connsiteX10" fmla="*/ 436109 w 733427"/>
                <a:gd name="connsiteY10" fmla="*/ 725666 h 725665"/>
                <a:gd name="connsiteX11" fmla="*/ 434836 w 733427"/>
                <a:gd name="connsiteY11" fmla="*/ 725666 h 725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33427" h="725665">
                  <a:moveTo>
                    <a:pt x="434836" y="725666"/>
                  </a:moveTo>
                  <a:cubicBezTo>
                    <a:pt x="429106" y="725666"/>
                    <a:pt x="424013" y="721853"/>
                    <a:pt x="422740" y="715499"/>
                  </a:cubicBezTo>
                  <a:cubicBezTo>
                    <a:pt x="421466" y="709145"/>
                    <a:pt x="425923" y="702790"/>
                    <a:pt x="432289" y="701519"/>
                  </a:cubicBezTo>
                  <a:cubicBezTo>
                    <a:pt x="592727" y="670383"/>
                    <a:pt x="709235" y="529317"/>
                    <a:pt x="709235" y="366010"/>
                  </a:cubicBezTo>
                  <a:cubicBezTo>
                    <a:pt x="709235" y="177286"/>
                    <a:pt x="555801" y="24146"/>
                    <a:pt x="366714" y="24146"/>
                  </a:cubicBezTo>
                  <a:cubicBezTo>
                    <a:pt x="177627" y="24146"/>
                    <a:pt x="24193" y="177286"/>
                    <a:pt x="24193" y="366010"/>
                  </a:cubicBezTo>
                  <a:cubicBezTo>
                    <a:pt x="24193" y="373000"/>
                    <a:pt x="18463" y="378083"/>
                    <a:pt x="12096" y="378083"/>
                  </a:cubicBezTo>
                  <a:cubicBezTo>
                    <a:pt x="5093" y="378083"/>
                    <a:pt x="0" y="372364"/>
                    <a:pt x="0" y="366010"/>
                  </a:cubicBezTo>
                  <a:cubicBezTo>
                    <a:pt x="0" y="163942"/>
                    <a:pt x="164894" y="0"/>
                    <a:pt x="366714" y="0"/>
                  </a:cubicBezTo>
                  <a:cubicBezTo>
                    <a:pt x="568534" y="0"/>
                    <a:pt x="733428" y="164577"/>
                    <a:pt x="733428" y="366010"/>
                  </a:cubicBezTo>
                  <a:cubicBezTo>
                    <a:pt x="733428" y="541390"/>
                    <a:pt x="608643" y="692623"/>
                    <a:pt x="436109" y="725666"/>
                  </a:cubicBezTo>
                  <a:lnTo>
                    <a:pt x="434836" y="725666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ADDF37E6-5484-F00D-7A78-ED225B169CFE}"/>
                </a:ext>
              </a:extLst>
            </p:cNvPr>
            <p:cNvSpPr/>
            <p:nvPr/>
          </p:nvSpPr>
          <p:spPr>
            <a:xfrm>
              <a:off x="1970033" y="3412456"/>
              <a:ext cx="179537" cy="229391"/>
            </a:xfrm>
            <a:custGeom>
              <a:avLst/>
              <a:gdLst>
                <a:gd name="connsiteX0" fmla="*/ 63666 w 179537"/>
                <a:gd name="connsiteY0" fmla="*/ 229392 h 229391"/>
                <a:gd name="connsiteX1" fmla="*/ 53479 w 179537"/>
                <a:gd name="connsiteY1" fmla="*/ 224308 h 229391"/>
                <a:gd name="connsiteX2" fmla="*/ 0 w 179537"/>
                <a:gd name="connsiteY2" fmla="*/ 89596 h 229391"/>
                <a:gd name="connsiteX3" fmla="*/ 89769 w 179537"/>
                <a:gd name="connsiteY3" fmla="*/ 0 h 229391"/>
                <a:gd name="connsiteX4" fmla="*/ 179537 w 179537"/>
                <a:gd name="connsiteY4" fmla="*/ 89596 h 229391"/>
                <a:gd name="connsiteX5" fmla="*/ 167441 w 179537"/>
                <a:gd name="connsiteY5" fmla="*/ 101669 h 229391"/>
                <a:gd name="connsiteX6" fmla="*/ 155344 w 179537"/>
                <a:gd name="connsiteY6" fmla="*/ 89596 h 229391"/>
                <a:gd name="connsiteX7" fmla="*/ 89769 w 179537"/>
                <a:gd name="connsiteY7" fmla="*/ 24147 h 229391"/>
                <a:gd name="connsiteX8" fmla="*/ 24193 w 179537"/>
                <a:gd name="connsiteY8" fmla="*/ 89596 h 229391"/>
                <a:gd name="connsiteX9" fmla="*/ 73215 w 179537"/>
                <a:gd name="connsiteY9" fmla="*/ 210329 h 229391"/>
                <a:gd name="connsiteX10" fmla="*/ 70032 w 179537"/>
                <a:gd name="connsiteY10" fmla="*/ 227485 h 229391"/>
                <a:gd name="connsiteX11" fmla="*/ 63666 w 179537"/>
                <a:gd name="connsiteY11" fmla="*/ 229392 h 229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9537" h="229391">
                  <a:moveTo>
                    <a:pt x="63666" y="229392"/>
                  </a:moveTo>
                  <a:cubicBezTo>
                    <a:pt x="59846" y="229392"/>
                    <a:pt x="56026" y="227485"/>
                    <a:pt x="53479" y="224308"/>
                  </a:cubicBezTo>
                  <a:cubicBezTo>
                    <a:pt x="14007" y="167119"/>
                    <a:pt x="0" y="116284"/>
                    <a:pt x="0" y="89596"/>
                  </a:cubicBezTo>
                  <a:cubicBezTo>
                    <a:pt x="0" y="40032"/>
                    <a:pt x="40109" y="0"/>
                    <a:pt x="89769" y="0"/>
                  </a:cubicBezTo>
                  <a:cubicBezTo>
                    <a:pt x="139428" y="0"/>
                    <a:pt x="179537" y="40032"/>
                    <a:pt x="179537" y="89596"/>
                  </a:cubicBezTo>
                  <a:cubicBezTo>
                    <a:pt x="179537" y="96586"/>
                    <a:pt x="173807" y="101669"/>
                    <a:pt x="167441" y="101669"/>
                  </a:cubicBezTo>
                  <a:cubicBezTo>
                    <a:pt x="160437" y="101669"/>
                    <a:pt x="155344" y="95951"/>
                    <a:pt x="155344" y="89596"/>
                  </a:cubicBezTo>
                  <a:cubicBezTo>
                    <a:pt x="155344" y="53376"/>
                    <a:pt x="126058" y="24147"/>
                    <a:pt x="89769" y="24147"/>
                  </a:cubicBezTo>
                  <a:cubicBezTo>
                    <a:pt x="53479" y="24147"/>
                    <a:pt x="24193" y="53376"/>
                    <a:pt x="24193" y="89596"/>
                  </a:cubicBezTo>
                  <a:cubicBezTo>
                    <a:pt x="24193" y="108024"/>
                    <a:pt x="34380" y="154411"/>
                    <a:pt x="73215" y="210329"/>
                  </a:cubicBezTo>
                  <a:cubicBezTo>
                    <a:pt x="77035" y="216048"/>
                    <a:pt x="75762" y="223673"/>
                    <a:pt x="70032" y="227485"/>
                  </a:cubicBezTo>
                  <a:cubicBezTo>
                    <a:pt x="68122" y="228756"/>
                    <a:pt x="66212" y="229392"/>
                    <a:pt x="63666" y="229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C6358788-334A-5E96-107E-036FC3A0EFC8}"/>
                </a:ext>
              </a:extLst>
            </p:cNvPr>
            <p:cNvSpPr/>
            <p:nvPr/>
          </p:nvSpPr>
          <p:spPr>
            <a:xfrm>
              <a:off x="1780879" y="3520502"/>
              <a:ext cx="141028" cy="130877"/>
            </a:xfrm>
            <a:custGeom>
              <a:avLst/>
              <a:gdLst>
                <a:gd name="connsiteX0" fmla="*/ 17893 w 141028"/>
                <a:gd name="connsiteY0" fmla="*/ 130878 h 130877"/>
                <a:gd name="connsiteX1" fmla="*/ 6434 w 141028"/>
                <a:gd name="connsiteY1" fmla="*/ 123252 h 130877"/>
                <a:gd name="connsiteX2" fmla="*/ 12163 w 141028"/>
                <a:gd name="connsiteY2" fmla="*/ 45094 h 130877"/>
                <a:gd name="connsiteX3" fmla="*/ 135038 w 141028"/>
                <a:gd name="connsiteY3" fmla="*/ 12051 h 130877"/>
                <a:gd name="connsiteX4" fmla="*/ 139495 w 141028"/>
                <a:gd name="connsiteY4" fmla="*/ 28573 h 130877"/>
                <a:gd name="connsiteX5" fmla="*/ 122942 w 141028"/>
                <a:gd name="connsiteY5" fmla="*/ 33021 h 130877"/>
                <a:gd name="connsiteX6" fmla="*/ 33173 w 141028"/>
                <a:gd name="connsiteY6" fmla="*/ 57167 h 130877"/>
                <a:gd name="connsiteX7" fmla="*/ 29353 w 141028"/>
                <a:gd name="connsiteY7" fmla="*/ 114356 h 130877"/>
                <a:gd name="connsiteX8" fmla="*/ 22350 w 141028"/>
                <a:gd name="connsiteY8" fmla="*/ 130242 h 130877"/>
                <a:gd name="connsiteX9" fmla="*/ 17893 w 141028"/>
                <a:gd name="connsiteY9" fmla="*/ 130878 h 130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1028" h="130877">
                  <a:moveTo>
                    <a:pt x="17893" y="130878"/>
                  </a:moveTo>
                  <a:cubicBezTo>
                    <a:pt x="12800" y="130878"/>
                    <a:pt x="8344" y="127700"/>
                    <a:pt x="6434" y="123252"/>
                  </a:cubicBezTo>
                  <a:cubicBezTo>
                    <a:pt x="-3753" y="97200"/>
                    <a:pt x="-1843" y="68605"/>
                    <a:pt x="12163" y="45094"/>
                  </a:cubicBezTo>
                  <a:cubicBezTo>
                    <a:pt x="36993" y="1884"/>
                    <a:pt x="92382" y="-12731"/>
                    <a:pt x="135038" y="12051"/>
                  </a:cubicBezTo>
                  <a:cubicBezTo>
                    <a:pt x="140768" y="15229"/>
                    <a:pt x="142678" y="22854"/>
                    <a:pt x="139495" y="28573"/>
                  </a:cubicBezTo>
                  <a:cubicBezTo>
                    <a:pt x="136311" y="34292"/>
                    <a:pt x="128671" y="36198"/>
                    <a:pt x="122942" y="33021"/>
                  </a:cubicBezTo>
                  <a:cubicBezTo>
                    <a:pt x="91746" y="15229"/>
                    <a:pt x="51636" y="26031"/>
                    <a:pt x="33173" y="57167"/>
                  </a:cubicBezTo>
                  <a:cubicBezTo>
                    <a:pt x="22987" y="74959"/>
                    <a:pt x="21713" y="95293"/>
                    <a:pt x="29353" y="114356"/>
                  </a:cubicBezTo>
                  <a:cubicBezTo>
                    <a:pt x="31900" y="120711"/>
                    <a:pt x="28717" y="127700"/>
                    <a:pt x="22350" y="130242"/>
                  </a:cubicBezTo>
                  <a:cubicBezTo>
                    <a:pt x="21077" y="130878"/>
                    <a:pt x="19167" y="130878"/>
                    <a:pt x="17893" y="1308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B2498C21-F27E-1000-FDFE-1E846A8F6F8C}"/>
                </a:ext>
              </a:extLst>
            </p:cNvPr>
            <p:cNvSpPr/>
            <p:nvPr/>
          </p:nvSpPr>
          <p:spPr>
            <a:xfrm>
              <a:off x="2081351" y="3810796"/>
              <a:ext cx="67582" cy="208499"/>
            </a:xfrm>
            <a:custGeom>
              <a:avLst/>
              <a:gdLst>
                <a:gd name="connsiteX0" fmla="*/ 12194 w 67582"/>
                <a:gd name="connsiteY0" fmla="*/ 208500 h 208499"/>
                <a:gd name="connsiteX1" fmla="*/ 1370 w 67582"/>
                <a:gd name="connsiteY1" fmla="*/ 201510 h 208499"/>
                <a:gd name="connsiteX2" fmla="*/ 7100 w 67582"/>
                <a:gd name="connsiteY2" fmla="*/ 184989 h 208499"/>
                <a:gd name="connsiteX3" fmla="*/ 44026 w 67582"/>
                <a:gd name="connsiteY3" fmla="*/ 125893 h 208499"/>
                <a:gd name="connsiteX4" fmla="*/ 3280 w 67582"/>
                <a:gd name="connsiteY4" fmla="*/ 18505 h 208499"/>
                <a:gd name="connsiteX5" fmla="*/ 7100 w 67582"/>
                <a:gd name="connsiteY5" fmla="*/ 1984 h 208499"/>
                <a:gd name="connsiteX6" fmla="*/ 23653 w 67582"/>
                <a:gd name="connsiteY6" fmla="*/ 5796 h 208499"/>
                <a:gd name="connsiteX7" fmla="*/ 67583 w 67582"/>
                <a:gd name="connsiteY7" fmla="*/ 126529 h 208499"/>
                <a:gd name="connsiteX8" fmla="*/ 16650 w 67582"/>
                <a:gd name="connsiteY8" fmla="*/ 207229 h 208499"/>
                <a:gd name="connsiteX9" fmla="*/ 12194 w 67582"/>
                <a:gd name="connsiteY9" fmla="*/ 208500 h 20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582" h="208499">
                  <a:moveTo>
                    <a:pt x="12194" y="208500"/>
                  </a:moveTo>
                  <a:cubicBezTo>
                    <a:pt x="7737" y="208500"/>
                    <a:pt x="3280" y="205958"/>
                    <a:pt x="1370" y="201510"/>
                  </a:cubicBezTo>
                  <a:cubicBezTo>
                    <a:pt x="-1813" y="195156"/>
                    <a:pt x="734" y="188166"/>
                    <a:pt x="7100" y="184989"/>
                  </a:cubicBezTo>
                  <a:cubicBezTo>
                    <a:pt x="29383" y="174186"/>
                    <a:pt x="44026" y="150675"/>
                    <a:pt x="44026" y="125893"/>
                  </a:cubicBezTo>
                  <a:cubicBezTo>
                    <a:pt x="44026" y="110007"/>
                    <a:pt x="35750" y="68704"/>
                    <a:pt x="3280" y="18505"/>
                  </a:cubicBezTo>
                  <a:cubicBezTo>
                    <a:pt x="-539" y="12786"/>
                    <a:pt x="1370" y="5161"/>
                    <a:pt x="7100" y="1984"/>
                  </a:cubicBezTo>
                  <a:cubicBezTo>
                    <a:pt x="12830" y="-1829"/>
                    <a:pt x="20470" y="77"/>
                    <a:pt x="23653" y="5796"/>
                  </a:cubicBezTo>
                  <a:cubicBezTo>
                    <a:pt x="56123" y="57266"/>
                    <a:pt x="67583" y="103018"/>
                    <a:pt x="67583" y="126529"/>
                  </a:cubicBezTo>
                  <a:cubicBezTo>
                    <a:pt x="67583" y="160842"/>
                    <a:pt x="47846" y="192614"/>
                    <a:pt x="16650" y="207229"/>
                  </a:cubicBezTo>
                  <a:cubicBezTo>
                    <a:pt x="16013" y="207864"/>
                    <a:pt x="14104" y="208500"/>
                    <a:pt x="12194" y="2085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E549926A-C120-B9CC-E9F0-9B2F4DD26AC8}"/>
                </a:ext>
              </a:extLst>
            </p:cNvPr>
            <p:cNvSpPr/>
            <p:nvPr/>
          </p:nvSpPr>
          <p:spPr>
            <a:xfrm>
              <a:off x="2136783" y="3727909"/>
              <a:ext cx="202534" cy="190352"/>
            </a:xfrm>
            <a:custGeom>
              <a:avLst/>
              <a:gdLst>
                <a:gd name="connsiteX0" fmla="*/ 112105 w 202534"/>
                <a:gd name="connsiteY0" fmla="*/ 190352 h 190352"/>
                <a:gd name="connsiteX1" fmla="*/ 67539 w 202534"/>
                <a:gd name="connsiteY1" fmla="*/ 178279 h 190352"/>
                <a:gd name="connsiteX2" fmla="*/ 63083 w 202534"/>
                <a:gd name="connsiteY2" fmla="*/ 161758 h 190352"/>
                <a:gd name="connsiteX3" fmla="*/ 79636 w 202534"/>
                <a:gd name="connsiteY3" fmla="*/ 157310 h 190352"/>
                <a:gd name="connsiteX4" fmla="*/ 129295 w 202534"/>
                <a:gd name="connsiteY4" fmla="*/ 163664 h 190352"/>
                <a:gd name="connsiteX5" fmla="*/ 169404 w 202534"/>
                <a:gd name="connsiteY5" fmla="*/ 133163 h 190352"/>
                <a:gd name="connsiteX6" fmla="*/ 175771 w 202534"/>
                <a:gd name="connsiteY6" fmla="*/ 83599 h 190352"/>
                <a:gd name="connsiteX7" fmla="*/ 145211 w 202534"/>
                <a:gd name="connsiteY7" fmla="*/ 43567 h 190352"/>
                <a:gd name="connsiteX8" fmla="*/ 13424 w 202534"/>
                <a:gd name="connsiteY8" fmla="*/ 25775 h 190352"/>
                <a:gd name="connsiteX9" fmla="*/ 54 w 202534"/>
                <a:gd name="connsiteY9" fmla="*/ 14973 h 190352"/>
                <a:gd name="connsiteX10" fmla="*/ 10877 w 202534"/>
                <a:gd name="connsiteY10" fmla="*/ 1628 h 190352"/>
                <a:gd name="connsiteX11" fmla="*/ 157308 w 202534"/>
                <a:gd name="connsiteY11" fmla="*/ 22598 h 190352"/>
                <a:gd name="connsiteX12" fmla="*/ 199327 w 202534"/>
                <a:gd name="connsiteY12" fmla="*/ 77245 h 190352"/>
                <a:gd name="connsiteX13" fmla="*/ 190414 w 202534"/>
                <a:gd name="connsiteY13" fmla="*/ 145237 h 190352"/>
                <a:gd name="connsiteX14" fmla="*/ 135662 w 202534"/>
                <a:gd name="connsiteY14" fmla="*/ 187175 h 190352"/>
                <a:gd name="connsiteX15" fmla="*/ 112105 w 202534"/>
                <a:gd name="connsiteY15" fmla="*/ 190352 h 19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2534" h="190352">
                  <a:moveTo>
                    <a:pt x="112105" y="190352"/>
                  </a:moveTo>
                  <a:cubicBezTo>
                    <a:pt x="96189" y="190352"/>
                    <a:pt x="80909" y="186540"/>
                    <a:pt x="67539" y="178279"/>
                  </a:cubicBezTo>
                  <a:cubicBezTo>
                    <a:pt x="61810" y="175102"/>
                    <a:pt x="59899" y="167477"/>
                    <a:pt x="63083" y="161758"/>
                  </a:cubicBezTo>
                  <a:cubicBezTo>
                    <a:pt x="66266" y="156039"/>
                    <a:pt x="73906" y="154133"/>
                    <a:pt x="79636" y="157310"/>
                  </a:cubicBezTo>
                  <a:cubicBezTo>
                    <a:pt x="94916" y="166206"/>
                    <a:pt x="112742" y="168112"/>
                    <a:pt x="129295" y="163664"/>
                  </a:cubicBezTo>
                  <a:cubicBezTo>
                    <a:pt x="146485" y="159216"/>
                    <a:pt x="160491" y="148414"/>
                    <a:pt x="169404" y="133163"/>
                  </a:cubicBezTo>
                  <a:cubicBezTo>
                    <a:pt x="178318" y="117913"/>
                    <a:pt x="180227" y="100121"/>
                    <a:pt x="175771" y="83599"/>
                  </a:cubicBezTo>
                  <a:cubicBezTo>
                    <a:pt x="171314" y="66443"/>
                    <a:pt x="160491" y="52463"/>
                    <a:pt x="145211" y="43567"/>
                  </a:cubicBezTo>
                  <a:cubicBezTo>
                    <a:pt x="128658" y="34036"/>
                    <a:pt x="82819" y="20056"/>
                    <a:pt x="13424" y="25775"/>
                  </a:cubicBezTo>
                  <a:cubicBezTo>
                    <a:pt x="7057" y="26410"/>
                    <a:pt x="691" y="21327"/>
                    <a:pt x="54" y="14973"/>
                  </a:cubicBezTo>
                  <a:cubicBezTo>
                    <a:pt x="-583" y="7983"/>
                    <a:pt x="4511" y="2264"/>
                    <a:pt x="10877" y="1628"/>
                  </a:cubicBezTo>
                  <a:cubicBezTo>
                    <a:pt x="81546" y="-4726"/>
                    <a:pt x="133752" y="8618"/>
                    <a:pt x="157308" y="22598"/>
                  </a:cubicBezTo>
                  <a:cubicBezTo>
                    <a:pt x="178318" y="34671"/>
                    <a:pt x="192961" y="53734"/>
                    <a:pt x="199327" y="77245"/>
                  </a:cubicBezTo>
                  <a:cubicBezTo>
                    <a:pt x="205694" y="100121"/>
                    <a:pt x="202510" y="124903"/>
                    <a:pt x="190414" y="145237"/>
                  </a:cubicBezTo>
                  <a:cubicBezTo>
                    <a:pt x="178318" y="166206"/>
                    <a:pt x="159218" y="180821"/>
                    <a:pt x="135662" y="187175"/>
                  </a:cubicBezTo>
                  <a:cubicBezTo>
                    <a:pt x="127385" y="189082"/>
                    <a:pt x="119745" y="190352"/>
                    <a:pt x="112105" y="1903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26EECE0F-36F9-7F12-7CE3-85498DECFD45}"/>
                </a:ext>
              </a:extLst>
            </p:cNvPr>
            <p:cNvSpPr/>
            <p:nvPr/>
          </p:nvSpPr>
          <p:spPr>
            <a:xfrm>
              <a:off x="2113184" y="3520456"/>
              <a:ext cx="225451" cy="169684"/>
            </a:xfrm>
            <a:custGeom>
              <a:avLst/>
              <a:gdLst>
                <a:gd name="connsiteX0" fmla="*/ 174541 w 225451"/>
                <a:gd name="connsiteY0" fmla="*/ 169685 h 169684"/>
                <a:gd name="connsiteX1" fmla="*/ 163718 w 225451"/>
                <a:gd name="connsiteY1" fmla="*/ 163331 h 169684"/>
                <a:gd name="connsiteX2" fmla="*/ 168174 w 225451"/>
                <a:gd name="connsiteY2" fmla="*/ 146809 h 169684"/>
                <a:gd name="connsiteX3" fmla="*/ 192367 w 225451"/>
                <a:gd name="connsiteY3" fmla="*/ 57213 h 169684"/>
                <a:gd name="connsiteX4" fmla="*/ 152258 w 225451"/>
                <a:gd name="connsiteY4" fmla="*/ 26712 h 169684"/>
                <a:gd name="connsiteX5" fmla="*/ 102599 w 225451"/>
                <a:gd name="connsiteY5" fmla="*/ 33067 h 169684"/>
                <a:gd name="connsiteX6" fmla="*/ 23653 w 225451"/>
                <a:gd name="connsiteY6" fmla="*/ 134101 h 169684"/>
                <a:gd name="connsiteX7" fmla="*/ 7100 w 225451"/>
                <a:gd name="connsiteY7" fmla="*/ 139820 h 169684"/>
                <a:gd name="connsiteX8" fmla="*/ 1370 w 225451"/>
                <a:gd name="connsiteY8" fmla="*/ 123298 h 169684"/>
                <a:gd name="connsiteX9" fmla="*/ 90502 w 225451"/>
                <a:gd name="connsiteY9" fmla="*/ 12097 h 169684"/>
                <a:gd name="connsiteX10" fmla="*/ 158625 w 225451"/>
                <a:gd name="connsiteY10" fmla="*/ 3201 h 169684"/>
                <a:gd name="connsiteX11" fmla="*/ 213377 w 225451"/>
                <a:gd name="connsiteY11" fmla="*/ 45140 h 169684"/>
                <a:gd name="connsiteX12" fmla="*/ 180271 w 225451"/>
                <a:gd name="connsiteY12" fmla="*/ 167779 h 169684"/>
                <a:gd name="connsiteX13" fmla="*/ 174541 w 225451"/>
                <a:gd name="connsiteY13" fmla="*/ 169685 h 169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5451" h="169684">
                  <a:moveTo>
                    <a:pt x="174541" y="169685"/>
                  </a:moveTo>
                  <a:cubicBezTo>
                    <a:pt x="170084" y="169685"/>
                    <a:pt x="166264" y="167779"/>
                    <a:pt x="163718" y="163331"/>
                  </a:cubicBezTo>
                  <a:cubicBezTo>
                    <a:pt x="160534" y="157612"/>
                    <a:pt x="162444" y="149986"/>
                    <a:pt x="168174" y="146809"/>
                  </a:cubicBezTo>
                  <a:cubicBezTo>
                    <a:pt x="199371" y="129017"/>
                    <a:pt x="210194" y="88349"/>
                    <a:pt x="192367" y="57213"/>
                  </a:cubicBezTo>
                  <a:cubicBezTo>
                    <a:pt x="183454" y="41963"/>
                    <a:pt x="169448" y="31160"/>
                    <a:pt x="152258" y="26712"/>
                  </a:cubicBezTo>
                  <a:cubicBezTo>
                    <a:pt x="135068" y="22264"/>
                    <a:pt x="117878" y="24806"/>
                    <a:pt x="102599" y="33067"/>
                  </a:cubicBezTo>
                  <a:cubicBezTo>
                    <a:pt x="86682" y="41963"/>
                    <a:pt x="52303" y="73734"/>
                    <a:pt x="23653" y="134101"/>
                  </a:cubicBezTo>
                  <a:cubicBezTo>
                    <a:pt x="20470" y="140455"/>
                    <a:pt x="13467" y="142997"/>
                    <a:pt x="7100" y="139820"/>
                  </a:cubicBezTo>
                  <a:cubicBezTo>
                    <a:pt x="734" y="136642"/>
                    <a:pt x="-1813" y="129653"/>
                    <a:pt x="1370" y="123298"/>
                  </a:cubicBezTo>
                  <a:cubicBezTo>
                    <a:pt x="30657" y="61661"/>
                    <a:pt x="67583" y="24806"/>
                    <a:pt x="90502" y="12097"/>
                  </a:cubicBezTo>
                  <a:cubicBezTo>
                    <a:pt x="111512" y="24"/>
                    <a:pt x="135705" y="-3153"/>
                    <a:pt x="158625" y="3201"/>
                  </a:cubicBezTo>
                  <a:cubicBezTo>
                    <a:pt x="181544" y="9555"/>
                    <a:pt x="201280" y="24170"/>
                    <a:pt x="213377" y="45140"/>
                  </a:cubicBezTo>
                  <a:cubicBezTo>
                    <a:pt x="238207" y="88349"/>
                    <a:pt x="223563" y="142997"/>
                    <a:pt x="180271" y="167779"/>
                  </a:cubicBezTo>
                  <a:cubicBezTo>
                    <a:pt x="178361" y="169049"/>
                    <a:pt x="176451" y="169685"/>
                    <a:pt x="174541" y="1696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150CDE42-8E76-F681-64CB-1EC0232254FA}"/>
                </a:ext>
              </a:extLst>
            </p:cNvPr>
            <p:cNvSpPr/>
            <p:nvPr/>
          </p:nvSpPr>
          <p:spPr>
            <a:xfrm>
              <a:off x="7802589" y="3596245"/>
              <a:ext cx="343496" cy="342986"/>
            </a:xfrm>
            <a:custGeom>
              <a:avLst/>
              <a:gdLst>
                <a:gd name="connsiteX0" fmla="*/ 31684 w 343496"/>
                <a:gd name="connsiteY0" fmla="*/ 30988 h 342986"/>
                <a:gd name="connsiteX1" fmla="*/ 141825 w 343496"/>
                <a:gd name="connsiteY1" fmla="*/ 201920 h 342986"/>
                <a:gd name="connsiteX2" fmla="*/ 313086 w 343496"/>
                <a:gd name="connsiteY2" fmla="*/ 311214 h 342986"/>
                <a:gd name="connsiteX3" fmla="*/ 309903 w 343496"/>
                <a:gd name="connsiteY3" fmla="*/ 33530 h 342986"/>
                <a:gd name="connsiteX4" fmla="*/ 31684 w 343496"/>
                <a:gd name="connsiteY4" fmla="*/ 30988 h 342986"/>
                <a:gd name="connsiteX5" fmla="*/ 331549 w 343496"/>
                <a:gd name="connsiteY5" fmla="*/ 342986 h 342986"/>
                <a:gd name="connsiteX6" fmla="*/ 327729 w 343496"/>
                <a:gd name="connsiteY6" fmla="*/ 342351 h 342986"/>
                <a:gd name="connsiteX7" fmla="*/ 123999 w 343496"/>
                <a:gd name="connsiteY7" fmla="*/ 219076 h 342986"/>
                <a:gd name="connsiteX8" fmla="*/ 488 w 343496"/>
                <a:gd name="connsiteY8" fmla="*/ 15737 h 342986"/>
                <a:gd name="connsiteX9" fmla="*/ 3671 w 343496"/>
                <a:gd name="connsiteY9" fmla="*/ 3664 h 342986"/>
                <a:gd name="connsiteX10" fmla="*/ 15767 w 343496"/>
                <a:gd name="connsiteY10" fmla="*/ 487 h 342986"/>
                <a:gd name="connsiteX11" fmla="*/ 323272 w 343496"/>
                <a:gd name="connsiteY11" fmla="*/ 4935 h 342986"/>
                <a:gd name="connsiteX12" fmla="*/ 335369 w 343496"/>
                <a:gd name="connsiteY12" fmla="*/ 8112 h 342986"/>
                <a:gd name="connsiteX13" fmla="*/ 338552 w 343496"/>
                <a:gd name="connsiteY13" fmla="*/ 20185 h 342986"/>
                <a:gd name="connsiteX14" fmla="*/ 343009 w 343496"/>
                <a:gd name="connsiteY14" fmla="*/ 327100 h 342986"/>
                <a:gd name="connsiteX15" fmla="*/ 339825 w 343496"/>
                <a:gd name="connsiteY15" fmla="*/ 339173 h 342986"/>
                <a:gd name="connsiteX16" fmla="*/ 331549 w 343496"/>
                <a:gd name="connsiteY16" fmla="*/ 342986 h 342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3496" h="342986">
                  <a:moveTo>
                    <a:pt x="31684" y="30988"/>
                  </a:moveTo>
                  <a:cubicBezTo>
                    <a:pt x="55240" y="95167"/>
                    <a:pt x="92803" y="153627"/>
                    <a:pt x="141825" y="201920"/>
                  </a:cubicBezTo>
                  <a:cubicBezTo>
                    <a:pt x="190211" y="250213"/>
                    <a:pt x="249421" y="287703"/>
                    <a:pt x="313086" y="311214"/>
                  </a:cubicBezTo>
                  <a:cubicBezTo>
                    <a:pt x="288256" y="220347"/>
                    <a:pt x="286983" y="125032"/>
                    <a:pt x="309903" y="33530"/>
                  </a:cubicBezTo>
                  <a:cubicBezTo>
                    <a:pt x="218224" y="56405"/>
                    <a:pt x="123362" y="55770"/>
                    <a:pt x="31684" y="30988"/>
                  </a:cubicBezTo>
                  <a:moveTo>
                    <a:pt x="331549" y="342986"/>
                  </a:moveTo>
                  <a:cubicBezTo>
                    <a:pt x="330276" y="342986"/>
                    <a:pt x="329003" y="342986"/>
                    <a:pt x="327729" y="342351"/>
                  </a:cubicBezTo>
                  <a:cubicBezTo>
                    <a:pt x="251330" y="318204"/>
                    <a:pt x="181298" y="275630"/>
                    <a:pt x="123999" y="219076"/>
                  </a:cubicBezTo>
                  <a:cubicBezTo>
                    <a:pt x="67337" y="162523"/>
                    <a:pt x="24681" y="91990"/>
                    <a:pt x="488" y="15737"/>
                  </a:cubicBezTo>
                  <a:cubicBezTo>
                    <a:pt x="-786" y="11289"/>
                    <a:pt x="488" y="6841"/>
                    <a:pt x="3671" y="3664"/>
                  </a:cubicBezTo>
                  <a:cubicBezTo>
                    <a:pt x="6855" y="487"/>
                    <a:pt x="11947" y="-784"/>
                    <a:pt x="15767" y="487"/>
                  </a:cubicBezTo>
                  <a:cubicBezTo>
                    <a:pt x="115723" y="32259"/>
                    <a:pt x="222044" y="33530"/>
                    <a:pt x="323272" y="4935"/>
                  </a:cubicBezTo>
                  <a:cubicBezTo>
                    <a:pt x="327729" y="3664"/>
                    <a:pt x="332186" y="4935"/>
                    <a:pt x="335369" y="8112"/>
                  </a:cubicBezTo>
                  <a:cubicBezTo>
                    <a:pt x="338552" y="11289"/>
                    <a:pt x="339825" y="15737"/>
                    <a:pt x="338552" y="20185"/>
                  </a:cubicBezTo>
                  <a:cubicBezTo>
                    <a:pt x="309266" y="121220"/>
                    <a:pt x="311176" y="227337"/>
                    <a:pt x="343009" y="327100"/>
                  </a:cubicBezTo>
                  <a:cubicBezTo>
                    <a:pt x="344282" y="331548"/>
                    <a:pt x="343009" y="335996"/>
                    <a:pt x="339825" y="339173"/>
                  </a:cubicBezTo>
                  <a:cubicBezTo>
                    <a:pt x="337916" y="341715"/>
                    <a:pt x="334733" y="342986"/>
                    <a:pt x="331549" y="3429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8B3705A0-F74A-0F2C-DE91-8F6EAAA0A090}"/>
                </a:ext>
              </a:extLst>
            </p:cNvPr>
            <p:cNvSpPr/>
            <p:nvPr/>
          </p:nvSpPr>
          <p:spPr>
            <a:xfrm>
              <a:off x="7780794" y="3013255"/>
              <a:ext cx="563510" cy="500870"/>
            </a:xfrm>
            <a:custGeom>
              <a:avLst/>
              <a:gdLst>
                <a:gd name="connsiteX0" fmla="*/ 24829 w 563510"/>
                <a:gd name="connsiteY0" fmla="*/ 436056 h 500870"/>
                <a:gd name="connsiteX1" fmla="*/ 472399 w 563510"/>
                <a:gd name="connsiteY1" fmla="*/ 366158 h 500870"/>
                <a:gd name="connsiteX2" fmla="*/ 475582 w 563510"/>
                <a:gd name="connsiteY2" fmla="*/ 362981 h 500870"/>
                <a:gd name="connsiteX3" fmla="*/ 476218 w 563510"/>
                <a:gd name="connsiteY3" fmla="*/ 362346 h 500870"/>
                <a:gd name="connsiteX4" fmla="*/ 481312 w 563510"/>
                <a:gd name="connsiteY4" fmla="*/ 356627 h 500870"/>
                <a:gd name="connsiteX5" fmla="*/ 486405 w 563510"/>
                <a:gd name="connsiteY5" fmla="*/ 97370 h 500870"/>
                <a:gd name="connsiteX6" fmla="*/ 475582 w 563510"/>
                <a:gd name="connsiteY6" fmla="*/ 85932 h 500870"/>
                <a:gd name="connsiteX7" fmla="*/ 220283 w 563510"/>
                <a:gd name="connsiteY7" fmla="*/ 64962 h 500870"/>
                <a:gd name="connsiteX8" fmla="*/ 162984 w 563510"/>
                <a:gd name="connsiteY8" fmla="*/ 113255 h 500870"/>
                <a:gd name="connsiteX9" fmla="*/ 24829 w 563510"/>
                <a:gd name="connsiteY9" fmla="*/ 436056 h 500870"/>
                <a:gd name="connsiteX10" fmla="*/ 199273 w 563510"/>
                <a:gd name="connsiteY10" fmla="*/ 500870 h 500870"/>
                <a:gd name="connsiteX11" fmla="*/ 6367 w 563510"/>
                <a:gd name="connsiteY11" fmla="*/ 453848 h 500870"/>
                <a:gd name="connsiteX12" fmla="*/ 0 w 563510"/>
                <a:gd name="connsiteY12" fmla="*/ 443046 h 500870"/>
                <a:gd name="connsiteX13" fmla="*/ 146431 w 563510"/>
                <a:gd name="connsiteY13" fmla="*/ 95463 h 500870"/>
                <a:gd name="connsiteX14" fmla="*/ 206913 w 563510"/>
                <a:gd name="connsiteY14" fmla="*/ 44628 h 500870"/>
                <a:gd name="connsiteX15" fmla="*/ 493408 w 563510"/>
                <a:gd name="connsiteY15" fmla="*/ 68140 h 500870"/>
                <a:gd name="connsiteX16" fmla="*/ 505504 w 563510"/>
                <a:gd name="connsiteY16" fmla="*/ 80848 h 500870"/>
                <a:gd name="connsiteX17" fmla="*/ 499775 w 563510"/>
                <a:gd name="connsiteY17" fmla="*/ 372513 h 500870"/>
                <a:gd name="connsiteX18" fmla="*/ 494045 w 563510"/>
                <a:gd name="connsiteY18" fmla="*/ 378867 h 500870"/>
                <a:gd name="connsiteX19" fmla="*/ 490225 w 563510"/>
                <a:gd name="connsiteY19" fmla="*/ 382679 h 500870"/>
                <a:gd name="connsiteX20" fmla="*/ 199273 w 563510"/>
                <a:gd name="connsiteY20" fmla="*/ 500870 h 50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63510" h="500870">
                  <a:moveTo>
                    <a:pt x="24829" y="436056"/>
                  </a:moveTo>
                  <a:cubicBezTo>
                    <a:pt x="174443" y="509766"/>
                    <a:pt x="353344" y="481807"/>
                    <a:pt x="472399" y="366158"/>
                  </a:cubicBezTo>
                  <a:lnTo>
                    <a:pt x="475582" y="362981"/>
                  </a:lnTo>
                  <a:lnTo>
                    <a:pt x="476218" y="362346"/>
                  </a:lnTo>
                  <a:cubicBezTo>
                    <a:pt x="477492" y="361075"/>
                    <a:pt x="479402" y="359168"/>
                    <a:pt x="481312" y="356627"/>
                  </a:cubicBezTo>
                  <a:cubicBezTo>
                    <a:pt x="570444" y="263853"/>
                    <a:pt x="539884" y="159007"/>
                    <a:pt x="486405" y="97370"/>
                  </a:cubicBezTo>
                  <a:cubicBezTo>
                    <a:pt x="483221" y="93557"/>
                    <a:pt x="479402" y="89744"/>
                    <a:pt x="475582" y="85932"/>
                  </a:cubicBezTo>
                  <a:cubicBezTo>
                    <a:pt x="420830" y="31284"/>
                    <a:pt x="320874" y="-7477"/>
                    <a:pt x="220283" y="64962"/>
                  </a:cubicBezTo>
                  <a:cubicBezTo>
                    <a:pt x="199909" y="79577"/>
                    <a:pt x="180810" y="96099"/>
                    <a:pt x="162984" y="113255"/>
                  </a:cubicBezTo>
                  <a:cubicBezTo>
                    <a:pt x="77035" y="199039"/>
                    <a:pt x="28012" y="313417"/>
                    <a:pt x="24829" y="436056"/>
                  </a:cubicBezTo>
                  <a:moveTo>
                    <a:pt x="199273" y="500870"/>
                  </a:moveTo>
                  <a:cubicBezTo>
                    <a:pt x="133698" y="500870"/>
                    <a:pt x="67485" y="485620"/>
                    <a:pt x="6367" y="453848"/>
                  </a:cubicBezTo>
                  <a:cubicBezTo>
                    <a:pt x="2546" y="451942"/>
                    <a:pt x="0" y="447494"/>
                    <a:pt x="0" y="443046"/>
                  </a:cubicBezTo>
                  <a:cubicBezTo>
                    <a:pt x="1273" y="311511"/>
                    <a:pt x="53478" y="188237"/>
                    <a:pt x="146431" y="95463"/>
                  </a:cubicBezTo>
                  <a:cubicBezTo>
                    <a:pt x="164893" y="77036"/>
                    <a:pt x="185267" y="59879"/>
                    <a:pt x="206913" y="44628"/>
                  </a:cubicBezTo>
                  <a:cubicBezTo>
                    <a:pt x="319601" y="-36707"/>
                    <a:pt x="431652" y="6502"/>
                    <a:pt x="493408" y="68140"/>
                  </a:cubicBezTo>
                  <a:cubicBezTo>
                    <a:pt x="497865" y="72588"/>
                    <a:pt x="501685" y="76400"/>
                    <a:pt x="505504" y="80848"/>
                  </a:cubicBezTo>
                  <a:cubicBezTo>
                    <a:pt x="565987" y="150111"/>
                    <a:pt x="600366" y="268301"/>
                    <a:pt x="499775" y="372513"/>
                  </a:cubicBezTo>
                  <a:cubicBezTo>
                    <a:pt x="497865" y="374419"/>
                    <a:pt x="495954" y="376325"/>
                    <a:pt x="494045" y="378867"/>
                  </a:cubicBezTo>
                  <a:lnTo>
                    <a:pt x="490225" y="382679"/>
                  </a:lnTo>
                  <a:cubicBezTo>
                    <a:pt x="410006" y="460838"/>
                    <a:pt x="304958" y="500870"/>
                    <a:pt x="199273" y="5008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70D2A0DA-BDE5-FA80-05EC-02ED666CCB83}"/>
                </a:ext>
              </a:extLst>
            </p:cNvPr>
            <p:cNvSpPr/>
            <p:nvPr/>
          </p:nvSpPr>
          <p:spPr>
            <a:xfrm>
              <a:off x="8229013" y="3400019"/>
              <a:ext cx="378273" cy="561452"/>
            </a:xfrm>
            <a:custGeom>
              <a:avLst/>
              <a:gdLst>
                <a:gd name="connsiteX0" fmla="*/ 57922 w 378273"/>
                <a:gd name="connsiteY0" fmla="*/ 561452 h 561452"/>
                <a:gd name="connsiteX1" fmla="*/ 47099 w 378273"/>
                <a:gd name="connsiteY1" fmla="*/ 555098 h 561452"/>
                <a:gd name="connsiteX2" fmla="*/ 117767 w 378273"/>
                <a:gd name="connsiteY2" fmla="*/ 73439 h 561452"/>
                <a:gd name="connsiteX3" fmla="*/ 120951 w 378273"/>
                <a:gd name="connsiteY3" fmla="*/ 69626 h 561452"/>
                <a:gd name="connsiteX4" fmla="*/ 121588 w 378273"/>
                <a:gd name="connsiteY4" fmla="*/ 68991 h 561452"/>
                <a:gd name="connsiteX5" fmla="*/ 127317 w 378273"/>
                <a:gd name="connsiteY5" fmla="*/ 63272 h 561452"/>
                <a:gd name="connsiteX6" fmla="*/ 371793 w 378273"/>
                <a:gd name="connsiteY6" fmla="*/ 25146 h 561452"/>
                <a:gd name="connsiteX7" fmla="*/ 376887 w 378273"/>
                <a:gd name="connsiteY7" fmla="*/ 41667 h 561452"/>
                <a:gd name="connsiteX8" fmla="*/ 360334 w 378273"/>
                <a:gd name="connsiteY8" fmla="*/ 46750 h 561452"/>
                <a:gd name="connsiteX9" fmla="*/ 144507 w 378273"/>
                <a:gd name="connsiteY9" fmla="*/ 81064 h 561452"/>
                <a:gd name="connsiteX10" fmla="*/ 138777 w 378273"/>
                <a:gd name="connsiteY10" fmla="*/ 86783 h 561452"/>
                <a:gd name="connsiteX11" fmla="*/ 138141 w 378273"/>
                <a:gd name="connsiteY11" fmla="*/ 87418 h 561452"/>
                <a:gd name="connsiteX12" fmla="*/ 134958 w 378273"/>
                <a:gd name="connsiteY12" fmla="*/ 90595 h 561452"/>
                <a:gd name="connsiteX13" fmla="*/ 68109 w 378273"/>
                <a:gd name="connsiteY13" fmla="*/ 544295 h 561452"/>
                <a:gd name="connsiteX14" fmla="*/ 63015 w 378273"/>
                <a:gd name="connsiteY14" fmla="*/ 560817 h 561452"/>
                <a:gd name="connsiteX15" fmla="*/ 57922 w 378273"/>
                <a:gd name="connsiteY15" fmla="*/ 561452 h 561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8273" h="561452">
                  <a:moveTo>
                    <a:pt x="57922" y="561452"/>
                  </a:moveTo>
                  <a:cubicBezTo>
                    <a:pt x="53465" y="561452"/>
                    <a:pt x="49009" y="558910"/>
                    <a:pt x="47099" y="555098"/>
                  </a:cubicBezTo>
                  <a:cubicBezTo>
                    <a:pt x="-35667" y="395604"/>
                    <a:pt x="-7654" y="201796"/>
                    <a:pt x="117767" y="73439"/>
                  </a:cubicBezTo>
                  <a:cubicBezTo>
                    <a:pt x="119041" y="72168"/>
                    <a:pt x="120314" y="70897"/>
                    <a:pt x="120951" y="69626"/>
                  </a:cubicBezTo>
                  <a:lnTo>
                    <a:pt x="121588" y="68991"/>
                  </a:lnTo>
                  <a:cubicBezTo>
                    <a:pt x="123497" y="67084"/>
                    <a:pt x="125408" y="65178"/>
                    <a:pt x="127317" y="63272"/>
                  </a:cubicBezTo>
                  <a:cubicBezTo>
                    <a:pt x="198623" y="-4720"/>
                    <a:pt x="287119" y="-18699"/>
                    <a:pt x="371793" y="25146"/>
                  </a:cubicBezTo>
                  <a:cubicBezTo>
                    <a:pt x="377523" y="28323"/>
                    <a:pt x="380070" y="35312"/>
                    <a:pt x="376887" y="41667"/>
                  </a:cubicBezTo>
                  <a:cubicBezTo>
                    <a:pt x="373704" y="47386"/>
                    <a:pt x="366701" y="49928"/>
                    <a:pt x="360334" y="46750"/>
                  </a:cubicBezTo>
                  <a:cubicBezTo>
                    <a:pt x="316405" y="23875"/>
                    <a:pt x="230456" y="-1543"/>
                    <a:pt x="144507" y="81064"/>
                  </a:cubicBezTo>
                  <a:cubicBezTo>
                    <a:pt x="142597" y="82970"/>
                    <a:pt x="140688" y="84876"/>
                    <a:pt x="138777" y="86783"/>
                  </a:cubicBezTo>
                  <a:lnTo>
                    <a:pt x="138141" y="87418"/>
                  </a:lnTo>
                  <a:cubicBezTo>
                    <a:pt x="136867" y="88689"/>
                    <a:pt x="136231" y="89324"/>
                    <a:pt x="134958" y="90595"/>
                  </a:cubicBezTo>
                  <a:cubicBezTo>
                    <a:pt x="17176" y="211328"/>
                    <a:pt x="-10200" y="393697"/>
                    <a:pt x="68109" y="544295"/>
                  </a:cubicBezTo>
                  <a:cubicBezTo>
                    <a:pt x="71292" y="550014"/>
                    <a:pt x="68745" y="557639"/>
                    <a:pt x="63015" y="560817"/>
                  </a:cubicBezTo>
                  <a:cubicBezTo>
                    <a:pt x="61742" y="560817"/>
                    <a:pt x="59832" y="561452"/>
                    <a:pt x="57922" y="5614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94FB21B5-C203-A31C-A370-621F52C349C8}"/>
                </a:ext>
              </a:extLst>
            </p:cNvPr>
            <p:cNvSpPr/>
            <p:nvPr/>
          </p:nvSpPr>
          <p:spPr>
            <a:xfrm>
              <a:off x="7471755" y="2879172"/>
              <a:ext cx="1393418" cy="1391755"/>
            </a:xfrm>
            <a:custGeom>
              <a:avLst/>
              <a:gdLst>
                <a:gd name="connsiteX0" fmla="*/ 77932 w 1393418"/>
                <a:gd name="connsiteY0" fmla="*/ 352820 h 1391755"/>
                <a:gd name="connsiteX1" fmla="*/ 58196 w 1393418"/>
                <a:gd name="connsiteY1" fmla="*/ 356633 h 1391755"/>
                <a:gd name="connsiteX2" fmla="*/ 28273 w 1393418"/>
                <a:gd name="connsiteY2" fmla="*/ 385228 h 1391755"/>
                <a:gd name="connsiteX3" fmla="*/ 27636 w 1393418"/>
                <a:gd name="connsiteY3" fmla="*/ 426531 h 1391755"/>
                <a:gd name="connsiteX4" fmla="*/ 49919 w 1393418"/>
                <a:gd name="connsiteY4" fmla="*/ 474188 h 1391755"/>
                <a:gd name="connsiteX5" fmla="*/ 136504 w 1393418"/>
                <a:gd name="connsiteY5" fmla="*/ 589202 h 1391755"/>
                <a:gd name="connsiteX6" fmla="*/ 200170 w 1393418"/>
                <a:gd name="connsiteY6" fmla="*/ 643214 h 1391755"/>
                <a:gd name="connsiteX7" fmla="*/ 205263 w 1393418"/>
                <a:gd name="connsiteY7" fmla="*/ 651475 h 1391755"/>
                <a:gd name="connsiteX8" fmla="*/ 379707 w 1393418"/>
                <a:gd name="connsiteY8" fmla="*/ 1012401 h 1391755"/>
                <a:gd name="connsiteX9" fmla="*/ 741328 w 1393418"/>
                <a:gd name="connsiteY9" fmla="*/ 1186510 h 1391755"/>
                <a:gd name="connsiteX10" fmla="*/ 749604 w 1393418"/>
                <a:gd name="connsiteY10" fmla="*/ 1191594 h 1391755"/>
                <a:gd name="connsiteX11" fmla="*/ 803720 w 1393418"/>
                <a:gd name="connsiteY11" fmla="*/ 1254502 h 1391755"/>
                <a:gd name="connsiteX12" fmla="*/ 918955 w 1393418"/>
                <a:gd name="connsiteY12" fmla="*/ 1340921 h 1391755"/>
                <a:gd name="connsiteX13" fmla="*/ 920229 w 1393418"/>
                <a:gd name="connsiteY13" fmla="*/ 1341556 h 1391755"/>
                <a:gd name="connsiteX14" fmla="*/ 966704 w 1393418"/>
                <a:gd name="connsiteY14" fmla="*/ 1363161 h 1391755"/>
                <a:gd name="connsiteX15" fmla="*/ 1008087 w 1393418"/>
                <a:gd name="connsiteY15" fmla="*/ 1362525 h 1391755"/>
                <a:gd name="connsiteX16" fmla="*/ 1036736 w 1393418"/>
                <a:gd name="connsiteY16" fmla="*/ 1332660 h 1391755"/>
                <a:gd name="connsiteX17" fmla="*/ 1036100 w 1393418"/>
                <a:gd name="connsiteY17" fmla="*/ 1291357 h 1391755"/>
                <a:gd name="connsiteX18" fmla="*/ 1006177 w 1393418"/>
                <a:gd name="connsiteY18" fmla="*/ 1262762 h 1391755"/>
                <a:gd name="connsiteX19" fmla="*/ 971161 w 1393418"/>
                <a:gd name="connsiteY19" fmla="*/ 1246876 h 1391755"/>
                <a:gd name="connsiteX20" fmla="*/ 908132 w 1393418"/>
                <a:gd name="connsiteY20" fmla="*/ 1203667 h 1391755"/>
                <a:gd name="connsiteX21" fmla="*/ 904312 w 1393418"/>
                <a:gd name="connsiteY21" fmla="*/ 1190958 h 1391755"/>
                <a:gd name="connsiteX22" fmla="*/ 913862 w 1393418"/>
                <a:gd name="connsiteY22" fmla="*/ 1182062 h 1391755"/>
                <a:gd name="connsiteX23" fmla="*/ 1240466 w 1393418"/>
                <a:gd name="connsiteY23" fmla="*/ 1013037 h 1391755"/>
                <a:gd name="connsiteX24" fmla="*/ 1302859 w 1393418"/>
                <a:gd name="connsiteY24" fmla="*/ 939326 h 1391755"/>
                <a:gd name="connsiteX25" fmla="*/ 1249379 w 1393418"/>
                <a:gd name="connsiteY25" fmla="*/ 496429 h 1391755"/>
                <a:gd name="connsiteX26" fmla="*/ 991534 w 1393418"/>
                <a:gd name="connsiteY26" fmla="*/ 415093 h 1391755"/>
                <a:gd name="connsiteX27" fmla="*/ 981347 w 1393418"/>
                <a:gd name="connsiteY27" fmla="*/ 411916 h 1391755"/>
                <a:gd name="connsiteX28" fmla="*/ 978164 w 1393418"/>
                <a:gd name="connsiteY28" fmla="*/ 401749 h 1391755"/>
                <a:gd name="connsiteX29" fmla="*/ 896672 w 1393418"/>
                <a:gd name="connsiteY29" fmla="*/ 144398 h 1391755"/>
                <a:gd name="connsiteX30" fmla="*/ 452923 w 1393418"/>
                <a:gd name="connsiteY30" fmla="*/ 91022 h 1391755"/>
                <a:gd name="connsiteX31" fmla="*/ 379707 w 1393418"/>
                <a:gd name="connsiteY31" fmla="*/ 153294 h 1391755"/>
                <a:gd name="connsiteX32" fmla="*/ 210357 w 1393418"/>
                <a:gd name="connsiteY32" fmla="*/ 479272 h 1391755"/>
                <a:gd name="connsiteX33" fmla="*/ 201444 w 1393418"/>
                <a:gd name="connsiteY33" fmla="*/ 488803 h 1391755"/>
                <a:gd name="connsiteX34" fmla="*/ 188711 w 1393418"/>
                <a:gd name="connsiteY34" fmla="*/ 484991 h 1391755"/>
                <a:gd name="connsiteX35" fmla="*/ 145418 w 1393418"/>
                <a:gd name="connsiteY35" fmla="*/ 422718 h 1391755"/>
                <a:gd name="connsiteX36" fmla="*/ 129501 w 1393418"/>
                <a:gd name="connsiteY36" fmla="*/ 387134 h 1391755"/>
                <a:gd name="connsiteX37" fmla="*/ 100852 w 1393418"/>
                <a:gd name="connsiteY37" fmla="*/ 357269 h 1391755"/>
                <a:gd name="connsiteX38" fmla="*/ 77932 w 1393418"/>
                <a:gd name="connsiteY38" fmla="*/ 352820 h 1391755"/>
                <a:gd name="connsiteX39" fmla="*/ 985804 w 1393418"/>
                <a:gd name="connsiteY39" fmla="*/ 1391755 h 1391755"/>
                <a:gd name="connsiteX40" fmla="*/ 957154 w 1393418"/>
                <a:gd name="connsiteY40" fmla="*/ 1386037 h 1391755"/>
                <a:gd name="connsiteX41" fmla="*/ 907495 w 1393418"/>
                <a:gd name="connsiteY41" fmla="*/ 1363161 h 1391755"/>
                <a:gd name="connsiteX42" fmla="*/ 906222 w 1393418"/>
                <a:gd name="connsiteY42" fmla="*/ 1362525 h 1391755"/>
                <a:gd name="connsiteX43" fmla="*/ 785893 w 1393418"/>
                <a:gd name="connsiteY43" fmla="*/ 1271658 h 1391755"/>
                <a:gd name="connsiteX44" fmla="*/ 732415 w 1393418"/>
                <a:gd name="connsiteY44" fmla="*/ 1210021 h 1391755"/>
                <a:gd name="connsiteX45" fmla="*/ 361881 w 1393418"/>
                <a:gd name="connsiteY45" fmla="*/ 1029558 h 1391755"/>
                <a:gd name="connsiteX46" fmla="*/ 181070 w 1393418"/>
                <a:gd name="connsiteY46" fmla="*/ 659735 h 1391755"/>
                <a:gd name="connsiteX47" fmla="*/ 119315 w 1393418"/>
                <a:gd name="connsiteY47" fmla="*/ 606359 h 1391755"/>
                <a:gd name="connsiteX48" fmla="*/ 28273 w 1393418"/>
                <a:gd name="connsiteY48" fmla="*/ 485626 h 1391755"/>
                <a:gd name="connsiteX49" fmla="*/ 5353 w 1393418"/>
                <a:gd name="connsiteY49" fmla="*/ 435427 h 1391755"/>
                <a:gd name="connsiteX50" fmla="*/ 6627 w 1393418"/>
                <a:gd name="connsiteY50" fmla="*/ 375061 h 1391755"/>
                <a:gd name="connsiteX51" fmla="*/ 49919 w 1393418"/>
                <a:gd name="connsiteY51" fmla="*/ 333122 h 1391755"/>
                <a:gd name="connsiteX52" fmla="*/ 110402 w 1393418"/>
                <a:gd name="connsiteY52" fmla="*/ 334393 h 1391755"/>
                <a:gd name="connsiteX53" fmla="*/ 152421 w 1393418"/>
                <a:gd name="connsiteY53" fmla="*/ 377602 h 1391755"/>
                <a:gd name="connsiteX54" fmla="*/ 167064 w 1393418"/>
                <a:gd name="connsiteY54" fmla="*/ 410010 h 1391755"/>
                <a:gd name="connsiteX55" fmla="*/ 191894 w 1393418"/>
                <a:gd name="connsiteY55" fmla="*/ 447500 h 1391755"/>
                <a:gd name="connsiteX56" fmla="*/ 362517 w 1393418"/>
                <a:gd name="connsiteY56" fmla="*/ 134867 h 1391755"/>
                <a:gd name="connsiteX57" fmla="*/ 438916 w 1393418"/>
                <a:gd name="connsiteY57" fmla="*/ 70052 h 1391755"/>
                <a:gd name="connsiteX58" fmla="*/ 915772 w 1393418"/>
                <a:gd name="connsiteY58" fmla="*/ 127241 h 1391755"/>
                <a:gd name="connsiteX59" fmla="*/ 1004267 w 1393418"/>
                <a:gd name="connsiteY59" fmla="*/ 388405 h 1391755"/>
                <a:gd name="connsiteX60" fmla="*/ 1265932 w 1393418"/>
                <a:gd name="connsiteY60" fmla="*/ 476730 h 1391755"/>
                <a:gd name="connsiteX61" fmla="*/ 1323231 w 1393418"/>
                <a:gd name="connsiteY61" fmla="*/ 952670 h 1391755"/>
                <a:gd name="connsiteX62" fmla="*/ 1258293 w 1393418"/>
                <a:gd name="connsiteY62" fmla="*/ 1028922 h 1391755"/>
                <a:gd name="connsiteX63" fmla="*/ 945058 w 1393418"/>
                <a:gd name="connsiteY63" fmla="*/ 1199219 h 1391755"/>
                <a:gd name="connsiteX64" fmla="*/ 983257 w 1393418"/>
                <a:gd name="connsiteY64" fmla="*/ 1224001 h 1391755"/>
                <a:gd name="connsiteX65" fmla="*/ 1015727 w 1393418"/>
                <a:gd name="connsiteY65" fmla="*/ 1238616 h 1391755"/>
                <a:gd name="connsiteX66" fmla="*/ 1059019 w 1393418"/>
                <a:gd name="connsiteY66" fmla="*/ 1280554 h 1391755"/>
                <a:gd name="connsiteX67" fmla="*/ 1060293 w 1393418"/>
                <a:gd name="connsiteY67" fmla="*/ 1340921 h 1391755"/>
                <a:gd name="connsiteX68" fmla="*/ 1018273 w 1393418"/>
                <a:gd name="connsiteY68" fmla="*/ 1384130 h 1391755"/>
                <a:gd name="connsiteX69" fmla="*/ 985804 w 1393418"/>
                <a:gd name="connsiteY69" fmla="*/ 1391755 h 1391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393418" h="1391755">
                  <a:moveTo>
                    <a:pt x="77932" y="352820"/>
                  </a:moveTo>
                  <a:cubicBezTo>
                    <a:pt x="70929" y="352820"/>
                    <a:pt x="64563" y="354091"/>
                    <a:pt x="58196" y="356633"/>
                  </a:cubicBezTo>
                  <a:cubicBezTo>
                    <a:pt x="44826" y="361717"/>
                    <a:pt x="34003" y="371883"/>
                    <a:pt x="28273" y="385228"/>
                  </a:cubicBezTo>
                  <a:cubicBezTo>
                    <a:pt x="22543" y="398572"/>
                    <a:pt x="21906" y="413187"/>
                    <a:pt x="27636" y="426531"/>
                  </a:cubicBezTo>
                  <a:cubicBezTo>
                    <a:pt x="34003" y="442417"/>
                    <a:pt x="41006" y="458303"/>
                    <a:pt x="49919" y="474188"/>
                  </a:cubicBezTo>
                  <a:cubicBezTo>
                    <a:pt x="49919" y="474824"/>
                    <a:pt x="83662" y="535826"/>
                    <a:pt x="136504" y="589202"/>
                  </a:cubicBezTo>
                  <a:cubicBezTo>
                    <a:pt x="156878" y="609536"/>
                    <a:pt x="177887" y="627328"/>
                    <a:pt x="200170" y="643214"/>
                  </a:cubicBezTo>
                  <a:cubicBezTo>
                    <a:pt x="202717" y="645120"/>
                    <a:pt x="204627" y="648297"/>
                    <a:pt x="205263" y="651475"/>
                  </a:cubicBezTo>
                  <a:cubicBezTo>
                    <a:pt x="221180" y="789364"/>
                    <a:pt x="281026" y="914544"/>
                    <a:pt x="379707" y="1012401"/>
                  </a:cubicBezTo>
                  <a:cubicBezTo>
                    <a:pt x="477753" y="1110258"/>
                    <a:pt x="603174" y="1170624"/>
                    <a:pt x="741328" y="1186510"/>
                  </a:cubicBezTo>
                  <a:cubicBezTo>
                    <a:pt x="744511" y="1187146"/>
                    <a:pt x="747694" y="1188416"/>
                    <a:pt x="749604" y="1191594"/>
                  </a:cubicBezTo>
                  <a:cubicBezTo>
                    <a:pt x="766157" y="1214469"/>
                    <a:pt x="784620" y="1235439"/>
                    <a:pt x="803720" y="1254502"/>
                  </a:cubicBezTo>
                  <a:cubicBezTo>
                    <a:pt x="855926" y="1306607"/>
                    <a:pt x="916408" y="1339650"/>
                    <a:pt x="918955" y="1340921"/>
                  </a:cubicBezTo>
                  <a:lnTo>
                    <a:pt x="920229" y="1341556"/>
                  </a:lnTo>
                  <a:cubicBezTo>
                    <a:pt x="935508" y="1349181"/>
                    <a:pt x="950788" y="1356806"/>
                    <a:pt x="966704" y="1363161"/>
                  </a:cubicBezTo>
                  <a:cubicBezTo>
                    <a:pt x="980074" y="1368244"/>
                    <a:pt x="994717" y="1368244"/>
                    <a:pt x="1008087" y="1362525"/>
                  </a:cubicBezTo>
                  <a:cubicBezTo>
                    <a:pt x="1021456" y="1356806"/>
                    <a:pt x="1031643" y="1346004"/>
                    <a:pt x="1036736" y="1332660"/>
                  </a:cubicBezTo>
                  <a:cubicBezTo>
                    <a:pt x="1041830" y="1319316"/>
                    <a:pt x="1041830" y="1304701"/>
                    <a:pt x="1036100" y="1291357"/>
                  </a:cubicBezTo>
                  <a:cubicBezTo>
                    <a:pt x="1030370" y="1278013"/>
                    <a:pt x="1019547" y="1267846"/>
                    <a:pt x="1006177" y="1262762"/>
                  </a:cubicBezTo>
                  <a:cubicBezTo>
                    <a:pt x="994081" y="1258314"/>
                    <a:pt x="982620" y="1252595"/>
                    <a:pt x="971161" y="1246876"/>
                  </a:cubicBezTo>
                  <a:cubicBezTo>
                    <a:pt x="965431" y="1243699"/>
                    <a:pt x="938054" y="1227813"/>
                    <a:pt x="908132" y="1203667"/>
                  </a:cubicBezTo>
                  <a:cubicBezTo>
                    <a:pt x="904312" y="1200490"/>
                    <a:pt x="903038" y="1196042"/>
                    <a:pt x="904312" y="1190958"/>
                  </a:cubicBezTo>
                  <a:cubicBezTo>
                    <a:pt x="905585" y="1186510"/>
                    <a:pt x="909405" y="1182698"/>
                    <a:pt x="913862" y="1182062"/>
                  </a:cubicBezTo>
                  <a:cubicBezTo>
                    <a:pt x="1038010" y="1160457"/>
                    <a:pt x="1151334" y="1102633"/>
                    <a:pt x="1240466" y="1013037"/>
                  </a:cubicBezTo>
                  <a:cubicBezTo>
                    <a:pt x="1263386" y="990161"/>
                    <a:pt x="1284396" y="965379"/>
                    <a:pt x="1302859" y="939326"/>
                  </a:cubicBezTo>
                  <a:cubicBezTo>
                    <a:pt x="1423823" y="771572"/>
                    <a:pt x="1360158" y="591744"/>
                    <a:pt x="1249379" y="496429"/>
                  </a:cubicBezTo>
                  <a:cubicBezTo>
                    <a:pt x="1177437" y="434156"/>
                    <a:pt x="1080666" y="403655"/>
                    <a:pt x="991534" y="415093"/>
                  </a:cubicBezTo>
                  <a:cubicBezTo>
                    <a:pt x="987714" y="415728"/>
                    <a:pt x="983894" y="414458"/>
                    <a:pt x="981347" y="411916"/>
                  </a:cubicBezTo>
                  <a:cubicBezTo>
                    <a:pt x="978801" y="409374"/>
                    <a:pt x="977528" y="405562"/>
                    <a:pt x="978164" y="401749"/>
                  </a:cubicBezTo>
                  <a:cubicBezTo>
                    <a:pt x="989623" y="312788"/>
                    <a:pt x="959701" y="216202"/>
                    <a:pt x="896672" y="144398"/>
                  </a:cubicBezTo>
                  <a:cubicBezTo>
                    <a:pt x="800537" y="33833"/>
                    <a:pt x="621000" y="-29711"/>
                    <a:pt x="452923" y="91022"/>
                  </a:cubicBezTo>
                  <a:cubicBezTo>
                    <a:pt x="426820" y="109449"/>
                    <a:pt x="401990" y="130419"/>
                    <a:pt x="379707" y="153294"/>
                  </a:cubicBezTo>
                  <a:cubicBezTo>
                    <a:pt x="290576" y="242255"/>
                    <a:pt x="232003" y="355362"/>
                    <a:pt x="210357" y="479272"/>
                  </a:cubicBezTo>
                  <a:cubicBezTo>
                    <a:pt x="209720" y="483720"/>
                    <a:pt x="205900" y="487533"/>
                    <a:pt x="201444" y="488803"/>
                  </a:cubicBezTo>
                  <a:cubicBezTo>
                    <a:pt x="196987" y="490074"/>
                    <a:pt x="191894" y="488168"/>
                    <a:pt x="188711" y="484991"/>
                  </a:cubicBezTo>
                  <a:cubicBezTo>
                    <a:pt x="162608" y="453219"/>
                    <a:pt x="146054" y="423989"/>
                    <a:pt x="145418" y="422718"/>
                  </a:cubicBezTo>
                  <a:cubicBezTo>
                    <a:pt x="139051" y="411280"/>
                    <a:pt x="133958" y="399207"/>
                    <a:pt x="129501" y="387134"/>
                  </a:cubicBezTo>
                  <a:cubicBezTo>
                    <a:pt x="124408" y="373790"/>
                    <a:pt x="114221" y="362987"/>
                    <a:pt x="100852" y="357269"/>
                  </a:cubicBezTo>
                  <a:cubicBezTo>
                    <a:pt x="92576" y="354091"/>
                    <a:pt x="84935" y="352820"/>
                    <a:pt x="77932" y="352820"/>
                  </a:cubicBezTo>
                  <a:moveTo>
                    <a:pt x="985804" y="1391755"/>
                  </a:moveTo>
                  <a:cubicBezTo>
                    <a:pt x="976254" y="1391755"/>
                    <a:pt x="966067" y="1389849"/>
                    <a:pt x="957154" y="1386037"/>
                  </a:cubicBezTo>
                  <a:cubicBezTo>
                    <a:pt x="940601" y="1379682"/>
                    <a:pt x="924048" y="1372057"/>
                    <a:pt x="907495" y="1363161"/>
                  </a:cubicBezTo>
                  <a:lnTo>
                    <a:pt x="906222" y="1362525"/>
                  </a:lnTo>
                  <a:cubicBezTo>
                    <a:pt x="899219" y="1358713"/>
                    <a:pt x="839373" y="1325035"/>
                    <a:pt x="785893" y="1271658"/>
                  </a:cubicBezTo>
                  <a:cubicBezTo>
                    <a:pt x="766794" y="1252595"/>
                    <a:pt x="748968" y="1232261"/>
                    <a:pt x="732415" y="1210021"/>
                  </a:cubicBezTo>
                  <a:cubicBezTo>
                    <a:pt x="590440" y="1192864"/>
                    <a:pt x="462473" y="1130592"/>
                    <a:pt x="361881" y="1029558"/>
                  </a:cubicBezTo>
                  <a:cubicBezTo>
                    <a:pt x="260652" y="928524"/>
                    <a:pt x="198260" y="800802"/>
                    <a:pt x="181070" y="659735"/>
                  </a:cubicBezTo>
                  <a:cubicBezTo>
                    <a:pt x="159424" y="643849"/>
                    <a:pt x="139051" y="626057"/>
                    <a:pt x="119315" y="606359"/>
                  </a:cubicBezTo>
                  <a:cubicBezTo>
                    <a:pt x="63926" y="551076"/>
                    <a:pt x="28273" y="486262"/>
                    <a:pt x="28273" y="485626"/>
                  </a:cubicBezTo>
                  <a:cubicBezTo>
                    <a:pt x="19360" y="468470"/>
                    <a:pt x="11720" y="452584"/>
                    <a:pt x="5353" y="435427"/>
                  </a:cubicBezTo>
                  <a:cubicBezTo>
                    <a:pt x="-2286" y="415728"/>
                    <a:pt x="-1650" y="394759"/>
                    <a:pt x="6627" y="375061"/>
                  </a:cubicBezTo>
                  <a:cubicBezTo>
                    <a:pt x="14903" y="355998"/>
                    <a:pt x="30183" y="340747"/>
                    <a:pt x="49919" y="333122"/>
                  </a:cubicBezTo>
                  <a:cubicBezTo>
                    <a:pt x="69655" y="325497"/>
                    <a:pt x="90665" y="326132"/>
                    <a:pt x="110402" y="334393"/>
                  </a:cubicBezTo>
                  <a:cubicBezTo>
                    <a:pt x="129501" y="342654"/>
                    <a:pt x="144781" y="357904"/>
                    <a:pt x="152421" y="377602"/>
                  </a:cubicBezTo>
                  <a:cubicBezTo>
                    <a:pt x="156878" y="389040"/>
                    <a:pt x="161970" y="399843"/>
                    <a:pt x="167064" y="410010"/>
                  </a:cubicBezTo>
                  <a:cubicBezTo>
                    <a:pt x="167701" y="410645"/>
                    <a:pt x="176614" y="426531"/>
                    <a:pt x="191894" y="447500"/>
                  </a:cubicBezTo>
                  <a:cubicBezTo>
                    <a:pt x="217360" y="328674"/>
                    <a:pt x="276569" y="221286"/>
                    <a:pt x="362517" y="134867"/>
                  </a:cubicBezTo>
                  <a:cubicBezTo>
                    <a:pt x="386074" y="111355"/>
                    <a:pt x="412177" y="89115"/>
                    <a:pt x="438916" y="70052"/>
                  </a:cubicBezTo>
                  <a:cubicBezTo>
                    <a:pt x="619726" y="-59576"/>
                    <a:pt x="812634" y="9051"/>
                    <a:pt x="915772" y="127241"/>
                  </a:cubicBezTo>
                  <a:cubicBezTo>
                    <a:pt x="979437" y="200316"/>
                    <a:pt x="1011906" y="296902"/>
                    <a:pt x="1004267" y="388405"/>
                  </a:cubicBezTo>
                  <a:cubicBezTo>
                    <a:pt x="1095946" y="380780"/>
                    <a:pt x="1192717" y="413187"/>
                    <a:pt x="1265932" y="476730"/>
                  </a:cubicBezTo>
                  <a:cubicBezTo>
                    <a:pt x="1384350" y="579671"/>
                    <a:pt x="1453109" y="772207"/>
                    <a:pt x="1323231" y="952670"/>
                  </a:cubicBezTo>
                  <a:cubicBezTo>
                    <a:pt x="1303495" y="979994"/>
                    <a:pt x="1281849" y="1005411"/>
                    <a:pt x="1258293" y="1028922"/>
                  </a:cubicBezTo>
                  <a:cubicBezTo>
                    <a:pt x="1171708" y="1115342"/>
                    <a:pt x="1064113" y="1173801"/>
                    <a:pt x="945058" y="1199219"/>
                  </a:cubicBezTo>
                  <a:cubicBezTo>
                    <a:pt x="964157" y="1213198"/>
                    <a:pt x="979437" y="1222094"/>
                    <a:pt x="983257" y="1224001"/>
                  </a:cubicBezTo>
                  <a:cubicBezTo>
                    <a:pt x="993444" y="1229084"/>
                    <a:pt x="1004267" y="1234168"/>
                    <a:pt x="1015727" y="1238616"/>
                  </a:cubicBezTo>
                  <a:cubicBezTo>
                    <a:pt x="1035463" y="1246241"/>
                    <a:pt x="1050743" y="1260856"/>
                    <a:pt x="1059019" y="1280554"/>
                  </a:cubicBezTo>
                  <a:cubicBezTo>
                    <a:pt x="1067296" y="1299617"/>
                    <a:pt x="1067932" y="1321222"/>
                    <a:pt x="1060293" y="1340921"/>
                  </a:cubicBezTo>
                  <a:cubicBezTo>
                    <a:pt x="1052653" y="1360619"/>
                    <a:pt x="1038010" y="1375870"/>
                    <a:pt x="1018273" y="1384130"/>
                  </a:cubicBezTo>
                  <a:cubicBezTo>
                    <a:pt x="1006814" y="1389214"/>
                    <a:pt x="996627" y="1391755"/>
                    <a:pt x="985804" y="139175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8C433580-B1C4-CED8-8FBD-12552205E330}"/>
                </a:ext>
              </a:extLst>
            </p:cNvPr>
            <p:cNvSpPr/>
            <p:nvPr/>
          </p:nvSpPr>
          <p:spPr>
            <a:xfrm>
              <a:off x="2597096" y="4096783"/>
              <a:ext cx="527238" cy="234510"/>
            </a:xfrm>
            <a:custGeom>
              <a:avLst/>
              <a:gdLst>
                <a:gd name="connsiteX0" fmla="*/ 24873 w 527238"/>
                <a:gd name="connsiteY0" fmla="*/ 134748 h 234510"/>
                <a:gd name="connsiteX1" fmla="*/ 29330 w 527238"/>
                <a:gd name="connsiteY1" fmla="*/ 136654 h 234510"/>
                <a:gd name="connsiteX2" fmla="*/ 263619 w 527238"/>
                <a:gd name="connsiteY2" fmla="*/ 209729 h 234510"/>
                <a:gd name="connsiteX3" fmla="*/ 280172 w 527238"/>
                <a:gd name="connsiteY3" fmla="*/ 208458 h 234510"/>
                <a:gd name="connsiteX4" fmla="*/ 499182 w 527238"/>
                <a:gd name="connsiteY4" fmla="*/ 102976 h 234510"/>
                <a:gd name="connsiteX5" fmla="*/ 503002 w 527238"/>
                <a:gd name="connsiteY5" fmla="*/ 100434 h 234510"/>
                <a:gd name="connsiteX6" fmla="*/ 498545 w 527238"/>
                <a:gd name="connsiteY6" fmla="*/ 98528 h 234510"/>
                <a:gd name="connsiteX7" fmla="*/ 264256 w 527238"/>
                <a:gd name="connsiteY7" fmla="*/ 25453 h 234510"/>
                <a:gd name="connsiteX8" fmla="*/ 247703 w 527238"/>
                <a:gd name="connsiteY8" fmla="*/ 26724 h 234510"/>
                <a:gd name="connsiteX9" fmla="*/ 28693 w 527238"/>
                <a:gd name="connsiteY9" fmla="*/ 132206 h 234510"/>
                <a:gd name="connsiteX10" fmla="*/ 24873 w 527238"/>
                <a:gd name="connsiteY10" fmla="*/ 134748 h 234510"/>
                <a:gd name="connsiteX11" fmla="*/ 24873 w 527238"/>
                <a:gd name="connsiteY11" fmla="*/ 134748 h 234510"/>
                <a:gd name="connsiteX12" fmla="*/ 269986 w 527238"/>
                <a:gd name="connsiteY12" fmla="*/ 234511 h 234510"/>
                <a:gd name="connsiteX13" fmla="*/ 255979 w 527238"/>
                <a:gd name="connsiteY13" fmla="*/ 232605 h 234510"/>
                <a:gd name="connsiteX14" fmla="*/ 21690 w 527238"/>
                <a:gd name="connsiteY14" fmla="*/ 159530 h 234510"/>
                <a:gd name="connsiteX15" fmla="*/ 44 w 527238"/>
                <a:gd name="connsiteY15" fmla="*/ 136019 h 234510"/>
                <a:gd name="connsiteX16" fmla="*/ 17233 w 527238"/>
                <a:gd name="connsiteY16" fmla="*/ 109966 h 234510"/>
                <a:gd name="connsiteX17" fmla="*/ 236243 w 527238"/>
                <a:gd name="connsiteY17" fmla="*/ 4484 h 234510"/>
                <a:gd name="connsiteX18" fmla="*/ 271259 w 527238"/>
                <a:gd name="connsiteY18" fmla="*/ 1942 h 234510"/>
                <a:gd name="connsiteX19" fmla="*/ 505549 w 527238"/>
                <a:gd name="connsiteY19" fmla="*/ 75017 h 234510"/>
                <a:gd name="connsiteX20" fmla="*/ 527195 w 527238"/>
                <a:gd name="connsiteY20" fmla="*/ 98528 h 234510"/>
                <a:gd name="connsiteX21" fmla="*/ 510005 w 527238"/>
                <a:gd name="connsiteY21" fmla="*/ 124581 h 234510"/>
                <a:gd name="connsiteX22" fmla="*/ 290996 w 527238"/>
                <a:gd name="connsiteY22" fmla="*/ 230063 h 234510"/>
                <a:gd name="connsiteX23" fmla="*/ 269986 w 527238"/>
                <a:gd name="connsiteY23" fmla="*/ 234511 h 234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7238" h="234510">
                  <a:moveTo>
                    <a:pt x="24873" y="134748"/>
                  </a:moveTo>
                  <a:cubicBezTo>
                    <a:pt x="25510" y="134748"/>
                    <a:pt x="26783" y="135383"/>
                    <a:pt x="29330" y="136654"/>
                  </a:cubicBezTo>
                  <a:lnTo>
                    <a:pt x="263619" y="209729"/>
                  </a:lnTo>
                  <a:cubicBezTo>
                    <a:pt x="268713" y="211635"/>
                    <a:pt x="275716" y="211000"/>
                    <a:pt x="280172" y="208458"/>
                  </a:cubicBezTo>
                  <a:lnTo>
                    <a:pt x="499182" y="102976"/>
                  </a:lnTo>
                  <a:cubicBezTo>
                    <a:pt x="501729" y="101705"/>
                    <a:pt x="502365" y="100434"/>
                    <a:pt x="503002" y="100434"/>
                  </a:cubicBezTo>
                  <a:cubicBezTo>
                    <a:pt x="503002" y="100434"/>
                    <a:pt x="501092" y="99799"/>
                    <a:pt x="498545" y="98528"/>
                  </a:cubicBezTo>
                  <a:lnTo>
                    <a:pt x="264256" y="25453"/>
                  </a:lnTo>
                  <a:cubicBezTo>
                    <a:pt x="259163" y="23547"/>
                    <a:pt x="252159" y="24182"/>
                    <a:pt x="247703" y="26724"/>
                  </a:cubicBezTo>
                  <a:lnTo>
                    <a:pt x="28693" y="132206"/>
                  </a:lnTo>
                  <a:cubicBezTo>
                    <a:pt x="26147" y="132841"/>
                    <a:pt x="25510" y="134112"/>
                    <a:pt x="24873" y="134748"/>
                  </a:cubicBezTo>
                  <a:lnTo>
                    <a:pt x="24873" y="134748"/>
                  </a:lnTo>
                  <a:moveTo>
                    <a:pt x="269986" y="234511"/>
                  </a:moveTo>
                  <a:cubicBezTo>
                    <a:pt x="265529" y="234511"/>
                    <a:pt x="260436" y="233876"/>
                    <a:pt x="255979" y="232605"/>
                  </a:cubicBezTo>
                  <a:lnTo>
                    <a:pt x="21690" y="159530"/>
                  </a:lnTo>
                  <a:cubicBezTo>
                    <a:pt x="8957" y="155717"/>
                    <a:pt x="1317" y="146821"/>
                    <a:pt x="44" y="136019"/>
                  </a:cubicBezTo>
                  <a:cubicBezTo>
                    <a:pt x="-593" y="125216"/>
                    <a:pt x="5774" y="115685"/>
                    <a:pt x="17233" y="109966"/>
                  </a:cubicBezTo>
                  <a:lnTo>
                    <a:pt x="236243" y="4484"/>
                  </a:lnTo>
                  <a:cubicBezTo>
                    <a:pt x="246430" y="-600"/>
                    <a:pt x="259799" y="-1235"/>
                    <a:pt x="271259" y="1942"/>
                  </a:cubicBezTo>
                  <a:lnTo>
                    <a:pt x="505549" y="75017"/>
                  </a:lnTo>
                  <a:cubicBezTo>
                    <a:pt x="518282" y="78830"/>
                    <a:pt x="525922" y="87726"/>
                    <a:pt x="527195" y="98528"/>
                  </a:cubicBezTo>
                  <a:cubicBezTo>
                    <a:pt x="527832" y="109330"/>
                    <a:pt x="521465" y="118862"/>
                    <a:pt x="510005" y="124581"/>
                  </a:cubicBezTo>
                  <a:lnTo>
                    <a:pt x="290996" y="230063"/>
                  </a:lnTo>
                  <a:cubicBezTo>
                    <a:pt x="284629" y="232605"/>
                    <a:pt x="277626" y="234511"/>
                    <a:pt x="269986" y="2345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CC53A0E2-7E2F-93FE-AC7B-17263FC32373}"/>
                </a:ext>
              </a:extLst>
            </p:cNvPr>
            <p:cNvSpPr/>
            <p:nvPr/>
          </p:nvSpPr>
          <p:spPr>
            <a:xfrm>
              <a:off x="2598359" y="4184455"/>
              <a:ext cx="533115" cy="246602"/>
            </a:xfrm>
            <a:custGeom>
              <a:avLst/>
              <a:gdLst>
                <a:gd name="connsiteX0" fmla="*/ 276363 w 533115"/>
                <a:gd name="connsiteY0" fmla="*/ 246602 h 246602"/>
                <a:gd name="connsiteX1" fmla="*/ 258536 w 533115"/>
                <a:gd name="connsiteY1" fmla="*/ 244060 h 246602"/>
                <a:gd name="connsiteX2" fmla="*/ 49713 w 533115"/>
                <a:gd name="connsiteY2" fmla="*/ 179246 h 246602"/>
                <a:gd name="connsiteX3" fmla="*/ 6420 w 533115"/>
                <a:gd name="connsiteY3" fmla="*/ 127776 h 246602"/>
                <a:gd name="connsiteX4" fmla="*/ 54 w 533115"/>
                <a:gd name="connsiteY4" fmla="*/ 50888 h 246602"/>
                <a:gd name="connsiteX5" fmla="*/ 10877 w 533115"/>
                <a:gd name="connsiteY5" fmla="*/ 37544 h 246602"/>
                <a:gd name="connsiteX6" fmla="*/ 24247 w 533115"/>
                <a:gd name="connsiteY6" fmla="*/ 48347 h 246602"/>
                <a:gd name="connsiteX7" fmla="*/ 30613 w 533115"/>
                <a:gd name="connsiteY7" fmla="*/ 125234 h 246602"/>
                <a:gd name="connsiteX8" fmla="*/ 56716 w 533115"/>
                <a:gd name="connsiteY8" fmla="*/ 155735 h 246602"/>
                <a:gd name="connsiteX9" fmla="*/ 266176 w 533115"/>
                <a:gd name="connsiteY9" fmla="*/ 219914 h 246602"/>
                <a:gd name="connsiteX10" fmla="*/ 292279 w 533115"/>
                <a:gd name="connsiteY10" fmla="*/ 218008 h 246602"/>
                <a:gd name="connsiteX11" fmla="*/ 488369 w 533115"/>
                <a:gd name="connsiteY11" fmla="*/ 123963 h 246602"/>
                <a:gd name="connsiteX12" fmla="*/ 508742 w 533115"/>
                <a:gd name="connsiteY12" fmla="*/ 90285 h 246602"/>
                <a:gd name="connsiteX13" fmla="*/ 502375 w 533115"/>
                <a:gd name="connsiteY13" fmla="*/ 13398 h 246602"/>
                <a:gd name="connsiteX14" fmla="*/ 513199 w 533115"/>
                <a:gd name="connsiteY14" fmla="*/ 54 h 246602"/>
                <a:gd name="connsiteX15" fmla="*/ 526569 w 533115"/>
                <a:gd name="connsiteY15" fmla="*/ 10856 h 246602"/>
                <a:gd name="connsiteX16" fmla="*/ 532935 w 533115"/>
                <a:gd name="connsiteY16" fmla="*/ 87744 h 246602"/>
                <a:gd name="connsiteX17" fmla="*/ 498556 w 533115"/>
                <a:gd name="connsiteY17" fmla="*/ 144933 h 246602"/>
                <a:gd name="connsiteX18" fmla="*/ 302466 w 533115"/>
                <a:gd name="connsiteY18" fmla="*/ 238977 h 246602"/>
                <a:gd name="connsiteX19" fmla="*/ 276363 w 533115"/>
                <a:gd name="connsiteY19" fmla="*/ 246602 h 246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33115" h="246602">
                  <a:moveTo>
                    <a:pt x="276363" y="246602"/>
                  </a:moveTo>
                  <a:cubicBezTo>
                    <a:pt x="270633" y="246602"/>
                    <a:pt x="264266" y="245967"/>
                    <a:pt x="258536" y="244060"/>
                  </a:cubicBezTo>
                  <a:lnTo>
                    <a:pt x="49713" y="179246"/>
                  </a:lnTo>
                  <a:cubicBezTo>
                    <a:pt x="25520" y="171621"/>
                    <a:pt x="8330" y="151287"/>
                    <a:pt x="6420" y="127776"/>
                  </a:cubicBezTo>
                  <a:lnTo>
                    <a:pt x="54" y="50888"/>
                  </a:lnTo>
                  <a:cubicBezTo>
                    <a:pt x="-583" y="43899"/>
                    <a:pt x="4511" y="38180"/>
                    <a:pt x="10877" y="37544"/>
                  </a:cubicBezTo>
                  <a:cubicBezTo>
                    <a:pt x="17244" y="36909"/>
                    <a:pt x="23610" y="41992"/>
                    <a:pt x="24247" y="48347"/>
                  </a:cubicBezTo>
                  <a:lnTo>
                    <a:pt x="30613" y="125234"/>
                  </a:lnTo>
                  <a:cubicBezTo>
                    <a:pt x="31887" y="139214"/>
                    <a:pt x="42073" y="151287"/>
                    <a:pt x="56716" y="155735"/>
                  </a:cubicBezTo>
                  <a:lnTo>
                    <a:pt x="266176" y="219914"/>
                  </a:lnTo>
                  <a:cubicBezTo>
                    <a:pt x="274453" y="222456"/>
                    <a:pt x="284003" y="221820"/>
                    <a:pt x="292279" y="218008"/>
                  </a:cubicBezTo>
                  <a:lnTo>
                    <a:pt x="488369" y="123963"/>
                  </a:lnTo>
                  <a:cubicBezTo>
                    <a:pt x="501739" y="117609"/>
                    <a:pt x="510015" y="104265"/>
                    <a:pt x="508742" y="90285"/>
                  </a:cubicBezTo>
                  <a:lnTo>
                    <a:pt x="502375" y="13398"/>
                  </a:lnTo>
                  <a:cubicBezTo>
                    <a:pt x="501739" y="6408"/>
                    <a:pt x="506832" y="689"/>
                    <a:pt x="513199" y="54"/>
                  </a:cubicBezTo>
                  <a:cubicBezTo>
                    <a:pt x="519565" y="-582"/>
                    <a:pt x="525932" y="4502"/>
                    <a:pt x="526569" y="10856"/>
                  </a:cubicBezTo>
                  <a:lnTo>
                    <a:pt x="532935" y="87744"/>
                  </a:lnTo>
                  <a:cubicBezTo>
                    <a:pt x="534845" y="111890"/>
                    <a:pt x="521475" y="134130"/>
                    <a:pt x="498556" y="144933"/>
                  </a:cubicBezTo>
                  <a:lnTo>
                    <a:pt x="302466" y="238977"/>
                  </a:lnTo>
                  <a:cubicBezTo>
                    <a:pt x="294189" y="244696"/>
                    <a:pt x="285276" y="246602"/>
                    <a:pt x="276363" y="24660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A542D76D-7697-AA70-0B9D-F0143E9946CB}"/>
                </a:ext>
              </a:extLst>
            </p:cNvPr>
            <p:cNvSpPr/>
            <p:nvPr/>
          </p:nvSpPr>
          <p:spPr>
            <a:xfrm>
              <a:off x="2860078" y="4313502"/>
              <a:ext cx="28066" cy="117555"/>
            </a:xfrm>
            <a:custGeom>
              <a:avLst/>
              <a:gdLst>
                <a:gd name="connsiteX0" fmla="*/ 15916 w 28066"/>
                <a:gd name="connsiteY0" fmla="*/ 117555 h 117555"/>
                <a:gd name="connsiteX1" fmla="*/ 3820 w 28066"/>
                <a:gd name="connsiteY1" fmla="*/ 106118 h 117555"/>
                <a:gd name="connsiteX2" fmla="*/ 0 w 28066"/>
                <a:gd name="connsiteY2" fmla="*/ 12709 h 117555"/>
                <a:gd name="connsiteX3" fmla="*/ 11460 w 28066"/>
                <a:gd name="connsiteY3" fmla="*/ 0 h 117555"/>
                <a:gd name="connsiteX4" fmla="*/ 24193 w 28066"/>
                <a:gd name="connsiteY4" fmla="*/ 11438 h 117555"/>
                <a:gd name="connsiteX5" fmla="*/ 28013 w 28066"/>
                <a:gd name="connsiteY5" fmla="*/ 104847 h 117555"/>
                <a:gd name="connsiteX6" fmla="*/ 15916 w 28066"/>
                <a:gd name="connsiteY6" fmla="*/ 117555 h 117555"/>
                <a:gd name="connsiteX7" fmla="*/ 15916 w 28066"/>
                <a:gd name="connsiteY7" fmla="*/ 117555 h 11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066" h="117555">
                  <a:moveTo>
                    <a:pt x="15916" y="117555"/>
                  </a:moveTo>
                  <a:cubicBezTo>
                    <a:pt x="9550" y="117555"/>
                    <a:pt x="3820" y="112472"/>
                    <a:pt x="3820" y="106118"/>
                  </a:cubicBezTo>
                  <a:lnTo>
                    <a:pt x="0" y="12709"/>
                  </a:lnTo>
                  <a:cubicBezTo>
                    <a:pt x="0" y="5719"/>
                    <a:pt x="5093" y="0"/>
                    <a:pt x="11460" y="0"/>
                  </a:cubicBezTo>
                  <a:cubicBezTo>
                    <a:pt x="18463" y="0"/>
                    <a:pt x="24193" y="5083"/>
                    <a:pt x="24193" y="11438"/>
                  </a:cubicBezTo>
                  <a:lnTo>
                    <a:pt x="28013" y="104847"/>
                  </a:lnTo>
                  <a:cubicBezTo>
                    <a:pt x="28650" y="111201"/>
                    <a:pt x="23556" y="116920"/>
                    <a:pt x="15916" y="117555"/>
                  </a:cubicBezTo>
                  <a:cubicBezTo>
                    <a:pt x="16343" y="117555"/>
                    <a:pt x="16343" y="117555"/>
                    <a:pt x="15916" y="11755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655CF80B-D742-0F4A-CEFA-9566F7457F92}"/>
                </a:ext>
              </a:extLst>
            </p:cNvPr>
            <p:cNvSpPr/>
            <p:nvPr/>
          </p:nvSpPr>
          <p:spPr>
            <a:xfrm>
              <a:off x="2345660" y="3979891"/>
              <a:ext cx="967727" cy="817811"/>
            </a:xfrm>
            <a:custGeom>
              <a:avLst/>
              <a:gdLst>
                <a:gd name="connsiteX0" fmla="*/ 385177 w 967727"/>
                <a:gd name="connsiteY0" fmla="*/ 685005 h 817811"/>
                <a:gd name="connsiteX1" fmla="*/ 396000 w 967727"/>
                <a:gd name="connsiteY1" fmla="*/ 691995 h 817811"/>
                <a:gd name="connsiteX2" fmla="*/ 541794 w 967727"/>
                <a:gd name="connsiteY2" fmla="*/ 793665 h 817811"/>
                <a:gd name="connsiteX3" fmla="*/ 543068 w 967727"/>
                <a:gd name="connsiteY3" fmla="*/ 793665 h 817811"/>
                <a:gd name="connsiteX4" fmla="*/ 695229 w 967727"/>
                <a:gd name="connsiteY4" fmla="*/ 680557 h 817811"/>
                <a:gd name="connsiteX5" fmla="*/ 707325 w 967727"/>
                <a:gd name="connsiteY5" fmla="*/ 672932 h 817811"/>
                <a:gd name="connsiteX6" fmla="*/ 716238 w 967727"/>
                <a:gd name="connsiteY6" fmla="*/ 672932 h 817811"/>
                <a:gd name="connsiteX7" fmla="*/ 943524 w 967727"/>
                <a:gd name="connsiteY7" fmla="*/ 420665 h 817811"/>
                <a:gd name="connsiteX8" fmla="*/ 943524 w 967727"/>
                <a:gd name="connsiteY8" fmla="*/ 405414 h 817811"/>
                <a:gd name="connsiteX9" fmla="*/ 869036 w 967727"/>
                <a:gd name="connsiteY9" fmla="*/ 214784 h 817811"/>
                <a:gd name="connsiteX10" fmla="*/ 718785 w 967727"/>
                <a:gd name="connsiteY10" fmla="*/ 149334 h 817811"/>
                <a:gd name="connsiteX11" fmla="*/ 711782 w 967727"/>
                <a:gd name="connsiteY11" fmla="*/ 149334 h 817811"/>
                <a:gd name="connsiteX12" fmla="*/ 700322 w 967727"/>
                <a:gd name="connsiteY12" fmla="*/ 141074 h 817811"/>
                <a:gd name="connsiteX13" fmla="*/ 548798 w 967727"/>
                <a:gd name="connsiteY13" fmla="*/ 26060 h 817811"/>
                <a:gd name="connsiteX14" fmla="*/ 547524 w 967727"/>
                <a:gd name="connsiteY14" fmla="*/ 26060 h 817811"/>
                <a:gd name="connsiteX15" fmla="*/ 401093 w 967727"/>
                <a:gd name="connsiteY15" fmla="*/ 125188 h 817811"/>
                <a:gd name="connsiteX16" fmla="*/ 388360 w 967727"/>
                <a:gd name="connsiteY16" fmla="*/ 132178 h 817811"/>
                <a:gd name="connsiteX17" fmla="*/ 370534 w 967727"/>
                <a:gd name="connsiteY17" fmla="*/ 130907 h 817811"/>
                <a:gd name="connsiteX18" fmla="*/ 369261 w 967727"/>
                <a:gd name="connsiteY18" fmla="*/ 130907 h 817811"/>
                <a:gd name="connsiteX19" fmla="*/ 233016 w 967727"/>
                <a:gd name="connsiteY19" fmla="*/ 235753 h 817811"/>
                <a:gd name="connsiteX20" fmla="*/ 226650 w 967727"/>
                <a:gd name="connsiteY20" fmla="*/ 242743 h 817811"/>
                <a:gd name="connsiteX21" fmla="*/ 217100 w 967727"/>
                <a:gd name="connsiteY21" fmla="*/ 243379 h 817811"/>
                <a:gd name="connsiteX22" fmla="*/ 172534 w 967727"/>
                <a:gd name="connsiteY22" fmla="*/ 235118 h 817811"/>
                <a:gd name="connsiteX23" fmla="*/ 171261 w 967727"/>
                <a:gd name="connsiteY23" fmla="*/ 235118 h 817811"/>
                <a:gd name="connsiteX24" fmla="*/ 24193 w 967727"/>
                <a:gd name="connsiteY24" fmla="*/ 398425 h 817811"/>
                <a:gd name="connsiteX25" fmla="*/ 24193 w 967727"/>
                <a:gd name="connsiteY25" fmla="*/ 413675 h 817811"/>
                <a:gd name="connsiteX26" fmla="*/ 72579 w 967727"/>
                <a:gd name="connsiteY26" fmla="*/ 536949 h 817811"/>
                <a:gd name="connsiteX27" fmla="*/ 169351 w 967727"/>
                <a:gd name="connsiteY27" fmla="*/ 578888 h 817811"/>
                <a:gd name="connsiteX28" fmla="*/ 213916 w 967727"/>
                <a:gd name="connsiteY28" fmla="*/ 571263 h 817811"/>
                <a:gd name="connsiteX29" fmla="*/ 223466 w 967727"/>
                <a:gd name="connsiteY29" fmla="*/ 571898 h 817811"/>
                <a:gd name="connsiteX30" fmla="*/ 229833 w 967727"/>
                <a:gd name="connsiteY30" fmla="*/ 578888 h 817811"/>
                <a:gd name="connsiteX31" fmla="*/ 365441 w 967727"/>
                <a:gd name="connsiteY31" fmla="*/ 685641 h 817811"/>
                <a:gd name="connsiteX32" fmla="*/ 383267 w 967727"/>
                <a:gd name="connsiteY32" fmla="*/ 684370 h 817811"/>
                <a:gd name="connsiteX33" fmla="*/ 385177 w 967727"/>
                <a:gd name="connsiteY33" fmla="*/ 685005 h 817811"/>
                <a:gd name="connsiteX34" fmla="*/ 543068 w 967727"/>
                <a:gd name="connsiteY34" fmla="*/ 817811 h 817811"/>
                <a:gd name="connsiteX35" fmla="*/ 541794 w 967727"/>
                <a:gd name="connsiteY35" fmla="*/ 817811 h 817811"/>
                <a:gd name="connsiteX36" fmla="*/ 377537 w 967727"/>
                <a:gd name="connsiteY36" fmla="*/ 709787 h 817811"/>
                <a:gd name="connsiteX37" fmla="*/ 365441 w 967727"/>
                <a:gd name="connsiteY37" fmla="*/ 710423 h 817811"/>
                <a:gd name="connsiteX38" fmla="*/ 210733 w 967727"/>
                <a:gd name="connsiteY38" fmla="*/ 597951 h 817811"/>
                <a:gd name="connsiteX39" fmla="*/ 169351 w 967727"/>
                <a:gd name="connsiteY39" fmla="*/ 603034 h 817811"/>
                <a:gd name="connsiteX40" fmla="*/ 55389 w 967727"/>
                <a:gd name="connsiteY40" fmla="*/ 553471 h 817811"/>
                <a:gd name="connsiteX41" fmla="*/ 0 w 967727"/>
                <a:gd name="connsiteY41" fmla="*/ 412404 h 817811"/>
                <a:gd name="connsiteX42" fmla="*/ 0 w 967727"/>
                <a:gd name="connsiteY42" fmla="*/ 396518 h 817811"/>
                <a:gd name="connsiteX43" fmla="*/ 171261 w 967727"/>
                <a:gd name="connsiteY43" fmla="*/ 209065 h 817811"/>
                <a:gd name="connsiteX44" fmla="*/ 172534 w 967727"/>
                <a:gd name="connsiteY44" fmla="*/ 209065 h 817811"/>
                <a:gd name="connsiteX45" fmla="*/ 213916 w 967727"/>
                <a:gd name="connsiteY45" fmla="*/ 214784 h 817811"/>
                <a:gd name="connsiteX46" fmla="*/ 369261 w 967727"/>
                <a:gd name="connsiteY46" fmla="*/ 104854 h 817811"/>
                <a:gd name="connsiteX47" fmla="*/ 370534 w 967727"/>
                <a:gd name="connsiteY47" fmla="*/ 104854 h 817811"/>
                <a:gd name="connsiteX48" fmla="*/ 382630 w 967727"/>
                <a:gd name="connsiteY48" fmla="*/ 105489 h 817811"/>
                <a:gd name="connsiteX49" fmla="*/ 548798 w 967727"/>
                <a:gd name="connsiteY49" fmla="*/ 7 h 817811"/>
                <a:gd name="connsiteX50" fmla="*/ 720058 w 967727"/>
                <a:gd name="connsiteY50" fmla="*/ 123282 h 817811"/>
                <a:gd name="connsiteX51" fmla="*/ 886225 w 967727"/>
                <a:gd name="connsiteY51" fmla="*/ 196357 h 817811"/>
                <a:gd name="connsiteX52" fmla="*/ 967717 w 967727"/>
                <a:gd name="connsiteY52" fmla="*/ 404144 h 817811"/>
                <a:gd name="connsiteX53" fmla="*/ 967717 w 967727"/>
                <a:gd name="connsiteY53" fmla="*/ 420029 h 817811"/>
                <a:gd name="connsiteX54" fmla="*/ 715602 w 967727"/>
                <a:gd name="connsiteY54" fmla="*/ 696443 h 817811"/>
                <a:gd name="connsiteX55" fmla="*/ 714328 w 967727"/>
                <a:gd name="connsiteY55" fmla="*/ 696443 h 817811"/>
                <a:gd name="connsiteX56" fmla="*/ 543068 w 967727"/>
                <a:gd name="connsiteY56" fmla="*/ 817811 h 817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967727" h="817811">
                  <a:moveTo>
                    <a:pt x="385177" y="685005"/>
                  </a:moveTo>
                  <a:cubicBezTo>
                    <a:pt x="389634" y="685005"/>
                    <a:pt x="394090" y="687547"/>
                    <a:pt x="396000" y="691995"/>
                  </a:cubicBezTo>
                  <a:cubicBezTo>
                    <a:pt x="424013" y="754268"/>
                    <a:pt x="480039" y="793029"/>
                    <a:pt x="541794" y="793665"/>
                  </a:cubicBezTo>
                  <a:lnTo>
                    <a:pt x="543068" y="793665"/>
                  </a:lnTo>
                  <a:cubicBezTo>
                    <a:pt x="609280" y="793665"/>
                    <a:pt x="669126" y="749820"/>
                    <a:pt x="695229" y="680557"/>
                  </a:cubicBezTo>
                  <a:cubicBezTo>
                    <a:pt x="697138" y="675474"/>
                    <a:pt x="701595" y="672297"/>
                    <a:pt x="707325" y="672932"/>
                  </a:cubicBezTo>
                  <a:lnTo>
                    <a:pt x="716238" y="672932"/>
                  </a:lnTo>
                  <a:cubicBezTo>
                    <a:pt x="840386" y="672932"/>
                    <a:pt x="942251" y="559825"/>
                    <a:pt x="943524" y="420665"/>
                  </a:cubicBezTo>
                  <a:lnTo>
                    <a:pt x="943524" y="405414"/>
                  </a:lnTo>
                  <a:cubicBezTo>
                    <a:pt x="944161" y="332975"/>
                    <a:pt x="917422" y="263077"/>
                    <a:pt x="869036" y="214784"/>
                  </a:cubicBezTo>
                  <a:cubicBezTo>
                    <a:pt x="827653" y="172846"/>
                    <a:pt x="774811" y="149970"/>
                    <a:pt x="718785" y="149334"/>
                  </a:cubicBezTo>
                  <a:lnTo>
                    <a:pt x="711782" y="149334"/>
                  </a:lnTo>
                  <a:cubicBezTo>
                    <a:pt x="706052" y="149334"/>
                    <a:pt x="701595" y="146157"/>
                    <a:pt x="700322" y="141074"/>
                  </a:cubicBezTo>
                  <a:cubicBezTo>
                    <a:pt x="674856" y="71811"/>
                    <a:pt x="615647" y="26060"/>
                    <a:pt x="548798" y="26060"/>
                  </a:cubicBezTo>
                  <a:lnTo>
                    <a:pt x="547524" y="26060"/>
                  </a:lnTo>
                  <a:cubicBezTo>
                    <a:pt x="485769" y="26060"/>
                    <a:pt x="429743" y="64186"/>
                    <a:pt x="401093" y="125188"/>
                  </a:cubicBezTo>
                  <a:cubicBezTo>
                    <a:pt x="398547" y="130271"/>
                    <a:pt x="393454" y="132813"/>
                    <a:pt x="388360" y="132178"/>
                  </a:cubicBezTo>
                  <a:cubicBezTo>
                    <a:pt x="382630" y="131542"/>
                    <a:pt x="376264" y="130907"/>
                    <a:pt x="370534" y="130907"/>
                  </a:cubicBezTo>
                  <a:lnTo>
                    <a:pt x="369261" y="130907"/>
                  </a:lnTo>
                  <a:cubicBezTo>
                    <a:pt x="309415" y="130907"/>
                    <a:pt x="254662" y="172846"/>
                    <a:pt x="233016" y="235753"/>
                  </a:cubicBezTo>
                  <a:cubicBezTo>
                    <a:pt x="231743" y="238931"/>
                    <a:pt x="229833" y="241472"/>
                    <a:pt x="226650" y="242743"/>
                  </a:cubicBezTo>
                  <a:cubicBezTo>
                    <a:pt x="223466" y="244014"/>
                    <a:pt x="220283" y="244014"/>
                    <a:pt x="217100" y="243379"/>
                  </a:cubicBezTo>
                  <a:cubicBezTo>
                    <a:pt x="203093" y="238295"/>
                    <a:pt x="187814" y="235118"/>
                    <a:pt x="172534" y="235118"/>
                  </a:cubicBezTo>
                  <a:lnTo>
                    <a:pt x="171261" y="235118"/>
                  </a:lnTo>
                  <a:cubicBezTo>
                    <a:pt x="91042" y="235118"/>
                    <a:pt x="25466" y="308193"/>
                    <a:pt x="24193" y="398425"/>
                  </a:cubicBezTo>
                  <a:lnTo>
                    <a:pt x="24193" y="413675"/>
                  </a:lnTo>
                  <a:cubicBezTo>
                    <a:pt x="23556" y="460697"/>
                    <a:pt x="41383" y="505813"/>
                    <a:pt x="72579" y="536949"/>
                  </a:cubicBezTo>
                  <a:cubicBezTo>
                    <a:pt x="99318" y="563637"/>
                    <a:pt x="133698" y="578888"/>
                    <a:pt x="169351" y="578888"/>
                  </a:cubicBezTo>
                  <a:cubicBezTo>
                    <a:pt x="183994" y="578888"/>
                    <a:pt x="199273" y="576346"/>
                    <a:pt x="213916" y="571263"/>
                  </a:cubicBezTo>
                  <a:cubicBezTo>
                    <a:pt x="217100" y="569992"/>
                    <a:pt x="220283" y="570627"/>
                    <a:pt x="223466" y="571898"/>
                  </a:cubicBezTo>
                  <a:cubicBezTo>
                    <a:pt x="226650" y="573169"/>
                    <a:pt x="228560" y="575711"/>
                    <a:pt x="229833" y="578888"/>
                  </a:cubicBezTo>
                  <a:cubicBezTo>
                    <a:pt x="250843" y="642431"/>
                    <a:pt x="304958" y="685005"/>
                    <a:pt x="365441" y="685641"/>
                  </a:cubicBezTo>
                  <a:cubicBezTo>
                    <a:pt x="371171" y="685641"/>
                    <a:pt x="377537" y="685005"/>
                    <a:pt x="383267" y="684370"/>
                  </a:cubicBezTo>
                  <a:cubicBezTo>
                    <a:pt x="383904" y="685005"/>
                    <a:pt x="384540" y="685005"/>
                    <a:pt x="385177" y="685005"/>
                  </a:cubicBezTo>
                  <a:moveTo>
                    <a:pt x="543068" y="817811"/>
                  </a:moveTo>
                  <a:lnTo>
                    <a:pt x="541794" y="817811"/>
                  </a:lnTo>
                  <a:cubicBezTo>
                    <a:pt x="473036" y="817176"/>
                    <a:pt x="410643" y="775873"/>
                    <a:pt x="377537" y="709787"/>
                  </a:cubicBezTo>
                  <a:cubicBezTo>
                    <a:pt x="373717" y="709787"/>
                    <a:pt x="369261" y="710423"/>
                    <a:pt x="365441" y="710423"/>
                  </a:cubicBezTo>
                  <a:cubicBezTo>
                    <a:pt x="298592" y="709787"/>
                    <a:pt x="237473" y="665307"/>
                    <a:pt x="210733" y="597951"/>
                  </a:cubicBezTo>
                  <a:cubicBezTo>
                    <a:pt x="197363" y="601764"/>
                    <a:pt x="183357" y="603034"/>
                    <a:pt x="169351" y="603034"/>
                  </a:cubicBezTo>
                  <a:cubicBezTo>
                    <a:pt x="127331" y="602399"/>
                    <a:pt x="86585" y="585242"/>
                    <a:pt x="55389" y="553471"/>
                  </a:cubicBezTo>
                  <a:cubicBezTo>
                    <a:pt x="19736" y="517251"/>
                    <a:pt x="0" y="465781"/>
                    <a:pt x="0" y="412404"/>
                  </a:cubicBezTo>
                  <a:lnTo>
                    <a:pt x="0" y="396518"/>
                  </a:lnTo>
                  <a:cubicBezTo>
                    <a:pt x="1273" y="292943"/>
                    <a:pt x="77672" y="209065"/>
                    <a:pt x="171261" y="209065"/>
                  </a:cubicBezTo>
                  <a:lnTo>
                    <a:pt x="172534" y="209065"/>
                  </a:lnTo>
                  <a:cubicBezTo>
                    <a:pt x="186540" y="209065"/>
                    <a:pt x="199910" y="210972"/>
                    <a:pt x="213916" y="214784"/>
                  </a:cubicBezTo>
                  <a:cubicBezTo>
                    <a:pt x="241929" y="148699"/>
                    <a:pt x="303048" y="104854"/>
                    <a:pt x="369261" y="104854"/>
                  </a:cubicBezTo>
                  <a:lnTo>
                    <a:pt x="370534" y="104854"/>
                  </a:lnTo>
                  <a:cubicBezTo>
                    <a:pt x="374354" y="104854"/>
                    <a:pt x="378810" y="104854"/>
                    <a:pt x="382630" y="105489"/>
                  </a:cubicBezTo>
                  <a:cubicBezTo>
                    <a:pt x="417010" y="40040"/>
                    <a:pt x="480039" y="-628"/>
                    <a:pt x="548798" y="7"/>
                  </a:cubicBezTo>
                  <a:cubicBezTo>
                    <a:pt x="623287" y="643"/>
                    <a:pt x="689499" y="48936"/>
                    <a:pt x="720058" y="123282"/>
                  </a:cubicBezTo>
                  <a:cubicBezTo>
                    <a:pt x="781814" y="123917"/>
                    <a:pt x="841023" y="149970"/>
                    <a:pt x="886225" y="196357"/>
                  </a:cubicBezTo>
                  <a:cubicBezTo>
                    <a:pt x="938431" y="249733"/>
                    <a:pt x="968354" y="325350"/>
                    <a:pt x="967717" y="404144"/>
                  </a:cubicBezTo>
                  <a:lnTo>
                    <a:pt x="967717" y="420029"/>
                  </a:lnTo>
                  <a:cubicBezTo>
                    <a:pt x="966444" y="573169"/>
                    <a:pt x="853756" y="696443"/>
                    <a:pt x="715602" y="696443"/>
                  </a:cubicBezTo>
                  <a:lnTo>
                    <a:pt x="714328" y="696443"/>
                  </a:lnTo>
                  <a:cubicBezTo>
                    <a:pt x="683769" y="771425"/>
                    <a:pt x="616920" y="817811"/>
                    <a:pt x="543068" y="8178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38FBE1A1-92BB-3306-2D93-95E7AB992706}"/>
                </a:ext>
              </a:extLst>
            </p:cNvPr>
            <p:cNvSpPr/>
            <p:nvPr/>
          </p:nvSpPr>
          <p:spPr>
            <a:xfrm>
              <a:off x="2719960" y="4390336"/>
              <a:ext cx="259729" cy="307603"/>
            </a:xfrm>
            <a:custGeom>
              <a:avLst/>
              <a:gdLst>
                <a:gd name="connsiteX0" fmla="*/ 12150 w 259729"/>
                <a:gd name="connsiteY0" fmla="*/ 307604 h 307603"/>
                <a:gd name="connsiteX1" fmla="*/ 54 w 259729"/>
                <a:gd name="connsiteY1" fmla="*/ 296166 h 307603"/>
                <a:gd name="connsiteX2" fmla="*/ 11513 w 259729"/>
                <a:gd name="connsiteY2" fmla="*/ 282822 h 307603"/>
                <a:gd name="connsiteX3" fmla="*/ 182137 w 259729"/>
                <a:gd name="connsiteY3" fmla="*/ 198945 h 307603"/>
                <a:gd name="connsiteX4" fmla="*/ 233706 w 259729"/>
                <a:gd name="connsiteY4" fmla="*/ 13398 h 307603"/>
                <a:gd name="connsiteX5" fmla="*/ 245166 w 259729"/>
                <a:gd name="connsiteY5" fmla="*/ 54 h 307603"/>
                <a:gd name="connsiteX6" fmla="*/ 258536 w 259729"/>
                <a:gd name="connsiteY6" fmla="*/ 11491 h 307603"/>
                <a:gd name="connsiteX7" fmla="*/ 201237 w 259729"/>
                <a:gd name="connsiteY7" fmla="*/ 214830 h 307603"/>
                <a:gd name="connsiteX8" fmla="*/ 14060 w 259729"/>
                <a:gd name="connsiteY8" fmla="*/ 306968 h 307603"/>
                <a:gd name="connsiteX9" fmla="*/ 12150 w 259729"/>
                <a:gd name="connsiteY9" fmla="*/ 307604 h 307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9729" h="307603">
                  <a:moveTo>
                    <a:pt x="12150" y="307604"/>
                  </a:moveTo>
                  <a:cubicBezTo>
                    <a:pt x="5784" y="307604"/>
                    <a:pt x="690" y="302520"/>
                    <a:pt x="54" y="296166"/>
                  </a:cubicBezTo>
                  <a:cubicBezTo>
                    <a:pt x="-583" y="289176"/>
                    <a:pt x="4510" y="283457"/>
                    <a:pt x="11513" y="282822"/>
                  </a:cubicBezTo>
                  <a:cubicBezTo>
                    <a:pt x="12787" y="282822"/>
                    <a:pt x="117198" y="273926"/>
                    <a:pt x="182137" y="198945"/>
                  </a:cubicBezTo>
                  <a:cubicBezTo>
                    <a:pt x="222247" y="152558"/>
                    <a:pt x="239436" y="90285"/>
                    <a:pt x="233706" y="13398"/>
                  </a:cubicBezTo>
                  <a:cubicBezTo>
                    <a:pt x="233070" y="6408"/>
                    <a:pt x="238163" y="689"/>
                    <a:pt x="245166" y="54"/>
                  </a:cubicBezTo>
                  <a:cubicBezTo>
                    <a:pt x="252170" y="-582"/>
                    <a:pt x="257899" y="4502"/>
                    <a:pt x="258536" y="11491"/>
                  </a:cubicBezTo>
                  <a:cubicBezTo>
                    <a:pt x="264903" y="94733"/>
                    <a:pt x="245803" y="163360"/>
                    <a:pt x="201237" y="214830"/>
                  </a:cubicBezTo>
                  <a:cubicBezTo>
                    <a:pt x="129295" y="298072"/>
                    <a:pt x="18517" y="306968"/>
                    <a:pt x="14060" y="306968"/>
                  </a:cubicBezTo>
                  <a:cubicBezTo>
                    <a:pt x="13213" y="307394"/>
                    <a:pt x="12577" y="307604"/>
                    <a:pt x="12150" y="30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79CE4BE0-CF38-C591-BCBC-5057709B29F9}"/>
                </a:ext>
              </a:extLst>
            </p:cNvPr>
            <p:cNvSpPr/>
            <p:nvPr/>
          </p:nvSpPr>
          <p:spPr>
            <a:xfrm>
              <a:off x="2171884" y="4356373"/>
              <a:ext cx="1434087" cy="813694"/>
            </a:xfrm>
            <a:custGeom>
              <a:avLst/>
              <a:gdLst>
                <a:gd name="connsiteX0" fmla="*/ 655725 w 1434087"/>
                <a:gd name="connsiteY0" fmla="*/ 813694 h 813694"/>
                <a:gd name="connsiteX1" fmla="*/ 1242 w 1434087"/>
                <a:gd name="connsiteY1" fmla="*/ 446413 h 813694"/>
                <a:gd name="connsiteX2" fmla="*/ 192876 w 1434087"/>
                <a:gd name="connsiteY2" fmla="*/ 94383 h 813694"/>
                <a:gd name="connsiteX3" fmla="*/ 210066 w 1434087"/>
                <a:gd name="connsiteY3" fmla="*/ 96925 h 813694"/>
                <a:gd name="connsiteX4" fmla="*/ 207519 w 1434087"/>
                <a:gd name="connsiteY4" fmla="*/ 114081 h 813694"/>
                <a:gd name="connsiteX5" fmla="*/ 26072 w 1434087"/>
                <a:gd name="connsiteY5" fmla="*/ 444507 h 813694"/>
                <a:gd name="connsiteX6" fmla="*/ 655725 w 1434087"/>
                <a:gd name="connsiteY6" fmla="*/ 789548 h 813694"/>
                <a:gd name="connsiteX7" fmla="*/ 760136 w 1434087"/>
                <a:gd name="connsiteY7" fmla="*/ 786371 h 813694"/>
                <a:gd name="connsiteX8" fmla="*/ 1332490 w 1434087"/>
                <a:gd name="connsiteY8" fmla="*/ 581761 h 813694"/>
                <a:gd name="connsiteX9" fmla="*/ 1408253 w 1434087"/>
                <a:gd name="connsiteY9" fmla="*/ 342202 h 813694"/>
                <a:gd name="connsiteX10" fmla="*/ 1121121 w 1434087"/>
                <a:gd name="connsiteY10" fmla="*/ 23214 h 813694"/>
                <a:gd name="connsiteX11" fmla="*/ 1114754 w 1434087"/>
                <a:gd name="connsiteY11" fmla="*/ 7328 h 813694"/>
                <a:gd name="connsiteX12" fmla="*/ 1130670 w 1434087"/>
                <a:gd name="connsiteY12" fmla="*/ 974 h 813694"/>
                <a:gd name="connsiteX13" fmla="*/ 1432445 w 1434087"/>
                <a:gd name="connsiteY13" fmla="*/ 340296 h 813694"/>
                <a:gd name="connsiteX14" fmla="*/ 1350317 w 1434087"/>
                <a:gd name="connsiteY14" fmla="*/ 597647 h 813694"/>
                <a:gd name="connsiteX15" fmla="*/ 761410 w 1434087"/>
                <a:gd name="connsiteY15" fmla="*/ 810517 h 813694"/>
                <a:gd name="connsiteX16" fmla="*/ 655725 w 1434087"/>
                <a:gd name="connsiteY16" fmla="*/ 813694 h 813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4087" h="813694">
                  <a:moveTo>
                    <a:pt x="655725" y="813694"/>
                  </a:moveTo>
                  <a:cubicBezTo>
                    <a:pt x="259088" y="813694"/>
                    <a:pt x="22889" y="682160"/>
                    <a:pt x="1242" y="446413"/>
                  </a:cubicBezTo>
                  <a:cubicBezTo>
                    <a:pt x="-10217" y="319962"/>
                    <a:pt x="57905" y="194781"/>
                    <a:pt x="192876" y="94383"/>
                  </a:cubicBezTo>
                  <a:cubicBezTo>
                    <a:pt x="197969" y="90570"/>
                    <a:pt x="205609" y="91206"/>
                    <a:pt x="210066" y="96925"/>
                  </a:cubicBezTo>
                  <a:cubicBezTo>
                    <a:pt x="213886" y="102008"/>
                    <a:pt x="213249" y="109633"/>
                    <a:pt x="207519" y="114081"/>
                  </a:cubicBezTo>
                  <a:cubicBezTo>
                    <a:pt x="79551" y="209396"/>
                    <a:pt x="15249" y="326952"/>
                    <a:pt x="26072" y="444507"/>
                  </a:cubicBezTo>
                  <a:cubicBezTo>
                    <a:pt x="46445" y="666274"/>
                    <a:pt x="273731" y="789548"/>
                    <a:pt x="655725" y="789548"/>
                  </a:cubicBezTo>
                  <a:cubicBezTo>
                    <a:pt x="689468" y="789548"/>
                    <a:pt x="723847" y="788277"/>
                    <a:pt x="760136" y="786371"/>
                  </a:cubicBezTo>
                  <a:cubicBezTo>
                    <a:pt x="1030715" y="771756"/>
                    <a:pt x="1228715" y="701223"/>
                    <a:pt x="1332490" y="581761"/>
                  </a:cubicBezTo>
                  <a:cubicBezTo>
                    <a:pt x="1391063" y="514405"/>
                    <a:pt x="1416529" y="433705"/>
                    <a:pt x="1408253" y="342202"/>
                  </a:cubicBezTo>
                  <a:cubicBezTo>
                    <a:pt x="1396793" y="214480"/>
                    <a:pt x="1291745" y="98195"/>
                    <a:pt x="1121121" y="23214"/>
                  </a:cubicBezTo>
                  <a:cubicBezTo>
                    <a:pt x="1114754" y="20672"/>
                    <a:pt x="1112207" y="13047"/>
                    <a:pt x="1114754" y="7328"/>
                  </a:cubicBezTo>
                  <a:cubicBezTo>
                    <a:pt x="1117301" y="974"/>
                    <a:pt x="1124941" y="-1568"/>
                    <a:pt x="1130670" y="974"/>
                  </a:cubicBezTo>
                  <a:cubicBezTo>
                    <a:pt x="1310207" y="79768"/>
                    <a:pt x="1419712" y="203677"/>
                    <a:pt x="1432445" y="340296"/>
                  </a:cubicBezTo>
                  <a:cubicBezTo>
                    <a:pt x="1441359" y="438153"/>
                    <a:pt x="1413982" y="525207"/>
                    <a:pt x="1350317" y="597647"/>
                  </a:cubicBezTo>
                  <a:cubicBezTo>
                    <a:pt x="1242085" y="722192"/>
                    <a:pt x="1038355" y="795902"/>
                    <a:pt x="761410" y="810517"/>
                  </a:cubicBezTo>
                  <a:cubicBezTo>
                    <a:pt x="725120" y="812424"/>
                    <a:pt x="690104" y="813694"/>
                    <a:pt x="655725" y="8136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D07CFB96-A6CB-57FA-861F-39FA31CD659B}"/>
                </a:ext>
              </a:extLst>
            </p:cNvPr>
            <p:cNvSpPr/>
            <p:nvPr/>
          </p:nvSpPr>
          <p:spPr>
            <a:xfrm>
              <a:off x="3281323" y="4675570"/>
              <a:ext cx="41255" cy="42067"/>
            </a:xfrm>
            <a:custGeom>
              <a:avLst/>
              <a:gdLst>
                <a:gd name="connsiteX0" fmla="*/ 21232 w 41255"/>
                <a:gd name="connsiteY0" fmla="*/ 42067 h 42067"/>
                <a:gd name="connsiteX1" fmla="*/ 16775 w 41255"/>
                <a:gd name="connsiteY1" fmla="*/ 41432 h 42067"/>
                <a:gd name="connsiteX2" fmla="*/ 3405 w 41255"/>
                <a:gd name="connsiteY2" fmla="*/ 32536 h 42067"/>
                <a:gd name="connsiteX3" fmla="*/ 222 w 41255"/>
                <a:gd name="connsiteY3" fmla="*/ 16650 h 42067"/>
                <a:gd name="connsiteX4" fmla="*/ 9135 w 41255"/>
                <a:gd name="connsiteY4" fmla="*/ 3306 h 42067"/>
                <a:gd name="connsiteX5" fmla="*/ 37785 w 41255"/>
                <a:gd name="connsiteY5" fmla="*/ 9660 h 42067"/>
                <a:gd name="connsiteX6" fmla="*/ 31418 w 41255"/>
                <a:gd name="connsiteY6" fmla="*/ 38890 h 42067"/>
                <a:gd name="connsiteX7" fmla="*/ 31418 w 41255"/>
                <a:gd name="connsiteY7" fmla="*/ 38890 h 42067"/>
                <a:gd name="connsiteX8" fmla="*/ 21232 w 41255"/>
                <a:gd name="connsiteY8" fmla="*/ 42067 h 4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255" h="42067">
                  <a:moveTo>
                    <a:pt x="21232" y="42067"/>
                  </a:moveTo>
                  <a:cubicBezTo>
                    <a:pt x="19958" y="42067"/>
                    <a:pt x="18048" y="42067"/>
                    <a:pt x="16775" y="41432"/>
                  </a:cubicBezTo>
                  <a:cubicBezTo>
                    <a:pt x="11045" y="40161"/>
                    <a:pt x="6588" y="36984"/>
                    <a:pt x="3405" y="32536"/>
                  </a:cubicBezTo>
                  <a:cubicBezTo>
                    <a:pt x="222" y="28088"/>
                    <a:pt x="-415" y="22369"/>
                    <a:pt x="222" y="16650"/>
                  </a:cubicBezTo>
                  <a:cubicBezTo>
                    <a:pt x="1495" y="10931"/>
                    <a:pt x="4678" y="6483"/>
                    <a:pt x="9135" y="3306"/>
                  </a:cubicBezTo>
                  <a:cubicBezTo>
                    <a:pt x="18685" y="-3048"/>
                    <a:pt x="32055" y="129"/>
                    <a:pt x="37785" y="9660"/>
                  </a:cubicBezTo>
                  <a:cubicBezTo>
                    <a:pt x="44151" y="19192"/>
                    <a:pt x="41604" y="32536"/>
                    <a:pt x="31418" y="38890"/>
                  </a:cubicBezTo>
                  <a:lnTo>
                    <a:pt x="31418" y="38890"/>
                  </a:lnTo>
                  <a:cubicBezTo>
                    <a:pt x="28871" y="40796"/>
                    <a:pt x="25052" y="42067"/>
                    <a:pt x="21232" y="420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ECD7486C-850B-D56B-AD2C-1C20AE120E69}"/>
                </a:ext>
              </a:extLst>
            </p:cNvPr>
            <p:cNvSpPr/>
            <p:nvPr/>
          </p:nvSpPr>
          <p:spPr>
            <a:xfrm>
              <a:off x="3257064" y="4834271"/>
              <a:ext cx="42594" cy="42225"/>
            </a:xfrm>
            <a:custGeom>
              <a:avLst/>
              <a:gdLst>
                <a:gd name="connsiteX0" fmla="*/ 21297 w 42594"/>
                <a:gd name="connsiteY0" fmla="*/ 42226 h 42225"/>
                <a:gd name="connsiteX1" fmla="*/ 3471 w 42594"/>
                <a:gd name="connsiteY1" fmla="*/ 32694 h 42225"/>
                <a:gd name="connsiteX2" fmla="*/ 9838 w 42594"/>
                <a:gd name="connsiteY2" fmla="*/ 3464 h 42225"/>
                <a:gd name="connsiteX3" fmla="*/ 39124 w 42594"/>
                <a:gd name="connsiteY3" fmla="*/ 9819 h 42225"/>
                <a:gd name="connsiteX4" fmla="*/ 32757 w 42594"/>
                <a:gd name="connsiteY4" fmla="*/ 39049 h 42225"/>
                <a:gd name="connsiteX5" fmla="*/ 32757 w 42594"/>
                <a:gd name="connsiteY5" fmla="*/ 39049 h 42225"/>
                <a:gd name="connsiteX6" fmla="*/ 21297 w 42594"/>
                <a:gd name="connsiteY6" fmla="*/ 42226 h 4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594" h="42225">
                  <a:moveTo>
                    <a:pt x="21297" y="42226"/>
                  </a:moveTo>
                  <a:cubicBezTo>
                    <a:pt x="14294" y="42226"/>
                    <a:pt x="7928" y="39049"/>
                    <a:pt x="3471" y="32694"/>
                  </a:cubicBezTo>
                  <a:cubicBezTo>
                    <a:pt x="-2896" y="23163"/>
                    <a:pt x="-349" y="9819"/>
                    <a:pt x="9838" y="3464"/>
                  </a:cubicBezTo>
                  <a:cubicBezTo>
                    <a:pt x="19387" y="-2890"/>
                    <a:pt x="32757" y="-348"/>
                    <a:pt x="39124" y="9819"/>
                  </a:cubicBezTo>
                  <a:cubicBezTo>
                    <a:pt x="45490" y="19350"/>
                    <a:pt x="42944" y="32694"/>
                    <a:pt x="32757" y="39049"/>
                  </a:cubicBezTo>
                  <a:lnTo>
                    <a:pt x="32757" y="39049"/>
                  </a:lnTo>
                  <a:cubicBezTo>
                    <a:pt x="29574" y="40955"/>
                    <a:pt x="25754" y="42226"/>
                    <a:pt x="21297" y="422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82F87B6F-FB79-8F31-7E74-3928D27839EC}"/>
                </a:ext>
              </a:extLst>
            </p:cNvPr>
            <p:cNvSpPr/>
            <p:nvPr/>
          </p:nvSpPr>
          <p:spPr>
            <a:xfrm>
              <a:off x="3402858" y="4780324"/>
              <a:ext cx="42528" cy="42160"/>
            </a:xfrm>
            <a:custGeom>
              <a:avLst/>
              <a:gdLst>
                <a:gd name="connsiteX0" fmla="*/ 21297 w 42528"/>
                <a:gd name="connsiteY0" fmla="*/ 42160 h 42160"/>
                <a:gd name="connsiteX1" fmla="*/ 3471 w 42528"/>
                <a:gd name="connsiteY1" fmla="*/ 32629 h 42160"/>
                <a:gd name="connsiteX2" fmla="*/ 9838 w 42528"/>
                <a:gd name="connsiteY2" fmla="*/ 3399 h 42160"/>
                <a:gd name="connsiteX3" fmla="*/ 25754 w 42528"/>
                <a:gd name="connsiteY3" fmla="*/ 221 h 42160"/>
                <a:gd name="connsiteX4" fmla="*/ 39124 w 42528"/>
                <a:gd name="connsiteY4" fmla="*/ 9117 h 42160"/>
                <a:gd name="connsiteX5" fmla="*/ 42307 w 42528"/>
                <a:gd name="connsiteY5" fmla="*/ 25003 h 42160"/>
                <a:gd name="connsiteX6" fmla="*/ 33394 w 42528"/>
                <a:gd name="connsiteY6" fmla="*/ 38347 h 42160"/>
                <a:gd name="connsiteX7" fmla="*/ 21297 w 42528"/>
                <a:gd name="connsiteY7" fmla="*/ 42160 h 4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528" h="42160">
                  <a:moveTo>
                    <a:pt x="21297" y="42160"/>
                  </a:moveTo>
                  <a:cubicBezTo>
                    <a:pt x="14294" y="42160"/>
                    <a:pt x="7927" y="38983"/>
                    <a:pt x="3471" y="32629"/>
                  </a:cubicBezTo>
                  <a:cubicBezTo>
                    <a:pt x="-2895" y="23097"/>
                    <a:pt x="-349" y="9753"/>
                    <a:pt x="9838" y="3399"/>
                  </a:cubicBezTo>
                  <a:cubicBezTo>
                    <a:pt x="14294" y="221"/>
                    <a:pt x="20024" y="-414"/>
                    <a:pt x="25754" y="221"/>
                  </a:cubicBezTo>
                  <a:cubicBezTo>
                    <a:pt x="31484" y="1492"/>
                    <a:pt x="35940" y="4669"/>
                    <a:pt x="39124" y="9117"/>
                  </a:cubicBezTo>
                  <a:cubicBezTo>
                    <a:pt x="42307" y="13566"/>
                    <a:pt x="42943" y="19284"/>
                    <a:pt x="42307" y="25003"/>
                  </a:cubicBezTo>
                  <a:cubicBezTo>
                    <a:pt x="41034" y="30722"/>
                    <a:pt x="37850" y="35170"/>
                    <a:pt x="33394" y="38347"/>
                  </a:cubicBezTo>
                  <a:cubicBezTo>
                    <a:pt x="28937" y="40889"/>
                    <a:pt x="25117" y="42160"/>
                    <a:pt x="21297" y="421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16" name="Text Placeholder 3">
            <a:extLst>
              <a:ext uri="{FF2B5EF4-FFF2-40B4-BE49-F238E27FC236}">
                <a16:creationId xmlns:a16="http://schemas.microsoft.com/office/drawing/2014/main" id="{925101AA-B595-3504-7A95-8DF34010A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1291" y="2494314"/>
            <a:ext cx="3932237" cy="193899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2131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 B | Extra Subhead | 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D098-B447-79ED-27D6-0983AC947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689" y="1497522"/>
            <a:ext cx="11095036" cy="443198"/>
          </a:xfrm>
        </p:spPr>
        <p:txBody>
          <a:bodyPr wrap="square" anchor="b">
            <a:sp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E6154-9CAB-42A6-DF23-0071FD3E6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689" y="2073118"/>
            <a:ext cx="11095036" cy="249299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3" name="Graphic 11">
            <a:extLst>
              <a:ext uri="{FF2B5EF4-FFF2-40B4-BE49-F238E27FC236}">
                <a16:creationId xmlns:a16="http://schemas.microsoft.com/office/drawing/2014/main" id="{87F434DA-A3C6-3C69-F53B-85DC5D9AB9DA}"/>
              </a:ext>
            </a:extLst>
          </p:cNvPr>
          <p:cNvGrpSpPr/>
          <p:nvPr/>
        </p:nvGrpSpPr>
        <p:grpSpPr>
          <a:xfrm>
            <a:off x="54620" y="2993667"/>
            <a:ext cx="12098727" cy="3313413"/>
            <a:chOff x="54620" y="2826325"/>
            <a:chExt cx="12098727" cy="3313413"/>
          </a:xfrm>
          <a:solidFill>
            <a:schemeClr val="bg1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E09FB0B-3809-0792-1CF1-80286201DCFD}"/>
                </a:ext>
              </a:extLst>
            </p:cNvPr>
            <p:cNvSpPr/>
            <p:nvPr/>
          </p:nvSpPr>
          <p:spPr>
            <a:xfrm>
              <a:off x="2815353" y="3078059"/>
              <a:ext cx="1349074" cy="1346643"/>
            </a:xfrm>
            <a:custGeom>
              <a:avLst/>
              <a:gdLst>
                <a:gd name="connsiteX0" fmla="*/ 942410 w 1349074"/>
                <a:gd name="connsiteY0" fmla="*/ 1346644 h 1346643"/>
                <a:gd name="connsiteX1" fmla="*/ 654642 w 1349074"/>
                <a:gd name="connsiteY1" fmla="*/ 1227818 h 1346643"/>
                <a:gd name="connsiteX2" fmla="*/ 3343 w 1349074"/>
                <a:gd name="connsiteY2" fmla="*/ 577769 h 1346643"/>
                <a:gd name="connsiteX3" fmla="*/ 3343 w 1349074"/>
                <a:gd name="connsiteY3" fmla="*/ 560612 h 1346643"/>
                <a:gd name="connsiteX4" fmla="*/ 20532 w 1349074"/>
                <a:gd name="connsiteY4" fmla="*/ 560612 h 1346643"/>
                <a:gd name="connsiteX5" fmla="*/ 671831 w 1349074"/>
                <a:gd name="connsiteY5" fmla="*/ 1210661 h 1346643"/>
                <a:gd name="connsiteX6" fmla="*/ 942410 w 1349074"/>
                <a:gd name="connsiteY6" fmla="*/ 1322497 h 1346643"/>
                <a:gd name="connsiteX7" fmla="*/ 1212989 w 1349074"/>
                <a:gd name="connsiteY7" fmla="*/ 1210661 h 1346643"/>
                <a:gd name="connsiteX8" fmla="*/ 1213626 w 1349074"/>
                <a:gd name="connsiteY8" fmla="*/ 670542 h 1346643"/>
                <a:gd name="connsiteX9" fmla="*/ 561690 w 1349074"/>
                <a:gd name="connsiteY9" fmla="*/ 20493 h 1346643"/>
                <a:gd name="connsiteX10" fmla="*/ 561690 w 1349074"/>
                <a:gd name="connsiteY10" fmla="*/ 3336 h 1346643"/>
                <a:gd name="connsiteX11" fmla="*/ 578880 w 1349074"/>
                <a:gd name="connsiteY11" fmla="*/ 3336 h 1346643"/>
                <a:gd name="connsiteX12" fmla="*/ 1230179 w 1349074"/>
                <a:gd name="connsiteY12" fmla="*/ 653385 h 1346643"/>
                <a:gd name="connsiteX13" fmla="*/ 1230179 w 1349074"/>
                <a:gd name="connsiteY13" fmla="*/ 1227182 h 1346643"/>
                <a:gd name="connsiteX14" fmla="*/ 942410 w 1349074"/>
                <a:gd name="connsiteY14" fmla="*/ 1346644 h 1346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49074" h="1346643">
                  <a:moveTo>
                    <a:pt x="942410" y="1346644"/>
                  </a:moveTo>
                  <a:cubicBezTo>
                    <a:pt x="833542" y="1346644"/>
                    <a:pt x="731677" y="1304705"/>
                    <a:pt x="654642" y="1227818"/>
                  </a:cubicBezTo>
                  <a:lnTo>
                    <a:pt x="3343" y="577769"/>
                  </a:lnTo>
                  <a:cubicBezTo>
                    <a:pt x="-1114" y="573320"/>
                    <a:pt x="-1114" y="565060"/>
                    <a:pt x="3343" y="560612"/>
                  </a:cubicBezTo>
                  <a:cubicBezTo>
                    <a:pt x="7799" y="556164"/>
                    <a:pt x="16076" y="556164"/>
                    <a:pt x="20532" y="560612"/>
                  </a:cubicBezTo>
                  <a:lnTo>
                    <a:pt x="671831" y="1210661"/>
                  </a:lnTo>
                  <a:cubicBezTo>
                    <a:pt x="743774" y="1282465"/>
                    <a:pt x="839909" y="1322497"/>
                    <a:pt x="942410" y="1322497"/>
                  </a:cubicBezTo>
                  <a:cubicBezTo>
                    <a:pt x="1044912" y="1322497"/>
                    <a:pt x="1140410" y="1283100"/>
                    <a:pt x="1212989" y="1210661"/>
                  </a:cubicBezTo>
                  <a:cubicBezTo>
                    <a:pt x="1362603" y="1061334"/>
                    <a:pt x="1362603" y="819233"/>
                    <a:pt x="1213626" y="670542"/>
                  </a:cubicBezTo>
                  <a:lnTo>
                    <a:pt x="561690" y="20493"/>
                  </a:lnTo>
                  <a:cubicBezTo>
                    <a:pt x="557233" y="16045"/>
                    <a:pt x="557233" y="7784"/>
                    <a:pt x="561690" y="3336"/>
                  </a:cubicBezTo>
                  <a:cubicBezTo>
                    <a:pt x="566146" y="-1112"/>
                    <a:pt x="574423" y="-1112"/>
                    <a:pt x="578880" y="3336"/>
                  </a:cubicBezTo>
                  <a:lnTo>
                    <a:pt x="1230179" y="653385"/>
                  </a:lnTo>
                  <a:cubicBezTo>
                    <a:pt x="1388706" y="811608"/>
                    <a:pt x="1388706" y="1068959"/>
                    <a:pt x="1230179" y="1227182"/>
                  </a:cubicBezTo>
                  <a:cubicBezTo>
                    <a:pt x="1153144" y="1304070"/>
                    <a:pt x="1050642" y="1346644"/>
                    <a:pt x="942410" y="1346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9917970-6276-98FC-FC58-7552DF704EE6}"/>
                </a:ext>
              </a:extLst>
            </p:cNvPr>
            <p:cNvSpPr/>
            <p:nvPr/>
          </p:nvSpPr>
          <p:spPr>
            <a:xfrm>
              <a:off x="2815990" y="3077423"/>
              <a:ext cx="666841" cy="666093"/>
            </a:xfrm>
            <a:custGeom>
              <a:avLst/>
              <a:gdLst>
                <a:gd name="connsiteX0" fmla="*/ 227445 w 666841"/>
                <a:gd name="connsiteY0" fmla="*/ 666094 h 666093"/>
                <a:gd name="connsiteX1" fmla="*/ 3343 w 666841"/>
                <a:gd name="connsiteY1" fmla="*/ 577769 h 666093"/>
                <a:gd name="connsiteX2" fmla="*/ 3343 w 666841"/>
                <a:gd name="connsiteY2" fmla="*/ 560612 h 666093"/>
                <a:gd name="connsiteX3" fmla="*/ 20532 w 666841"/>
                <a:gd name="connsiteY3" fmla="*/ 560612 h 666093"/>
                <a:gd name="connsiteX4" fmla="*/ 515851 w 666841"/>
                <a:gd name="connsiteY4" fmla="*/ 515496 h 666093"/>
                <a:gd name="connsiteX5" fmla="*/ 639362 w 666841"/>
                <a:gd name="connsiteY5" fmla="*/ 274031 h 666093"/>
                <a:gd name="connsiteX6" fmla="*/ 561053 w 666841"/>
                <a:gd name="connsiteY6" fmla="*/ 20493 h 666093"/>
                <a:gd name="connsiteX7" fmla="*/ 561053 w 666841"/>
                <a:gd name="connsiteY7" fmla="*/ 3336 h 666093"/>
                <a:gd name="connsiteX8" fmla="*/ 578243 w 666841"/>
                <a:gd name="connsiteY8" fmla="*/ 3336 h 666093"/>
                <a:gd name="connsiteX9" fmla="*/ 663555 w 666841"/>
                <a:gd name="connsiteY9" fmla="*/ 277208 h 666093"/>
                <a:gd name="connsiteX10" fmla="*/ 533040 w 666841"/>
                <a:gd name="connsiteY10" fmla="*/ 532653 h 666093"/>
                <a:gd name="connsiteX11" fmla="*/ 227445 w 666841"/>
                <a:gd name="connsiteY11" fmla="*/ 666094 h 666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6841" h="666093">
                  <a:moveTo>
                    <a:pt x="227445" y="666094"/>
                  </a:moveTo>
                  <a:cubicBezTo>
                    <a:pt x="142770" y="666094"/>
                    <a:pt x="63188" y="636864"/>
                    <a:pt x="3343" y="577769"/>
                  </a:cubicBezTo>
                  <a:cubicBezTo>
                    <a:pt x="-1114" y="573321"/>
                    <a:pt x="-1114" y="565060"/>
                    <a:pt x="3343" y="560612"/>
                  </a:cubicBezTo>
                  <a:cubicBezTo>
                    <a:pt x="7799" y="556164"/>
                    <a:pt x="16076" y="556164"/>
                    <a:pt x="20532" y="560612"/>
                  </a:cubicBezTo>
                  <a:cubicBezTo>
                    <a:pt x="144680" y="684522"/>
                    <a:pt x="366873" y="664188"/>
                    <a:pt x="515851" y="515496"/>
                  </a:cubicBezTo>
                  <a:cubicBezTo>
                    <a:pt x="583973" y="447505"/>
                    <a:pt x="627266" y="362356"/>
                    <a:pt x="639362" y="274031"/>
                  </a:cubicBezTo>
                  <a:cubicBezTo>
                    <a:pt x="652732" y="176174"/>
                    <a:pt x="624082" y="83401"/>
                    <a:pt x="561053" y="20493"/>
                  </a:cubicBezTo>
                  <a:cubicBezTo>
                    <a:pt x="556596" y="16045"/>
                    <a:pt x="556596" y="7784"/>
                    <a:pt x="561053" y="3336"/>
                  </a:cubicBezTo>
                  <a:cubicBezTo>
                    <a:pt x="565510" y="-1112"/>
                    <a:pt x="573786" y="-1112"/>
                    <a:pt x="578243" y="3336"/>
                  </a:cubicBezTo>
                  <a:cubicBezTo>
                    <a:pt x="646365" y="71327"/>
                    <a:pt x="677561" y="171091"/>
                    <a:pt x="663555" y="277208"/>
                  </a:cubicBezTo>
                  <a:cubicBezTo>
                    <a:pt x="650822" y="370617"/>
                    <a:pt x="604983" y="460849"/>
                    <a:pt x="533040" y="532653"/>
                  </a:cubicBezTo>
                  <a:cubicBezTo>
                    <a:pt x="445182" y="620978"/>
                    <a:pt x="333130" y="666094"/>
                    <a:pt x="227445" y="6660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0685573-621B-14C1-901A-51AF9E0A6519}"/>
                </a:ext>
              </a:extLst>
            </p:cNvPr>
            <p:cNvSpPr/>
            <p:nvPr/>
          </p:nvSpPr>
          <p:spPr>
            <a:xfrm>
              <a:off x="2774766" y="3036914"/>
              <a:ext cx="621535" cy="620819"/>
            </a:xfrm>
            <a:custGeom>
              <a:avLst/>
              <a:gdLst>
                <a:gd name="connsiteX0" fmla="*/ 52206 w 621535"/>
                <a:gd name="connsiteY0" fmla="*/ 620819 h 620819"/>
                <a:gd name="connsiteX1" fmla="*/ 43293 w 621535"/>
                <a:gd name="connsiteY1" fmla="*/ 617007 h 620819"/>
                <a:gd name="connsiteX2" fmla="*/ 0 w 621535"/>
                <a:gd name="connsiteY2" fmla="*/ 513431 h 620819"/>
                <a:gd name="connsiteX3" fmla="*/ 43293 w 621535"/>
                <a:gd name="connsiteY3" fmla="*/ 409855 h 620819"/>
                <a:gd name="connsiteX4" fmla="*/ 189723 w 621535"/>
                <a:gd name="connsiteY4" fmla="*/ 373000 h 620819"/>
                <a:gd name="connsiteX5" fmla="*/ 226649 w 621535"/>
                <a:gd name="connsiteY5" fmla="*/ 226850 h 620819"/>
                <a:gd name="connsiteX6" fmla="*/ 374354 w 621535"/>
                <a:gd name="connsiteY6" fmla="*/ 190630 h 620819"/>
                <a:gd name="connsiteX7" fmla="*/ 410643 w 621535"/>
                <a:gd name="connsiteY7" fmla="*/ 43210 h 620819"/>
                <a:gd name="connsiteX8" fmla="*/ 514418 w 621535"/>
                <a:gd name="connsiteY8" fmla="*/ 0 h 620819"/>
                <a:gd name="connsiteX9" fmla="*/ 618193 w 621535"/>
                <a:gd name="connsiteY9" fmla="*/ 43210 h 620819"/>
                <a:gd name="connsiteX10" fmla="*/ 618193 w 621535"/>
                <a:gd name="connsiteY10" fmla="*/ 60366 h 620819"/>
                <a:gd name="connsiteX11" fmla="*/ 601003 w 621535"/>
                <a:gd name="connsiteY11" fmla="*/ 60366 h 620819"/>
                <a:gd name="connsiteX12" fmla="*/ 427833 w 621535"/>
                <a:gd name="connsiteY12" fmla="*/ 60366 h 620819"/>
                <a:gd name="connsiteX13" fmla="*/ 408096 w 621535"/>
                <a:gd name="connsiteY13" fmla="*/ 207787 h 620819"/>
                <a:gd name="connsiteX14" fmla="*/ 406187 w 621535"/>
                <a:gd name="connsiteY14" fmla="*/ 222402 h 620819"/>
                <a:gd name="connsiteX15" fmla="*/ 391544 w 621535"/>
                <a:gd name="connsiteY15" fmla="*/ 224308 h 620819"/>
                <a:gd name="connsiteX16" fmla="*/ 243839 w 621535"/>
                <a:gd name="connsiteY16" fmla="*/ 244007 h 620819"/>
                <a:gd name="connsiteX17" fmla="*/ 223466 w 621535"/>
                <a:gd name="connsiteY17" fmla="*/ 390157 h 620819"/>
                <a:gd name="connsiteX18" fmla="*/ 221556 w 621535"/>
                <a:gd name="connsiteY18" fmla="*/ 404772 h 620819"/>
                <a:gd name="connsiteX19" fmla="*/ 206913 w 621535"/>
                <a:gd name="connsiteY19" fmla="*/ 406678 h 620819"/>
                <a:gd name="connsiteX20" fmla="*/ 60482 w 621535"/>
                <a:gd name="connsiteY20" fmla="*/ 427012 h 620819"/>
                <a:gd name="connsiteX21" fmla="*/ 60482 w 621535"/>
                <a:gd name="connsiteY21" fmla="*/ 599850 h 620819"/>
                <a:gd name="connsiteX22" fmla="*/ 60482 w 621535"/>
                <a:gd name="connsiteY22" fmla="*/ 617007 h 620819"/>
                <a:gd name="connsiteX23" fmla="*/ 52206 w 621535"/>
                <a:gd name="connsiteY23" fmla="*/ 620819 h 620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1535" h="620819">
                  <a:moveTo>
                    <a:pt x="52206" y="620819"/>
                  </a:moveTo>
                  <a:cubicBezTo>
                    <a:pt x="49022" y="620819"/>
                    <a:pt x="45839" y="619548"/>
                    <a:pt x="43293" y="617007"/>
                  </a:cubicBezTo>
                  <a:cubicBezTo>
                    <a:pt x="15280" y="589047"/>
                    <a:pt x="0" y="552192"/>
                    <a:pt x="0" y="513431"/>
                  </a:cubicBezTo>
                  <a:cubicBezTo>
                    <a:pt x="0" y="474669"/>
                    <a:pt x="15280" y="437179"/>
                    <a:pt x="43293" y="409855"/>
                  </a:cubicBezTo>
                  <a:cubicBezTo>
                    <a:pt x="82129" y="371094"/>
                    <a:pt x="138791" y="357749"/>
                    <a:pt x="189723" y="373000"/>
                  </a:cubicBezTo>
                  <a:cubicBezTo>
                    <a:pt x="174444" y="322165"/>
                    <a:pt x="187814" y="264976"/>
                    <a:pt x="226649" y="226850"/>
                  </a:cubicBezTo>
                  <a:cubicBezTo>
                    <a:pt x="265485" y="188089"/>
                    <a:pt x="322785" y="174744"/>
                    <a:pt x="374354" y="190630"/>
                  </a:cubicBezTo>
                  <a:cubicBezTo>
                    <a:pt x="358437" y="139160"/>
                    <a:pt x="371807" y="82606"/>
                    <a:pt x="410643" y="43210"/>
                  </a:cubicBezTo>
                  <a:cubicBezTo>
                    <a:pt x="438656" y="15250"/>
                    <a:pt x="475582" y="0"/>
                    <a:pt x="514418" y="0"/>
                  </a:cubicBezTo>
                  <a:cubicBezTo>
                    <a:pt x="553254" y="0"/>
                    <a:pt x="590817" y="15250"/>
                    <a:pt x="618193" y="43210"/>
                  </a:cubicBezTo>
                  <a:cubicBezTo>
                    <a:pt x="622650" y="47658"/>
                    <a:pt x="622650" y="55918"/>
                    <a:pt x="618193" y="60366"/>
                  </a:cubicBezTo>
                  <a:cubicBezTo>
                    <a:pt x="613736" y="64814"/>
                    <a:pt x="605460" y="64814"/>
                    <a:pt x="601003" y="60366"/>
                  </a:cubicBezTo>
                  <a:cubicBezTo>
                    <a:pt x="553254" y="12709"/>
                    <a:pt x="475582" y="12709"/>
                    <a:pt x="427833" y="60366"/>
                  </a:cubicBezTo>
                  <a:cubicBezTo>
                    <a:pt x="388997" y="99128"/>
                    <a:pt x="380720" y="160129"/>
                    <a:pt x="408096" y="207787"/>
                  </a:cubicBezTo>
                  <a:cubicBezTo>
                    <a:pt x="410643" y="212870"/>
                    <a:pt x="410007" y="218589"/>
                    <a:pt x="406187" y="222402"/>
                  </a:cubicBezTo>
                  <a:cubicBezTo>
                    <a:pt x="402367" y="226215"/>
                    <a:pt x="396000" y="226850"/>
                    <a:pt x="391544" y="224308"/>
                  </a:cubicBezTo>
                  <a:cubicBezTo>
                    <a:pt x="343794" y="196985"/>
                    <a:pt x="282675" y="204610"/>
                    <a:pt x="243839" y="244007"/>
                  </a:cubicBezTo>
                  <a:cubicBezTo>
                    <a:pt x="205640" y="282133"/>
                    <a:pt x="196727" y="342499"/>
                    <a:pt x="223466" y="390157"/>
                  </a:cubicBezTo>
                  <a:cubicBezTo>
                    <a:pt x="226013" y="395240"/>
                    <a:pt x="225376" y="400959"/>
                    <a:pt x="221556" y="404772"/>
                  </a:cubicBezTo>
                  <a:cubicBezTo>
                    <a:pt x="217736" y="408584"/>
                    <a:pt x="212006" y="409220"/>
                    <a:pt x="206913" y="406678"/>
                  </a:cubicBezTo>
                  <a:cubicBezTo>
                    <a:pt x="159164" y="379990"/>
                    <a:pt x="99318" y="388886"/>
                    <a:pt x="60482" y="427012"/>
                  </a:cubicBezTo>
                  <a:cubicBezTo>
                    <a:pt x="12733" y="474669"/>
                    <a:pt x="12733" y="552192"/>
                    <a:pt x="60482" y="599850"/>
                  </a:cubicBezTo>
                  <a:cubicBezTo>
                    <a:pt x="64939" y="604298"/>
                    <a:pt x="64939" y="612559"/>
                    <a:pt x="60482" y="617007"/>
                  </a:cubicBezTo>
                  <a:cubicBezTo>
                    <a:pt x="58572" y="619548"/>
                    <a:pt x="55389" y="620819"/>
                    <a:pt x="52206" y="6208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6C6D531D-7DAD-4913-F66E-D8736661052D}"/>
                </a:ext>
              </a:extLst>
            </p:cNvPr>
            <p:cNvSpPr/>
            <p:nvPr/>
          </p:nvSpPr>
          <p:spPr>
            <a:xfrm>
              <a:off x="3166143" y="3257556"/>
              <a:ext cx="315586" cy="457366"/>
            </a:xfrm>
            <a:custGeom>
              <a:avLst/>
              <a:gdLst>
                <a:gd name="connsiteX0" fmla="*/ 22450 w 315586"/>
                <a:gd name="connsiteY0" fmla="*/ 457366 h 457366"/>
                <a:gd name="connsiteX1" fmla="*/ 10990 w 315586"/>
                <a:gd name="connsiteY1" fmla="*/ 448470 h 457366"/>
                <a:gd name="connsiteX2" fmla="*/ 45370 w 315586"/>
                <a:gd name="connsiteY2" fmla="*/ 177140 h 457366"/>
                <a:gd name="connsiteX3" fmla="*/ 300669 w 315586"/>
                <a:gd name="connsiteY3" fmla="*/ 489 h 457366"/>
                <a:gd name="connsiteX4" fmla="*/ 315312 w 315586"/>
                <a:gd name="connsiteY4" fmla="*/ 9385 h 457366"/>
                <a:gd name="connsiteX5" fmla="*/ 306399 w 315586"/>
                <a:gd name="connsiteY5" fmla="*/ 24000 h 457366"/>
                <a:gd name="connsiteX6" fmla="*/ 66379 w 315586"/>
                <a:gd name="connsiteY6" fmla="*/ 189213 h 457366"/>
                <a:gd name="connsiteX7" fmla="*/ 34547 w 315586"/>
                <a:gd name="connsiteY7" fmla="*/ 442116 h 457366"/>
                <a:gd name="connsiteX8" fmla="*/ 26270 w 315586"/>
                <a:gd name="connsiteY8" fmla="*/ 457366 h 457366"/>
                <a:gd name="connsiteX9" fmla="*/ 22450 w 315586"/>
                <a:gd name="connsiteY9" fmla="*/ 457366 h 457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86" h="457366">
                  <a:moveTo>
                    <a:pt x="22450" y="457366"/>
                  </a:moveTo>
                  <a:cubicBezTo>
                    <a:pt x="17357" y="457366"/>
                    <a:pt x="12264" y="453554"/>
                    <a:pt x="10990" y="448470"/>
                  </a:cubicBezTo>
                  <a:cubicBezTo>
                    <a:pt x="9080" y="442751"/>
                    <a:pt x="-27846" y="304862"/>
                    <a:pt x="45370" y="177140"/>
                  </a:cubicBezTo>
                  <a:cubicBezTo>
                    <a:pt x="93756" y="91992"/>
                    <a:pt x="179704" y="32896"/>
                    <a:pt x="300669" y="489"/>
                  </a:cubicBezTo>
                  <a:cubicBezTo>
                    <a:pt x="307036" y="-1417"/>
                    <a:pt x="314039" y="2395"/>
                    <a:pt x="315312" y="9385"/>
                  </a:cubicBezTo>
                  <a:cubicBezTo>
                    <a:pt x="316585" y="16375"/>
                    <a:pt x="313402" y="22729"/>
                    <a:pt x="306399" y="24000"/>
                  </a:cubicBezTo>
                  <a:cubicBezTo>
                    <a:pt x="192438" y="54501"/>
                    <a:pt x="111582" y="109784"/>
                    <a:pt x="66379" y="189213"/>
                  </a:cubicBezTo>
                  <a:cubicBezTo>
                    <a:pt x="-1743" y="308039"/>
                    <a:pt x="33910" y="440845"/>
                    <a:pt x="34547" y="442116"/>
                  </a:cubicBezTo>
                  <a:cubicBezTo>
                    <a:pt x="36457" y="448470"/>
                    <a:pt x="32637" y="455460"/>
                    <a:pt x="26270" y="457366"/>
                  </a:cubicBezTo>
                  <a:cubicBezTo>
                    <a:pt x="24360" y="457366"/>
                    <a:pt x="23723" y="457366"/>
                    <a:pt x="22450" y="4573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BF21F5F-1B95-F075-2D56-ED04F1E83E86}"/>
                </a:ext>
              </a:extLst>
            </p:cNvPr>
            <p:cNvSpPr/>
            <p:nvPr/>
          </p:nvSpPr>
          <p:spPr>
            <a:xfrm>
              <a:off x="2888485" y="3515604"/>
              <a:ext cx="309818" cy="195505"/>
            </a:xfrm>
            <a:custGeom>
              <a:avLst/>
              <a:gdLst>
                <a:gd name="connsiteX0" fmla="*/ 12339 w 309818"/>
                <a:gd name="connsiteY0" fmla="*/ 195506 h 195505"/>
                <a:gd name="connsiteX1" fmla="*/ 7882 w 309818"/>
                <a:gd name="connsiteY1" fmla="*/ 194870 h 195505"/>
                <a:gd name="connsiteX2" fmla="*/ 879 w 309818"/>
                <a:gd name="connsiteY2" fmla="*/ 178984 h 195505"/>
                <a:gd name="connsiteX3" fmla="*/ 301381 w 309818"/>
                <a:gd name="connsiteY3" fmla="*/ 9959 h 195505"/>
                <a:gd name="connsiteX4" fmla="*/ 309021 w 309818"/>
                <a:gd name="connsiteY4" fmla="*/ 25209 h 195505"/>
                <a:gd name="connsiteX5" fmla="*/ 293741 w 309818"/>
                <a:gd name="connsiteY5" fmla="*/ 32835 h 195505"/>
                <a:gd name="connsiteX6" fmla="*/ 23799 w 309818"/>
                <a:gd name="connsiteY6" fmla="*/ 187245 h 195505"/>
                <a:gd name="connsiteX7" fmla="*/ 12339 w 309818"/>
                <a:gd name="connsiteY7" fmla="*/ 195506 h 19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9818" h="195505">
                  <a:moveTo>
                    <a:pt x="12339" y="195506"/>
                  </a:moveTo>
                  <a:cubicBezTo>
                    <a:pt x="11066" y="195506"/>
                    <a:pt x="9792" y="195506"/>
                    <a:pt x="7882" y="194870"/>
                  </a:cubicBezTo>
                  <a:cubicBezTo>
                    <a:pt x="1516" y="192329"/>
                    <a:pt x="-1668" y="185339"/>
                    <a:pt x="879" y="178984"/>
                  </a:cubicBezTo>
                  <a:cubicBezTo>
                    <a:pt x="70911" y="-9104"/>
                    <a:pt x="228165" y="-13552"/>
                    <a:pt x="301381" y="9959"/>
                  </a:cubicBezTo>
                  <a:cubicBezTo>
                    <a:pt x="307747" y="11865"/>
                    <a:pt x="311567" y="18855"/>
                    <a:pt x="309021" y="25209"/>
                  </a:cubicBezTo>
                  <a:cubicBezTo>
                    <a:pt x="307111" y="31564"/>
                    <a:pt x="300108" y="35376"/>
                    <a:pt x="293741" y="32835"/>
                  </a:cubicBezTo>
                  <a:cubicBezTo>
                    <a:pt x="286101" y="30293"/>
                    <a:pt x="102744" y="-25625"/>
                    <a:pt x="23799" y="187245"/>
                  </a:cubicBezTo>
                  <a:cubicBezTo>
                    <a:pt x="21889" y="192329"/>
                    <a:pt x="17432" y="195506"/>
                    <a:pt x="12339" y="19550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0CFB817-16F7-044B-D553-C43968BBCA69}"/>
                </a:ext>
              </a:extLst>
            </p:cNvPr>
            <p:cNvSpPr/>
            <p:nvPr/>
          </p:nvSpPr>
          <p:spPr>
            <a:xfrm>
              <a:off x="3243328" y="3378536"/>
              <a:ext cx="147963" cy="211841"/>
            </a:xfrm>
            <a:custGeom>
              <a:avLst/>
              <a:gdLst>
                <a:gd name="connsiteX0" fmla="*/ 12114 w 147963"/>
                <a:gd name="connsiteY0" fmla="*/ 211842 h 211841"/>
                <a:gd name="connsiteX1" fmla="*/ 17 w 147963"/>
                <a:gd name="connsiteY1" fmla="*/ 200404 h 211841"/>
                <a:gd name="connsiteX2" fmla="*/ 131168 w 147963"/>
                <a:gd name="connsiteY2" fmla="*/ 877 h 211841"/>
                <a:gd name="connsiteX3" fmla="*/ 147085 w 147963"/>
                <a:gd name="connsiteY3" fmla="*/ 7867 h 211841"/>
                <a:gd name="connsiteX4" fmla="*/ 140081 w 147963"/>
                <a:gd name="connsiteY4" fmla="*/ 23753 h 211841"/>
                <a:gd name="connsiteX5" fmla="*/ 24210 w 147963"/>
                <a:gd name="connsiteY5" fmla="*/ 199133 h 211841"/>
                <a:gd name="connsiteX6" fmla="*/ 12114 w 147963"/>
                <a:gd name="connsiteY6" fmla="*/ 211842 h 211841"/>
                <a:gd name="connsiteX7" fmla="*/ 12114 w 147963"/>
                <a:gd name="connsiteY7" fmla="*/ 211842 h 211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7963" h="211841">
                  <a:moveTo>
                    <a:pt x="12114" y="211842"/>
                  </a:moveTo>
                  <a:cubicBezTo>
                    <a:pt x="5747" y="211842"/>
                    <a:pt x="17" y="206758"/>
                    <a:pt x="17" y="200404"/>
                  </a:cubicBezTo>
                  <a:cubicBezTo>
                    <a:pt x="17" y="199133"/>
                    <a:pt x="-4440" y="55525"/>
                    <a:pt x="131168" y="877"/>
                  </a:cubicBezTo>
                  <a:cubicBezTo>
                    <a:pt x="137535" y="-1664"/>
                    <a:pt x="144538" y="1513"/>
                    <a:pt x="147085" y="7867"/>
                  </a:cubicBezTo>
                  <a:cubicBezTo>
                    <a:pt x="149631" y="14222"/>
                    <a:pt x="146448" y="21211"/>
                    <a:pt x="140081" y="23753"/>
                  </a:cubicBezTo>
                  <a:cubicBezTo>
                    <a:pt x="19753" y="72046"/>
                    <a:pt x="24210" y="197862"/>
                    <a:pt x="24210" y="199133"/>
                  </a:cubicBezTo>
                  <a:cubicBezTo>
                    <a:pt x="24210" y="206123"/>
                    <a:pt x="19117" y="211206"/>
                    <a:pt x="12114" y="211842"/>
                  </a:cubicBezTo>
                  <a:lnTo>
                    <a:pt x="12114" y="2118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049BC44-613E-161C-8E52-BBDB172AE751}"/>
                </a:ext>
              </a:extLst>
            </p:cNvPr>
            <p:cNvSpPr/>
            <p:nvPr/>
          </p:nvSpPr>
          <p:spPr>
            <a:xfrm>
              <a:off x="4724682" y="3964648"/>
              <a:ext cx="637454" cy="688810"/>
            </a:xfrm>
            <a:custGeom>
              <a:avLst/>
              <a:gdLst>
                <a:gd name="connsiteX0" fmla="*/ 26265 w 637454"/>
                <a:gd name="connsiteY0" fmla="*/ 24147 h 688810"/>
                <a:gd name="connsiteX1" fmla="*/ 91204 w 637454"/>
                <a:gd name="connsiteY1" fmla="*/ 554734 h 688810"/>
                <a:gd name="connsiteX2" fmla="*/ 221718 w 637454"/>
                <a:gd name="connsiteY2" fmla="*/ 664029 h 688810"/>
                <a:gd name="connsiteX3" fmla="*/ 416535 w 637454"/>
                <a:gd name="connsiteY3" fmla="*/ 664029 h 688810"/>
                <a:gd name="connsiteX4" fmla="*/ 547050 w 637454"/>
                <a:gd name="connsiteY4" fmla="*/ 554734 h 688810"/>
                <a:gd name="connsiteX5" fmla="*/ 611989 w 637454"/>
                <a:gd name="connsiteY5" fmla="*/ 24147 h 688810"/>
                <a:gd name="connsiteX6" fmla="*/ 26265 w 637454"/>
                <a:gd name="connsiteY6" fmla="*/ 24147 h 688810"/>
                <a:gd name="connsiteX7" fmla="*/ 221718 w 637454"/>
                <a:gd name="connsiteY7" fmla="*/ 688811 h 688810"/>
                <a:gd name="connsiteX8" fmla="*/ 67011 w 637454"/>
                <a:gd name="connsiteY8" fmla="*/ 557911 h 688810"/>
                <a:gd name="connsiteX9" fmla="*/ 162 w 637454"/>
                <a:gd name="connsiteY9" fmla="*/ 13344 h 688810"/>
                <a:gd name="connsiteX10" fmla="*/ 3345 w 637454"/>
                <a:gd name="connsiteY10" fmla="*/ 3813 h 688810"/>
                <a:gd name="connsiteX11" fmla="*/ 12259 w 637454"/>
                <a:gd name="connsiteY11" fmla="*/ 0 h 688810"/>
                <a:gd name="connsiteX12" fmla="*/ 625359 w 637454"/>
                <a:gd name="connsiteY12" fmla="*/ 0 h 688810"/>
                <a:gd name="connsiteX13" fmla="*/ 634272 w 637454"/>
                <a:gd name="connsiteY13" fmla="*/ 3813 h 688810"/>
                <a:gd name="connsiteX14" fmla="*/ 637455 w 637454"/>
                <a:gd name="connsiteY14" fmla="*/ 13344 h 688810"/>
                <a:gd name="connsiteX15" fmla="*/ 570606 w 637454"/>
                <a:gd name="connsiteY15" fmla="*/ 557911 h 688810"/>
                <a:gd name="connsiteX16" fmla="*/ 415899 w 637454"/>
                <a:gd name="connsiteY16" fmla="*/ 688811 h 688810"/>
                <a:gd name="connsiteX17" fmla="*/ 221718 w 637454"/>
                <a:gd name="connsiteY17" fmla="*/ 688811 h 688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7454" h="688810">
                  <a:moveTo>
                    <a:pt x="26265" y="24147"/>
                  </a:moveTo>
                  <a:lnTo>
                    <a:pt x="91204" y="554734"/>
                  </a:lnTo>
                  <a:cubicBezTo>
                    <a:pt x="98844" y="617007"/>
                    <a:pt x="154870" y="664029"/>
                    <a:pt x="221718" y="664029"/>
                  </a:cubicBezTo>
                  <a:lnTo>
                    <a:pt x="416535" y="664029"/>
                  </a:lnTo>
                  <a:cubicBezTo>
                    <a:pt x="483384" y="664029"/>
                    <a:pt x="539410" y="617007"/>
                    <a:pt x="547050" y="554734"/>
                  </a:cubicBezTo>
                  <a:lnTo>
                    <a:pt x="611989" y="24147"/>
                  </a:lnTo>
                  <a:lnTo>
                    <a:pt x="26265" y="24147"/>
                  </a:lnTo>
                  <a:close/>
                  <a:moveTo>
                    <a:pt x="221718" y="688811"/>
                  </a:moveTo>
                  <a:cubicBezTo>
                    <a:pt x="142773" y="688811"/>
                    <a:pt x="75924" y="632892"/>
                    <a:pt x="67011" y="557911"/>
                  </a:cubicBezTo>
                  <a:lnTo>
                    <a:pt x="162" y="13344"/>
                  </a:lnTo>
                  <a:cubicBezTo>
                    <a:pt x="-474" y="10167"/>
                    <a:pt x="799" y="6354"/>
                    <a:pt x="3345" y="3813"/>
                  </a:cubicBezTo>
                  <a:cubicBezTo>
                    <a:pt x="5892" y="1271"/>
                    <a:pt x="9076" y="0"/>
                    <a:pt x="12259" y="0"/>
                  </a:cubicBezTo>
                  <a:lnTo>
                    <a:pt x="625359" y="0"/>
                  </a:lnTo>
                  <a:cubicBezTo>
                    <a:pt x="628542" y="0"/>
                    <a:pt x="632362" y="1271"/>
                    <a:pt x="634272" y="3813"/>
                  </a:cubicBezTo>
                  <a:cubicBezTo>
                    <a:pt x="636818" y="6354"/>
                    <a:pt x="637455" y="10167"/>
                    <a:pt x="637455" y="13344"/>
                  </a:cubicBezTo>
                  <a:lnTo>
                    <a:pt x="570606" y="557911"/>
                  </a:lnTo>
                  <a:cubicBezTo>
                    <a:pt x="561693" y="632257"/>
                    <a:pt x="494844" y="688811"/>
                    <a:pt x="415899" y="688811"/>
                  </a:cubicBezTo>
                  <a:lnTo>
                    <a:pt x="221718" y="68881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65DA89D-EAC2-3B8A-BDE9-95D0B6B1A778}"/>
                </a:ext>
              </a:extLst>
            </p:cNvPr>
            <p:cNvSpPr/>
            <p:nvPr/>
          </p:nvSpPr>
          <p:spPr>
            <a:xfrm>
              <a:off x="4613996" y="3704120"/>
              <a:ext cx="860819" cy="284674"/>
            </a:xfrm>
            <a:custGeom>
              <a:avLst/>
              <a:gdLst>
                <a:gd name="connsiteX0" fmla="*/ 429813 w 860819"/>
                <a:gd name="connsiteY0" fmla="*/ 260528 h 284674"/>
                <a:gd name="connsiteX1" fmla="*/ 788250 w 860819"/>
                <a:gd name="connsiteY1" fmla="*/ 260528 h 284674"/>
                <a:gd name="connsiteX2" fmla="*/ 788887 w 860819"/>
                <a:gd name="connsiteY2" fmla="*/ 258622 h 284674"/>
                <a:gd name="connsiteX3" fmla="*/ 835363 w 860819"/>
                <a:gd name="connsiteY3" fmla="*/ 32407 h 284674"/>
                <a:gd name="connsiteX4" fmla="*/ 834726 w 860819"/>
                <a:gd name="connsiteY4" fmla="*/ 24147 h 284674"/>
                <a:gd name="connsiteX5" fmla="*/ 25536 w 860819"/>
                <a:gd name="connsiteY5" fmla="*/ 24147 h 284674"/>
                <a:gd name="connsiteX6" fmla="*/ 24899 w 860819"/>
                <a:gd name="connsiteY6" fmla="*/ 32407 h 284674"/>
                <a:gd name="connsiteX7" fmla="*/ 71375 w 860819"/>
                <a:gd name="connsiteY7" fmla="*/ 258622 h 284674"/>
                <a:gd name="connsiteX8" fmla="*/ 72012 w 860819"/>
                <a:gd name="connsiteY8" fmla="*/ 260528 h 284674"/>
                <a:gd name="connsiteX9" fmla="*/ 429813 w 860819"/>
                <a:gd name="connsiteY9" fmla="*/ 260528 h 284674"/>
                <a:gd name="connsiteX10" fmla="*/ 790797 w 860819"/>
                <a:gd name="connsiteY10" fmla="*/ 284675 h 284674"/>
                <a:gd name="connsiteX11" fmla="*/ 68829 w 860819"/>
                <a:gd name="connsiteY11" fmla="*/ 284675 h 284674"/>
                <a:gd name="connsiteX12" fmla="*/ 47182 w 860819"/>
                <a:gd name="connsiteY12" fmla="*/ 263070 h 284674"/>
                <a:gd name="connsiteX13" fmla="*/ 707 w 860819"/>
                <a:gd name="connsiteY13" fmla="*/ 36855 h 284674"/>
                <a:gd name="connsiteX14" fmla="*/ 7073 w 860819"/>
                <a:gd name="connsiteY14" fmla="*/ 7625 h 284674"/>
                <a:gd name="connsiteX15" fmla="*/ 22990 w 860819"/>
                <a:gd name="connsiteY15" fmla="*/ 0 h 284674"/>
                <a:gd name="connsiteX16" fmla="*/ 837909 w 860819"/>
                <a:gd name="connsiteY16" fmla="*/ 0 h 284674"/>
                <a:gd name="connsiteX17" fmla="*/ 853826 w 860819"/>
                <a:gd name="connsiteY17" fmla="*/ 7625 h 284674"/>
                <a:gd name="connsiteX18" fmla="*/ 860192 w 860819"/>
                <a:gd name="connsiteY18" fmla="*/ 36855 h 284674"/>
                <a:gd name="connsiteX19" fmla="*/ 813717 w 860819"/>
                <a:gd name="connsiteY19" fmla="*/ 263070 h 284674"/>
                <a:gd name="connsiteX20" fmla="*/ 790797 w 860819"/>
                <a:gd name="connsiteY20" fmla="*/ 284675 h 284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60819" h="284674">
                  <a:moveTo>
                    <a:pt x="429813" y="260528"/>
                  </a:moveTo>
                  <a:lnTo>
                    <a:pt x="788250" y="260528"/>
                  </a:lnTo>
                  <a:cubicBezTo>
                    <a:pt x="788250" y="259893"/>
                    <a:pt x="788887" y="259257"/>
                    <a:pt x="788887" y="258622"/>
                  </a:cubicBezTo>
                  <a:lnTo>
                    <a:pt x="835363" y="32407"/>
                  </a:lnTo>
                  <a:cubicBezTo>
                    <a:pt x="835999" y="29230"/>
                    <a:pt x="835363" y="26053"/>
                    <a:pt x="834726" y="24147"/>
                  </a:cubicBezTo>
                  <a:lnTo>
                    <a:pt x="25536" y="24147"/>
                  </a:lnTo>
                  <a:cubicBezTo>
                    <a:pt x="24899" y="26053"/>
                    <a:pt x="24263" y="28595"/>
                    <a:pt x="24899" y="32407"/>
                  </a:cubicBezTo>
                  <a:lnTo>
                    <a:pt x="71375" y="258622"/>
                  </a:lnTo>
                  <a:cubicBezTo>
                    <a:pt x="71375" y="259257"/>
                    <a:pt x="72012" y="259893"/>
                    <a:pt x="72012" y="260528"/>
                  </a:cubicBezTo>
                  <a:lnTo>
                    <a:pt x="429813" y="260528"/>
                  </a:lnTo>
                  <a:close/>
                  <a:moveTo>
                    <a:pt x="790797" y="284675"/>
                  </a:moveTo>
                  <a:lnTo>
                    <a:pt x="68829" y="284675"/>
                  </a:lnTo>
                  <a:cubicBezTo>
                    <a:pt x="58642" y="284675"/>
                    <a:pt x="49729" y="275778"/>
                    <a:pt x="47182" y="263070"/>
                  </a:cubicBezTo>
                  <a:lnTo>
                    <a:pt x="707" y="36855"/>
                  </a:lnTo>
                  <a:cubicBezTo>
                    <a:pt x="-1203" y="26053"/>
                    <a:pt x="707" y="14615"/>
                    <a:pt x="7073" y="7625"/>
                  </a:cubicBezTo>
                  <a:cubicBezTo>
                    <a:pt x="11530" y="2542"/>
                    <a:pt x="16623" y="0"/>
                    <a:pt x="22990" y="0"/>
                  </a:cubicBezTo>
                  <a:lnTo>
                    <a:pt x="837909" y="0"/>
                  </a:lnTo>
                  <a:cubicBezTo>
                    <a:pt x="843639" y="0"/>
                    <a:pt x="849369" y="2542"/>
                    <a:pt x="853826" y="7625"/>
                  </a:cubicBezTo>
                  <a:cubicBezTo>
                    <a:pt x="859555" y="15250"/>
                    <a:pt x="862102" y="26053"/>
                    <a:pt x="860192" y="36855"/>
                  </a:cubicBezTo>
                  <a:lnTo>
                    <a:pt x="813717" y="263070"/>
                  </a:lnTo>
                  <a:cubicBezTo>
                    <a:pt x="809896" y="275778"/>
                    <a:pt x="800983" y="284675"/>
                    <a:pt x="790797" y="28467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A8A3A45-866D-267D-0C80-F62777DD6E84}"/>
                </a:ext>
              </a:extLst>
            </p:cNvPr>
            <p:cNvSpPr/>
            <p:nvPr/>
          </p:nvSpPr>
          <p:spPr>
            <a:xfrm>
              <a:off x="4644495" y="2826325"/>
              <a:ext cx="795443" cy="902118"/>
            </a:xfrm>
            <a:custGeom>
              <a:avLst/>
              <a:gdLst>
                <a:gd name="connsiteX0" fmla="*/ 729738 w 795443"/>
                <a:gd name="connsiteY0" fmla="*/ 901941 h 902118"/>
                <a:gd name="connsiteX1" fmla="*/ 720188 w 795443"/>
                <a:gd name="connsiteY1" fmla="*/ 897493 h 902118"/>
                <a:gd name="connsiteX2" fmla="*/ 722098 w 795443"/>
                <a:gd name="connsiteY2" fmla="*/ 880337 h 902118"/>
                <a:gd name="connsiteX3" fmla="*/ 771757 w 795443"/>
                <a:gd name="connsiteY3" fmla="*/ 784386 h 902118"/>
                <a:gd name="connsiteX4" fmla="*/ 683899 w 795443"/>
                <a:gd name="connsiteY4" fmla="*/ 657299 h 902118"/>
                <a:gd name="connsiteX5" fmla="*/ 676259 w 795443"/>
                <a:gd name="connsiteY5" fmla="*/ 648403 h 902118"/>
                <a:gd name="connsiteX6" fmla="*/ 679442 w 795443"/>
                <a:gd name="connsiteY6" fmla="*/ 636965 h 902118"/>
                <a:gd name="connsiteX7" fmla="*/ 705545 w 795443"/>
                <a:gd name="connsiteY7" fmla="*/ 566432 h 902118"/>
                <a:gd name="connsiteX8" fmla="*/ 611320 w 795443"/>
                <a:gd name="connsiteY8" fmla="*/ 482555 h 902118"/>
                <a:gd name="connsiteX9" fmla="*/ 601770 w 795443"/>
                <a:gd name="connsiteY9" fmla="*/ 482555 h 902118"/>
                <a:gd name="connsiteX10" fmla="*/ 590310 w 795443"/>
                <a:gd name="connsiteY10" fmla="*/ 474930 h 902118"/>
                <a:gd name="connsiteX11" fmla="*/ 593493 w 795443"/>
                <a:gd name="connsiteY11" fmla="*/ 461585 h 902118"/>
                <a:gd name="connsiteX12" fmla="*/ 622780 w 795443"/>
                <a:gd name="connsiteY12" fmla="*/ 390417 h 902118"/>
                <a:gd name="connsiteX13" fmla="*/ 550201 w 795443"/>
                <a:gd name="connsiteY13" fmla="*/ 305904 h 902118"/>
                <a:gd name="connsiteX14" fmla="*/ 485899 w 795443"/>
                <a:gd name="connsiteY14" fmla="*/ 275403 h 902118"/>
                <a:gd name="connsiteX15" fmla="*/ 373211 w 795443"/>
                <a:gd name="connsiteY15" fmla="*/ 44105 h 902118"/>
                <a:gd name="connsiteX16" fmla="*/ 301905 w 795443"/>
                <a:gd name="connsiteY16" fmla="*/ 261424 h 902118"/>
                <a:gd name="connsiteX17" fmla="*/ 294902 w 795443"/>
                <a:gd name="connsiteY17" fmla="*/ 290654 h 902118"/>
                <a:gd name="connsiteX18" fmla="*/ 268162 w 795443"/>
                <a:gd name="connsiteY18" fmla="*/ 303362 h 902118"/>
                <a:gd name="connsiteX19" fmla="*/ 173937 w 795443"/>
                <a:gd name="connsiteY19" fmla="*/ 390417 h 902118"/>
                <a:gd name="connsiteX20" fmla="*/ 203223 w 795443"/>
                <a:gd name="connsiteY20" fmla="*/ 461585 h 902118"/>
                <a:gd name="connsiteX21" fmla="*/ 206407 w 795443"/>
                <a:gd name="connsiteY21" fmla="*/ 474930 h 902118"/>
                <a:gd name="connsiteX22" fmla="*/ 194947 w 795443"/>
                <a:gd name="connsiteY22" fmla="*/ 482555 h 902118"/>
                <a:gd name="connsiteX23" fmla="*/ 185397 w 795443"/>
                <a:gd name="connsiteY23" fmla="*/ 482555 h 902118"/>
                <a:gd name="connsiteX24" fmla="*/ 91172 w 795443"/>
                <a:gd name="connsiteY24" fmla="*/ 566432 h 902118"/>
                <a:gd name="connsiteX25" fmla="*/ 117275 w 795443"/>
                <a:gd name="connsiteY25" fmla="*/ 636965 h 902118"/>
                <a:gd name="connsiteX26" fmla="*/ 120458 w 795443"/>
                <a:gd name="connsiteY26" fmla="*/ 648403 h 902118"/>
                <a:gd name="connsiteX27" fmla="*/ 112818 w 795443"/>
                <a:gd name="connsiteY27" fmla="*/ 657299 h 902118"/>
                <a:gd name="connsiteX28" fmla="*/ 24960 w 795443"/>
                <a:gd name="connsiteY28" fmla="*/ 784386 h 902118"/>
                <a:gd name="connsiteX29" fmla="*/ 74619 w 795443"/>
                <a:gd name="connsiteY29" fmla="*/ 880337 h 902118"/>
                <a:gd name="connsiteX30" fmla="*/ 76529 w 795443"/>
                <a:gd name="connsiteY30" fmla="*/ 897493 h 902118"/>
                <a:gd name="connsiteX31" fmla="*/ 59339 w 795443"/>
                <a:gd name="connsiteY31" fmla="*/ 899400 h 902118"/>
                <a:gd name="connsiteX32" fmla="*/ 130 w 795443"/>
                <a:gd name="connsiteY32" fmla="*/ 785657 h 902118"/>
                <a:gd name="connsiteX33" fmla="*/ 87989 w 795443"/>
                <a:gd name="connsiteY33" fmla="*/ 640778 h 902118"/>
                <a:gd name="connsiteX34" fmla="*/ 66342 w 795443"/>
                <a:gd name="connsiteY34" fmla="*/ 565161 h 902118"/>
                <a:gd name="connsiteX35" fmla="*/ 168844 w 795443"/>
                <a:gd name="connsiteY35" fmla="*/ 459679 h 902118"/>
                <a:gd name="connsiteX36" fmla="*/ 149107 w 795443"/>
                <a:gd name="connsiteY36" fmla="*/ 389781 h 902118"/>
                <a:gd name="connsiteX37" fmla="*/ 268162 w 795443"/>
                <a:gd name="connsiteY37" fmla="*/ 279851 h 902118"/>
                <a:gd name="connsiteX38" fmla="*/ 275802 w 795443"/>
                <a:gd name="connsiteY38" fmla="*/ 276039 h 902118"/>
                <a:gd name="connsiteX39" fmla="*/ 277712 w 795443"/>
                <a:gd name="connsiteY39" fmla="*/ 267143 h 902118"/>
                <a:gd name="connsiteX40" fmla="*/ 376394 w 795443"/>
                <a:gd name="connsiteY40" fmla="*/ 3437 h 902118"/>
                <a:gd name="connsiteX41" fmla="*/ 389763 w 795443"/>
                <a:gd name="connsiteY41" fmla="*/ 896 h 902118"/>
                <a:gd name="connsiteX42" fmla="*/ 396767 w 795443"/>
                <a:gd name="connsiteY42" fmla="*/ 12333 h 902118"/>
                <a:gd name="connsiteX43" fmla="*/ 501178 w 795443"/>
                <a:gd name="connsiteY43" fmla="*/ 256976 h 902118"/>
                <a:gd name="connsiteX44" fmla="*/ 554658 w 795443"/>
                <a:gd name="connsiteY44" fmla="*/ 282393 h 902118"/>
                <a:gd name="connsiteX45" fmla="*/ 646336 w 795443"/>
                <a:gd name="connsiteY45" fmla="*/ 389146 h 902118"/>
                <a:gd name="connsiteX46" fmla="*/ 626600 w 795443"/>
                <a:gd name="connsiteY46" fmla="*/ 459044 h 902118"/>
                <a:gd name="connsiteX47" fmla="*/ 729101 w 795443"/>
                <a:gd name="connsiteY47" fmla="*/ 564526 h 902118"/>
                <a:gd name="connsiteX48" fmla="*/ 707455 w 795443"/>
                <a:gd name="connsiteY48" fmla="*/ 640142 h 902118"/>
                <a:gd name="connsiteX49" fmla="*/ 795313 w 795443"/>
                <a:gd name="connsiteY49" fmla="*/ 785021 h 902118"/>
                <a:gd name="connsiteX50" fmla="*/ 736105 w 795443"/>
                <a:gd name="connsiteY50" fmla="*/ 898764 h 902118"/>
                <a:gd name="connsiteX51" fmla="*/ 729738 w 795443"/>
                <a:gd name="connsiteY51" fmla="*/ 901941 h 90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95443" h="902118">
                  <a:moveTo>
                    <a:pt x="729738" y="901941"/>
                  </a:moveTo>
                  <a:cubicBezTo>
                    <a:pt x="725918" y="901941"/>
                    <a:pt x="722735" y="900035"/>
                    <a:pt x="720188" y="897493"/>
                  </a:cubicBezTo>
                  <a:cubicBezTo>
                    <a:pt x="715731" y="892410"/>
                    <a:pt x="717005" y="884785"/>
                    <a:pt x="722098" y="880337"/>
                  </a:cubicBezTo>
                  <a:cubicBezTo>
                    <a:pt x="752657" y="856825"/>
                    <a:pt x="770484" y="821877"/>
                    <a:pt x="771757" y="784386"/>
                  </a:cubicBezTo>
                  <a:cubicBezTo>
                    <a:pt x="773667" y="727197"/>
                    <a:pt x="738651" y="675727"/>
                    <a:pt x="683899" y="657299"/>
                  </a:cubicBezTo>
                  <a:cubicBezTo>
                    <a:pt x="680079" y="656028"/>
                    <a:pt x="676896" y="652851"/>
                    <a:pt x="676259" y="648403"/>
                  </a:cubicBezTo>
                  <a:cubicBezTo>
                    <a:pt x="674986" y="644591"/>
                    <a:pt x="676259" y="640142"/>
                    <a:pt x="679442" y="636965"/>
                  </a:cubicBezTo>
                  <a:cubicBezTo>
                    <a:pt x="697905" y="618538"/>
                    <a:pt x="707455" y="592485"/>
                    <a:pt x="705545" y="566432"/>
                  </a:cubicBezTo>
                  <a:cubicBezTo>
                    <a:pt x="702362" y="519410"/>
                    <a:pt x="660979" y="482555"/>
                    <a:pt x="611320" y="482555"/>
                  </a:cubicBezTo>
                  <a:lnTo>
                    <a:pt x="601770" y="482555"/>
                  </a:lnTo>
                  <a:cubicBezTo>
                    <a:pt x="596677" y="482555"/>
                    <a:pt x="592220" y="479378"/>
                    <a:pt x="590310" y="474930"/>
                  </a:cubicBezTo>
                  <a:cubicBezTo>
                    <a:pt x="588400" y="470482"/>
                    <a:pt x="589674" y="464763"/>
                    <a:pt x="593493" y="461585"/>
                  </a:cubicBezTo>
                  <a:cubicBezTo>
                    <a:pt x="613230" y="443158"/>
                    <a:pt x="624053" y="417740"/>
                    <a:pt x="622780" y="390417"/>
                  </a:cubicBezTo>
                  <a:cubicBezTo>
                    <a:pt x="620870" y="350384"/>
                    <a:pt x="590947" y="315436"/>
                    <a:pt x="550201" y="305904"/>
                  </a:cubicBezTo>
                  <a:cubicBezTo>
                    <a:pt x="524098" y="300185"/>
                    <a:pt x="502452" y="289383"/>
                    <a:pt x="485899" y="275403"/>
                  </a:cubicBezTo>
                  <a:cubicBezTo>
                    <a:pt x="445153" y="239819"/>
                    <a:pt x="378941" y="164838"/>
                    <a:pt x="373211" y="44105"/>
                  </a:cubicBezTo>
                  <a:cubicBezTo>
                    <a:pt x="340741" y="84138"/>
                    <a:pt x="282169" y="171192"/>
                    <a:pt x="301905" y="261424"/>
                  </a:cubicBezTo>
                  <a:cubicBezTo>
                    <a:pt x="304452" y="271591"/>
                    <a:pt x="301905" y="282393"/>
                    <a:pt x="294902" y="290654"/>
                  </a:cubicBezTo>
                  <a:cubicBezTo>
                    <a:pt x="288535" y="298914"/>
                    <a:pt x="278349" y="303362"/>
                    <a:pt x="268162" y="303362"/>
                  </a:cubicBezTo>
                  <a:cubicBezTo>
                    <a:pt x="217866" y="303362"/>
                    <a:pt x="175847" y="342124"/>
                    <a:pt x="173937" y="390417"/>
                  </a:cubicBezTo>
                  <a:cubicBezTo>
                    <a:pt x="172664" y="417105"/>
                    <a:pt x="183487" y="443158"/>
                    <a:pt x="203223" y="461585"/>
                  </a:cubicBezTo>
                  <a:cubicBezTo>
                    <a:pt x="207043" y="464763"/>
                    <a:pt x="208316" y="470482"/>
                    <a:pt x="206407" y="474930"/>
                  </a:cubicBezTo>
                  <a:cubicBezTo>
                    <a:pt x="204497" y="479378"/>
                    <a:pt x="200040" y="482555"/>
                    <a:pt x="194947" y="482555"/>
                  </a:cubicBezTo>
                  <a:lnTo>
                    <a:pt x="185397" y="482555"/>
                  </a:lnTo>
                  <a:cubicBezTo>
                    <a:pt x="136374" y="482555"/>
                    <a:pt x="94992" y="519410"/>
                    <a:pt x="91172" y="566432"/>
                  </a:cubicBezTo>
                  <a:cubicBezTo>
                    <a:pt x="89262" y="592485"/>
                    <a:pt x="98812" y="618538"/>
                    <a:pt x="117275" y="636965"/>
                  </a:cubicBezTo>
                  <a:cubicBezTo>
                    <a:pt x="120458" y="640142"/>
                    <a:pt x="121731" y="643955"/>
                    <a:pt x="120458" y="648403"/>
                  </a:cubicBezTo>
                  <a:cubicBezTo>
                    <a:pt x="119185" y="652216"/>
                    <a:pt x="116638" y="656028"/>
                    <a:pt x="112818" y="657299"/>
                  </a:cubicBezTo>
                  <a:cubicBezTo>
                    <a:pt x="58066" y="675727"/>
                    <a:pt x="23050" y="727197"/>
                    <a:pt x="24960" y="784386"/>
                  </a:cubicBezTo>
                  <a:cubicBezTo>
                    <a:pt x="26233" y="821877"/>
                    <a:pt x="44696" y="856190"/>
                    <a:pt x="74619" y="880337"/>
                  </a:cubicBezTo>
                  <a:cubicBezTo>
                    <a:pt x="79712" y="884149"/>
                    <a:pt x="80985" y="892410"/>
                    <a:pt x="76529" y="897493"/>
                  </a:cubicBezTo>
                  <a:cubicBezTo>
                    <a:pt x="72709" y="902577"/>
                    <a:pt x="64432" y="903848"/>
                    <a:pt x="59339" y="899400"/>
                  </a:cubicBezTo>
                  <a:cubicBezTo>
                    <a:pt x="23050" y="871441"/>
                    <a:pt x="1403" y="830137"/>
                    <a:pt x="130" y="785657"/>
                  </a:cubicBezTo>
                  <a:cubicBezTo>
                    <a:pt x="-2417" y="723384"/>
                    <a:pt x="32599" y="666831"/>
                    <a:pt x="87989" y="640778"/>
                  </a:cubicBezTo>
                  <a:cubicBezTo>
                    <a:pt x="72072" y="619173"/>
                    <a:pt x="64432" y="591849"/>
                    <a:pt x="66342" y="565161"/>
                  </a:cubicBezTo>
                  <a:cubicBezTo>
                    <a:pt x="70162" y="510514"/>
                    <a:pt x="114091" y="466669"/>
                    <a:pt x="168844" y="459679"/>
                  </a:cubicBezTo>
                  <a:cubicBezTo>
                    <a:pt x="154838" y="439345"/>
                    <a:pt x="147834" y="415199"/>
                    <a:pt x="149107" y="389781"/>
                  </a:cubicBezTo>
                  <a:cubicBezTo>
                    <a:pt x="151654" y="328780"/>
                    <a:pt x="205133" y="279851"/>
                    <a:pt x="268162" y="279851"/>
                  </a:cubicBezTo>
                  <a:cubicBezTo>
                    <a:pt x="272619" y="279851"/>
                    <a:pt x="275165" y="277310"/>
                    <a:pt x="275802" y="276039"/>
                  </a:cubicBezTo>
                  <a:cubicBezTo>
                    <a:pt x="277712" y="273497"/>
                    <a:pt x="278349" y="270320"/>
                    <a:pt x="277712" y="267143"/>
                  </a:cubicBezTo>
                  <a:cubicBezTo>
                    <a:pt x="247789" y="131160"/>
                    <a:pt x="370664" y="9156"/>
                    <a:pt x="376394" y="3437"/>
                  </a:cubicBezTo>
                  <a:cubicBezTo>
                    <a:pt x="380214" y="260"/>
                    <a:pt x="385307" y="-1011"/>
                    <a:pt x="389763" y="896"/>
                  </a:cubicBezTo>
                  <a:cubicBezTo>
                    <a:pt x="394220" y="2802"/>
                    <a:pt x="397403" y="7250"/>
                    <a:pt x="396767" y="12333"/>
                  </a:cubicBezTo>
                  <a:cubicBezTo>
                    <a:pt x="391674" y="142597"/>
                    <a:pt x="459796" y="221391"/>
                    <a:pt x="501178" y="256976"/>
                  </a:cubicBezTo>
                  <a:cubicBezTo>
                    <a:pt x="515185" y="269049"/>
                    <a:pt x="533011" y="277310"/>
                    <a:pt x="554658" y="282393"/>
                  </a:cubicBezTo>
                  <a:cubicBezTo>
                    <a:pt x="606227" y="294466"/>
                    <a:pt x="643789" y="338311"/>
                    <a:pt x="646336" y="389146"/>
                  </a:cubicBezTo>
                  <a:cubicBezTo>
                    <a:pt x="647609" y="413928"/>
                    <a:pt x="640606" y="438710"/>
                    <a:pt x="626600" y="459044"/>
                  </a:cubicBezTo>
                  <a:cubicBezTo>
                    <a:pt x="681352" y="466033"/>
                    <a:pt x="724645" y="509878"/>
                    <a:pt x="729101" y="564526"/>
                  </a:cubicBezTo>
                  <a:cubicBezTo>
                    <a:pt x="731011" y="591849"/>
                    <a:pt x="723371" y="618538"/>
                    <a:pt x="707455" y="640142"/>
                  </a:cubicBezTo>
                  <a:cubicBezTo>
                    <a:pt x="762844" y="666195"/>
                    <a:pt x="797860" y="722113"/>
                    <a:pt x="795313" y="785021"/>
                  </a:cubicBezTo>
                  <a:cubicBezTo>
                    <a:pt x="793404" y="829502"/>
                    <a:pt x="771757" y="870805"/>
                    <a:pt x="736105" y="898764"/>
                  </a:cubicBezTo>
                  <a:cubicBezTo>
                    <a:pt x="734831" y="901306"/>
                    <a:pt x="732285" y="901941"/>
                    <a:pt x="729738" y="9019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DAA941B-6C3A-2E88-CF38-EDCA76F7BB01}"/>
                </a:ext>
              </a:extLst>
            </p:cNvPr>
            <p:cNvSpPr/>
            <p:nvPr/>
          </p:nvSpPr>
          <p:spPr>
            <a:xfrm>
              <a:off x="4239075" y="4457269"/>
              <a:ext cx="460004" cy="389362"/>
            </a:xfrm>
            <a:custGeom>
              <a:avLst/>
              <a:gdLst>
                <a:gd name="connsiteX0" fmla="*/ 226013 w 460004"/>
                <a:gd name="connsiteY0" fmla="*/ 389362 h 389362"/>
                <a:gd name="connsiteX1" fmla="*/ 56662 w 460004"/>
                <a:gd name="connsiteY1" fmla="*/ 319465 h 389362"/>
                <a:gd name="connsiteX2" fmla="*/ 0 w 460004"/>
                <a:gd name="connsiteY2" fmla="*/ 182846 h 389362"/>
                <a:gd name="connsiteX3" fmla="*/ 56662 w 460004"/>
                <a:gd name="connsiteY3" fmla="*/ 46228 h 389362"/>
                <a:gd name="connsiteX4" fmla="*/ 279492 w 460004"/>
                <a:gd name="connsiteY4" fmla="*/ 46228 h 389362"/>
                <a:gd name="connsiteX5" fmla="*/ 279492 w 460004"/>
                <a:gd name="connsiteY5" fmla="*/ 63385 h 389362"/>
                <a:gd name="connsiteX6" fmla="*/ 262302 w 460004"/>
                <a:gd name="connsiteY6" fmla="*/ 63385 h 389362"/>
                <a:gd name="connsiteX7" fmla="*/ 73852 w 460004"/>
                <a:gd name="connsiteY7" fmla="*/ 63385 h 389362"/>
                <a:gd name="connsiteX8" fmla="*/ 24193 w 460004"/>
                <a:gd name="connsiteY8" fmla="*/ 182846 h 389362"/>
                <a:gd name="connsiteX9" fmla="*/ 73852 w 460004"/>
                <a:gd name="connsiteY9" fmla="*/ 302308 h 389362"/>
                <a:gd name="connsiteX10" fmla="*/ 226013 w 460004"/>
                <a:gd name="connsiteY10" fmla="*/ 365216 h 389362"/>
                <a:gd name="connsiteX11" fmla="*/ 378174 w 460004"/>
                <a:gd name="connsiteY11" fmla="*/ 302308 h 389362"/>
                <a:gd name="connsiteX12" fmla="*/ 436746 w 460004"/>
                <a:gd name="connsiteY12" fmla="*/ 215889 h 389362"/>
                <a:gd name="connsiteX13" fmla="*/ 452662 w 460004"/>
                <a:gd name="connsiteY13" fmla="*/ 209534 h 389362"/>
                <a:gd name="connsiteX14" fmla="*/ 459029 w 460004"/>
                <a:gd name="connsiteY14" fmla="*/ 225420 h 389362"/>
                <a:gd name="connsiteX15" fmla="*/ 395363 w 460004"/>
                <a:gd name="connsiteY15" fmla="*/ 319465 h 389362"/>
                <a:gd name="connsiteX16" fmla="*/ 226013 w 460004"/>
                <a:gd name="connsiteY16" fmla="*/ 389362 h 38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60004" h="389362">
                  <a:moveTo>
                    <a:pt x="226013" y="389362"/>
                  </a:moveTo>
                  <a:cubicBezTo>
                    <a:pt x="162347" y="389362"/>
                    <a:pt x="101865" y="364580"/>
                    <a:pt x="56662" y="319465"/>
                  </a:cubicBezTo>
                  <a:cubicBezTo>
                    <a:pt x="19736" y="282609"/>
                    <a:pt x="0" y="234316"/>
                    <a:pt x="0" y="182846"/>
                  </a:cubicBezTo>
                  <a:cubicBezTo>
                    <a:pt x="0" y="131376"/>
                    <a:pt x="20373" y="82448"/>
                    <a:pt x="56662" y="46228"/>
                  </a:cubicBezTo>
                  <a:cubicBezTo>
                    <a:pt x="118418" y="-15409"/>
                    <a:pt x="218373" y="-15409"/>
                    <a:pt x="279492" y="46228"/>
                  </a:cubicBezTo>
                  <a:cubicBezTo>
                    <a:pt x="283948" y="50676"/>
                    <a:pt x="283948" y="58937"/>
                    <a:pt x="279492" y="63385"/>
                  </a:cubicBezTo>
                  <a:cubicBezTo>
                    <a:pt x="275036" y="67833"/>
                    <a:pt x="266759" y="67833"/>
                    <a:pt x="262302" y="63385"/>
                  </a:cubicBezTo>
                  <a:cubicBezTo>
                    <a:pt x="210097" y="11279"/>
                    <a:pt x="126058" y="11279"/>
                    <a:pt x="73852" y="63385"/>
                  </a:cubicBezTo>
                  <a:cubicBezTo>
                    <a:pt x="42019" y="95156"/>
                    <a:pt x="24193" y="137730"/>
                    <a:pt x="24193" y="182846"/>
                  </a:cubicBezTo>
                  <a:cubicBezTo>
                    <a:pt x="24193" y="227962"/>
                    <a:pt x="42019" y="270536"/>
                    <a:pt x="73852" y="302308"/>
                  </a:cubicBezTo>
                  <a:cubicBezTo>
                    <a:pt x="114598" y="342976"/>
                    <a:pt x="168714" y="365216"/>
                    <a:pt x="226013" y="365216"/>
                  </a:cubicBezTo>
                  <a:cubicBezTo>
                    <a:pt x="283312" y="365216"/>
                    <a:pt x="337428" y="342976"/>
                    <a:pt x="378174" y="302308"/>
                  </a:cubicBezTo>
                  <a:cubicBezTo>
                    <a:pt x="403003" y="277526"/>
                    <a:pt x="422739" y="248296"/>
                    <a:pt x="436746" y="215889"/>
                  </a:cubicBezTo>
                  <a:cubicBezTo>
                    <a:pt x="439293" y="209534"/>
                    <a:pt x="446296" y="206993"/>
                    <a:pt x="452662" y="209534"/>
                  </a:cubicBezTo>
                  <a:cubicBezTo>
                    <a:pt x="459029" y="212076"/>
                    <a:pt x="461576" y="219066"/>
                    <a:pt x="459029" y="225420"/>
                  </a:cubicBezTo>
                  <a:cubicBezTo>
                    <a:pt x="444386" y="261004"/>
                    <a:pt x="422739" y="292776"/>
                    <a:pt x="395363" y="319465"/>
                  </a:cubicBezTo>
                  <a:cubicBezTo>
                    <a:pt x="350161" y="364580"/>
                    <a:pt x="290315" y="389362"/>
                    <a:pt x="226013" y="38936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A84A268E-EBD7-D98C-BD75-8E7B12DDE248}"/>
                </a:ext>
              </a:extLst>
            </p:cNvPr>
            <p:cNvSpPr/>
            <p:nvPr/>
          </p:nvSpPr>
          <p:spPr>
            <a:xfrm>
              <a:off x="3722747" y="3995784"/>
              <a:ext cx="1334431" cy="1411934"/>
            </a:xfrm>
            <a:custGeom>
              <a:avLst/>
              <a:gdLst>
                <a:gd name="connsiteX0" fmla="*/ 749344 w 1334431"/>
                <a:gd name="connsiteY0" fmla="*/ 1411935 h 1411934"/>
                <a:gd name="connsiteX1" fmla="*/ 167441 w 1334431"/>
                <a:gd name="connsiteY1" fmla="*/ 1128531 h 1411934"/>
                <a:gd name="connsiteX2" fmla="*/ 0 w 1334431"/>
                <a:gd name="connsiteY2" fmla="*/ 665935 h 1411934"/>
                <a:gd name="connsiteX3" fmla="*/ 667216 w 1334431"/>
                <a:gd name="connsiteY3" fmla="*/ 0 h 1411934"/>
                <a:gd name="connsiteX4" fmla="*/ 1334431 w 1334431"/>
                <a:gd name="connsiteY4" fmla="*/ 665935 h 1411934"/>
                <a:gd name="connsiteX5" fmla="*/ 1251666 w 1334431"/>
                <a:gd name="connsiteY5" fmla="*/ 953151 h 1411934"/>
                <a:gd name="connsiteX6" fmla="*/ 1234476 w 1334431"/>
                <a:gd name="connsiteY6" fmla="*/ 953151 h 1411934"/>
                <a:gd name="connsiteX7" fmla="*/ 1234476 w 1334431"/>
                <a:gd name="connsiteY7" fmla="*/ 935995 h 1411934"/>
                <a:gd name="connsiteX8" fmla="*/ 1310239 w 1334431"/>
                <a:gd name="connsiteY8" fmla="*/ 665935 h 1411934"/>
                <a:gd name="connsiteX9" fmla="*/ 667216 w 1334431"/>
                <a:gd name="connsiteY9" fmla="*/ 24147 h 1411934"/>
                <a:gd name="connsiteX10" fmla="*/ 24193 w 1334431"/>
                <a:gd name="connsiteY10" fmla="*/ 665935 h 1411934"/>
                <a:gd name="connsiteX11" fmla="*/ 185904 w 1334431"/>
                <a:gd name="connsiteY11" fmla="*/ 1112645 h 1411934"/>
                <a:gd name="connsiteX12" fmla="*/ 919968 w 1334431"/>
                <a:gd name="connsiteY12" fmla="*/ 1369361 h 1411934"/>
                <a:gd name="connsiteX13" fmla="*/ 1230657 w 1334431"/>
                <a:gd name="connsiteY13" fmla="*/ 1160303 h 1411934"/>
                <a:gd name="connsiteX14" fmla="*/ 1206463 w 1334431"/>
                <a:gd name="connsiteY14" fmla="*/ 1072613 h 1411934"/>
                <a:gd name="connsiteX15" fmla="*/ 1118605 w 1334431"/>
                <a:gd name="connsiteY15" fmla="*/ 1068800 h 1411934"/>
                <a:gd name="connsiteX16" fmla="*/ 1117332 w 1334431"/>
                <a:gd name="connsiteY16" fmla="*/ 1069436 h 1411934"/>
                <a:gd name="connsiteX17" fmla="*/ 391544 w 1334431"/>
                <a:gd name="connsiteY17" fmla="*/ 1005892 h 1411934"/>
                <a:gd name="connsiteX18" fmla="*/ 257846 w 1334431"/>
                <a:gd name="connsiteY18" fmla="*/ 683727 h 1411934"/>
                <a:gd name="connsiteX19" fmla="*/ 391544 w 1334431"/>
                <a:gd name="connsiteY19" fmla="*/ 361562 h 1411934"/>
                <a:gd name="connsiteX20" fmla="*/ 651300 w 1334431"/>
                <a:gd name="connsiteY20" fmla="*/ 254174 h 1411934"/>
                <a:gd name="connsiteX21" fmla="*/ 911055 w 1334431"/>
                <a:gd name="connsiteY21" fmla="*/ 361562 h 1411934"/>
                <a:gd name="connsiteX22" fmla="*/ 974721 w 1334431"/>
                <a:gd name="connsiteY22" fmla="*/ 685634 h 1411934"/>
                <a:gd name="connsiteX23" fmla="*/ 958804 w 1334431"/>
                <a:gd name="connsiteY23" fmla="*/ 691988 h 1411934"/>
                <a:gd name="connsiteX24" fmla="*/ 952438 w 1334431"/>
                <a:gd name="connsiteY24" fmla="*/ 676102 h 1411934"/>
                <a:gd name="connsiteX25" fmla="*/ 893865 w 1334431"/>
                <a:gd name="connsiteY25" fmla="*/ 378719 h 1411934"/>
                <a:gd name="connsiteX26" fmla="*/ 651300 w 1334431"/>
                <a:gd name="connsiteY26" fmla="*/ 278320 h 1411934"/>
                <a:gd name="connsiteX27" fmla="*/ 408733 w 1334431"/>
                <a:gd name="connsiteY27" fmla="*/ 378719 h 1411934"/>
                <a:gd name="connsiteX28" fmla="*/ 282039 w 1334431"/>
                <a:gd name="connsiteY28" fmla="*/ 683092 h 1411934"/>
                <a:gd name="connsiteX29" fmla="*/ 408733 w 1334431"/>
                <a:gd name="connsiteY29" fmla="*/ 987465 h 1411934"/>
                <a:gd name="connsiteX30" fmla="*/ 1103325 w 1334431"/>
                <a:gd name="connsiteY30" fmla="*/ 1048467 h 1411934"/>
                <a:gd name="connsiteX31" fmla="*/ 1104598 w 1334431"/>
                <a:gd name="connsiteY31" fmla="*/ 1047831 h 1411934"/>
                <a:gd name="connsiteX32" fmla="*/ 1221107 w 1334431"/>
                <a:gd name="connsiteY32" fmla="*/ 1052279 h 1411934"/>
                <a:gd name="connsiteX33" fmla="*/ 1252940 w 1334431"/>
                <a:gd name="connsiteY33" fmla="*/ 1167928 h 1411934"/>
                <a:gd name="connsiteX34" fmla="*/ 924425 w 1334431"/>
                <a:gd name="connsiteY34" fmla="*/ 1392236 h 1411934"/>
                <a:gd name="connsiteX35" fmla="*/ 749344 w 1334431"/>
                <a:gd name="connsiteY35" fmla="*/ 1411935 h 1411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34431" h="1411934">
                  <a:moveTo>
                    <a:pt x="749344" y="1411935"/>
                  </a:moveTo>
                  <a:cubicBezTo>
                    <a:pt x="563441" y="1411935"/>
                    <a:pt x="348251" y="1349662"/>
                    <a:pt x="167441" y="1128531"/>
                  </a:cubicBezTo>
                  <a:cubicBezTo>
                    <a:pt x="64303" y="1000809"/>
                    <a:pt x="0" y="824158"/>
                    <a:pt x="0" y="665935"/>
                  </a:cubicBezTo>
                  <a:cubicBezTo>
                    <a:pt x="0" y="298654"/>
                    <a:pt x="299228" y="0"/>
                    <a:pt x="667216" y="0"/>
                  </a:cubicBezTo>
                  <a:cubicBezTo>
                    <a:pt x="1035203" y="0"/>
                    <a:pt x="1334431" y="298654"/>
                    <a:pt x="1334431" y="665935"/>
                  </a:cubicBezTo>
                  <a:cubicBezTo>
                    <a:pt x="1334431" y="867368"/>
                    <a:pt x="1254849" y="949974"/>
                    <a:pt x="1251666" y="953151"/>
                  </a:cubicBezTo>
                  <a:cubicBezTo>
                    <a:pt x="1247210" y="957599"/>
                    <a:pt x="1238933" y="958235"/>
                    <a:pt x="1234476" y="953151"/>
                  </a:cubicBezTo>
                  <a:cubicBezTo>
                    <a:pt x="1230020" y="948703"/>
                    <a:pt x="1229383" y="940443"/>
                    <a:pt x="1234476" y="935995"/>
                  </a:cubicBezTo>
                  <a:cubicBezTo>
                    <a:pt x="1235750" y="934724"/>
                    <a:pt x="1310239" y="855930"/>
                    <a:pt x="1310239" y="665935"/>
                  </a:cubicBezTo>
                  <a:cubicBezTo>
                    <a:pt x="1310239" y="311998"/>
                    <a:pt x="1021833" y="24147"/>
                    <a:pt x="667216" y="24147"/>
                  </a:cubicBezTo>
                  <a:cubicBezTo>
                    <a:pt x="312598" y="24147"/>
                    <a:pt x="24193" y="311998"/>
                    <a:pt x="24193" y="665935"/>
                  </a:cubicBezTo>
                  <a:cubicBezTo>
                    <a:pt x="24193" y="818439"/>
                    <a:pt x="85949" y="989371"/>
                    <a:pt x="185904" y="1112645"/>
                  </a:cubicBezTo>
                  <a:cubicBezTo>
                    <a:pt x="420193" y="1398591"/>
                    <a:pt x="714965" y="1410029"/>
                    <a:pt x="919968" y="1369361"/>
                  </a:cubicBezTo>
                  <a:cubicBezTo>
                    <a:pt x="1127518" y="1323609"/>
                    <a:pt x="1203280" y="1230201"/>
                    <a:pt x="1230657" y="1160303"/>
                  </a:cubicBezTo>
                  <a:cubicBezTo>
                    <a:pt x="1245936" y="1121541"/>
                    <a:pt x="1226836" y="1089134"/>
                    <a:pt x="1206463" y="1072613"/>
                  </a:cubicBezTo>
                  <a:cubicBezTo>
                    <a:pt x="1185454" y="1056092"/>
                    <a:pt x="1151711" y="1046560"/>
                    <a:pt x="1118605" y="1068800"/>
                  </a:cubicBezTo>
                  <a:lnTo>
                    <a:pt x="1117332" y="1069436"/>
                  </a:lnTo>
                  <a:cubicBezTo>
                    <a:pt x="891955" y="1227024"/>
                    <a:pt x="586361" y="1200335"/>
                    <a:pt x="391544" y="1005892"/>
                  </a:cubicBezTo>
                  <a:cubicBezTo>
                    <a:pt x="305595" y="920109"/>
                    <a:pt x="257846" y="805731"/>
                    <a:pt x="257846" y="683727"/>
                  </a:cubicBezTo>
                  <a:cubicBezTo>
                    <a:pt x="257846" y="561724"/>
                    <a:pt x="305595" y="447981"/>
                    <a:pt x="391544" y="361562"/>
                  </a:cubicBezTo>
                  <a:cubicBezTo>
                    <a:pt x="460939" y="292300"/>
                    <a:pt x="553254" y="254174"/>
                    <a:pt x="651300" y="254174"/>
                  </a:cubicBezTo>
                  <a:cubicBezTo>
                    <a:pt x="749344" y="254174"/>
                    <a:pt x="841659" y="292300"/>
                    <a:pt x="911055" y="361562"/>
                  </a:cubicBezTo>
                  <a:cubicBezTo>
                    <a:pt x="996367" y="446710"/>
                    <a:pt x="1021833" y="574433"/>
                    <a:pt x="974721" y="685634"/>
                  </a:cubicBezTo>
                  <a:cubicBezTo>
                    <a:pt x="972174" y="691988"/>
                    <a:pt x="965171" y="694530"/>
                    <a:pt x="958804" y="691988"/>
                  </a:cubicBezTo>
                  <a:cubicBezTo>
                    <a:pt x="952438" y="689446"/>
                    <a:pt x="949891" y="682456"/>
                    <a:pt x="952438" y="676102"/>
                  </a:cubicBezTo>
                  <a:cubicBezTo>
                    <a:pt x="995730" y="573797"/>
                    <a:pt x="972811" y="457513"/>
                    <a:pt x="893865" y="378719"/>
                  </a:cubicBezTo>
                  <a:cubicBezTo>
                    <a:pt x="828926" y="313905"/>
                    <a:pt x="742978" y="278320"/>
                    <a:pt x="651300" y="278320"/>
                  </a:cubicBezTo>
                  <a:cubicBezTo>
                    <a:pt x="559621" y="278320"/>
                    <a:pt x="473672" y="313905"/>
                    <a:pt x="408733" y="378719"/>
                  </a:cubicBezTo>
                  <a:cubicBezTo>
                    <a:pt x="327241" y="460054"/>
                    <a:pt x="282039" y="568078"/>
                    <a:pt x="282039" y="683092"/>
                  </a:cubicBezTo>
                  <a:cubicBezTo>
                    <a:pt x="282039" y="798105"/>
                    <a:pt x="327241" y="906129"/>
                    <a:pt x="408733" y="987465"/>
                  </a:cubicBezTo>
                  <a:cubicBezTo>
                    <a:pt x="595273" y="1173647"/>
                    <a:pt x="887499" y="1199700"/>
                    <a:pt x="1103325" y="1048467"/>
                  </a:cubicBezTo>
                  <a:lnTo>
                    <a:pt x="1104598" y="1047831"/>
                  </a:lnTo>
                  <a:cubicBezTo>
                    <a:pt x="1140888" y="1023049"/>
                    <a:pt x="1186727" y="1024955"/>
                    <a:pt x="1221107" y="1052279"/>
                  </a:cubicBezTo>
                  <a:cubicBezTo>
                    <a:pt x="1256759" y="1080874"/>
                    <a:pt x="1269492" y="1125989"/>
                    <a:pt x="1252940" y="1167928"/>
                  </a:cubicBezTo>
                  <a:cubicBezTo>
                    <a:pt x="1223653" y="1243545"/>
                    <a:pt x="1142798" y="1343308"/>
                    <a:pt x="924425" y="1392236"/>
                  </a:cubicBezTo>
                  <a:cubicBezTo>
                    <a:pt x="872219" y="1404945"/>
                    <a:pt x="812373" y="1411935"/>
                    <a:pt x="749344" y="14119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28DA3ED-72E4-6878-FEFD-34DB257A1F76}"/>
                </a:ext>
              </a:extLst>
            </p:cNvPr>
            <p:cNvSpPr/>
            <p:nvPr/>
          </p:nvSpPr>
          <p:spPr>
            <a:xfrm>
              <a:off x="6114664" y="3710475"/>
              <a:ext cx="1403190" cy="292935"/>
            </a:xfrm>
            <a:custGeom>
              <a:avLst/>
              <a:gdLst>
                <a:gd name="connsiteX0" fmla="*/ 1319788 w 1403190"/>
                <a:gd name="connsiteY0" fmla="*/ 292935 h 292935"/>
                <a:gd name="connsiteX1" fmla="*/ 1308328 w 1403190"/>
                <a:gd name="connsiteY1" fmla="*/ 284675 h 292935"/>
                <a:gd name="connsiteX2" fmla="*/ 1315969 w 1403190"/>
                <a:gd name="connsiteY2" fmla="*/ 269424 h 292935"/>
                <a:gd name="connsiteX3" fmla="*/ 1378997 w 1403190"/>
                <a:gd name="connsiteY3" fmla="*/ 189359 h 292935"/>
                <a:gd name="connsiteX4" fmla="*/ 1378997 w 1403190"/>
                <a:gd name="connsiteY4" fmla="*/ 86419 h 292935"/>
                <a:gd name="connsiteX5" fmla="*/ 1317242 w 1403190"/>
                <a:gd name="connsiteY5" fmla="*/ 24782 h 292935"/>
                <a:gd name="connsiteX6" fmla="*/ 85949 w 1403190"/>
                <a:gd name="connsiteY6" fmla="*/ 24782 h 292935"/>
                <a:gd name="connsiteX7" fmla="*/ 24193 w 1403190"/>
                <a:gd name="connsiteY7" fmla="*/ 86419 h 292935"/>
                <a:gd name="connsiteX8" fmla="*/ 24193 w 1403190"/>
                <a:gd name="connsiteY8" fmla="*/ 189359 h 292935"/>
                <a:gd name="connsiteX9" fmla="*/ 87222 w 1403190"/>
                <a:gd name="connsiteY9" fmla="*/ 269424 h 292935"/>
                <a:gd name="connsiteX10" fmla="*/ 94862 w 1403190"/>
                <a:gd name="connsiteY10" fmla="*/ 284675 h 292935"/>
                <a:gd name="connsiteX11" fmla="*/ 79582 w 1403190"/>
                <a:gd name="connsiteY11" fmla="*/ 292300 h 292935"/>
                <a:gd name="connsiteX12" fmla="*/ 0 w 1403190"/>
                <a:gd name="connsiteY12" fmla="*/ 189359 h 292935"/>
                <a:gd name="connsiteX13" fmla="*/ 0 w 1403190"/>
                <a:gd name="connsiteY13" fmla="*/ 86419 h 292935"/>
                <a:gd name="connsiteX14" fmla="*/ 86585 w 1403190"/>
                <a:gd name="connsiteY14" fmla="*/ 0 h 292935"/>
                <a:gd name="connsiteX15" fmla="*/ 1316605 w 1403190"/>
                <a:gd name="connsiteY15" fmla="*/ 0 h 292935"/>
                <a:gd name="connsiteX16" fmla="*/ 1403190 w 1403190"/>
                <a:gd name="connsiteY16" fmla="*/ 86419 h 292935"/>
                <a:gd name="connsiteX17" fmla="*/ 1403190 w 1403190"/>
                <a:gd name="connsiteY17" fmla="*/ 189359 h 292935"/>
                <a:gd name="connsiteX18" fmla="*/ 1323608 w 1403190"/>
                <a:gd name="connsiteY18" fmla="*/ 292300 h 292935"/>
                <a:gd name="connsiteX19" fmla="*/ 1319788 w 1403190"/>
                <a:gd name="connsiteY19" fmla="*/ 292935 h 292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03190" h="292935">
                  <a:moveTo>
                    <a:pt x="1319788" y="292935"/>
                  </a:moveTo>
                  <a:cubicBezTo>
                    <a:pt x="1314695" y="292935"/>
                    <a:pt x="1310239" y="289758"/>
                    <a:pt x="1308328" y="284675"/>
                  </a:cubicBezTo>
                  <a:cubicBezTo>
                    <a:pt x="1306419" y="278320"/>
                    <a:pt x="1309602" y="271330"/>
                    <a:pt x="1315969" y="269424"/>
                  </a:cubicBezTo>
                  <a:cubicBezTo>
                    <a:pt x="1377724" y="248455"/>
                    <a:pt x="1378997" y="189995"/>
                    <a:pt x="1378997" y="189359"/>
                  </a:cubicBezTo>
                  <a:lnTo>
                    <a:pt x="1378997" y="86419"/>
                  </a:lnTo>
                  <a:cubicBezTo>
                    <a:pt x="1378997" y="52106"/>
                    <a:pt x="1350985" y="24782"/>
                    <a:pt x="1317242" y="24782"/>
                  </a:cubicBezTo>
                  <a:lnTo>
                    <a:pt x="85949" y="24782"/>
                  </a:lnTo>
                  <a:cubicBezTo>
                    <a:pt x="51569" y="24782"/>
                    <a:pt x="24193" y="52741"/>
                    <a:pt x="24193" y="86419"/>
                  </a:cubicBezTo>
                  <a:lnTo>
                    <a:pt x="24193" y="189359"/>
                  </a:lnTo>
                  <a:cubicBezTo>
                    <a:pt x="24193" y="191901"/>
                    <a:pt x="25466" y="248455"/>
                    <a:pt x="87222" y="269424"/>
                  </a:cubicBezTo>
                  <a:cubicBezTo>
                    <a:pt x="93589" y="271330"/>
                    <a:pt x="96772" y="278320"/>
                    <a:pt x="94862" y="284675"/>
                  </a:cubicBezTo>
                  <a:cubicBezTo>
                    <a:pt x="92952" y="291029"/>
                    <a:pt x="85949" y="294206"/>
                    <a:pt x="79582" y="292300"/>
                  </a:cubicBezTo>
                  <a:cubicBezTo>
                    <a:pt x="17190" y="270695"/>
                    <a:pt x="0" y="215412"/>
                    <a:pt x="0" y="189359"/>
                  </a:cubicBezTo>
                  <a:lnTo>
                    <a:pt x="0" y="86419"/>
                  </a:lnTo>
                  <a:cubicBezTo>
                    <a:pt x="0" y="38762"/>
                    <a:pt x="38836" y="0"/>
                    <a:pt x="86585" y="0"/>
                  </a:cubicBezTo>
                  <a:lnTo>
                    <a:pt x="1316605" y="0"/>
                  </a:lnTo>
                  <a:cubicBezTo>
                    <a:pt x="1364354" y="0"/>
                    <a:pt x="1403190" y="38762"/>
                    <a:pt x="1403190" y="86419"/>
                  </a:cubicBezTo>
                  <a:lnTo>
                    <a:pt x="1403190" y="189359"/>
                  </a:lnTo>
                  <a:cubicBezTo>
                    <a:pt x="1403190" y="215412"/>
                    <a:pt x="1386637" y="270695"/>
                    <a:pt x="1323608" y="292300"/>
                  </a:cubicBezTo>
                  <a:cubicBezTo>
                    <a:pt x="1322335" y="292935"/>
                    <a:pt x="1321061" y="292935"/>
                    <a:pt x="1319788" y="2929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EB3930E2-3E08-5218-C89B-845D544BE408}"/>
                </a:ext>
              </a:extLst>
            </p:cNvPr>
            <p:cNvSpPr/>
            <p:nvPr/>
          </p:nvSpPr>
          <p:spPr>
            <a:xfrm>
              <a:off x="6114028" y="4603734"/>
              <a:ext cx="1401946" cy="289918"/>
            </a:xfrm>
            <a:custGeom>
              <a:avLst/>
              <a:gdLst>
                <a:gd name="connsiteX0" fmla="*/ 1317242 w 1401946"/>
                <a:gd name="connsiteY0" fmla="*/ 289919 h 289918"/>
                <a:gd name="connsiteX1" fmla="*/ 86585 w 1401946"/>
                <a:gd name="connsiteY1" fmla="*/ 289919 h 289918"/>
                <a:gd name="connsiteX2" fmla="*/ 0 w 1401946"/>
                <a:gd name="connsiteY2" fmla="*/ 203500 h 289918"/>
                <a:gd name="connsiteX3" fmla="*/ 0 w 1401946"/>
                <a:gd name="connsiteY3" fmla="*/ 82767 h 289918"/>
                <a:gd name="connsiteX4" fmla="*/ 59845 w 1401946"/>
                <a:gd name="connsiteY4" fmla="*/ 796 h 289918"/>
                <a:gd name="connsiteX5" fmla="*/ 75125 w 1401946"/>
                <a:gd name="connsiteY5" fmla="*/ 8421 h 289918"/>
                <a:gd name="connsiteX6" fmla="*/ 67485 w 1401946"/>
                <a:gd name="connsiteY6" fmla="*/ 23672 h 289918"/>
                <a:gd name="connsiteX7" fmla="*/ 24193 w 1401946"/>
                <a:gd name="connsiteY7" fmla="*/ 82767 h 289918"/>
                <a:gd name="connsiteX8" fmla="*/ 24193 w 1401946"/>
                <a:gd name="connsiteY8" fmla="*/ 203500 h 289918"/>
                <a:gd name="connsiteX9" fmla="*/ 85949 w 1401946"/>
                <a:gd name="connsiteY9" fmla="*/ 265137 h 289918"/>
                <a:gd name="connsiteX10" fmla="*/ 1315968 w 1401946"/>
                <a:gd name="connsiteY10" fmla="*/ 265137 h 289918"/>
                <a:gd name="connsiteX11" fmla="*/ 1377724 w 1401946"/>
                <a:gd name="connsiteY11" fmla="*/ 203500 h 289918"/>
                <a:gd name="connsiteX12" fmla="*/ 1377724 w 1401946"/>
                <a:gd name="connsiteY12" fmla="*/ 82767 h 289918"/>
                <a:gd name="connsiteX13" fmla="*/ 1334431 w 1401946"/>
                <a:gd name="connsiteY13" fmla="*/ 23672 h 289918"/>
                <a:gd name="connsiteX14" fmla="*/ 1326792 w 1401946"/>
                <a:gd name="connsiteY14" fmla="*/ 8421 h 289918"/>
                <a:gd name="connsiteX15" fmla="*/ 1342071 w 1401946"/>
                <a:gd name="connsiteY15" fmla="*/ 796 h 289918"/>
                <a:gd name="connsiteX16" fmla="*/ 1401916 w 1401946"/>
                <a:gd name="connsiteY16" fmla="*/ 82767 h 289918"/>
                <a:gd name="connsiteX17" fmla="*/ 1401916 w 1401946"/>
                <a:gd name="connsiteY17" fmla="*/ 203500 h 289918"/>
                <a:gd name="connsiteX18" fmla="*/ 1317242 w 1401946"/>
                <a:gd name="connsiteY18" fmla="*/ 289919 h 289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01946" h="289918">
                  <a:moveTo>
                    <a:pt x="1317242" y="289919"/>
                  </a:moveTo>
                  <a:lnTo>
                    <a:pt x="86585" y="289919"/>
                  </a:lnTo>
                  <a:cubicBezTo>
                    <a:pt x="38836" y="289919"/>
                    <a:pt x="0" y="251157"/>
                    <a:pt x="0" y="203500"/>
                  </a:cubicBezTo>
                  <a:lnTo>
                    <a:pt x="0" y="82767"/>
                  </a:lnTo>
                  <a:cubicBezTo>
                    <a:pt x="0" y="45277"/>
                    <a:pt x="24193" y="12234"/>
                    <a:pt x="59845" y="796"/>
                  </a:cubicBezTo>
                  <a:cubicBezTo>
                    <a:pt x="66212" y="-1110"/>
                    <a:pt x="73215" y="2067"/>
                    <a:pt x="75125" y="8421"/>
                  </a:cubicBezTo>
                  <a:cubicBezTo>
                    <a:pt x="77035" y="14776"/>
                    <a:pt x="73852" y="21766"/>
                    <a:pt x="67485" y="23672"/>
                  </a:cubicBezTo>
                  <a:cubicBezTo>
                    <a:pt x="42019" y="31932"/>
                    <a:pt x="24193" y="55444"/>
                    <a:pt x="24193" y="82767"/>
                  </a:cubicBezTo>
                  <a:lnTo>
                    <a:pt x="24193" y="203500"/>
                  </a:lnTo>
                  <a:cubicBezTo>
                    <a:pt x="24193" y="237813"/>
                    <a:pt x="52206" y="265137"/>
                    <a:pt x="85949" y="265137"/>
                  </a:cubicBezTo>
                  <a:lnTo>
                    <a:pt x="1315968" y="265137"/>
                  </a:lnTo>
                  <a:cubicBezTo>
                    <a:pt x="1350348" y="265137"/>
                    <a:pt x="1377724" y="237178"/>
                    <a:pt x="1377724" y="203500"/>
                  </a:cubicBezTo>
                  <a:lnTo>
                    <a:pt x="1377724" y="82767"/>
                  </a:lnTo>
                  <a:cubicBezTo>
                    <a:pt x="1377724" y="55444"/>
                    <a:pt x="1360534" y="31932"/>
                    <a:pt x="1334431" y="23672"/>
                  </a:cubicBezTo>
                  <a:cubicBezTo>
                    <a:pt x="1328065" y="21766"/>
                    <a:pt x="1324245" y="14776"/>
                    <a:pt x="1326792" y="8421"/>
                  </a:cubicBezTo>
                  <a:cubicBezTo>
                    <a:pt x="1328701" y="2067"/>
                    <a:pt x="1335705" y="-1746"/>
                    <a:pt x="1342071" y="796"/>
                  </a:cubicBezTo>
                  <a:cubicBezTo>
                    <a:pt x="1377724" y="12234"/>
                    <a:pt x="1401916" y="45277"/>
                    <a:pt x="1401916" y="82767"/>
                  </a:cubicBezTo>
                  <a:lnTo>
                    <a:pt x="1401916" y="203500"/>
                  </a:lnTo>
                  <a:cubicBezTo>
                    <a:pt x="1403190" y="251157"/>
                    <a:pt x="1364354" y="289919"/>
                    <a:pt x="1317242" y="2899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589DC180-41B8-2CFF-203B-39FB826F2A4E}"/>
                </a:ext>
              </a:extLst>
            </p:cNvPr>
            <p:cNvSpPr/>
            <p:nvPr/>
          </p:nvSpPr>
          <p:spPr>
            <a:xfrm>
              <a:off x="6113391" y="4431057"/>
              <a:ext cx="1405736" cy="245436"/>
            </a:xfrm>
            <a:custGeom>
              <a:avLst/>
              <a:gdLst>
                <a:gd name="connsiteX0" fmla="*/ 978541 w 1405736"/>
                <a:gd name="connsiteY0" fmla="*/ 245278 h 245436"/>
                <a:gd name="connsiteX1" fmla="*/ 900869 w 1405736"/>
                <a:gd name="connsiteY1" fmla="*/ 213506 h 245436"/>
                <a:gd name="connsiteX2" fmla="*/ 780541 w 1405736"/>
                <a:gd name="connsiteY2" fmla="*/ 213506 h 245436"/>
                <a:gd name="connsiteX3" fmla="*/ 702869 w 1405736"/>
                <a:gd name="connsiteY3" fmla="*/ 245278 h 245436"/>
                <a:gd name="connsiteX4" fmla="*/ 625196 w 1405736"/>
                <a:gd name="connsiteY4" fmla="*/ 213506 h 245436"/>
                <a:gd name="connsiteX5" fmla="*/ 564714 w 1405736"/>
                <a:gd name="connsiteY5" fmla="*/ 188724 h 245436"/>
                <a:gd name="connsiteX6" fmla="*/ 504232 w 1405736"/>
                <a:gd name="connsiteY6" fmla="*/ 213506 h 245436"/>
                <a:gd name="connsiteX7" fmla="*/ 426560 w 1405736"/>
                <a:gd name="connsiteY7" fmla="*/ 245278 h 245436"/>
                <a:gd name="connsiteX8" fmla="*/ 348888 w 1405736"/>
                <a:gd name="connsiteY8" fmla="*/ 213506 h 245436"/>
                <a:gd name="connsiteX9" fmla="*/ 288406 w 1405736"/>
                <a:gd name="connsiteY9" fmla="*/ 188724 h 245436"/>
                <a:gd name="connsiteX10" fmla="*/ 227923 w 1405736"/>
                <a:gd name="connsiteY10" fmla="*/ 213506 h 245436"/>
                <a:gd name="connsiteX11" fmla="*/ 150251 w 1405736"/>
                <a:gd name="connsiteY11" fmla="*/ 245278 h 245436"/>
                <a:gd name="connsiteX12" fmla="*/ 72579 w 1405736"/>
                <a:gd name="connsiteY12" fmla="*/ 213506 h 245436"/>
                <a:gd name="connsiteX13" fmla="*/ 0 w 1405736"/>
                <a:gd name="connsiteY13" fmla="*/ 38762 h 245436"/>
                <a:gd name="connsiteX14" fmla="*/ 0 w 1405736"/>
                <a:gd name="connsiteY14" fmla="*/ 12073 h 245436"/>
                <a:gd name="connsiteX15" fmla="*/ 12097 w 1405736"/>
                <a:gd name="connsiteY15" fmla="*/ 0 h 245436"/>
                <a:gd name="connsiteX16" fmla="*/ 1000187 w 1405736"/>
                <a:gd name="connsiteY16" fmla="*/ 0 h 245436"/>
                <a:gd name="connsiteX17" fmla="*/ 1012284 w 1405736"/>
                <a:gd name="connsiteY17" fmla="*/ 12073 h 245436"/>
                <a:gd name="connsiteX18" fmla="*/ 1000187 w 1405736"/>
                <a:gd name="connsiteY18" fmla="*/ 24147 h 245436"/>
                <a:gd name="connsiteX19" fmla="*/ 25466 w 1405736"/>
                <a:gd name="connsiteY19" fmla="*/ 24147 h 245436"/>
                <a:gd name="connsiteX20" fmla="*/ 25466 w 1405736"/>
                <a:gd name="connsiteY20" fmla="*/ 38762 h 245436"/>
                <a:gd name="connsiteX21" fmla="*/ 91042 w 1405736"/>
                <a:gd name="connsiteY21" fmla="*/ 196349 h 245436"/>
                <a:gd name="connsiteX22" fmla="*/ 211370 w 1405736"/>
                <a:gd name="connsiteY22" fmla="*/ 196349 h 245436"/>
                <a:gd name="connsiteX23" fmla="*/ 289042 w 1405736"/>
                <a:gd name="connsiteY23" fmla="*/ 164578 h 245436"/>
                <a:gd name="connsiteX24" fmla="*/ 366714 w 1405736"/>
                <a:gd name="connsiteY24" fmla="*/ 196349 h 245436"/>
                <a:gd name="connsiteX25" fmla="*/ 427196 w 1405736"/>
                <a:gd name="connsiteY25" fmla="*/ 221131 h 245436"/>
                <a:gd name="connsiteX26" fmla="*/ 487679 w 1405736"/>
                <a:gd name="connsiteY26" fmla="*/ 196349 h 245436"/>
                <a:gd name="connsiteX27" fmla="*/ 565351 w 1405736"/>
                <a:gd name="connsiteY27" fmla="*/ 164578 h 245436"/>
                <a:gd name="connsiteX28" fmla="*/ 643023 w 1405736"/>
                <a:gd name="connsiteY28" fmla="*/ 196349 h 245436"/>
                <a:gd name="connsiteX29" fmla="*/ 703505 w 1405736"/>
                <a:gd name="connsiteY29" fmla="*/ 221131 h 245436"/>
                <a:gd name="connsiteX30" fmla="*/ 763988 w 1405736"/>
                <a:gd name="connsiteY30" fmla="*/ 196349 h 245436"/>
                <a:gd name="connsiteX31" fmla="*/ 919332 w 1405736"/>
                <a:gd name="connsiteY31" fmla="*/ 196349 h 245436"/>
                <a:gd name="connsiteX32" fmla="*/ 979814 w 1405736"/>
                <a:gd name="connsiteY32" fmla="*/ 221131 h 245436"/>
                <a:gd name="connsiteX33" fmla="*/ 1040297 w 1405736"/>
                <a:gd name="connsiteY33" fmla="*/ 196349 h 245436"/>
                <a:gd name="connsiteX34" fmla="*/ 1117968 w 1405736"/>
                <a:gd name="connsiteY34" fmla="*/ 164578 h 245436"/>
                <a:gd name="connsiteX35" fmla="*/ 1195640 w 1405736"/>
                <a:gd name="connsiteY35" fmla="*/ 196349 h 245436"/>
                <a:gd name="connsiteX36" fmla="*/ 1315968 w 1405736"/>
                <a:gd name="connsiteY36" fmla="*/ 196349 h 245436"/>
                <a:gd name="connsiteX37" fmla="*/ 1381544 w 1405736"/>
                <a:gd name="connsiteY37" fmla="*/ 38762 h 245436"/>
                <a:gd name="connsiteX38" fmla="*/ 1381544 w 1405736"/>
                <a:gd name="connsiteY38" fmla="*/ 24147 h 245436"/>
                <a:gd name="connsiteX39" fmla="*/ 1289866 w 1405736"/>
                <a:gd name="connsiteY39" fmla="*/ 24147 h 245436"/>
                <a:gd name="connsiteX40" fmla="*/ 1277769 w 1405736"/>
                <a:gd name="connsiteY40" fmla="*/ 12073 h 245436"/>
                <a:gd name="connsiteX41" fmla="*/ 1289866 w 1405736"/>
                <a:gd name="connsiteY41" fmla="*/ 0 h 245436"/>
                <a:gd name="connsiteX42" fmla="*/ 1393641 w 1405736"/>
                <a:gd name="connsiteY42" fmla="*/ 0 h 245436"/>
                <a:gd name="connsiteX43" fmla="*/ 1405737 w 1405736"/>
                <a:gd name="connsiteY43" fmla="*/ 12073 h 245436"/>
                <a:gd name="connsiteX44" fmla="*/ 1405737 w 1405736"/>
                <a:gd name="connsiteY44" fmla="*/ 38762 h 245436"/>
                <a:gd name="connsiteX45" fmla="*/ 1333158 w 1405736"/>
                <a:gd name="connsiteY45" fmla="*/ 213506 h 245436"/>
                <a:gd name="connsiteX46" fmla="*/ 1177814 w 1405736"/>
                <a:gd name="connsiteY46" fmla="*/ 213506 h 245436"/>
                <a:gd name="connsiteX47" fmla="*/ 1117332 w 1405736"/>
                <a:gd name="connsiteY47" fmla="*/ 188724 h 245436"/>
                <a:gd name="connsiteX48" fmla="*/ 1056850 w 1405736"/>
                <a:gd name="connsiteY48" fmla="*/ 213506 h 245436"/>
                <a:gd name="connsiteX49" fmla="*/ 978541 w 1405736"/>
                <a:gd name="connsiteY49" fmla="*/ 245278 h 24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405736" h="245436">
                  <a:moveTo>
                    <a:pt x="978541" y="245278"/>
                  </a:moveTo>
                  <a:cubicBezTo>
                    <a:pt x="949255" y="245278"/>
                    <a:pt x="921878" y="233840"/>
                    <a:pt x="900869" y="213506"/>
                  </a:cubicBezTo>
                  <a:cubicBezTo>
                    <a:pt x="867762" y="180463"/>
                    <a:pt x="813646" y="180463"/>
                    <a:pt x="780541" y="213506"/>
                  </a:cubicBezTo>
                  <a:cubicBezTo>
                    <a:pt x="759531" y="234475"/>
                    <a:pt x="732155" y="245278"/>
                    <a:pt x="702869" y="245278"/>
                  </a:cubicBezTo>
                  <a:cubicBezTo>
                    <a:pt x="673582" y="245278"/>
                    <a:pt x="646206" y="233840"/>
                    <a:pt x="625196" y="213506"/>
                  </a:cubicBezTo>
                  <a:cubicBezTo>
                    <a:pt x="609280" y="197620"/>
                    <a:pt x="587634" y="188724"/>
                    <a:pt x="564714" y="188724"/>
                  </a:cubicBezTo>
                  <a:cubicBezTo>
                    <a:pt x="541795" y="188724"/>
                    <a:pt x="520785" y="197620"/>
                    <a:pt x="504232" y="213506"/>
                  </a:cubicBezTo>
                  <a:cubicBezTo>
                    <a:pt x="483223" y="234475"/>
                    <a:pt x="455846" y="245278"/>
                    <a:pt x="426560" y="245278"/>
                  </a:cubicBezTo>
                  <a:cubicBezTo>
                    <a:pt x="397274" y="245278"/>
                    <a:pt x="369897" y="233840"/>
                    <a:pt x="348888" y="213506"/>
                  </a:cubicBezTo>
                  <a:cubicBezTo>
                    <a:pt x="332971" y="197620"/>
                    <a:pt x="311325" y="188724"/>
                    <a:pt x="288406" y="188724"/>
                  </a:cubicBezTo>
                  <a:cubicBezTo>
                    <a:pt x="265486" y="188724"/>
                    <a:pt x="244476" y="197620"/>
                    <a:pt x="227923" y="213506"/>
                  </a:cubicBezTo>
                  <a:cubicBezTo>
                    <a:pt x="206913" y="234475"/>
                    <a:pt x="179537" y="245278"/>
                    <a:pt x="150251" y="245278"/>
                  </a:cubicBezTo>
                  <a:cubicBezTo>
                    <a:pt x="120965" y="245278"/>
                    <a:pt x="93589" y="233840"/>
                    <a:pt x="72579" y="213506"/>
                  </a:cubicBezTo>
                  <a:cubicBezTo>
                    <a:pt x="26103" y="167119"/>
                    <a:pt x="0" y="104847"/>
                    <a:pt x="0" y="38762"/>
                  </a:cubicBezTo>
                  <a:lnTo>
                    <a:pt x="0" y="12073"/>
                  </a:lnTo>
                  <a:cubicBezTo>
                    <a:pt x="0" y="5083"/>
                    <a:pt x="5730" y="0"/>
                    <a:pt x="12097" y="0"/>
                  </a:cubicBezTo>
                  <a:lnTo>
                    <a:pt x="1000187" y="0"/>
                  </a:lnTo>
                  <a:cubicBezTo>
                    <a:pt x="1007190" y="0"/>
                    <a:pt x="1012284" y="5719"/>
                    <a:pt x="1012284" y="12073"/>
                  </a:cubicBezTo>
                  <a:cubicBezTo>
                    <a:pt x="1012284" y="19063"/>
                    <a:pt x="1006554" y="24147"/>
                    <a:pt x="1000187" y="24147"/>
                  </a:cubicBezTo>
                  <a:lnTo>
                    <a:pt x="25466" y="24147"/>
                  </a:lnTo>
                  <a:lnTo>
                    <a:pt x="25466" y="38762"/>
                  </a:lnTo>
                  <a:cubicBezTo>
                    <a:pt x="25466" y="98492"/>
                    <a:pt x="48386" y="154411"/>
                    <a:pt x="91042" y="196349"/>
                  </a:cubicBezTo>
                  <a:cubicBezTo>
                    <a:pt x="124148" y="229392"/>
                    <a:pt x="178264" y="229392"/>
                    <a:pt x="211370" y="196349"/>
                  </a:cubicBezTo>
                  <a:cubicBezTo>
                    <a:pt x="232379" y="175380"/>
                    <a:pt x="259756" y="164578"/>
                    <a:pt x="289042" y="164578"/>
                  </a:cubicBezTo>
                  <a:cubicBezTo>
                    <a:pt x="318328" y="164578"/>
                    <a:pt x="345705" y="176015"/>
                    <a:pt x="366714" y="196349"/>
                  </a:cubicBezTo>
                  <a:cubicBezTo>
                    <a:pt x="382631" y="212235"/>
                    <a:pt x="404277" y="221131"/>
                    <a:pt x="427196" y="221131"/>
                  </a:cubicBezTo>
                  <a:cubicBezTo>
                    <a:pt x="450116" y="221131"/>
                    <a:pt x="471126" y="212235"/>
                    <a:pt x="487679" y="196349"/>
                  </a:cubicBezTo>
                  <a:cubicBezTo>
                    <a:pt x="508689" y="175380"/>
                    <a:pt x="536065" y="164578"/>
                    <a:pt x="565351" y="164578"/>
                  </a:cubicBezTo>
                  <a:cubicBezTo>
                    <a:pt x="594637" y="164578"/>
                    <a:pt x="622013" y="176015"/>
                    <a:pt x="643023" y="196349"/>
                  </a:cubicBezTo>
                  <a:cubicBezTo>
                    <a:pt x="658939" y="212235"/>
                    <a:pt x="680586" y="221131"/>
                    <a:pt x="703505" y="221131"/>
                  </a:cubicBezTo>
                  <a:cubicBezTo>
                    <a:pt x="726425" y="221131"/>
                    <a:pt x="747435" y="212235"/>
                    <a:pt x="763988" y="196349"/>
                  </a:cubicBezTo>
                  <a:cubicBezTo>
                    <a:pt x="806643" y="153775"/>
                    <a:pt x="876676" y="153775"/>
                    <a:pt x="919332" y="196349"/>
                  </a:cubicBezTo>
                  <a:cubicBezTo>
                    <a:pt x="935248" y="212235"/>
                    <a:pt x="956894" y="221131"/>
                    <a:pt x="979814" y="221131"/>
                  </a:cubicBezTo>
                  <a:cubicBezTo>
                    <a:pt x="1002734" y="221131"/>
                    <a:pt x="1023743" y="212235"/>
                    <a:pt x="1040297" y="196349"/>
                  </a:cubicBezTo>
                  <a:cubicBezTo>
                    <a:pt x="1061306" y="175380"/>
                    <a:pt x="1088682" y="164578"/>
                    <a:pt x="1117968" y="164578"/>
                  </a:cubicBezTo>
                  <a:cubicBezTo>
                    <a:pt x="1147254" y="164578"/>
                    <a:pt x="1174631" y="176015"/>
                    <a:pt x="1195640" y="196349"/>
                  </a:cubicBezTo>
                  <a:cubicBezTo>
                    <a:pt x="1228747" y="229392"/>
                    <a:pt x="1282863" y="229392"/>
                    <a:pt x="1315968" y="196349"/>
                  </a:cubicBezTo>
                  <a:cubicBezTo>
                    <a:pt x="1357987" y="154411"/>
                    <a:pt x="1381544" y="98492"/>
                    <a:pt x="1381544" y="38762"/>
                  </a:cubicBezTo>
                  <a:lnTo>
                    <a:pt x="1381544" y="24147"/>
                  </a:lnTo>
                  <a:lnTo>
                    <a:pt x="1289866" y="24147"/>
                  </a:lnTo>
                  <a:cubicBezTo>
                    <a:pt x="1282863" y="24147"/>
                    <a:pt x="1277769" y="18428"/>
                    <a:pt x="1277769" y="12073"/>
                  </a:cubicBezTo>
                  <a:cubicBezTo>
                    <a:pt x="1277769" y="5083"/>
                    <a:pt x="1283499" y="0"/>
                    <a:pt x="1289866" y="0"/>
                  </a:cubicBezTo>
                  <a:lnTo>
                    <a:pt x="1393641" y="0"/>
                  </a:lnTo>
                  <a:cubicBezTo>
                    <a:pt x="1400644" y="0"/>
                    <a:pt x="1405737" y="5719"/>
                    <a:pt x="1405737" y="12073"/>
                  </a:cubicBezTo>
                  <a:lnTo>
                    <a:pt x="1405737" y="38762"/>
                  </a:lnTo>
                  <a:cubicBezTo>
                    <a:pt x="1405737" y="104847"/>
                    <a:pt x="1380270" y="166484"/>
                    <a:pt x="1333158" y="213506"/>
                  </a:cubicBezTo>
                  <a:cubicBezTo>
                    <a:pt x="1290502" y="256080"/>
                    <a:pt x="1221106" y="256080"/>
                    <a:pt x="1177814" y="213506"/>
                  </a:cubicBezTo>
                  <a:cubicBezTo>
                    <a:pt x="1161898" y="197620"/>
                    <a:pt x="1140251" y="188724"/>
                    <a:pt x="1117332" y="188724"/>
                  </a:cubicBezTo>
                  <a:cubicBezTo>
                    <a:pt x="1094412" y="188724"/>
                    <a:pt x="1073402" y="197620"/>
                    <a:pt x="1056850" y="213506"/>
                  </a:cubicBezTo>
                  <a:cubicBezTo>
                    <a:pt x="1035203" y="233840"/>
                    <a:pt x="1007827" y="245278"/>
                    <a:pt x="978541" y="2452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2BDC45C-A7CF-369F-C7C3-3154B39C43F9}"/>
                </a:ext>
              </a:extLst>
            </p:cNvPr>
            <p:cNvSpPr/>
            <p:nvPr/>
          </p:nvSpPr>
          <p:spPr>
            <a:xfrm>
              <a:off x="6114028" y="3978628"/>
              <a:ext cx="1403190" cy="514701"/>
            </a:xfrm>
            <a:custGeom>
              <a:avLst/>
              <a:gdLst>
                <a:gd name="connsiteX0" fmla="*/ 83402 w 1403190"/>
                <a:gd name="connsiteY0" fmla="*/ 24782 h 514701"/>
                <a:gd name="connsiteX1" fmla="*/ 24829 w 1403190"/>
                <a:gd name="connsiteY1" fmla="*/ 83242 h 514701"/>
                <a:gd name="connsiteX2" fmla="*/ 83402 w 1403190"/>
                <a:gd name="connsiteY2" fmla="*/ 141702 h 514701"/>
                <a:gd name="connsiteX3" fmla="*/ 730244 w 1403190"/>
                <a:gd name="connsiteY3" fmla="*/ 141702 h 514701"/>
                <a:gd name="connsiteX4" fmla="*/ 1031383 w 1403190"/>
                <a:gd name="connsiteY4" fmla="*/ 303738 h 514701"/>
                <a:gd name="connsiteX5" fmla="*/ 1147891 w 1403190"/>
                <a:gd name="connsiteY5" fmla="*/ 480388 h 514701"/>
                <a:gd name="connsiteX6" fmla="*/ 1342708 w 1403190"/>
                <a:gd name="connsiteY6" fmla="*/ 201433 h 514701"/>
                <a:gd name="connsiteX7" fmla="*/ 1378361 w 1403190"/>
                <a:gd name="connsiteY7" fmla="*/ 88325 h 514701"/>
                <a:gd name="connsiteX8" fmla="*/ 1378361 w 1403190"/>
                <a:gd name="connsiteY8" fmla="*/ 83242 h 514701"/>
                <a:gd name="connsiteX9" fmla="*/ 1319788 w 1403190"/>
                <a:gd name="connsiteY9" fmla="*/ 24782 h 514701"/>
                <a:gd name="connsiteX10" fmla="*/ 83402 w 1403190"/>
                <a:gd name="connsiteY10" fmla="*/ 24782 h 514701"/>
                <a:gd name="connsiteX11" fmla="*/ 1147891 w 1403190"/>
                <a:gd name="connsiteY11" fmla="*/ 514702 h 514701"/>
                <a:gd name="connsiteX12" fmla="*/ 1147891 w 1403190"/>
                <a:gd name="connsiteY12" fmla="*/ 514702 h 514701"/>
                <a:gd name="connsiteX13" fmla="*/ 1137704 w 1403190"/>
                <a:gd name="connsiteY13" fmla="*/ 508983 h 514701"/>
                <a:gd name="connsiteX14" fmla="*/ 1011647 w 1403190"/>
                <a:gd name="connsiteY14" fmla="*/ 317717 h 514701"/>
                <a:gd name="connsiteX15" fmla="*/ 730882 w 1403190"/>
                <a:gd name="connsiteY15" fmla="*/ 166484 h 514701"/>
                <a:gd name="connsiteX16" fmla="*/ 83402 w 1403190"/>
                <a:gd name="connsiteY16" fmla="*/ 166484 h 514701"/>
                <a:gd name="connsiteX17" fmla="*/ 0 w 1403190"/>
                <a:gd name="connsiteY17" fmla="*/ 83242 h 514701"/>
                <a:gd name="connsiteX18" fmla="*/ 83402 w 1403190"/>
                <a:gd name="connsiteY18" fmla="*/ 0 h 514701"/>
                <a:gd name="connsiteX19" fmla="*/ 1319788 w 1403190"/>
                <a:gd name="connsiteY19" fmla="*/ 0 h 514701"/>
                <a:gd name="connsiteX20" fmla="*/ 1403190 w 1403190"/>
                <a:gd name="connsiteY20" fmla="*/ 83242 h 514701"/>
                <a:gd name="connsiteX21" fmla="*/ 1403190 w 1403190"/>
                <a:gd name="connsiteY21" fmla="*/ 88325 h 514701"/>
                <a:gd name="connsiteX22" fmla="*/ 1363081 w 1403190"/>
                <a:gd name="connsiteY22" fmla="*/ 215412 h 514701"/>
                <a:gd name="connsiteX23" fmla="*/ 1158078 w 1403190"/>
                <a:gd name="connsiteY23" fmla="*/ 509618 h 514701"/>
                <a:gd name="connsiteX24" fmla="*/ 1147891 w 1403190"/>
                <a:gd name="connsiteY24" fmla="*/ 514702 h 514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3190" h="514701">
                  <a:moveTo>
                    <a:pt x="83402" y="24782"/>
                  </a:moveTo>
                  <a:cubicBezTo>
                    <a:pt x="50932" y="24782"/>
                    <a:pt x="24829" y="50835"/>
                    <a:pt x="24829" y="83242"/>
                  </a:cubicBezTo>
                  <a:cubicBezTo>
                    <a:pt x="24829" y="115649"/>
                    <a:pt x="50932" y="141702"/>
                    <a:pt x="83402" y="141702"/>
                  </a:cubicBezTo>
                  <a:lnTo>
                    <a:pt x="730244" y="141702"/>
                  </a:lnTo>
                  <a:cubicBezTo>
                    <a:pt x="851846" y="141702"/>
                    <a:pt x="964534" y="202068"/>
                    <a:pt x="1031383" y="303738"/>
                  </a:cubicBezTo>
                  <a:lnTo>
                    <a:pt x="1147891" y="480388"/>
                  </a:lnTo>
                  <a:lnTo>
                    <a:pt x="1342708" y="201433"/>
                  </a:lnTo>
                  <a:cubicBezTo>
                    <a:pt x="1366264" y="168390"/>
                    <a:pt x="1378361" y="128993"/>
                    <a:pt x="1378361" y="88325"/>
                  </a:cubicBezTo>
                  <a:lnTo>
                    <a:pt x="1378361" y="83242"/>
                  </a:lnTo>
                  <a:cubicBezTo>
                    <a:pt x="1378361" y="50835"/>
                    <a:pt x="1352258" y="24782"/>
                    <a:pt x="1319788" y="24782"/>
                  </a:cubicBezTo>
                  <a:lnTo>
                    <a:pt x="83402" y="24782"/>
                  </a:lnTo>
                  <a:close/>
                  <a:moveTo>
                    <a:pt x="1147891" y="514702"/>
                  </a:moveTo>
                  <a:lnTo>
                    <a:pt x="1147891" y="514702"/>
                  </a:lnTo>
                  <a:cubicBezTo>
                    <a:pt x="1143434" y="514702"/>
                    <a:pt x="1140251" y="512795"/>
                    <a:pt x="1137704" y="508983"/>
                  </a:cubicBezTo>
                  <a:lnTo>
                    <a:pt x="1011647" y="317717"/>
                  </a:lnTo>
                  <a:cubicBezTo>
                    <a:pt x="949254" y="223037"/>
                    <a:pt x="844206" y="166484"/>
                    <a:pt x="730882" y="166484"/>
                  </a:cubicBezTo>
                  <a:lnTo>
                    <a:pt x="83402" y="166484"/>
                  </a:lnTo>
                  <a:cubicBezTo>
                    <a:pt x="37562" y="166484"/>
                    <a:pt x="0" y="128993"/>
                    <a:pt x="0" y="83242"/>
                  </a:cubicBezTo>
                  <a:cubicBezTo>
                    <a:pt x="0" y="37491"/>
                    <a:pt x="37562" y="0"/>
                    <a:pt x="83402" y="0"/>
                  </a:cubicBezTo>
                  <a:lnTo>
                    <a:pt x="1319788" y="0"/>
                  </a:lnTo>
                  <a:cubicBezTo>
                    <a:pt x="1365627" y="0"/>
                    <a:pt x="1403190" y="37491"/>
                    <a:pt x="1403190" y="83242"/>
                  </a:cubicBezTo>
                  <a:lnTo>
                    <a:pt x="1403190" y="88325"/>
                  </a:lnTo>
                  <a:cubicBezTo>
                    <a:pt x="1403190" y="134077"/>
                    <a:pt x="1389183" y="177922"/>
                    <a:pt x="1363081" y="215412"/>
                  </a:cubicBezTo>
                  <a:lnTo>
                    <a:pt x="1158078" y="509618"/>
                  </a:lnTo>
                  <a:cubicBezTo>
                    <a:pt x="1156167" y="512795"/>
                    <a:pt x="1152348" y="514702"/>
                    <a:pt x="1147891" y="51470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EA275D58-1FFC-6B1C-C511-1FADF960327C}"/>
                </a:ext>
              </a:extLst>
            </p:cNvPr>
            <p:cNvSpPr/>
            <p:nvPr/>
          </p:nvSpPr>
          <p:spPr>
            <a:xfrm>
              <a:off x="6114028" y="4248052"/>
              <a:ext cx="492771" cy="85783"/>
            </a:xfrm>
            <a:custGeom>
              <a:avLst/>
              <a:gdLst>
                <a:gd name="connsiteX0" fmla="*/ 480675 w 492771"/>
                <a:gd name="connsiteY0" fmla="*/ 85784 h 85783"/>
                <a:gd name="connsiteX1" fmla="*/ 468579 w 492771"/>
                <a:gd name="connsiteY1" fmla="*/ 73710 h 85783"/>
                <a:gd name="connsiteX2" fmla="*/ 418920 w 492771"/>
                <a:gd name="connsiteY2" fmla="*/ 24146 h 85783"/>
                <a:gd name="connsiteX3" fmla="*/ 73852 w 492771"/>
                <a:gd name="connsiteY3" fmla="*/ 24146 h 85783"/>
                <a:gd name="connsiteX4" fmla="*/ 24193 w 492771"/>
                <a:gd name="connsiteY4" fmla="*/ 73710 h 85783"/>
                <a:gd name="connsiteX5" fmla="*/ 12096 w 492771"/>
                <a:gd name="connsiteY5" fmla="*/ 85784 h 85783"/>
                <a:gd name="connsiteX6" fmla="*/ 0 w 492771"/>
                <a:gd name="connsiteY6" fmla="*/ 73710 h 85783"/>
                <a:gd name="connsiteX7" fmla="*/ 73852 w 492771"/>
                <a:gd name="connsiteY7" fmla="*/ 0 h 85783"/>
                <a:gd name="connsiteX8" fmla="*/ 418920 w 492771"/>
                <a:gd name="connsiteY8" fmla="*/ 0 h 85783"/>
                <a:gd name="connsiteX9" fmla="*/ 492772 w 492771"/>
                <a:gd name="connsiteY9" fmla="*/ 73710 h 85783"/>
                <a:gd name="connsiteX10" fmla="*/ 480675 w 492771"/>
                <a:gd name="connsiteY10" fmla="*/ 85784 h 85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92771" h="85783">
                  <a:moveTo>
                    <a:pt x="480675" y="85784"/>
                  </a:moveTo>
                  <a:cubicBezTo>
                    <a:pt x="473672" y="85784"/>
                    <a:pt x="468579" y="80065"/>
                    <a:pt x="468579" y="73710"/>
                  </a:cubicBezTo>
                  <a:cubicBezTo>
                    <a:pt x="468579" y="46387"/>
                    <a:pt x="446296" y="24146"/>
                    <a:pt x="418920" y="24146"/>
                  </a:cubicBezTo>
                  <a:lnTo>
                    <a:pt x="73852" y="24146"/>
                  </a:lnTo>
                  <a:cubicBezTo>
                    <a:pt x="46476" y="24146"/>
                    <a:pt x="24193" y="46387"/>
                    <a:pt x="24193" y="73710"/>
                  </a:cubicBezTo>
                  <a:cubicBezTo>
                    <a:pt x="24193" y="80700"/>
                    <a:pt x="18463" y="85784"/>
                    <a:pt x="12096" y="85784"/>
                  </a:cubicBezTo>
                  <a:cubicBezTo>
                    <a:pt x="5093" y="85784"/>
                    <a:pt x="0" y="80065"/>
                    <a:pt x="0" y="73710"/>
                  </a:cubicBezTo>
                  <a:cubicBezTo>
                    <a:pt x="0" y="33043"/>
                    <a:pt x="33106" y="0"/>
                    <a:pt x="73852" y="0"/>
                  </a:cubicBezTo>
                  <a:lnTo>
                    <a:pt x="418920" y="0"/>
                  </a:lnTo>
                  <a:cubicBezTo>
                    <a:pt x="459666" y="0"/>
                    <a:pt x="492772" y="33043"/>
                    <a:pt x="492772" y="73710"/>
                  </a:cubicBezTo>
                  <a:cubicBezTo>
                    <a:pt x="492772" y="80065"/>
                    <a:pt x="487678" y="85784"/>
                    <a:pt x="480675" y="8578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38A97E30-FB57-AC1E-3259-C11C7B820E4D}"/>
                </a:ext>
              </a:extLst>
            </p:cNvPr>
            <p:cNvSpPr/>
            <p:nvPr/>
          </p:nvSpPr>
          <p:spPr>
            <a:xfrm>
              <a:off x="6662825" y="4248052"/>
              <a:ext cx="358437" cy="85783"/>
            </a:xfrm>
            <a:custGeom>
              <a:avLst/>
              <a:gdLst>
                <a:gd name="connsiteX0" fmla="*/ 12097 w 358437"/>
                <a:gd name="connsiteY0" fmla="*/ 85784 h 85783"/>
                <a:gd name="connsiteX1" fmla="*/ 0 w 358437"/>
                <a:gd name="connsiteY1" fmla="*/ 73710 h 85783"/>
                <a:gd name="connsiteX2" fmla="*/ 73853 w 358437"/>
                <a:gd name="connsiteY2" fmla="*/ 0 h 85783"/>
                <a:gd name="connsiteX3" fmla="*/ 346341 w 358437"/>
                <a:gd name="connsiteY3" fmla="*/ 0 h 85783"/>
                <a:gd name="connsiteX4" fmla="*/ 358438 w 358437"/>
                <a:gd name="connsiteY4" fmla="*/ 12073 h 85783"/>
                <a:gd name="connsiteX5" fmla="*/ 346341 w 358437"/>
                <a:gd name="connsiteY5" fmla="*/ 24146 h 85783"/>
                <a:gd name="connsiteX6" fmla="*/ 73853 w 358437"/>
                <a:gd name="connsiteY6" fmla="*/ 24146 h 85783"/>
                <a:gd name="connsiteX7" fmla="*/ 24193 w 358437"/>
                <a:gd name="connsiteY7" fmla="*/ 73710 h 85783"/>
                <a:gd name="connsiteX8" fmla="*/ 12097 w 358437"/>
                <a:gd name="connsiteY8" fmla="*/ 85784 h 85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8437" h="85783">
                  <a:moveTo>
                    <a:pt x="12097" y="85784"/>
                  </a:moveTo>
                  <a:cubicBezTo>
                    <a:pt x="5094" y="85784"/>
                    <a:pt x="0" y="80065"/>
                    <a:pt x="0" y="73710"/>
                  </a:cubicBezTo>
                  <a:cubicBezTo>
                    <a:pt x="0" y="33043"/>
                    <a:pt x="33107" y="0"/>
                    <a:pt x="73853" y="0"/>
                  </a:cubicBezTo>
                  <a:lnTo>
                    <a:pt x="346341" y="0"/>
                  </a:lnTo>
                  <a:cubicBezTo>
                    <a:pt x="353344" y="0"/>
                    <a:pt x="358438" y="5719"/>
                    <a:pt x="358438" y="12073"/>
                  </a:cubicBezTo>
                  <a:cubicBezTo>
                    <a:pt x="358438" y="18428"/>
                    <a:pt x="352708" y="24146"/>
                    <a:pt x="346341" y="24146"/>
                  </a:cubicBezTo>
                  <a:lnTo>
                    <a:pt x="73853" y="24146"/>
                  </a:lnTo>
                  <a:cubicBezTo>
                    <a:pt x="46476" y="24146"/>
                    <a:pt x="24193" y="46387"/>
                    <a:pt x="24193" y="73710"/>
                  </a:cubicBezTo>
                  <a:cubicBezTo>
                    <a:pt x="24193" y="80065"/>
                    <a:pt x="19100" y="85784"/>
                    <a:pt x="12097" y="8578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8883A76-22ED-C2BD-384B-0895F4F9283E}"/>
                </a:ext>
              </a:extLst>
            </p:cNvPr>
            <p:cNvSpPr/>
            <p:nvPr/>
          </p:nvSpPr>
          <p:spPr>
            <a:xfrm>
              <a:off x="7385112" y="4442495"/>
              <a:ext cx="1452848" cy="1460863"/>
            </a:xfrm>
            <a:custGeom>
              <a:avLst/>
              <a:gdLst>
                <a:gd name="connsiteX0" fmla="*/ 183675 w 1452848"/>
                <a:gd name="connsiteY0" fmla="*/ 1196523 h 1460863"/>
                <a:gd name="connsiteX1" fmla="*/ 195135 w 1452848"/>
                <a:gd name="connsiteY1" fmla="*/ 1204148 h 1460863"/>
                <a:gd name="connsiteX2" fmla="*/ 191315 w 1452848"/>
                <a:gd name="connsiteY2" fmla="*/ 1218127 h 1460863"/>
                <a:gd name="connsiteX3" fmla="*/ 182402 w 1452848"/>
                <a:gd name="connsiteY3" fmla="*/ 1226388 h 1460863"/>
                <a:gd name="connsiteX4" fmla="*/ 182402 w 1452848"/>
                <a:gd name="connsiteY4" fmla="*/ 1400497 h 1460863"/>
                <a:gd name="connsiteX5" fmla="*/ 268987 w 1452848"/>
                <a:gd name="connsiteY5" fmla="*/ 1436717 h 1460863"/>
                <a:gd name="connsiteX6" fmla="*/ 355572 w 1452848"/>
                <a:gd name="connsiteY6" fmla="*/ 1400497 h 1460863"/>
                <a:gd name="connsiteX7" fmla="*/ 388042 w 1452848"/>
                <a:gd name="connsiteY7" fmla="*/ 1285483 h 1460863"/>
                <a:gd name="connsiteX8" fmla="*/ 393772 w 1452848"/>
                <a:gd name="connsiteY8" fmla="*/ 1272139 h 1460863"/>
                <a:gd name="connsiteX9" fmla="*/ 428788 w 1452848"/>
                <a:gd name="connsiteY9" fmla="*/ 1251805 h 1460863"/>
                <a:gd name="connsiteX10" fmla="*/ 898640 w 1452848"/>
                <a:gd name="connsiteY10" fmla="*/ 903587 h 1460863"/>
                <a:gd name="connsiteX11" fmla="*/ 1244981 w 1452848"/>
                <a:gd name="connsiteY11" fmla="*/ 430824 h 1460863"/>
                <a:gd name="connsiteX12" fmla="*/ 1265354 w 1452848"/>
                <a:gd name="connsiteY12" fmla="*/ 395876 h 1460863"/>
                <a:gd name="connsiteX13" fmla="*/ 1278724 w 1452848"/>
                <a:gd name="connsiteY13" fmla="*/ 390157 h 1460863"/>
                <a:gd name="connsiteX14" fmla="*/ 1392685 w 1452848"/>
                <a:gd name="connsiteY14" fmla="*/ 357750 h 1460863"/>
                <a:gd name="connsiteX15" fmla="*/ 1392685 w 1452848"/>
                <a:gd name="connsiteY15" fmla="*/ 183640 h 1460863"/>
                <a:gd name="connsiteX16" fmla="*/ 1306100 w 1452848"/>
                <a:gd name="connsiteY16" fmla="*/ 147421 h 1460863"/>
                <a:gd name="connsiteX17" fmla="*/ 1219514 w 1452848"/>
                <a:gd name="connsiteY17" fmla="*/ 183640 h 1460863"/>
                <a:gd name="connsiteX18" fmla="*/ 1219514 w 1452848"/>
                <a:gd name="connsiteY18" fmla="*/ 183640 h 1460863"/>
                <a:gd name="connsiteX19" fmla="*/ 1211238 w 1452848"/>
                <a:gd name="connsiteY19" fmla="*/ 193172 h 1460863"/>
                <a:gd name="connsiteX20" fmla="*/ 1197231 w 1452848"/>
                <a:gd name="connsiteY20" fmla="*/ 196985 h 1460863"/>
                <a:gd name="connsiteX21" fmla="*/ 1189592 w 1452848"/>
                <a:gd name="connsiteY21" fmla="*/ 184911 h 1460863"/>
                <a:gd name="connsiteX22" fmla="*/ 1153939 w 1452848"/>
                <a:gd name="connsiteY22" fmla="*/ 91502 h 1460863"/>
                <a:gd name="connsiteX23" fmla="*/ 1067354 w 1452848"/>
                <a:gd name="connsiteY23" fmla="*/ 55283 h 1460863"/>
                <a:gd name="connsiteX24" fmla="*/ 980768 w 1452848"/>
                <a:gd name="connsiteY24" fmla="*/ 91502 h 1460863"/>
                <a:gd name="connsiteX25" fmla="*/ 959759 w 1452848"/>
                <a:gd name="connsiteY25" fmla="*/ 120097 h 1460863"/>
                <a:gd name="connsiteX26" fmla="*/ 947662 w 1452848"/>
                <a:gd name="connsiteY26" fmla="*/ 126451 h 1460863"/>
                <a:gd name="connsiteX27" fmla="*/ 937476 w 1452848"/>
                <a:gd name="connsiteY27" fmla="*/ 117555 h 1460863"/>
                <a:gd name="connsiteX28" fmla="*/ 905643 w 1452848"/>
                <a:gd name="connsiteY28" fmla="*/ 61637 h 1460863"/>
                <a:gd name="connsiteX29" fmla="*/ 819058 w 1452848"/>
                <a:gd name="connsiteY29" fmla="*/ 25417 h 1460863"/>
                <a:gd name="connsiteX30" fmla="*/ 732472 w 1452848"/>
                <a:gd name="connsiteY30" fmla="*/ 61637 h 1460863"/>
                <a:gd name="connsiteX31" fmla="*/ 696820 w 1452848"/>
                <a:gd name="connsiteY31" fmla="*/ 146785 h 1460863"/>
                <a:gd name="connsiteX32" fmla="*/ 687906 w 1452848"/>
                <a:gd name="connsiteY32" fmla="*/ 158223 h 1460863"/>
                <a:gd name="connsiteX33" fmla="*/ 674537 w 1452848"/>
                <a:gd name="connsiteY33" fmla="*/ 153775 h 1460863"/>
                <a:gd name="connsiteX34" fmla="*/ 661167 w 1452848"/>
                <a:gd name="connsiteY34" fmla="*/ 137889 h 1460863"/>
                <a:gd name="connsiteX35" fmla="*/ 574582 w 1452848"/>
                <a:gd name="connsiteY35" fmla="*/ 101669 h 1460863"/>
                <a:gd name="connsiteX36" fmla="*/ 487997 w 1452848"/>
                <a:gd name="connsiteY36" fmla="*/ 137889 h 1460863"/>
                <a:gd name="connsiteX37" fmla="*/ 457437 w 1452848"/>
                <a:gd name="connsiteY37" fmla="*/ 260528 h 1460863"/>
                <a:gd name="connsiteX38" fmla="*/ 452981 w 1452848"/>
                <a:gd name="connsiteY38" fmla="*/ 273872 h 1460863"/>
                <a:gd name="connsiteX39" fmla="*/ 438974 w 1452848"/>
                <a:gd name="connsiteY39" fmla="*/ 273872 h 1460863"/>
                <a:gd name="connsiteX40" fmla="*/ 284904 w 1452848"/>
                <a:gd name="connsiteY40" fmla="*/ 289123 h 1460863"/>
                <a:gd name="connsiteX41" fmla="*/ 269624 w 1452848"/>
                <a:gd name="connsiteY41" fmla="*/ 444168 h 1460863"/>
                <a:gd name="connsiteX42" fmla="*/ 268987 w 1452848"/>
                <a:gd name="connsiteY42" fmla="*/ 458148 h 1460863"/>
                <a:gd name="connsiteX43" fmla="*/ 255618 w 1452848"/>
                <a:gd name="connsiteY43" fmla="*/ 462596 h 1460863"/>
                <a:gd name="connsiteX44" fmla="*/ 134016 w 1452848"/>
                <a:gd name="connsiteY44" fmla="*/ 493097 h 1460863"/>
                <a:gd name="connsiteX45" fmla="*/ 134016 w 1452848"/>
                <a:gd name="connsiteY45" fmla="*/ 667206 h 1460863"/>
                <a:gd name="connsiteX46" fmla="*/ 149932 w 1452848"/>
                <a:gd name="connsiteY46" fmla="*/ 680550 h 1460863"/>
                <a:gd name="connsiteX47" fmla="*/ 154389 w 1452848"/>
                <a:gd name="connsiteY47" fmla="*/ 693894 h 1460863"/>
                <a:gd name="connsiteX48" fmla="*/ 142929 w 1452848"/>
                <a:gd name="connsiteY48" fmla="*/ 702155 h 1460863"/>
                <a:gd name="connsiteX49" fmla="*/ 58254 w 1452848"/>
                <a:gd name="connsiteY49" fmla="*/ 737739 h 1460863"/>
                <a:gd name="connsiteX50" fmla="*/ 58254 w 1452848"/>
                <a:gd name="connsiteY50" fmla="*/ 911848 h 1460863"/>
                <a:gd name="connsiteX51" fmla="*/ 113643 w 1452848"/>
                <a:gd name="connsiteY51" fmla="*/ 943620 h 1460863"/>
                <a:gd name="connsiteX52" fmla="*/ 122556 w 1452848"/>
                <a:gd name="connsiteY52" fmla="*/ 953787 h 1460863"/>
                <a:gd name="connsiteX53" fmla="*/ 116190 w 1452848"/>
                <a:gd name="connsiteY53" fmla="*/ 965860 h 1460863"/>
                <a:gd name="connsiteX54" fmla="*/ 88177 w 1452848"/>
                <a:gd name="connsiteY54" fmla="*/ 986829 h 1460863"/>
                <a:gd name="connsiteX55" fmla="*/ 88177 w 1452848"/>
                <a:gd name="connsiteY55" fmla="*/ 1160938 h 1460863"/>
                <a:gd name="connsiteX56" fmla="*/ 181128 w 1452848"/>
                <a:gd name="connsiteY56" fmla="*/ 1196523 h 1460863"/>
                <a:gd name="connsiteX57" fmla="*/ 183675 w 1452848"/>
                <a:gd name="connsiteY57" fmla="*/ 1196523 h 1460863"/>
                <a:gd name="connsiteX58" fmla="*/ 268987 w 1452848"/>
                <a:gd name="connsiteY58" fmla="*/ 1460863 h 1460863"/>
                <a:gd name="connsiteX59" fmla="*/ 165212 w 1452848"/>
                <a:gd name="connsiteY59" fmla="*/ 1417654 h 1460863"/>
                <a:gd name="connsiteX60" fmla="*/ 155662 w 1452848"/>
                <a:gd name="connsiteY60" fmla="*/ 1220034 h 1460863"/>
                <a:gd name="connsiteX61" fmla="*/ 72897 w 1452848"/>
                <a:gd name="connsiteY61" fmla="*/ 1178730 h 1460863"/>
                <a:gd name="connsiteX62" fmla="*/ 72897 w 1452848"/>
                <a:gd name="connsiteY62" fmla="*/ 970308 h 1460863"/>
                <a:gd name="connsiteX63" fmla="*/ 85630 w 1452848"/>
                <a:gd name="connsiteY63" fmla="*/ 958870 h 1460863"/>
                <a:gd name="connsiteX64" fmla="*/ 42974 w 1452848"/>
                <a:gd name="connsiteY64" fmla="*/ 929005 h 1460863"/>
                <a:gd name="connsiteX65" fmla="*/ 42974 w 1452848"/>
                <a:gd name="connsiteY65" fmla="*/ 720582 h 1460863"/>
                <a:gd name="connsiteX66" fmla="*/ 116190 w 1452848"/>
                <a:gd name="connsiteY66" fmla="*/ 680550 h 1460863"/>
                <a:gd name="connsiteX67" fmla="*/ 118737 w 1452848"/>
                <a:gd name="connsiteY67" fmla="*/ 475305 h 1460863"/>
                <a:gd name="connsiteX68" fmla="*/ 238427 w 1452848"/>
                <a:gd name="connsiteY68" fmla="*/ 432731 h 1460863"/>
                <a:gd name="connsiteX69" fmla="*/ 269624 w 1452848"/>
                <a:gd name="connsiteY69" fmla="*/ 270695 h 1460863"/>
                <a:gd name="connsiteX70" fmla="*/ 430698 w 1452848"/>
                <a:gd name="connsiteY70" fmla="*/ 239559 h 1460863"/>
                <a:gd name="connsiteX71" fmla="*/ 472717 w 1452848"/>
                <a:gd name="connsiteY71" fmla="*/ 119462 h 1460863"/>
                <a:gd name="connsiteX72" fmla="*/ 576492 w 1452848"/>
                <a:gd name="connsiteY72" fmla="*/ 76252 h 1460863"/>
                <a:gd name="connsiteX73" fmla="*/ 576492 w 1452848"/>
                <a:gd name="connsiteY73" fmla="*/ 76252 h 1460863"/>
                <a:gd name="connsiteX74" fmla="*/ 677084 w 1452848"/>
                <a:gd name="connsiteY74" fmla="*/ 116285 h 1460863"/>
                <a:gd name="connsiteX75" fmla="*/ 716556 w 1452848"/>
                <a:gd name="connsiteY75" fmla="*/ 43210 h 1460863"/>
                <a:gd name="connsiteX76" fmla="*/ 820331 w 1452848"/>
                <a:gd name="connsiteY76" fmla="*/ 0 h 1460863"/>
                <a:gd name="connsiteX77" fmla="*/ 924107 w 1452848"/>
                <a:gd name="connsiteY77" fmla="*/ 43210 h 1460863"/>
                <a:gd name="connsiteX78" fmla="*/ 953393 w 1452848"/>
                <a:gd name="connsiteY78" fmla="*/ 85784 h 1460863"/>
                <a:gd name="connsiteX79" fmla="*/ 964215 w 1452848"/>
                <a:gd name="connsiteY79" fmla="*/ 73075 h 1460863"/>
                <a:gd name="connsiteX80" fmla="*/ 1067991 w 1452848"/>
                <a:gd name="connsiteY80" fmla="*/ 29865 h 1460863"/>
                <a:gd name="connsiteX81" fmla="*/ 1171765 w 1452848"/>
                <a:gd name="connsiteY81" fmla="*/ 73075 h 1460863"/>
                <a:gd name="connsiteX82" fmla="*/ 1213148 w 1452848"/>
                <a:gd name="connsiteY82" fmla="*/ 156317 h 1460863"/>
                <a:gd name="connsiteX83" fmla="*/ 1306100 w 1452848"/>
                <a:gd name="connsiteY83" fmla="*/ 122639 h 1460863"/>
                <a:gd name="connsiteX84" fmla="*/ 1409875 w 1452848"/>
                <a:gd name="connsiteY84" fmla="*/ 165848 h 1460863"/>
                <a:gd name="connsiteX85" fmla="*/ 1409875 w 1452848"/>
                <a:gd name="connsiteY85" fmla="*/ 374271 h 1460863"/>
                <a:gd name="connsiteX86" fmla="*/ 1281907 w 1452848"/>
                <a:gd name="connsiteY86" fmla="*/ 415574 h 1460863"/>
                <a:gd name="connsiteX87" fmla="*/ 1265991 w 1452848"/>
                <a:gd name="connsiteY87" fmla="*/ 442898 h 1460863"/>
                <a:gd name="connsiteX88" fmla="*/ 915830 w 1452848"/>
                <a:gd name="connsiteY88" fmla="*/ 920744 h 1460863"/>
                <a:gd name="connsiteX89" fmla="*/ 440884 w 1452848"/>
                <a:gd name="connsiteY89" fmla="*/ 1272775 h 1460863"/>
                <a:gd name="connsiteX90" fmla="*/ 413508 w 1452848"/>
                <a:gd name="connsiteY90" fmla="*/ 1288661 h 1460863"/>
                <a:gd name="connsiteX91" fmla="*/ 372762 w 1452848"/>
                <a:gd name="connsiteY91" fmla="*/ 1417018 h 1460863"/>
                <a:gd name="connsiteX92" fmla="*/ 268987 w 1452848"/>
                <a:gd name="connsiteY92" fmla="*/ 1460863 h 1460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452848" h="1460863">
                  <a:moveTo>
                    <a:pt x="183675" y="1196523"/>
                  </a:moveTo>
                  <a:cubicBezTo>
                    <a:pt x="188769" y="1196523"/>
                    <a:pt x="193225" y="1199700"/>
                    <a:pt x="195135" y="1204148"/>
                  </a:cubicBezTo>
                  <a:cubicBezTo>
                    <a:pt x="197045" y="1209231"/>
                    <a:pt x="195772" y="1214950"/>
                    <a:pt x="191315" y="1218127"/>
                  </a:cubicBezTo>
                  <a:cubicBezTo>
                    <a:pt x="188131" y="1220669"/>
                    <a:pt x="184948" y="1223211"/>
                    <a:pt x="182402" y="1226388"/>
                  </a:cubicBezTo>
                  <a:cubicBezTo>
                    <a:pt x="134653" y="1274046"/>
                    <a:pt x="134653" y="1352204"/>
                    <a:pt x="182402" y="1400497"/>
                  </a:cubicBezTo>
                  <a:cubicBezTo>
                    <a:pt x="205322" y="1424008"/>
                    <a:pt x="235881" y="1436717"/>
                    <a:pt x="268987" y="1436717"/>
                  </a:cubicBezTo>
                  <a:cubicBezTo>
                    <a:pt x="302093" y="1436717"/>
                    <a:pt x="332016" y="1424008"/>
                    <a:pt x="355572" y="1400497"/>
                  </a:cubicBezTo>
                  <a:cubicBezTo>
                    <a:pt x="385495" y="1370632"/>
                    <a:pt x="397591" y="1327422"/>
                    <a:pt x="388042" y="1285483"/>
                  </a:cubicBezTo>
                  <a:cubicBezTo>
                    <a:pt x="386769" y="1280400"/>
                    <a:pt x="389315" y="1274681"/>
                    <a:pt x="393772" y="1272139"/>
                  </a:cubicBezTo>
                  <a:cubicBezTo>
                    <a:pt x="404595" y="1265785"/>
                    <a:pt x="416055" y="1258795"/>
                    <a:pt x="428788" y="1251805"/>
                  </a:cubicBezTo>
                  <a:cubicBezTo>
                    <a:pt x="536383" y="1190168"/>
                    <a:pt x="717193" y="1085957"/>
                    <a:pt x="898640" y="903587"/>
                  </a:cubicBezTo>
                  <a:cubicBezTo>
                    <a:pt x="1080087" y="720582"/>
                    <a:pt x="1183225" y="538848"/>
                    <a:pt x="1244981" y="430824"/>
                  </a:cubicBezTo>
                  <a:cubicBezTo>
                    <a:pt x="1251984" y="418116"/>
                    <a:pt x="1258988" y="406678"/>
                    <a:pt x="1265354" y="395876"/>
                  </a:cubicBezTo>
                  <a:cubicBezTo>
                    <a:pt x="1267901" y="391428"/>
                    <a:pt x="1273630" y="388886"/>
                    <a:pt x="1278724" y="390157"/>
                  </a:cubicBezTo>
                  <a:cubicBezTo>
                    <a:pt x="1320106" y="399688"/>
                    <a:pt x="1362762" y="387615"/>
                    <a:pt x="1392685" y="357750"/>
                  </a:cubicBezTo>
                  <a:cubicBezTo>
                    <a:pt x="1440435" y="310092"/>
                    <a:pt x="1440435" y="231933"/>
                    <a:pt x="1392685" y="183640"/>
                  </a:cubicBezTo>
                  <a:cubicBezTo>
                    <a:pt x="1369766" y="160129"/>
                    <a:pt x="1339206" y="147421"/>
                    <a:pt x="1306100" y="147421"/>
                  </a:cubicBezTo>
                  <a:cubicBezTo>
                    <a:pt x="1272994" y="147421"/>
                    <a:pt x="1243071" y="160129"/>
                    <a:pt x="1219514" y="183640"/>
                  </a:cubicBezTo>
                  <a:lnTo>
                    <a:pt x="1219514" y="183640"/>
                  </a:lnTo>
                  <a:cubicBezTo>
                    <a:pt x="1216331" y="186818"/>
                    <a:pt x="1213785" y="189995"/>
                    <a:pt x="1211238" y="193172"/>
                  </a:cubicBezTo>
                  <a:cubicBezTo>
                    <a:pt x="1208055" y="196985"/>
                    <a:pt x="1202325" y="198891"/>
                    <a:pt x="1197231" y="196985"/>
                  </a:cubicBezTo>
                  <a:cubicBezTo>
                    <a:pt x="1192139" y="195078"/>
                    <a:pt x="1188955" y="189995"/>
                    <a:pt x="1189592" y="184911"/>
                  </a:cubicBezTo>
                  <a:cubicBezTo>
                    <a:pt x="1191502" y="149963"/>
                    <a:pt x="1178769" y="115649"/>
                    <a:pt x="1153939" y="91502"/>
                  </a:cubicBezTo>
                  <a:cubicBezTo>
                    <a:pt x="1131020" y="68627"/>
                    <a:pt x="1100460" y="55283"/>
                    <a:pt x="1067354" y="55283"/>
                  </a:cubicBezTo>
                  <a:cubicBezTo>
                    <a:pt x="1034248" y="55283"/>
                    <a:pt x="1004325" y="67992"/>
                    <a:pt x="980768" y="91502"/>
                  </a:cubicBezTo>
                  <a:cubicBezTo>
                    <a:pt x="972492" y="99763"/>
                    <a:pt x="965489" y="109295"/>
                    <a:pt x="959759" y="120097"/>
                  </a:cubicBezTo>
                  <a:cubicBezTo>
                    <a:pt x="957212" y="124545"/>
                    <a:pt x="952756" y="127087"/>
                    <a:pt x="947662" y="126451"/>
                  </a:cubicBezTo>
                  <a:cubicBezTo>
                    <a:pt x="942569" y="125816"/>
                    <a:pt x="938749" y="122003"/>
                    <a:pt x="937476" y="117555"/>
                  </a:cubicBezTo>
                  <a:cubicBezTo>
                    <a:pt x="931746" y="96586"/>
                    <a:pt x="920923" y="76888"/>
                    <a:pt x="905643" y="61637"/>
                  </a:cubicBezTo>
                  <a:cubicBezTo>
                    <a:pt x="882724" y="38126"/>
                    <a:pt x="852164" y="25417"/>
                    <a:pt x="819058" y="25417"/>
                  </a:cubicBezTo>
                  <a:cubicBezTo>
                    <a:pt x="785952" y="25417"/>
                    <a:pt x="756029" y="38126"/>
                    <a:pt x="732472" y="61637"/>
                  </a:cubicBezTo>
                  <a:cubicBezTo>
                    <a:pt x="709553" y="84513"/>
                    <a:pt x="697456" y="114378"/>
                    <a:pt x="696820" y="146785"/>
                  </a:cubicBezTo>
                  <a:cubicBezTo>
                    <a:pt x="696820" y="151869"/>
                    <a:pt x="693000" y="156952"/>
                    <a:pt x="687906" y="158223"/>
                  </a:cubicBezTo>
                  <a:cubicBezTo>
                    <a:pt x="682814" y="159494"/>
                    <a:pt x="677084" y="158223"/>
                    <a:pt x="674537" y="153775"/>
                  </a:cubicBezTo>
                  <a:cubicBezTo>
                    <a:pt x="670081" y="147421"/>
                    <a:pt x="665624" y="142337"/>
                    <a:pt x="661167" y="137889"/>
                  </a:cubicBezTo>
                  <a:cubicBezTo>
                    <a:pt x="638248" y="114378"/>
                    <a:pt x="607688" y="101669"/>
                    <a:pt x="574582" y="101669"/>
                  </a:cubicBezTo>
                  <a:cubicBezTo>
                    <a:pt x="541476" y="101669"/>
                    <a:pt x="511553" y="114378"/>
                    <a:pt x="487997" y="137889"/>
                  </a:cubicBezTo>
                  <a:cubicBezTo>
                    <a:pt x="456164" y="170296"/>
                    <a:pt x="444704" y="217319"/>
                    <a:pt x="457437" y="260528"/>
                  </a:cubicBezTo>
                  <a:cubicBezTo>
                    <a:pt x="458710" y="265612"/>
                    <a:pt x="457437" y="270695"/>
                    <a:pt x="452981" y="273872"/>
                  </a:cubicBezTo>
                  <a:cubicBezTo>
                    <a:pt x="448524" y="277049"/>
                    <a:pt x="443431" y="277049"/>
                    <a:pt x="438974" y="273872"/>
                  </a:cubicBezTo>
                  <a:cubicBezTo>
                    <a:pt x="390588" y="241465"/>
                    <a:pt x="326286" y="247819"/>
                    <a:pt x="284904" y="289123"/>
                  </a:cubicBezTo>
                  <a:cubicBezTo>
                    <a:pt x="243521" y="330426"/>
                    <a:pt x="237154" y="395876"/>
                    <a:pt x="269624" y="444168"/>
                  </a:cubicBezTo>
                  <a:cubicBezTo>
                    <a:pt x="272171" y="448617"/>
                    <a:pt x="272171" y="454335"/>
                    <a:pt x="268987" y="458148"/>
                  </a:cubicBezTo>
                  <a:cubicBezTo>
                    <a:pt x="265804" y="462596"/>
                    <a:pt x="260710" y="463867"/>
                    <a:pt x="255618" y="462596"/>
                  </a:cubicBezTo>
                  <a:cubicBezTo>
                    <a:pt x="212325" y="449252"/>
                    <a:pt x="165848" y="461325"/>
                    <a:pt x="134016" y="493097"/>
                  </a:cubicBezTo>
                  <a:cubicBezTo>
                    <a:pt x="86266" y="540755"/>
                    <a:pt x="86266" y="618913"/>
                    <a:pt x="134016" y="667206"/>
                  </a:cubicBezTo>
                  <a:cubicBezTo>
                    <a:pt x="138473" y="671654"/>
                    <a:pt x="143565" y="676102"/>
                    <a:pt x="149932" y="680550"/>
                  </a:cubicBezTo>
                  <a:cubicBezTo>
                    <a:pt x="154389" y="683727"/>
                    <a:pt x="156299" y="688811"/>
                    <a:pt x="154389" y="693894"/>
                  </a:cubicBezTo>
                  <a:cubicBezTo>
                    <a:pt x="153115" y="698978"/>
                    <a:pt x="148023" y="702155"/>
                    <a:pt x="142929" y="702155"/>
                  </a:cubicBezTo>
                  <a:cubicBezTo>
                    <a:pt x="111096" y="702790"/>
                    <a:pt x="80537" y="715499"/>
                    <a:pt x="58254" y="737739"/>
                  </a:cubicBezTo>
                  <a:cubicBezTo>
                    <a:pt x="10505" y="785397"/>
                    <a:pt x="10505" y="863555"/>
                    <a:pt x="58254" y="911848"/>
                  </a:cubicBezTo>
                  <a:cubicBezTo>
                    <a:pt x="73533" y="927098"/>
                    <a:pt x="92633" y="937901"/>
                    <a:pt x="113643" y="943620"/>
                  </a:cubicBezTo>
                  <a:cubicBezTo>
                    <a:pt x="118737" y="944891"/>
                    <a:pt x="121920" y="948703"/>
                    <a:pt x="122556" y="953787"/>
                  </a:cubicBezTo>
                  <a:cubicBezTo>
                    <a:pt x="123193" y="958870"/>
                    <a:pt x="120646" y="963318"/>
                    <a:pt x="116190" y="965860"/>
                  </a:cubicBezTo>
                  <a:cubicBezTo>
                    <a:pt x="106003" y="971579"/>
                    <a:pt x="96454" y="978569"/>
                    <a:pt x="88177" y="986829"/>
                  </a:cubicBezTo>
                  <a:cubicBezTo>
                    <a:pt x="40428" y="1034487"/>
                    <a:pt x="40428" y="1112645"/>
                    <a:pt x="88177" y="1160938"/>
                  </a:cubicBezTo>
                  <a:cubicBezTo>
                    <a:pt x="112370" y="1185720"/>
                    <a:pt x="146749" y="1198429"/>
                    <a:pt x="181128" y="1196523"/>
                  </a:cubicBezTo>
                  <a:lnTo>
                    <a:pt x="183675" y="1196523"/>
                  </a:lnTo>
                  <a:moveTo>
                    <a:pt x="268987" y="1460863"/>
                  </a:moveTo>
                  <a:cubicBezTo>
                    <a:pt x="230151" y="1460863"/>
                    <a:pt x="193225" y="1445613"/>
                    <a:pt x="165212" y="1417654"/>
                  </a:cubicBezTo>
                  <a:cubicBezTo>
                    <a:pt x="111733" y="1363642"/>
                    <a:pt x="108549" y="1277858"/>
                    <a:pt x="155662" y="1220034"/>
                  </a:cubicBezTo>
                  <a:cubicBezTo>
                    <a:pt x="124466" y="1215586"/>
                    <a:pt x="95180" y="1200971"/>
                    <a:pt x="72897" y="1178730"/>
                  </a:cubicBezTo>
                  <a:cubicBezTo>
                    <a:pt x="15598" y="1121541"/>
                    <a:pt x="15598" y="1028133"/>
                    <a:pt x="72897" y="970308"/>
                  </a:cubicBezTo>
                  <a:cubicBezTo>
                    <a:pt x="76717" y="966495"/>
                    <a:pt x="81174" y="962683"/>
                    <a:pt x="85630" y="958870"/>
                  </a:cubicBezTo>
                  <a:cubicBezTo>
                    <a:pt x="69714" y="951881"/>
                    <a:pt x="55071" y="941714"/>
                    <a:pt x="42974" y="929005"/>
                  </a:cubicBezTo>
                  <a:cubicBezTo>
                    <a:pt x="-14325" y="871816"/>
                    <a:pt x="-14325" y="778407"/>
                    <a:pt x="42974" y="720582"/>
                  </a:cubicBezTo>
                  <a:cubicBezTo>
                    <a:pt x="63347" y="700249"/>
                    <a:pt x="88177" y="686269"/>
                    <a:pt x="116190" y="680550"/>
                  </a:cubicBezTo>
                  <a:cubicBezTo>
                    <a:pt x="62074" y="622726"/>
                    <a:pt x="62710" y="531859"/>
                    <a:pt x="118737" y="475305"/>
                  </a:cubicBezTo>
                  <a:cubicBezTo>
                    <a:pt x="150569" y="443533"/>
                    <a:pt x="194498" y="428283"/>
                    <a:pt x="238427" y="432731"/>
                  </a:cubicBezTo>
                  <a:cubicBezTo>
                    <a:pt x="215508" y="378083"/>
                    <a:pt x="226968" y="313904"/>
                    <a:pt x="269624" y="270695"/>
                  </a:cubicBezTo>
                  <a:cubicBezTo>
                    <a:pt x="312279" y="227486"/>
                    <a:pt x="376582" y="216048"/>
                    <a:pt x="430698" y="239559"/>
                  </a:cubicBezTo>
                  <a:cubicBezTo>
                    <a:pt x="425604" y="195714"/>
                    <a:pt x="440884" y="151233"/>
                    <a:pt x="472717" y="119462"/>
                  </a:cubicBezTo>
                  <a:cubicBezTo>
                    <a:pt x="500093" y="91502"/>
                    <a:pt x="537019" y="76252"/>
                    <a:pt x="576492" y="76252"/>
                  </a:cubicBezTo>
                  <a:lnTo>
                    <a:pt x="576492" y="76252"/>
                  </a:lnTo>
                  <a:cubicBezTo>
                    <a:pt x="614055" y="76252"/>
                    <a:pt x="649707" y="90232"/>
                    <a:pt x="677084" y="116285"/>
                  </a:cubicBezTo>
                  <a:cubicBezTo>
                    <a:pt x="682814" y="88961"/>
                    <a:pt x="696183" y="63543"/>
                    <a:pt x="716556" y="43210"/>
                  </a:cubicBezTo>
                  <a:cubicBezTo>
                    <a:pt x="743933" y="15250"/>
                    <a:pt x="780859" y="0"/>
                    <a:pt x="820331" y="0"/>
                  </a:cubicBezTo>
                  <a:cubicBezTo>
                    <a:pt x="859804" y="0"/>
                    <a:pt x="896093" y="15250"/>
                    <a:pt x="924107" y="43210"/>
                  </a:cubicBezTo>
                  <a:cubicBezTo>
                    <a:pt x="936202" y="55283"/>
                    <a:pt x="946389" y="69898"/>
                    <a:pt x="953393" y="85784"/>
                  </a:cubicBezTo>
                  <a:cubicBezTo>
                    <a:pt x="956576" y="81336"/>
                    <a:pt x="960396" y="76888"/>
                    <a:pt x="964215" y="73075"/>
                  </a:cubicBezTo>
                  <a:cubicBezTo>
                    <a:pt x="991592" y="45116"/>
                    <a:pt x="1028518" y="29865"/>
                    <a:pt x="1067991" y="29865"/>
                  </a:cubicBezTo>
                  <a:cubicBezTo>
                    <a:pt x="1107463" y="29865"/>
                    <a:pt x="1143753" y="45116"/>
                    <a:pt x="1171765" y="73075"/>
                  </a:cubicBezTo>
                  <a:cubicBezTo>
                    <a:pt x="1194048" y="95951"/>
                    <a:pt x="1208692" y="125181"/>
                    <a:pt x="1213148" y="156317"/>
                  </a:cubicBezTo>
                  <a:cubicBezTo>
                    <a:pt x="1239251" y="134712"/>
                    <a:pt x="1271721" y="122639"/>
                    <a:pt x="1306100" y="122639"/>
                  </a:cubicBezTo>
                  <a:cubicBezTo>
                    <a:pt x="1344936" y="122639"/>
                    <a:pt x="1381862" y="137889"/>
                    <a:pt x="1409875" y="165848"/>
                  </a:cubicBezTo>
                  <a:cubicBezTo>
                    <a:pt x="1467174" y="223037"/>
                    <a:pt x="1467174" y="316446"/>
                    <a:pt x="1409875" y="374271"/>
                  </a:cubicBezTo>
                  <a:cubicBezTo>
                    <a:pt x="1376132" y="407949"/>
                    <a:pt x="1329020" y="423199"/>
                    <a:pt x="1281907" y="415574"/>
                  </a:cubicBezTo>
                  <a:cubicBezTo>
                    <a:pt x="1276813" y="424470"/>
                    <a:pt x="1271721" y="433366"/>
                    <a:pt x="1265991" y="442898"/>
                  </a:cubicBezTo>
                  <a:cubicBezTo>
                    <a:pt x="1203598" y="552192"/>
                    <a:pt x="1099823" y="735833"/>
                    <a:pt x="915830" y="920744"/>
                  </a:cubicBezTo>
                  <a:cubicBezTo>
                    <a:pt x="731836" y="1105656"/>
                    <a:pt x="549752" y="1210502"/>
                    <a:pt x="440884" y="1272775"/>
                  </a:cubicBezTo>
                  <a:cubicBezTo>
                    <a:pt x="431335" y="1278494"/>
                    <a:pt x="421785" y="1283577"/>
                    <a:pt x="413508" y="1288661"/>
                  </a:cubicBezTo>
                  <a:cubicBezTo>
                    <a:pt x="421148" y="1335683"/>
                    <a:pt x="406505" y="1383340"/>
                    <a:pt x="372762" y="1417018"/>
                  </a:cubicBezTo>
                  <a:cubicBezTo>
                    <a:pt x="344749" y="1445613"/>
                    <a:pt x="307823" y="1460863"/>
                    <a:pt x="268987" y="14608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4A3E76E-899C-55CA-7F0B-920D86ED8357}"/>
                </a:ext>
              </a:extLst>
            </p:cNvPr>
            <p:cNvSpPr/>
            <p:nvPr/>
          </p:nvSpPr>
          <p:spPr>
            <a:xfrm>
              <a:off x="7556473" y="5511734"/>
              <a:ext cx="138568" cy="152700"/>
            </a:xfrm>
            <a:custGeom>
              <a:avLst/>
              <a:gdLst>
                <a:gd name="connsiteX0" fmla="*/ 12314 w 138568"/>
                <a:gd name="connsiteY0" fmla="*/ 152065 h 152700"/>
                <a:gd name="connsiteX1" fmla="*/ 218 w 138568"/>
                <a:gd name="connsiteY1" fmla="*/ 141898 h 152700"/>
                <a:gd name="connsiteX2" fmla="*/ 9768 w 138568"/>
                <a:gd name="connsiteY2" fmla="*/ 127918 h 152700"/>
                <a:gd name="connsiteX3" fmla="*/ 114179 w 138568"/>
                <a:gd name="connsiteY3" fmla="*/ 10363 h 152700"/>
                <a:gd name="connsiteX4" fmla="*/ 128185 w 138568"/>
                <a:gd name="connsiteY4" fmla="*/ 196 h 152700"/>
                <a:gd name="connsiteX5" fmla="*/ 138373 w 138568"/>
                <a:gd name="connsiteY5" fmla="*/ 14176 h 152700"/>
                <a:gd name="connsiteX6" fmla="*/ 14225 w 138568"/>
                <a:gd name="connsiteY6" fmla="*/ 152700 h 152700"/>
                <a:gd name="connsiteX7" fmla="*/ 12314 w 138568"/>
                <a:gd name="connsiteY7" fmla="*/ 152065 h 15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568" h="152700">
                  <a:moveTo>
                    <a:pt x="12314" y="152065"/>
                  </a:moveTo>
                  <a:cubicBezTo>
                    <a:pt x="6584" y="152065"/>
                    <a:pt x="1491" y="148252"/>
                    <a:pt x="218" y="141898"/>
                  </a:cubicBezTo>
                  <a:cubicBezTo>
                    <a:pt x="-1055" y="135543"/>
                    <a:pt x="3401" y="129189"/>
                    <a:pt x="9768" y="127918"/>
                  </a:cubicBezTo>
                  <a:cubicBezTo>
                    <a:pt x="13587" y="127283"/>
                    <a:pt x="100173" y="109491"/>
                    <a:pt x="114179" y="10363"/>
                  </a:cubicBezTo>
                  <a:cubicBezTo>
                    <a:pt x="114816" y="4009"/>
                    <a:pt x="121182" y="-1075"/>
                    <a:pt x="128185" y="196"/>
                  </a:cubicBezTo>
                  <a:cubicBezTo>
                    <a:pt x="134552" y="831"/>
                    <a:pt x="139646" y="7186"/>
                    <a:pt x="138373" y="14176"/>
                  </a:cubicBezTo>
                  <a:cubicBezTo>
                    <a:pt x="121819" y="131095"/>
                    <a:pt x="15498" y="152065"/>
                    <a:pt x="14225" y="152700"/>
                  </a:cubicBezTo>
                  <a:cubicBezTo>
                    <a:pt x="13587" y="152065"/>
                    <a:pt x="12951" y="152065"/>
                    <a:pt x="12314" y="1520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9ACAD3AB-A62A-F854-8D40-54AD7302E378}"/>
                </a:ext>
              </a:extLst>
            </p:cNvPr>
            <p:cNvSpPr/>
            <p:nvPr/>
          </p:nvSpPr>
          <p:spPr>
            <a:xfrm>
              <a:off x="7485325" y="5294698"/>
              <a:ext cx="165504" cy="116833"/>
            </a:xfrm>
            <a:custGeom>
              <a:avLst/>
              <a:gdLst>
                <a:gd name="connsiteX0" fmla="*/ 19796 w 165504"/>
                <a:gd name="connsiteY0" fmla="*/ 116834 h 116833"/>
                <a:gd name="connsiteX1" fmla="*/ 10883 w 165504"/>
                <a:gd name="connsiteY1" fmla="*/ 116198 h 116833"/>
                <a:gd name="connsiteX2" fmla="*/ 60 w 165504"/>
                <a:gd name="connsiteY2" fmla="*/ 102854 h 116833"/>
                <a:gd name="connsiteX3" fmla="*/ 13430 w 165504"/>
                <a:gd name="connsiteY3" fmla="*/ 92052 h 116833"/>
                <a:gd name="connsiteX4" fmla="*/ 142034 w 165504"/>
                <a:gd name="connsiteY4" fmla="*/ 8175 h 116833"/>
                <a:gd name="connsiteX5" fmla="*/ 157314 w 165504"/>
                <a:gd name="connsiteY5" fmla="*/ 549 h 116833"/>
                <a:gd name="connsiteX6" fmla="*/ 164954 w 165504"/>
                <a:gd name="connsiteY6" fmla="*/ 15800 h 116833"/>
                <a:gd name="connsiteX7" fmla="*/ 19796 w 165504"/>
                <a:gd name="connsiteY7" fmla="*/ 116834 h 11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5504" h="116833">
                  <a:moveTo>
                    <a:pt x="19796" y="116834"/>
                  </a:moveTo>
                  <a:cubicBezTo>
                    <a:pt x="14066" y="116834"/>
                    <a:pt x="10883" y="116834"/>
                    <a:pt x="10883" y="116198"/>
                  </a:cubicBezTo>
                  <a:cubicBezTo>
                    <a:pt x="3880" y="115563"/>
                    <a:pt x="-576" y="109209"/>
                    <a:pt x="60" y="102854"/>
                  </a:cubicBezTo>
                  <a:cubicBezTo>
                    <a:pt x="697" y="95865"/>
                    <a:pt x="6427" y="91416"/>
                    <a:pt x="13430" y="92052"/>
                  </a:cubicBezTo>
                  <a:cubicBezTo>
                    <a:pt x="17250" y="92687"/>
                    <a:pt x="110201" y="100948"/>
                    <a:pt x="142034" y="8175"/>
                  </a:cubicBezTo>
                  <a:cubicBezTo>
                    <a:pt x="143944" y="1820"/>
                    <a:pt x="150947" y="-1357"/>
                    <a:pt x="157314" y="549"/>
                  </a:cubicBezTo>
                  <a:cubicBezTo>
                    <a:pt x="163681" y="2456"/>
                    <a:pt x="166864" y="9446"/>
                    <a:pt x="164954" y="15800"/>
                  </a:cubicBezTo>
                  <a:cubicBezTo>
                    <a:pt x="133122" y="108573"/>
                    <a:pt x="47810" y="116834"/>
                    <a:pt x="19796" y="1168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432B9A4B-E194-4C5A-283D-AD36D0F2C192}"/>
                </a:ext>
              </a:extLst>
            </p:cNvPr>
            <p:cNvSpPr/>
            <p:nvPr/>
          </p:nvSpPr>
          <p:spPr>
            <a:xfrm>
              <a:off x="7690714" y="5000146"/>
              <a:ext cx="1072700" cy="1004881"/>
            </a:xfrm>
            <a:custGeom>
              <a:avLst/>
              <a:gdLst>
                <a:gd name="connsiteX0" fmla="*/ 91989 w 1072700"/>
                <a:gd name="connsiteY0" fmla="*/ 1004881 h 1004881"/>
                <a:gd name="connsiteX1" fmla="*/ 4768 w 1072700"/>
                <a:gd name="connsiteY1" fmla="*/ 975651 h 1004881"/>
                <a:gd name="connsiteX2" fmla="*/ 2221 w 1072700"/>
                <a:gd name="connsiteY2" fmla="*/ 958494 h 1004881"/>
                <a:gd name="connsiteX3" fmla="*/ 19410 w 1072700"/>
                <a:gd name="connsiteY3" fmla="*/ 955953 h 1004881"/>
                <a:gd name="connsiteX4" fmla="*/ 178574 w 1072700"/>
                <a:gd name="connsiteY4" fmla="*/ 944515 h 1004881"/>
                <a:gd name="connsiteX5" fmla="*/ 211045 w 1072700"/>
                <a:gd name="connsiteY5" fmla="*/ 829501 h 1004881"/>
                <a:gd name="connsiteX6" fmla="*/ 216774 w 1072700"/>
                <a:gd name="connsiteY6" fmla="*/ 816157 h 1004881"/>
                <a:gd name="connsiteX7" fmla="*/ 251790 w 1072700"/>
                <a:gd name="connsiteY7" fmla="*/ 795823 h 1004881"/>
                <a:gd name="connsiteX8" fmla="*/ 722279 w 1072700"/>
                <a:gd name="connsiteY8" fmla="*/ 446970 h 1004881"/>
                <a:gd name="connsiteX9" fmla="*/ 1050157 w 1072700"/>
                <a:gd name="connsiteY9" fmla="*/ 5979 h 1004881"/>
                <a:gd name="connsiteX10" fmla="*/ 1066710 w 1072700"/>
                <a:gd name="connsiteY10" fmla="*/ 1531 h 1004881"/>
                <a:gd name="connsiteX11" fmla="*/ 1071167 w 1072700"/>
                <a:gd name="connsiteY11" fmla="*/ 18052 h 1004881"/>
                <a:gd name="connsiteX12" fmla="*/ 739469 w 1072700"/>
                <a:gd name="connsiteY12" fmla="*/ 464127 h 1004881"/>
                <a:gd name="connsiteX13" fmla="*/ 263887 w 1072700"/>
                <a:gd name="connsiteY13" fmla="*/ 816793 h 1004881"/>
                <a:gd name="connsiteX14" fmla="*/ 236511 w 1072700"/>
                <a:gd name="connsiteY14" fmla="*/ 832679 h 1004881"/>
                <a:gd name="connsiteX15" fmla="*/ 195765 w 1072700"/>
                <a:gd name="connsiteY15" fmla="*/ 961036 h 1004881"/>
                <a:gd name="connsiteX16" fmla="*/ 91989 w 1072700"/>
                <a:gd name="connsiteY16" fmla="*/ 1004881 h 1004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72700" h="1004881">
                  <a:moveTo>
                    <a:pt x="91989" y="1004881"/>
                  </a:moveTo>
                  <a:cubicBezTo>
                    <a:pt x="61430" y="1004881"/>
                    <a:pt x="30234" y="995350"/>
                    <a:pt x="4768" y="975651"/>
                  </a:cubicBezTo>
                  <a:cubicBezTo>
                    <a:pt x="-326" y="971839"/>
                    <a:pt x="-1599" y="964213"/>
                    <a:pt x="2221" y="958494"/>
                  </a:cubicBezTo>
                  <a:cubicBezTo>
                    <a:pt x="6041" y="953411"/>
                    <a:pt x="13681" y="952140"/>
                    <a:pt x="19410" y="955953"/>
                  </a:cubicBezTo>
                  <a:cubicBezTo>
                    <a:pt x="67797" y="992172"/>
                    <a:pt x="135919" y="987089"/>
                    <a:pt x="178574" y="944515"/>
                  </a:cubicBezTo>
                  <a:cubicBezTo>
                    <a:pt x="208498" y="914650"/>
                    <a:pt x="220594" y="871440"/>
                    <a:pt x="211045" y="829501"/>
                  </a:cubicBezTo>
                  <a:cubicBezTo>
                    <a:pt x="209771" y="824418"/>
                    <a:pt x="212318" y="818699"/>
                    <a:pt x="216774" y="816157"/>
                  </a:cubicBezTo>
                  <a:cubicBezTo>
                    <a:pt x="227597" y="809803"/>
                    <a:pt x="239057" y="803449"/>
                    <a:pt x="251790" y="795823"/>
                  </a:cubicBezTo>
                  <a:cubicBezTo>
                    <a:pt x="360021" y="733551"/>
                    <a:pt x="540195" y="629975"/>
                    <a:pt x="722279" y="446970"/>
                  </a:cubicBezTo>
                  <a:cubicBezTo>
                    <a:pt x="879534" y="288747"/>
                    <a:pt x="976305" y="135607"/>
                    <a:pt x="1050157" y="5979"/>
                  </a:cubicBezTo>
                  <a:cubicBezTo>
                    <a:pt x="1053340" y="260"/>
                    <a:pt x="1060981" y="-1647"/>
                    <a:pt x="1066710" y="1531"/>
                  </a:cubicBezTo>
                  <a:cubicBezTo>
                    <a:pt x="1072440" y="4708"/>
                    <a:pt x="1074350" y="12333"/>
                    <a:pt x="1071167" y="18052"/>
                  </a:cubicBezTo>
                  <a:cubicBezTo>
                    <a:pt x="996678" y="148316"/>
                    <a:pt x="898633" y="303362"/>
                    <a:pt x="739469" y="464127"/>
                  </a:cubicBezTo>
                  <a:cubicBezTo>
                    <a:pt x="555475" y="649673"/>
                    <a:pt x="372755" y="753885"/>
                    <a:pt x="263887" y="816793"/>
                  </a:cubicBezTo>
                  <a:cubicBezTo>
                    <a:pt x="254337" y="822512"/>
                    <a:pt x="245423" y="827595"/>
                    <a:pt x="236511" y="832679"/>
                  </a:cubicBezTo>
                  <a:cubicBezTo>
                    <a:pt x="244150" y="879701"/>
                    <a:pt x="229507" y="927358"/>
                    <a:pt x="195765" y="961036"/>
                  </a:cubicBezTo>
                  <a:cubicBezTo>
                    <a:pt x="167752" y="990266"/>
                    <a:pt x="130189" y="1004881"/>
                    <a:pt x="91989" y="100488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C71E89E0-DF45-019C-08D6-C14CA51D9F30}"/>
                </a:ext>
              </a:extLst>
            </p:cNvPr>
            <p:cNvSpPr/>
            <p:nvPr/>
          </p:nvSpPr>
          <p:spPr>
            <a:xfrm>
              <a:off x="8172448" y="4785386"/>
              <a:ext cx="101998" cy="143851"/>
            </a:xfrm>
            <a:custGeom>
              <a:avLst/>
              <a:gdLst>
                <a:gd name="connsiteX0" fmla="*/ 15169 w 101998"/>
                <a:gd name="connsiteY0" fmla="*/ 143852 h 143851"/>
                <a:gd name="connsiteX1" fmla="*/ 3073 w 101998"/>
                <a:gd name="connsiteY1" fmla="*/ 134320 h 143851"/>
                <a:gd name="connsiteX2" fmla="*/ 17079 w 101998"/>
                <a:gd name="connsiteY2" fmla="*/ 49807 h 143851"/>
                <a:gd name="connsiteX3" fmla="*/ 87111 w 101998"/>
                <a:gd name="connsiteY3" fmla="*/ 243 h 143851"/>
                <a:gd name="connsiteX4" fmla="*/ 101755 w 101998"/>
                <a:gd name="connsiteY4" fmla="*/ 9140 h 143851"/>
                <a:gd name="connsiteX5" fmla="*/ 92841 w 101998"/>
                <a:gd name="connsiteY5" fmla="*/ 23755 h 143851"/>
                <a:gd name="connsiteX6" fmla="*/ 38089 w 101998"/>
                <a:gd name="connsiteY6" fmla="*/ 62516 h 143851"/>
                <a:gd name="connsiteX7" fmla="*/ 27265 w 101998"/>
                <a:gd name="connsiteY7" fmla="*/ 128601 h 143851"/>
                <a:gd name="connsiteX8" fmla="*/ 18352 w 101998"/>
                <a:gd name="connsiteY8" fmla="*/ 143216 h 143851"/>
                <a:gd name="connsiteX9" fmla="*/ 15169 w 101998"/>
                <a:gd name="connsiteY9" fmla="*/ 143852 h 143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998" h="143851">
                  <a:moveTo>
                    <a:pt x="15169" y="143852"/>
                  </a:moveTo>
                  <a:cubicBezTo>
                    <a:pt x="9439" y="143852"/>
                    <a:pt x="4346" y="140039"/>
                    <a:pt x="3073" y="134320"/>
                  </a:cubicBezTo>
                  <a:cubicBezTo>
                    <a:pt x="-3931" y="105090"/>
                    <a:pt x="1163" y="75225"/>
                    <a:pt x="17079" y="49807"/>
                  </a:cubicBezTo>
                  <a:cubicBezTo>
                    <a:pt x="32995" y="24390"/>
                    <a:pt x="57825" y="6598"/>
                    <a:pt x="87111" y="243"/>
                  </a:cubicBezTo>
                  <a:cubicBezTo>
                    <a:pt x="93478" y="-1027"/>
                    <a:pt x="100481" y="2785"/>
                    <a:pt x="101755" y="9140"/>
                  </a:cubicBezTo>
                  <a:cubicBezTo>
                    <a:pt x="103028" y="15494"/>
                    <a:pt x="99208" y="22484"/>
                    <a:pt x="92841" y="23755"/>
                  </a:cubicBezTo>
                  <a:cubicBezTo>
                    <a:pt x="69922" y="28838"/>
                    <a:pt x="50822" y="42818"/>
                    <a:pt x="38089" y="62516"/>
                  </a:cubicBezTo>
                  <a:cubicBezTo>
                    <a:pt x="25356" y="82214"/>
                    <a:pt x="21535" y="105726"/>
                    <a:pt x="27265" y="128601"/>
                  </a:cubicBezTo>
                  <a:cubicBezTo>
                    <a:pt x="28539" y="134956"/>
                    <a:pt x="24719" y="141945"/>
                    <a:pt x="18352" y="143216"/>
                  </a:cubicBezTo>
                  <a:cubicBezTo>
                    <a:pt x="16442" y="143852"/>
                    <a:pt x="15806" y="143852"/>
                    <a:pt x="15169" y="1438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58BDE07F-746C-F3E6-42C3-D43FC12FA3A0}"/>
                </a:ext>
              </a:extLst>
            </p:cNvPr>
            <p:cNvSpPr/>
            <p:nvPr/>
          </p:nvSpPr>
          <p:spPr>
            <a:xfrm>
              <a:off x="7890409" y="4874982"/>
              <a:ext cx="101998" cy="143851"/>
            </a:xfrm>
            <a:custGeom>
              <a:avLst/>
              <a:gdLst>
                <a:gd name="connsiteX0" fmla="*/ 15169 w 101998"/>
                <a:gd name="connsiteY0" fmla="*/ 143852 h 143851"/>
                <a:gd name="connsiteX1" fmla="*/ 3072 w 101998"/>
                <a:gd name="connsiteY1" fmla="*/ 134320 h 143851"/>
                <a:gd name="connsiteX2" fmla="*/ 17079 w 101998"/>
                <a:gd name="connsiteY2" fmla="*/ 49807 h 143851"/>
                <a:gd name="connsiteX3" fmla="*/ 87111 w 101998"/>
                <a:gd name="connsiteY3" fmla="*/ 244 h 143851"/>
                <a:gd name="connsiteX4" fmla="*/ 101754 w 101998"/>
                <a:gd name="connsiteY4" fmla="*/ 9140 h 143851"/>
                <a:gd name="connsiteX5" fmla="*/ 92841 w 101998"/>
                <a:gd name="connsiteY5" fmla="*/ 23755 h 143851"/>
                <a:gd name="connsiteX6" fmla="*/ 38089 w 101998"/>
                <a:gd name="connsiteY6" fmla="*/ 62516 h 143851"/>
                <a:gd name="connsiteX7" fmla="*/ 27266 w 101998"/>
                <a:gd name="connsiteY7" fmla="*/ 128601 h 143851"/>
                <a:gd name="connsiteX8" fmla="*/ 18352 w 101998"/>
                <a:gd name="connsiteY8" fmla="*/ 143216 h 143851"/>
                <a:gd name="connsiteX9" fmla="*/ 15169 w 101998"/>
                <a:gd name="connsiteY9" fmla="*/ 143852 h 143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998" h="143851">
                  <a:moveTo>
                    <a:pt x="15169" y="143852"/>
                  </a:moveTo>
                  <a:cubicBezTo>
                    <a:pt x="9439" y="143852"/>
                    <a:pt x="4345" y="140039"/>
                    <a:pt x="3072" y="134320"/>
                  </a:cubicBezTo>
                  <a:cubicBezTo>
                    <a:pt x="-3931" y="105090"/>
                    <a:pt x="1162" y="75225"/>
                    <a:pt x="17079" y="49807"/>
                  </a:cubicBezTo>
                  <a:cubicBezTo>
                    <a:pt x="32995" y="24390"/>
                    <a:pt x="57825" y="6598"/>
                    <a:pt x="87111" y="244"/>
                  </a:cubicBezTo>
                  <a:cubicBezTo>
                    <a:pt x="93477" y="-1027"/>
                    <a:pt x="100481" y="2785"/>
                    <a:pt x="101754" y="9140"/>
                  </a:cubicBezTo>
                  <a:cubicBezTo>
                    <a:pt x="103027" y="15494"/>
                    <a:pt x="99207" y="22484"/>
                    <a:pt x="92841" y="23755"/>
                  </a:cubicBezTo>
                  <a:cubicBezTo>
                    <a:pt x="69921" y="28838"/>
                    <a:pt x="50822" y="42818"/>
                    <a:pt x="38089" y="62516"/>
                  </a:cubicBezTo>
                  <a:cubicBezTo>
                    <a:pt x="25355" y="82214"/>
                    <a:pt x="21536" y="105726"/>
                    <a:pt x="27266" y="128601"/>
                  </a:cubicBezTo>
                  <a:cubicBezTo>
                    <a:pt x="28539" y="134956"/>
                    <a:pt x="24719" y="141945"/>
                    <a:pt x="18352" y="143216"/>
                  </a:cubicBezTo>
                  <a:cubicBezTo>
                    <a:pt x="17079" y="143852"/>
                    <a:pt x="15806" y="143852"/>
                    <a:pt x="15169" y="1438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8ADFE3CC-4F2E-D17C-F559-6765F7A117D5}"/>
                </a:ext>
              </a:extLst>
            </p:cNvPr>
            <p:cNvSpPr/>
            <p:nvPr/>
          </p:nvSpPr>
          <p:spPr>
            <a:xfrm>
              <a:off x="8032383" y="5122801"/>
              <a:ext cx="101998" cy="143851"/>
            </a:xfrm>
            <a:custGeom>
              <a:avLst/>
              <a:gdLst>
                <a:gd name="connsiteX0" fmla="*/ 15169 w 101998"/>
                <a:gd name="connsiteY0" fmla="*/ 143852 h 143851"/>
                <a:gd name="connsiteX1" fmla="*/ 3073 w 101998"/>
                <a:gd name="connsiteY1" fmla="*/ 134320 h 143851"/>
                <a:gd name="connsiteX2" fmla="*/ 17079 w 101998"/>
                <a:gd name="connsiteY2" fmla="*/ 49807 h 143851"/>
                <a:gd name="connsiteX3" fmla="*/ 87111 w 101998"/>
                <a:gd name="connsiteY3" fmla="*/ 244 h 143851"/>
                <a:gd name="connsiteX4" fmla="*/ 101755 w 101998"/>
                <a:gd name="connsiteY4" fmla="*/ 9140 h 143851"/>
                <a:gd name="connsiteX5" fmla="*/ 92841 w 101998"/>
                <a:gd name="connsiteY5" fmla="*/ 23755 h 143851"/>
                <a:gd name="connsiteX6" fmla="*/ 38089 w 101998"/>
                <a:gd name="connsiteY6" fmla="*/ 62516 h 143851"/>
                <a:gd name="connsiteX7" fmla="*/ 27265 w 101998"/>
                <a:gd name="connsiteY7" fmla="*/ 128601 h 143851"/>
                <a:gd name="connsiteX8" fmla="*/ 18352 w 101998"/>
                <a:gd name="connsiteY8" fmla="*/ 143216 h 143851"/>
                <a:gd name="connsiteX9" fmla="*/ 15169 w 101998"/>
                <a:gd name="connsiteY9" fmla="*/ 143852 h 143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998" h="143851">
                  <a:moveTo>
                    <a:pt x="15169" y="143852"/>
                  </a:moveTo>
                  <a:cubicBezTo>
                    <a:pt x="9439" y="143852"/>
                    <a:pt x="4346" y="140039"/>
                    <a:pt x="3073" y="134320"/>
                  </a:cubicBezTo>
                  <a:cubicBezTo>
                    <a:pt x="-3931" y="105090"/>
                    <a:pt x="1163" y="75225"/>
                    <a:pt x="17079" y="49807"/>
                  </a:cubicBezTo>
                  <a:cubicBezTo>
                    <a:pt x="32995" y="24390"/>
                    <a:pt x="57825" y="6598"/>
                    <a:pt x="87111" y="244"/>
                  </a:cubicBezTo>
                  <a:cubicBezTo>
                    <a:pt x="93478" y="-1027"/>
                    <a:pt x="100481" y="2785"/>
                    <a:pt x="101755" y="9140"/>
                  </a:cubicBezTo>
                  <a:cubicBezTo>
                    <a:pt x="103028" y="15494"/>
                    <a:pt x="99208" y="22484"/>
                    <a:pt x="92841" y="23755"/>
                  </a:cubicBezTo>
                  <a:cubicBezTo>
                    <a:pt x="69922" y="28838"/>
                    <a:pt x="50822" y="42818"/>
                    <a:pt x="38089" y="62516"/>
                  </a:cubicBezTo>
                  <a:cubicBezTo>
                    <a:pt x="25356" y="82214"/>
                    <a:pt x="21535" y="105726"/>
                    <a:pt x="27265" y="128601"/>
                  </a:cubicBezTo>
                  <a:cubicBezTo>
                    <a:pt x="28539" y="134956"/>
                    <a:pt x="24719" y="141945"/>
                    <a:pt x="18352" y="143216"/>
                  </a:cubicBezTo>
                  <a:cubicBezTo>
                    <a:pt x="16442" y="143852"/>
                    <a:pt x="15806" y="143852"/>
                    <a:pt x="15169" y="1438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C088EBE6-50D6-62DC-688D-57967BC281C0}"/>
                </a:ext>
              </a:extLst>
            </p:cNvPr>
            <p:cNvSpPr/>
            <p:nvPr/>
          </p:nvSpPr>
          <p:spPr>
            <a:xfrm>
              <a:off x="4864272" y="5415344"/>
              <a:ext cx="1364990" cy="724394"/>
            </a:xfrm>
            <a:custGeom>
              <a:avLst/>
              <a:gdLst>
                <a:gd name="connsiteX0" fmla="*/ 682495 w 1364990"/>
                <a:gd name="connsiteY0" fmla="*/ 724395 h 724394"/>
                <a:gd name="connsiteX1" fmla="*/ 130515 w 1364990"/>
                <a:gd name="connsiteY1" fmla="*/ 653862 h 724394"/>
                <a:gd name="connsiteX2" fmla="*/ 0 w 1364990"/>
                <a:gd name="connsiteY2" fmla="*/ 485472 h 724394"/>
                <a:gd name="connsiteX3" fmla="*/ 0 w 1364990"/>
                <a:gd name="connsiteY3" fmla="*/ 12073 h 724394"/>
                <a:gd name="connsiteX4" fmla="*/ 12096 w 1364990"/>
                <a:gd name="connsiteY4" fmla="*/ 0 h 724394"/>
                <a:gd name="connsiteX5" fmla="*/ 24193 w 1364990"/>
                <a:gd name="connsiteY5" fmla="*/ 12073 h 724394"/>
                <a:gd name="connsiteX6" fmla="*/ 24193 w 1364990"/>
                <a:gd name="connsiteY6" fmla="*/ 485472 h 724394"/>
                <a:gd name="connsiteX7" fmla="*/ 136881 w 1364990"/>
                <a:gd name="connsiteY7" fmla="*/ 630351 h 724394"/>
                <a:gd name="connsiteX8" fmla="*/ 1228109 w 1364990"/>
                <a:gd name="connsiteY8" fmla="*/ 630351 h 724394"/>
                <a:gd name="connsiteX9" fmla="*/ 1340798 w 1364990"/>
                <a:gd name="connsiteY9" fmla="*/ 485472 h 724394"/>
                <a:gd name="connsiteX10" fmla="*/ 1340798 w 1364990"/>
                <a:gd name="connsiteY10" fmla="*/ 12073 h 724394"/>
                <a:gd name="connsiteX11" fmla="*/ 1352894 w 1364990"/>
                <a:gd name="connsiteY11" fmla="*/ 0 h 724394"/>
                <a:gd name="connsiteX12" fmla="*/ 1364991 w 1364990"/>
                <a:gd name="connsiteY12" fmla="*/ 12073 h 724394"/>
                <a:gd name="connsiteX13" fmla="*/ 1364991 w 1364990"/>
                <a:gd name="connsiteY13" fmla="*/ 485472 h 724394"/>
                <a:gd name="connsiteX14" fmla="*/ 1234476 w 1364990"/>
                <a:gd name="connsiteY14" fmla="*/ 653862 h 724394"/>
                <a:gd name="connsiteX15" fmla="*/ 682495 w 1364990"/>
                <a:gd name="connsiteY15" fmla="*/ 724395 h 72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64990" h="724394">
                  <a:moveTo>
                    <a:pt x="682495" y="724395"/>
                  </a:moveTo>
                  <a:cubicBezTo>
                    <a:pt x="496592" y="724395"/>
                    <a:pt x="311325" y="700884"/>
                    <a:pt x="130515" y="653862"/>
                  </a:cubicBezTo>
                  <a:cubicBezTo>
                    <a:pt x="53479" y="633528"/>
                    <a:pt x="0" y="564265"/>
                    <a:pt x="0" y="485472"/>
                  </a:cubicBezTo>
                  <a:lnTo>
                    <a:pt x="0" y="12073"/>
                  </a:lnTo>
                  <a:cubicBezTo>
                    <a:pt x="0" y="5083"/>
                    <a:pt x="5730" y="0"/>
                    <a:pt x="12096" y="0"/>
                  </a:cubicBezTo>
                  <a:cubicBezTo>
                    <a:pt x="19100" y="0"/>
                    <a:pt x="24193" y="5719"/>
                    <a:pt x="24193" y="12073"/>
                  </a:cubicBezTo>
                  <a:lnTo>
                    <a:pt x="24193" y="485472"/>
                  </a:lnTo>
                  <a:cubicBezTo>
                    <a:pt x="24193" y="553463"/>
                    <a:pt x="70669" y="613194"/>
                    <a:pt x="136881" y="630351"/>
                  </a:cubicBezTo>
                  <a:cubicBezTo>
                    <a:pt x="494045" y="723760"/>
                    <a:pt x="870946" y="723760"/>
                    <a:pt x="1228109" y="630351"/>
                  </a:cubicBezTo>
                  <a:cubicBezTo>
                    <a:pt x="1294322" y="613194"/>
                    <a:pt x="1340798" y="553463"/>
                    <a:pt x="1340798" y="485472"/>
                  </a:cubicBezTo>
                  <a:lnTo>
                    <a:pt x="1340798" y="12073"/>
                  </a:lnTo>
                  <a:cubicBezTo>
                    <a:pt x="1340798" y="5083"/>
                    <a:pt x="1346528" y="0"/>
                    <a:pt x="1352894" y="0"/>
                  </a:cubicBezTo>
                  <a:cubicBezTo>
                    <a:pt x="1359897" y="0"/>
                    <a:pt x="1364991" y="5719"/>
                    <a:pt x="1364991" y="12073"/>
                  </a:cubicBezTo>
                  <a:lnTo>
                    <a:pt x="1364991" y="485472"/>
                  </a:lnTo>
                  <a:cubicBezTo>
                    <a:pt x="1364991" y="564901"/>
                    <a:pt x="1311512" y="634163"/>
                    <a:pt x="1234476" y="653862"/>
                  </a:cubicBezTo>
                  <a:cubicBezTo>
                    <a:pt x="1053666" y="700884"/>
                    <a:pt x="868399" y="724395"/>
                    <a:pt x="682495" y="72439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CF58BF3F-9833-EDA7-91B0-CE910F341346}"/>
                </a:ext>
              </a:extLst>
            </p:cNvPr>
            <p:cNvSpPr/>
            <p:nvPr/>
          </p:nvSpPr>
          <p:spPr>
            <a:xfrm>
              <a:off x="4863635" y="5295194"/>
              <a:ext cx="1364353" cy="562412"/>
            </a:xfrm>
            <a:custGeom>
              <a:avLst/>
              <a:gdLst>
                <a:gd name="connsiteX0" fmla="*/ 1161261 w 1364353"/>
                <a:gd name="connsiteY0" fmla="*/ 561777 h 562412"/>
                <a:gd name="connsiteX1" fmla="*/ 1104598 w 1364353"/>
                <a:gd name="connsiteY1" fmla="*/ 538902 h 562412"/>
                <a:gd name="connsiteX2" fmla="*/ 1079769 w 1364353"/>
                <a:gd name="connsiteY2" fmla="*/ 480442 h 562412"/>
                <a:gd name="connsiteX3" fmla="*/ 1079769 w 1364353"/>
                <a:gd name="connsiteY3" fmla="*/ 281551 h 562412"/>
                <a:gd name="connsiteX4" fmla="*/ 1069582 w 1364353"/>
                <a:gd name="connsiteY4" fmla="*/ 259946 h 562412"/>
                <a:gd name="connsiteX5" fmla="*/ 1046663 w 1364353"/>
                <a:gd name="connsiteY5" fmla="*/ 252956 h 562412"/>
                <a:gd name="connsiteX6" fmla="*/ 1019923 w 1364353"/>
                <a:gd name="connsiteY6" fmla="*/ 282186 h 562412"/>
                <a:gd name="connsiteX7" fmla="*/ 1019923 w 1364353"/>
                <a:gd name="connsiteY7" fmla="*/ 394023 h 562412"/>
                <a:gd name="connsiteX8" fmla="*/ 996367 w 1364353"/>
                <a:gd name="connsiteY8" fmla="*/ 449941 h 562412"/>
                <a:gd name="connsiteX9" fmla="*/ 939705 w 1364353"/>
                <a:gd name="connsiteY9" fmla="*/ 472181 h 562412"/>
                <a:gd name="connsiteX10" fmla="*/ 863942 w 1364353"/>
                <a:gd name="connsiteY10" fmla="*/ 391481 h 562412"/>
                <a:gd name="connsiteX11" fmla="*/ 863942 w 1364353"/>
                <a:gd name="connsiteY11" fmla="*/ 299978 h 562412"/>
                <a:gd name="connsiteX12" fmla="*/ 855029 w 1364353"/>
                <a:gd name="connsiteY12" fmla="*/ 279009 h 562412"/>
                <a:gd name="connsiteX13" fmla="*/ 833383 w 1364353"/>
                <a:gd name="connsiteY13" fmla="*/ 270749 h 562412"/>
                <a:gd name="connsiteX14" fmla="*/ 682495 w 1364353"/>
                <a:gd name="connsiteY14" fmla="*/ 273926 h 562412"/>
                <a:gd name="connsiteX15" fmla="*/ 0 w 1364353"/>
                <a:gd name="connsiteY15" fmla="*/ 132859 h 562412"/>
                <a:gd name="connsiteX16" fmla="*/ 439293 w 1364353"/>
                <a:gd name="connsiteY16" fmla="*/ 54 h 562412"/>
                <a:gd name="connsiteX17" fmla="*/ 452663 w 1364353"/>
                <a:gd name="connsiteY17" fmla="*/ 11491 h 562412"/>
                <a:gd name="connsiteX18" fmla="*/ 441203 w 1364353"/>
                <a:gd name="connsiteY18" fmla="*/ 24836 h 562412"/>
                <a:gd name="connsiteX19" fmla="*/ 24193 w 1364353"/>
                <a:gd name="connsiteY19" fmla="*/ 132859 h 562412"/>
                <a:gd name="connsiteX20" fmla="*/ 681859 w 1364353"/>
                <a:gd name="connsiteY20" fmla="*/ 249779 h 562412"/>
                <a:gd name="connsiteX21" fmla="*/ 831473 w 1364353"/>
                <a:gd name="connsiteY21" fmla="*/ 246602 h 562412"/>
                <a:gd name="connsiteX22" fmla="*/ 870946 w 1364353"/>
                <a:gd name="connsiteY22" fmla="*/ 261217 h 562412"/>
                <a:gd name="connsiteX23" fmla="*/ 887499 w 1364353"/>
                <a:gd name="connsiteY23" fmla="*/ 299978 h 562412"/>
                <a:gd name="connsiteX24" fmla="*/ 887499 w 1364353"/>
                <a:gd name="connsiteY24" fmla="*/ 391481 h 562412"/>
                <a:gd name="connsiteX25" fmla="*/ 939705 w 1364353"/>
                <a:gd name="connsiteY25" fmla="*/ 448035 h 562412"/>
                <a:gd name="connsiteX26" fmla="*/ 978541 w 1364353"/>
                <a:gd name="connsiteY26" fmla="*/ 432784 h 562412"/>
                <a:gd name="connsiteX27" fmla="*/ 995093 w 1364353"/>
                <a:gd name="connsiteY27" fmla="*/ 394658 h 562412"/>
                <a:gd name="connsiteX28" fmla="*/ 995093 w 1364353"/>
                <a:gd name="connsiteY28" fmla="*/ 282822 h 562412"/>
                <a:gd name="connsiteX29" fmla="*/ 1042206 w 1364353"/>
                <a:gd name="connsiteY29" fmla="*/ 229445 h 562412"/>
                <a:gd name="connsiteX30" fmla="*/ 1084862 w 1364353"/>
                <a:gd name="connsiteY30" fmla="*/ 242154 h 562412"/>
                <a:gd name="connsiteX31" fmla="*/ 1102689 w 1364353"/>
                <a:gd name="connsiteY31" fmla="*/ 282186 h 562412"/>
                <a:gd name="connsiteX32" fmla="*/ 1102689 w 1364353"/>
                <a:gd name="connsiteY32" fmla="*/ 481077 h 562412"/>
                <a:gd name="connsiteX33" fmla="*/ 1119878 w 1364353"/>
                <a:gd name="connsiteY33" fmla="*/ 521745 h 562412"/>
                <a:gd name="connsiteX34" fmla="*/ 1161261 w 1364353"/>
                <a:gd name="connsiteY34" fmla="*/ 537631 h 562412"/>
                <a:gd name="connsiteX35" fmla="*/ 1216650 w 1364353"/>
                <a:gd name="connsiteY35" fmla="*/ 477900 h 562412"/>
                <a:gd name="connsiteX36" fmla="*/ 1216650 w 1364353"/>
                <a:gd name="connsiteY36" fmla="*/ 237706 h 562412"/>
                <a:gd name="connsiteX37" fmla="*/ 1253576 w 1364353"/>
                <a:gd name="connsiteY37" fmla="*/ 186871 h 562412"/>
                <a:gd name="connsiteX38" fmla="*/ 1339525 w 1364353"/>
                <a:gd name="connsiteY38" fmla="*/ 132224 h 562412"/>
                <a:gd name="connsiteX39" fmla="*/ 961988 w 1364353"/>
                <a:gd name="connsiteY39" fmla="*/ 27377 h 562412"/>
                <a:gd name="connsiteX40" fmla="*/ 951164 w 1364353"/>
                <a:gd name="connsiteY40" fmla="*/ 14033 h 562412"/>
                <a:gd name="connsiteX41" fmla="*/ 964534 w 1364353"/>
                <a:gd name="connsiteY41" fmla="*/ 3231 h 562412"/>
                <a:gd name="connsiteX42" fmla="*/ 1364354 w 1364353"/>
                <a:gd name="connsiteY42" fmla="*/ 132224 h 562412"/>
                <a:gd name="connsiteX43" fmla="*/ 1261216 w 1364353"/>
                <a:gd name="connsiteY43" fmla="*/ 209747 h 562412"/>
                <a:gd name="connsiteX44" fmla="*/ 1240843 w 1364353"/>
                <a:gd name="connsiteY44" fmla="*/ 237706 h 562412"/>
                <a:gd name="connsiteX45" fmla="*/ 1240843 w 1364353"/>
                <a:gd name="connsiteY45" fmla="*/ 477900 h 562412"/>
                <a:gd name="connsiteX46" fmla="*/ 1161897 w 1364353"/>
                <a:gd name="connsiteY46" fmla="*/ 562413 h 562412"/>
                <a:gd name="connsiteX47" fmla="*/ 1161261 w 1364353"/>
                <a:gd name="connsiteY47" fmla="*/ 561777 h 562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364353" h="562412">
                  <a:moveTo>
                    <a:pt x="1161261" y="561777"/>
                  </a:moveTo>
                  <a:cubicBezTo>
                    <a:pt x="1139614" y="561777"/>
                    <a:pt x="1119878" y="553517"/>
                    <a:pt x="1104598" y="538902"/>
                  </a:cubicBezTo>
                  <a:cubicBezTo>
                    <a:pt x="1088682" y="523651"/>
                    <a:pt x="1079769" y="502682"/>
                    <a:pt x="1079769" y="480442"/>
                  </a:cubicBezTo>
                  <a:lnTo>
                    <a:pt x="1079769" y="281551"/>
                  </a:lnTo>
                  <a:cubicBezTo>
                    <a:pt x="1079769" y="273290"/>
                    <a:pt x="1075949" y="265030"/>
                    <a:pt x="1069582" y="259946"/>
                  </a:cubicBezTo>
                  <a:cubicBezTo>
                    <a:pt x="1063216" y="254227"/>
                    <a:pt x="1054939" y="251686"/>
                    <a:pt x="1046663" y="252956"/>
                  </a:cubicBezTo>
                  <a:cubicBezTo>
                    <a:pt x="1031383" y="254863"/>
                    <a:pt x="1019923" y="267571"/>
                    <a:pt x="1019923" y="282186"/>
                  </a:cubicBezTo>
                  <a:lnTo>
                    <a:pt x="1019923" y="394023"/>
                  </a:lnTo>
                  <a:cubicBezTo>
                    <a:pt x="1019923" y="414992"/>
                    <a:pt x="1011647" y="435326"/>
                    <a:pt x="996367" y="449941"/>
                  </a:cubicBezTo>
                  <a:cubicBezTo>
                    <a:pt x="981087" y="464556"/>
                    <a:pt x="960714" y="472181"/>
                    <a:pt x="939705" y="472181"/>
                  </a:cubicBezTo>
                  <a:cubicBezTo>
                    <a:pt x="897685" y="470910"/>
                    <a:pt x="863942" y="434691"/>
                    <a:pt x="863942" y="391481"/>
                  </a:cubicBezTo>
                  <a:lnTo>
                    <a:pt x="863942" y="299978"/>
                  </a:lnTo>
                  <a:cubicBezTo>
                    <a:pt x="863942" y="291718"/>
                    <a:pt x="860759" y="284728"/>
                    <a:pt x="855029" y="279009"/>
                  </a:cubicBezTo>
                  <a:cubicBezTo>
                    <a:pt x="849299" y="273290"/>
                    <a:pt x="841659" y="270749"/>
                    <a:pt x="833383" y="270749"/>
                  </a:cubicBezTo>
                  <a:cubicBezTo>
                    <a:pt x="784360" y="272655"/>
                    <a:pt x="733428" y="273926"/>
                    <a:pt x="682495" y="273926"/>
                  </a:cubicBezTo>
                  <a:cubicBezTo>
                    <a:pt x="351434" y="273926"/>
                    <a:pt x="0" y="224362"/>
                    <a:pt x="0" y="132859"/>
                  </a:cubicBezTo>
                  <a:cubicBezTo>
                    <a:pt x="0" y="41357"/>
                    <a:pt x="336154" y="8314"/>
                    <a:pt x="439293" y="54"/>
                  </a:cubicBezTo>
                  <a:cubicBezTo>
                    <a:pt x="446296" y="-582"/>
                    <a:pt x="452026" y="4502"/>
                    <a:pt x="452663" y="11491"/>
                  </a:cubicBezTo>
                  <a:cubicBezTo>
                    <a:pt x="453299" y="18481"/>
                    <a:pt x="448206" y="24200"/>
                    <a:pt x="441203" y="24836"/>
                  </a:cubicBezTo>
                  <a:cubicBezTo>
                    <a:pt x="170624" y="45169"/>
                    <a:pt x="24193" y="95369"/>
                    <a:pt x="24193" y="132859"/>
                  </a:cubicBezTo>
                  <a:cubicBezTo>
                    <a:pt x="24193" y="180517"/>
                    <a:pt x="258483" y="249779"/>
                    <a:pt x="681859" y="249779"/>
                  </a:cubicBezTo>
                  <a:cubicBezTo>
                    <a:pt x="732155" y="249779"/>
                    <a:pt x="782451" y="248508"/>
                    <a:pt x="831473" y="246602"/>
                  </a:cubicBezTo>
                  <a:cubicBezTo>
                    <a:pt x="846116" y="245967"/>
                    <a:pt x="860123" y="251050"/>
                    <a:pt x="870946" y="261217"/>
                  </a:cubicBezTo>
                  <a:cubicBezTo>
                    <a:pt x="881769" y="271384"/>
                    <a:pt x="887499" y="285364"/>
                    <a:pt x="887499" y="299978"/>
                  </a:cubicBezTo>
                  <a:lnTo>
                    <a:pt x="887499" y="391481"/>
                  </a:lnTo>
                  <a:cubicBezTo>
                    <a:pt x="887499" y="421346"/>
                    <a:pt x="911055" y="446764"/>
                    <a:pt x="939705" y="448035"/>
                  </a:cubicBezTo>
                  <a:cubicBezTo>
                    <a:pt x="954348" y="448670"/>
                    <a:pt x="968354" y="442951"/>
                    <a:pt x="978541" y="432784"/>
                  </a:cubicBezTo>
                  <a:cubicBezTo>
                    <a:pt x="989364" y="422617"/>
                    <a:pt x="995093" y="409273"/>
                    <a:pt x="995093" y="394658"/>
                  </a:cubicBezTo>
                  <a:lnTo>
                    <a:pt x="995093" y="282822"/>
                  </a:lnTo>
                  <a:cubicBezTo>
                    <a:pt x="995093" y="256134"/>
                    <a:pt x="1015467" y="233258"/>
                    <a:pt x="1042206" y="229445"/>
                  </a:cubicBezTo>
                  <a:cubicBezTo>
                    <a:pt x="1058123" y="227539"/>
                    <a:pt x="1073402" y="231987"/>
                    <a:pt x="1084862" y="242154"/>
                  </a:cubicBezTo>
                  <a:cubicBezTo>
                    <a:pt x="1096322" y="252321"/>
                    <a:pt x="1102689" y="266936"/>
                    <a:pt x="1102689" y="282186"/>
                  </a:cubicBezTo>
                  <a:lnTo>
                    <a:pt x="1102689" y="481077"/>
                  </a:lnTo>
                  <a:cubicBezTo>
                    <a:pt x="1102689" y="496328"/>
                    <a:pt x="1109055" y="510943"/>
                    <a:pt x="1119878" y="521745"/>
                  </a:cubicBezTo>
                  <a:cubicBezTo>
                    <a:pt x="1131338" y="532547"/>
                    <a:pt x="1145981" y="538266"/>
                    <a:pt x="1161261" y="537631"/>
                  </a:cubicBezTo>
                  <a:cubicBezTo>
                    <a:pt x="1191820" y="536996"/>
                    <a:pt x="1216650" y="509672"/>
                    <a:pt x="1216650" y="477900"/>
                  </a:cubicBezTo>
                  <a:lnTo>
                    <a:pt x="1216650" y="237706"/>
                  </a:lnTo>
                  <a:cubicBezTo>
                    <a:pt x="1216650" y="214195"/>
                    <a:pt x="1231293" y="193861"/>
                    <a:pt x="1253576" y="186871"/>
                  </a:cubicBezTo>
                  <a:cubicBezTo>
                    <a:pt x="1333158" y="161454"/>
                    <a:pt x="1339525" y="138578"/>
                    <a:pt x="1339525" y="132224"/>
                  </a:cubicBezTo>
                  <a:cubicBezTo>
                    <a:pt x="1339525" y="96640"/>
                    <a:pt x="1209647" y="49617"/>
                    <a:pt x="961988" y="27377"/>
                  </a:cubicBezTo>
                  <a:cubicBezTo>
                    <a:pt x="954984" y="26742"/>
                    <a:pt x="950528" y="21023"/>
                    <a:pt x="951164" y="14033"/>
                  </a:cubicBezTo>
                  <a:cubicBezTo>
                    <a:pt x="951801" y="7043"/>
                    <a:pt x="957531" y="2595"/>
                    <a:pt x="964534" y="3231"/>
                  </a:cubicBezTo>
                  <a:cubicBezTo>
                    <a:pt x="1084862" y="14033"/>
                    <a:pt x="1364354" y="47711"/>
                    <a:pt x="1364354" y="132224"/>
                  </a:cubicBezTo>
                  <a:cubicBezTo>
                    <a:pt x="1364354" y="162089"/>
                    <a:pt x="1330611" y="187507"/>
                    <a:pt x="1261216" y="209747"/>
                  </a:cubicBezTo>
                  <a:cubicBezTo>
                    <a:pt x="1249119" y="213560"/>
                    <a:pt x="1240843" y="224997"/>
                    <a:pt x="1240843" y="237706"/>
                  </a:cubicBezTo>
                  <a:lnTo>
                    <a:pt x="1240843" y="477900"/>
                  </a:lnTo>
                  <a:cubicBezTo>
                    <a:pt x="1240843" y="523016"/>
                    <a:pt x="1205190" y="561142"/>
                    <a:pt x="1161897" y="562413"/>
                  </a:cubicBezTo>
                  <a:cubicBezTo>
                    <a:pt x="1162534" y="561777"/>
                    <a:pt x="1161897" y="561777"/>
                    <a:pt x="1161261" y="5617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89CBC20F-655D-75EE-4A7B-E6D0E243FDDC}"/>
                </a:ext>
              </a:extLst>
            </p:cNvPr>
            <p:cNvSpPr/>
            <p:nvPr/>
          </p:nvSpPr>
          <p:spPr>
            <a:xfrm>
              <a:off x="5274158" y="4321127"/>
              <a:ext cx="799384" cy="1040205"/>
            </a:xfrm>
            <a:custGeom>
              <a:avLst/>
              <a:gdLst>
                <a:gd name="connsiteX0" fmla="*/ 108989 w 799384"/>
                <a:gd name="connsiteY0" fmla="*/ 832419 h 1040205"/>
                <a:gd name="connsiteX1" fmla="*/ 129362 w 799384"/>
                <a:gd name="connsiteY1" fmla="*/ 834961 h 1040205"/>
                <a:gd name="connsiteX2" fmla="*/ 173291 w 799384"/>
                <a:gd name="connsiteY2" fmla="*/ 869909 h 1040205"/>
                <a:gd name="connsiteX3" fmla="*/ 191117 w 799384"/>
                <a:gd name="connsiteY3" fmla="*/ 902316 h 1040205"/>
                <a:gd name="connsiteX4" fmla="*/ 200667 w 799384"/>
                <a:gd name="connsiteY4" fmla="*/ 958870 h 1040205"/>
                <a:gd name="connsiteX5" fmla="*/ 212127 w 799384"/>
                <a:gd name="connsiteY5" fmla="*/ 997632 h 1040205"/>
                <a:gd name="connsiteX6" fmla="*/ 266880 w 799384"/>
                <a:gd name="connsiteY6" fmla="*/ 1013517 h 1040205"/>
                <a:gd name="connsiteX7" fmla="*/ 299349 w 799384"/>
                <a:gd name="connsiteY7" fmla="*/ 983652 h 1040205"/>
                <a:gd name="connsiteX8" fmla="*/ 296803 w 799384"/>
                <a:gd name="connsiteY8" fmla="*/ 940442 h 1040205"/>
                <a:gd name="connsiteX9" fmla="*/ 271973 w 799384"/>
                <a:gd name="connsiteY9" fmla="*/ 918202 h 1040205"/>
                <a:gd name="connsiteX10" fmla="*/ 230590 w 799384"/>
                <a:gd name="connsiteY10" fmla="*/ 880712 h 1040205"/>
                <a:gd name="connsiteX11" fmla="*/ 212764 w 799384"/>
                <a:gd name="connsiteY11" fmla="*/ 848305 h 1040205"/>
                <a:gd name="connsiteX12" fmla="*/ 241413 w 799384"/>
                <a:gd name="connsiteY12" fmla="*/ 749177 h 1040205"/>
                <a:gd name="connsiteX13" fmla="*/ 268153 w 799384"/>
                <a:gd name="connsiteY13" fmla="*/ 734562 h 1040205"/>
                <a:gd name="connsiteX14" fmla="*/ 303806 w 799384"/>
                <a:gd name="connsiteY14" fmla="*/ 730749 h 1040205"/>
                <a:gd name="connsiteX15" fmla="*/ 331819 w 799384"/>
                <a:gd name="connsiteY15" fmla="*/ 752989 h 1040205"/>
                <a:gd name="connsiteX16" fmla="*/ 341369 w 799384"/>
                <a:gd name="connsiteY16" fmla="*/ 809543 h 1040205"/>
                <a:gd name="connsiteX17" fmla="*/ 352828 w 799384"/>
                <a:gd name="connsiteY17" fmla="*/ 848305 h 1040205"/>
                <a:gd name="connsiteX18" fmla="*/ 407581 w 799384"/>
                <a:gd name="connsiteY18" fmla="*/ 864190 h 1040205"/>
                <a:gd name="connsiteX19" fmla="*/ 440050 w 799384"/>
                <a:gd name="connsiteY19" fmla="*/ 834325 h 1040205"/>
                <a:gd name="connsiteX20" fmla="*/ 437503 w 799384"/>
                <a:gd name="connsiteY20" fmla="*/ 791115 h 1040205"/>
                <a:gd name="connsiteX21" fmla="*/ 415857 w 799384"/>
                <a:gd name="connsiteY21" fmla="*/ 770146 h 1040205"/>
                <a:gd name="connsiteX22" fmla="*/ 370018 w 799384"/>
                <a:gd name="connsiteY22" fmla="*/ 728208 h 1040205"/>
                <a:gd name="connsiteX23" fmla="*/ 366198 w 799384"/>
                <a:gd name="connsiteY23" fmla="*/ 695800 h 1040205"/>
                <a:gd name="connsiteX24" fmla="*/ 386571 w 799384"/>
                <a:gd name="connsiteY24" fmla="*/ 670383 h 1040205"/>
                <a:gd name="connsiteX25" fmla="*/ 436867 w 799384"/>
                <a:gd name="connsiteY25" fmla="*/ 642424 h 1040205"/>
                <a:gd name="connsiteX26" fmla="*/ 527909 w 799384"/>
                <a:gd name="connsiteY26" fmla="*/ 668477 h 1040205"/>
                <a:gd name="connsiteX27" fmla="*/ 566108 w 799384"/>
                <a:gd name="connsiteY27" fmla="*/ 789209 h 1040205"/>
                <a:gd name="connsiteX28" fmla="*/ 576931 w 799384"/>
                <a:gd name="connsiteY28" fmla="*/ 813991 h 1040205"/>
                <a:gd name="connsiteX29" fmla="*/ 631684 w 799384"/>
                <a:gd name="connsiteY29" fmla="*/ 829877 h 1040205"/>
                <a:gd name="connsiteX30" fmla="*/ 664153 w 799384"/>
                <a:gd name="connsiteY30" fmla="*/ 800012 h 1040205"/>
                <a:gd name="connsiteX31" fmla="*/ 661606 w 799384"/>
                <a:gd name="connsiteY31" fmla="*/ 756802 h 1040205"/>
                <a:gd name="connsiteX32" fmla="*/ 649510 w 799384"/>
                <a:gd name="connsiteY32" fmla="*/ 742187 h 1040205"/>
                <a:gd name="connsiteX33" fmla="*/ 560378 w 799384"/>
                <a:gd name="connsiteY33" fmla="*/ 633528 h 1040205"/>
                <a:gd name="connsiteX34" fmla="*/ 555921 w 799384"/>
                <a:gd name="connsiteY34" fmla="*/ 594131 h 1040205"/>
                <a:gd name="connsiteX35" fmla="*/ 580751 w 799384"/>
                <a:gd name="connsiteY35" fmla="*/ 562995 h 1040205"/>
                <a:gd name="connsiteX36" fmla="*/ 774931 w 799384"/>
                <a:gd name="connsiteY36" fmla="*/ 455606 h 1040205"/>
                <a:gd name="connsiteX37" fmla="*/ 139548 w 799384"/>
                <a:gd name="connsiteY37" fmla="*/ 25417 h 1040205"/>
                <a:gd name="connsiteX38" fmla="*/ 31317 w 799384"/>
                <a:gd name="connsiteY38" fmla="*/ 867368 h 1040205"/>
                <a:gd name="connsiteX39" fmla="*/ 77793 w 799384"/>
                <a:gd name="connsiteY39" fmla="*/ 841950 h 1040205"/>
                <a:gd name="connsiteX40" fmla="*/ 108989 w 799384"/>
                <a:gd name="connsiteY40" fmla="*/ 832419 h 1040205"/>
                <a:gd name="connsiteX41" fmla="*/ 250963 w 799384"/>
                <a:gd name="connsiteY41" fmla="*/ 1040206 h 1040205"/>
                <a:gd name="connsiteX42" fmla="*/ 193027 w 799384"/>
                <a:gd name="connsiteY42" fmla="*/ 1012882 h 1040205"/>
                <a:gd name="connsiteX43" fmla="*/ 176474 w 799384"/>
                <a:gd name="connsiteY43" fmla="*/ 955693 h 1040205"/>
                <a:gd name="connsiteX44" fmla="*/ 169471 w 799384"/>
                <a:gd name="connsiteY44" fmla="*/ 914390 h 1040205"/>
                <a:gd name="connsiteX45" fmla="*/ 151645 w 799384"/>
                <a:gd name="connsiteY45" fmla="*/ 881983 h 1040205"/>
                <a:gd name="connsiteX46" fmla="*/ 122359 w 799384"/>
                <a:gd name="connsiteY46" fmla="*/ 859107 h 1040205"/>
                <a:gd name="connsiteX47" fmla="*/ 85433 w 799384"/>
                <a:gd name="connsiteY47" fmla="*/ 863555 h 1040205"/>
                <a:gd name="connsiteX48" fmla="*/ 17947 w 799384"/>
                <a:gd name="connsiteY48" fmla="*/ 901046 h 1040205"/>
                <a:gd name="connsiteX49" fmla="*/ 5214 w 799384"/>
                <a:gd name="connsiteY49" fmla="*/ 900410 h 1040205"/>
                <a:gd name="connsiteX50" fmla="*/ 121 w 799384"/>
                <a:gd name="connsiteY50" fmla="*/ 888972 h 1040205"/>
                <a:gd name="connsiteX51" fmla="*/ 112809 w 799384"/>
                <a:gd name="connsiteY51" fmla="*/ 10802 h 1040205"/>
                <a:gd name="connsiteX52" fmla="*/ 117265 w 799384"/>
                <a:gd name="connsiteY52" fmla="*/ 2542 h 1040205"/>
                <a:gd name="connsiteX53" fmla="*/ 126178 w 799384"/>
                <a:gd name="connsiteY53" fmla="*/ 0 h 1040205"/>
                <a:gd name="connsiteX54" fmla="*/ 797851 w 799384"/>
                <a:gd name="connsiteY54" fmla="*/ 454971 h 1040205"/>
                <a:gd name="connsiteX55" fmla="*/ 793394 w 799384"/>
                <a:gd name="connsiteY55" fmla="*/ 471492 h 1040205"/>
                <a:gd name="connsiteX56" fmla="*/ 588391 w 799384"/>
                <a:gd name="connsiteY56" fmla="*/ 585235 h 1040205"/>
                <a:gd name="connsiteX57" fmla="*/ 575021 w 799384"/>
                <a:gd name="connsiteY57" fmla="*/ 601756 h 1040205"/>
                <a:gd name="connsiteX58" fmla="*/ 577568 w 799384"/>
                <a:gd name="connsiteY58" fmla="*/ 622725 h 1040205"/>
                <a:gd name="connsiteX59" fmla="*/ 660970 w 799384"/>
                <a:gd name="connsiteY59" fmla="*/ 724395 h 1040205"/>
                <a:gd name="connsiteX60" fmla="*/ 679433 w 799384"/>
                <a:gd name="connsiteY60" fmla="*/ 746000 h 1040205"/>
                <a:gd name="connsiteX61" fmla="*/ 683889 w 799384"/>
                <a:gd name="connsiteY61" fmla="*/ 810178 h 1040205"/>
                <a:gd name="connsiteX62" fmla="*/ 636777 w 799384"/>
                <a:gd name="connsiteY62" fmla="*/ 854659 h 1040205"/>
                <a:gd name="connsiteX63" fmla="*/ 555921 w 799384"/>
                <a:gd name="connsiteY63" fmla="*/ 830512 h 1040205"/>
                <a:gd name="connsiteX64" fmla="*/ 539368 w 799384"/>
                <a:gd name="connsiteY64" fmla="*/ 793657 h 1040205"/>
                <a:gd name="connsiteX65" fmla="*/ 504352 w 799384"/>
                <a:gd name="connsiteY65" fmla="*/ 681185 h 1040205"/>
                <a:gd name="connsiteX66" fmla="*/ 446417 w 799384"/>
                <a:gd name="connsiteY66" fmla="*/ 664664 h 1040205"/>
                <a:gd name="connsiteX67" fmla="*/ 396121 w 799384"/>
                <a:gd name="connsiteY67" fmla="*/ 692623 h 1040205"/>
                <a:gd name="connsiteX68" fmla="*/ 387207 w 799384"/>
                <a:gd name="connsiteY68" fmla="*/ 704061 h 1040205"/>
                <a:gd name="connsiteX69" fmla="*/ 389118 w 799384"/>
                <a:gd name="connsiteY69" fmla="*/ 718041 h 1040205"/>
                <a:gd name="connsiteX70" fmla="*/ 424134 w 799384"/>
                <a:gd name="connsiteY70" fmla="*/ 749812 h 1040205"/>
                <a:gd name="connsiteX71" fmla="*/ 456603 w 799384"/>
                <a:gd name="connsiteY71" fmla="*/ 780949 h 1040205"/>
                <a:gd name="connsiteX72" fmla="*/ 461060 w 799384"/>
                <a:gd name="connsiteY72" fmla="*/ 845127 h 1040205"/>
                <a:gd name="connsiteX73" fmla="*/ 413311 w 799384"/>
                <a:gd name="connsiteY73" fmla="*/ 889608 h 1040205"/>
                <a:gd name="connsiteX74" fmla="*/ 332455 w 799384"/>
                <a:gd name="connsiteY74" fmla="*/ 865461 h 1040205"/>
                <a:gd name="connsiteX75" fmla="*/ 315902 w 799384"/>
                <a:gd name="connsiteY75" fmla="*/ 808272 h 1040205"/>
                <a:gd name="connsiteX76" fmla="*/ 308899 w 799384"/>
                <a:gd name="connsiteY76" fmla="*/ 766969 h 1040205"/>
                <a:gd name="connsiteX77" fmla="*/ 295529 w 799384"/>
                <a:gd name="connsiteY77" fmla="*/ 756167 h 1040205"/>
                <a:gd name="connsiteX78" fmla="*/ 278339 w 799384"/>
                <a:gd name="connsiteY78" fmla="*/ 758073 h 1040205"/>
                <a:gd name="connsiteX79" fmla="*/ 251600 w 799384"/>
                <a:gd name="connsiteY79" fmla="*/ 772688 h 1040205"/>
                <a:gd name="connsiteX80" fmla="*/ 232500 w 799384"/>
                <a:gd name="connsiteY80" fmla="*/ 838773 h 1040205"/>
                <a:gd name="connsiteX81" fmla="*/ 250326 w 799384"/>
                <a:gd name="connsiteY81" fmla="*/ 871180 h 1040205"/>
                <a:gd name="connsiteX82" fmla="*/ 279613 w 799384"/>
                <a:gd name="connsiteY82" fmla="*/ 897869 h 1040205"/>
                <a:gd name="connsiteX83" fmla="*/ 315902 w 799384"/>
                <a:gd name="connsiteY83" fmla="*/ 930276 h 1040205"/>
                <a:gd name="connsiteX84" fmla="*/ 320359 w 799384"/>
                <a:gd name="connsiteY84" fmla="*/ 994454 h 1040205"/>
                <a:gd name="connsiteX85" fmla="*/ 273246 w 799384"/>
                <a:gd name="connsiteY85" fmla="*/ 1038935 h 1040205"/>
                <a:gd name="connsiteX86" fmla="*/ 250963 w 799384"/>
                <a:gd name="connsiteY86" fmla="*/ 1040206 h 1040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799384" h="1040205">
                  <a:moveTo>
                    <a:pt x="108989" y="832419"/>
                  </a:moveTo>
                  <a:cubicBezTo>
                    <a:pt x="115992" y="832419"/>
                    <a:pt x="122359" y="833054"/>
                    <a:pt x="129362" y="834961"/>
                  </a:cubicBezTo>
                  <a:cubicBezTo>
                    <a:pt x="147825" y="840044"/>
                    <a:pt x="163741" y="852753"/>
                    <a:pt x="173291" y="869909"/>
                  </a:cubicBezTo>
                  <a:lnTo>
                    <a:pt x="191117" y="902316"/>
                  </a:lnTo>
                  <a:cubicBezTo>
                    <a:pt x="200031" y="918202"/>
                    <a:pt x="203214" y="937901"/>
                    <a:pt x="200667" y="958870"/>
                  </a:cubicBezTo>
                  <a:cubicBezTo>
                    <a:pt x="198757" y="972850"/>
                    <a:pt x="202577" y="986829"/>
                    <a:pt x="212127" y="997632"/>
                  </a:cubicBezTo>
                  <a:cubicBezTo>
                    <a:pt x="224860" y="1013517"/>
                    <a:pt x="247143" y="1019872"/>
                    <a:pt x="266880" y="1013517"/>
                  </a:cubicBezTo>
                  <a:cubicBezTo>
                    <a:pt x="282159" y="1008434"/>
                    <a:pt x="293619" y="998267"/>
                    <a:pt x="299349" y="983652"/>
                  </a:cubicBezTo>
                  <a:cubicBezTo>
                    <a:pt x="305079" y="969673"/>
                    <a:pt x="303806" y="953787"/>
                    <a:pt x="296803" y="940442"/>
                  </a:cubicBezTo>
                  <a:cubicBezTo>
                    <a:pt x="291073" y="930276"/>
                    <a:pt x="282796" y="922650"/>
                    <a:pt x="271973" y="918202"/>
                  </a:cubicBezTo>
                  <a:cubicBezTo>
                    <a:pt x="254783" y="910577"/>
                    <a:pt x="240140" y="897869"/>
                    <a:pt x="230590" y="880712"/>
                  </a:cubicBezTo>
                  <a:lnTo>
                    <a:pt x="212764" y="848305"/>
                  </a:lnTo>
                  <a:cubicBezTo>
                    <a:pt x="193027" y="813356"/>
                    <a:pt x="205760" y="768875"/>
                    <a:pt x="241413" y="749177"/>
                  </a:cubicBezTo>
                  <a:lnTo>
                    <a:pt x="268153" y="734562"/>
                  </a:lnTo>
                  <a:cubicBezTo>
                    <a:pt x="278976" y="728843"/>
                    <a:pt x="291709" y="726937"/>
                    <a:pt x="303806" y="730749"/>
                  </a:cubicBezTo>
                  <a:cubicBezTo>
                    <a:pt x="315902" y="733926"/>
                    <a:pt x="325452" y="742187"/>
                    <a:pt x="331819" y="752989"/>
                  </a:cubicBezTo>
                  <a:cubicBezTo>
                    <a:pt x="340732" y="768875"/>
                    <a:pt x="343915" y="788574"/>
                    <a:pt x="341369" y="809543"/>
                  </a:cubicBezTo>
                  <a:cubicBezTo>
                    <a:pt x="339458" y="823523"/>
                    <a:pt x="343278" y="837502"/>
                    <a:pt x="352828" y="848305"/>
                  </a:cubicBezTo>
                  <a:cubicBezTo>
                    <a:pt x="365561" y="864190"/>
                    <a:pt x="387844" y="870545"/>
                    <a:pt x="407581" y="864190"/>
                  </a:cubicBezTo>
                  <a:cubicBezTo>
                    <a:pt x="422860" y="859107"/>
                    <a:pt x="434320" y="848940"/>
                    <a:pt x="440050" y="834325"/>
                  </a:cubicBezTo>
                  <a:cubicBezTo>
                    <a:pt x="445780" y="820345"/>
                    <a:pt x="444506" y="804460"/>
                    <a:pt x="437503" y="791115"/>
                  </a:cubicBezTo>
                  <a:cubicBezTo>
                    <a:pt x="432410" y="782219"/>
                    <a:pt x="424770" y="774594"/>
                    <a:pt x="415857" y="770146"/>
                  </a:cubicBezTo>
                  <a:cubicBezTo>
                    <a:pt x="395484" y="759979"/>
                    <a:pt x="379568" y="745364"/>
                    <a:pt x="370018" y="728208"/>
                  </a:cubicBezTo>
                  <a:cubicBezTo>
                    <a:pt x="364288" y="718041"/>
                    <a:pt x="363015" y="706603"/>
                    <a:pt x="366198" y="695800"/>
                  </a:cubicBezTo>
                  <a:cubicBezTo>
                    <a:pt x="369381" y="684998"/>
                    <a:pt x="376385" y="675467"/>
                    <a:pt x="386571" y="670383"/>
                  </a:cubicBezTo>
                  <a:lnTo>
                    <a:pt x="436867" y="642424"/>
                  </a:lnTo>
                  <a:cubicBezTo>
                    <a:pt x="469336" y="624632"/>
                    <a:pt x="510082" y="636070"/>
                    <a:pt x="527909" y="668477"/>
                  </a:cubicBezTo>
                  <a:cubicBezTo>
                    <a:pt x="546371" y="701519"/>
                    <a:pt x="559105" y="741552"/>
                    <a:pt x="566108" y="789209"/>
                  </a:cubicBezTo>
                  <a:cubicBezTo>
                    <a:pt x="567381" y="798105"/>
                    <a:pt x="571201" y="807001"/>
                    <a:pt x="576931" y="813991"/>
                  </a:cubicBezTo>
                  <a:cubicBezTo>
                    <a:pt x="589664" y="829877"/>
                    <a:pt x="611947" y="836231"/>
                    <a:pt x="631684" y="829877"/>
                  </a:cubicBezTo>
                  <a:cubicBezTo>
                    <a:pt x="646963" y="824794"/>
                    <a:pt x="658423" y="814627"/>
                    <a:pt x="664153" y="800012"/>
                  </a:cubicBezTo>
                  <a:cubicBezTo>
                    <a:pt x="669883" y="786032"/>
                    <a:pt x="668610" y="770146"/>
                    <a:pt x="661606" y="756802"/>
                  </a:cubicBezTo>
                  <a:cubicBezTo>
                    <a:pt x="658423" y="751083"/>
                    <a:pt x="654603" y="746000"/>
                    <a:pt x="649510" y="742187"/>
                  </a:cubicBezTo>
                  <a:cubicBezTo>
                    <a:pt x="614494" y="713593"/>
                    <a:pt x="584571" y="677373"/>
                    <a:pt x="560378" y="633528"/>
                  </a:cubicBezTo>
                  <a:cubicBezTo>
                    <a:pt x="553375" y="621455"/>
                    <a:pt x="552102" y="607475"/>
                    <a:pt x="555921" y="594131"/>
                  </a:cubicBezTo>
                  <a:cubicBezTo>
                    <a:pt x="559742" y="580787"/>
                    <a:pt x="568654" y="569984"/>
                    <a:pt x="580751" y="562995"/>
                  </a:cubicBezTo>
                  <a:lnTo>
                    <a:pt x="774931" y="455606"/>
                  </a:lnTo>
                  <a:cubicBezTo>
                    <a:pt x="641233" y="223037"/>
                    <a:pt x="405671" y="63543"/>
                    <a:pt x="139548" y="25417"/>
                  </a:cubicBezTo>
                  <a:lnTo>
                    <a:pt x="31317" y="867368"/>
                  </a:lnTo>
                  <a:lnTo>
                    <a:pt x="77793" y="841950"/>
                  </a:lnTo>
                  <a:cubicBezTo>
                    <a:pt x="84796" y="834961"/>
                    <a:pt x="96892" y="832419"/>
                    <a:pt x="108989" y="832419"/>
                  </a:cubicBezTo>
                  <a:moveTo>
                    <a:pt x="250963" y="1040206"/>
                  </a:moveTo>
                  <a:cubicBezTo>
                    <a:pt x="228680" y="1040206"/>
                    <a:pt x="207034" y="1030039"/>
                    <a:pt x="193027" y="1012882"/>
                  </a:cubicBezTo>
                  <a:cubicBezTo>
                    <a:pt x="179658" y="996361"/>
                    <a:pt x="173928" y="976027"/>
                    <a:pt x="176474" y="955693"/>
                  </a:cubicBezTo>
                  <a:cubicBezTo>
                    <a:pt x="178384" y="940442"/>
                    <a:pt x="175838" y="925828"/>
                    <a:pt x="169471" y="914390"/>
                  </a:cubicBezTo>
                  <a:lnTo>
                    <a:pt x="151645" y="881983"/>
                  </a:lnTo>
                  <a:cubicBezTo>
                    <a:pt x="145278" y="870545"/>
                    <a:pt x="135092" y="862284"/>
                    <a:pt x="122359" y="859107"/>
                  </a:cubicBezTo>
                  <a:cubicBezTo>
                    <a:pt x="109626" y="855294"/>
                    <a:pt x="96892" y="857201"/>
                    <a:pt x="85433" y="863555"/>
                  </a:cubicBezTo>
                  <a:lnTo>
                    <a:pt x="17947" y="901046"/>
                  </a:lnTo>
                  <a:cubicBezTo>
                    <a:pt x="14127" y="903587"/>
                    <a:pt x="9034" y="902952"/>
                    <a:pt x="5214" y="900410"/>
                  </a:cubicBezTo>
                  <a:cubicBezTo>
                    <a:pt x="1394" y="897869"/>
                    <a:pt x="-516" y="893420"/>
                    <a:pt x="121" y="888972"/>
                  </a:cubicBezTo>
                  <a:lnTo>
                    <a:pt x="112809" y="10802"/>
                  </a:lnTo>
                  <a:cubicBezTo>
                    <a:pt x="113445" y="7625"/>
                    <a:pt x="114719" y="4448"/>
                    <a:pt x="117265" y="2542"/>
                  </a:cubicBezTo>
                  <a:cubicBezTo>
                    <a:pt x="119812" y="635"/>
                    <a:pt x="122995" y="0"/>
                    <a:pt x="126178" y="0"/>
                  </a:cubicBezTo>
                  <a:cubicBezTo>
                    <a:pt x="408854" y="36220"/>
                    <a:pt x="660333" y="206516"/>
                    <a:pt x="797851" y="454971"/>
                  </a:cubicBezTo>
                  <a:cubicBezTo>
                    <a:pt x="801034" y="460690"/>
                    <a:pt x="799124" y="468315"/>
                    <a:pt x="793394" y="471492"/>
                  </a:cubicBezTo>
                  <a:lnTo>
                    <a:pt x="588391" y="585235"/>
                  </a:lnTo>
                  <a:cubicBezTo>
                    <a:pt x="582024" y="589047"/>
                    <a:pt x="577568" y="594766"/>
                    <a:pt x="575021" y="601756"/>
                  </a:cubicBezTo>
                  <a:cubicBezTo>
                    <a:pt x="573111" y="608746"/>
                    <a:pt x="573748" y="616371"/>
                    <a:pt x="577568" y="622725"/>
                  </a:cubicBezTo>
                  <a:cubicBezTo>
                    <a:pt x="600487" y="664029"/>
                    <a:pt x="628500" y="697707"/>
                    <a:pt x="660970" y="724395"/>
                  </a:cubicBezTo>
                  <a:cubicBezTo>
                    <a:pt x="668610" y="730114"/>
                    <a:pt x="674340" y="737739"/>
                    <a:pt x="679433" y="746000"/>
                  </a:cubicBezTo>
                  <a:cubicBezTo>
                    <a:pt x="690256" y="765698"/>
                    <a:pt x="692166" y="789209"/>
                    <a:pt x="683889" y="810178"/>
                  </a:cubicBezTo>
                  <a:cubicBezTo>
                    <a:pt x="675613" y="831148"/>
                    <a:pt x="658423" y="847034"/>
                    <a:pt x="636777" y="854659"/>
                  </a:cubicBezTo>
                  <a:cubicBezTo>
                    <a:pt x="607491" y="864190"/>
                    <a:pt x="575021" y="854659"/>
                    <a:pt x="555921" y="830512"/>
                  </a:cubicBezTo>
                  <a:cubicBezTo>
                    <a:pt x="547008" y="819710"/>
                    <a:pt x="541278" y="807001"/>
                    <a:pt x="539368" y="793657"/>
                  </a:cubicBezTo>
                  <a:cubicBezTo>
                    <a:pt x="533002" y="748541"/>
                    <a:pt x="520905" y="711686"/>
                    <a:pt x="504352" y="681185"/>
                  </a:cubicBezTo>
                  <a:cubicBezTo>
                    <a:pt x="492893" y="660851"/>
                    <a:pt x="466789" y="653226"/>
                    <a:pt x="446417" y="664664"/>
                  </a:cubicBezTo>
                  <a:lnTo>
                    <a:pt x="396121" y="692623"/>
                  </a:lnTo>
                  <a:cubicBezTo>
                    <a:pt x="391664" y="695165"/>
                    <a:pt x="388481" y="698978"/>
                    <a:pt x="387207" y="704061"/>
                  </a:cubicBezTo>
                  <a:cubicBezTo>
                    <a:pt x="385934" y="709145"/>
                    <a:pt x="386571" y="713593"/>
                    <a:pt x="389118" y="718041"/>
                  </a:cubicBezTo>
                  <a:cubicBezTo>
                    <a:pt x="396121" y="731385"/>
                    <a:pt x="408217" y="741552"/>
                    <a:pt x="424134" y="749812"/>
                  </a:cubicBezTo>
                  <a:cubicBezTo>
                    <a:pt x="438140" y="756802"/>
                    <a:pt x="448963" y="766969"/>
                    <a:pt x="456603" y="780949"/>
                  </a:cubicBezTo>
                  <a:cubicBezTo>
                    <a:pt x="467426" y="800647"/>
                    <a:pt x="469336" y="824158"/>
                    <a:pt x="461060" y="845127"/>
                  </a:cubicBezTo>
                  <a:cubicBezTo>
                    <a:pt x="452783" y="866097"/>
                    <a:pt x="435594" y="881983"/>
                    <a:pt x="413311" y="889608"/>
                  </a:cubicBezTo>
                  <a:cubicBezTo>
                    <a:pt x="384024" y="899139"/>
                    <a:pt x="351555" y="889608"/>
                    <a:pt x="332455" y="865461"/>
                  </a:cubicBezTo>
                  <a:cubicBezTo>
                    <a:pt x="319086" y="848940"/>
                    <a:pt x="313355" y="828606"/>
                    <a:pt x="315902" y="808272"/>
                  </a:cubicBezTo>
                  <a:cubicBezTo>
                    <a:pt x="317812" y="793022"/>
                    <a:pt x="315265" y="778407"/>
                    <a:pt x="308899" y="766969"/>
                  </a:cubicBezTo>
                  <a:cubicBezTo>
                    <a:pt x="305716" y="761886"/>
                    <a:pt x="301259" y="758073"/>
                    <a:pt x="295529" y="756167"/>
                  </a:cubicBezTo>
                  <a:cubicBezTo>
                    <a:pt x="289799" y="754260"/>
                    <a:pt x="284069" y="754896"/>
                    <a:pt x="278339" y="758073"/>
                  </a:cubicBezTo>
                  <a:lnTo>
                    <a:pt x="251600" y="772688"/>
                  </a:lnTo>
                  <a:cubicBezTo>
                    <a:pt x="228043" y="785397"/>
                    <a:pt x="219767" y="815262"/>
                    <a:pt x="232500" y="838773"/>
                  </a:cubicBezTo>
                  <a:lnTo>
                    <a:pt x="250326" y="871180"/>
                  </a:lnTo>
                  <a:cubicBezTo>
                    <a:pt x="256693" y="883253"/>
                    <a:pt x="267516" y="892785"/>
                    <a:pt x="279613" y="897869"/>
                  </a:cubicBezTo>
                  <a:cubicBezTo>
                    <a:pt x="294892" y="904223"/>
                    <a:pt x="307625" y="915661"/>
                    <a:pt x="315902" y="930276"/>
                  </a:cubicBezTo>
                  <a:cubicBezTo>
                    <a:pt x="326725" y="949974"/>
                    <a:pt x="328635" y="973485"/>
                    <a:pt x="320359" y="994454"/>
                  </a:cubicBezTo>
                  <a:cubicBezTo>
                    <a:pt x="312082" y="1015424"/>
                    <a:pt x="294892" y="1031310"/>
                    <a:pt x="273246" y="1038935"/>
                  </a:cubicBezTo>
                  <a:cubicBezTo>
                    <a:pt x="266243" y="1038935"/>
                    <a:pt x="258603" y="1040206"/>
                    <a:pt x="250963" y="104020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724A1EB-D050-124D-7B1B-E89C4D275B4B}"/>
                </a:ext>
              </a:extLst>
            </p:cNvPr>
            <p:cNvSpPr/>
            <p:nvPr/>
          </p:nvSpPr>
          <p:spPr>
            <a:xfrm>
              <a:off x="5576468" y="4589628"/>
              <a:ext cx="41892" cy="42225"/>
            </a:xfrm>
            <a:custGeom>
              <a:avLst/>
              <a:gdLst>
                <a:gd name="connsiteX0" fmla="*/ 21231 w 41892"/>
                <a:gd name="connsiteY0" fmla="*/ 42226 h 42225"/>
                <a:gd name="connsiteX1" fmla="*/ 16775 w 41892"/>
                <a:gd name="connsiteY1" fmla="*/ 41590 h 42225"/>
                <a:gd name="connsiteX2" fmla="*/ 3405 w 41892"/>
                <a:gd name="connsiteY2" fmla="*/ 32694 h 42225"/>
                <a:gd name="connsiteX3" fmla="*/ 222 w 41892"/>
                <a:gd name="connsiteY3" fmla="*/ 16809 h 42225"/>
                <a:gd name="connsiteX4" fmla="*/ 9135 w 41892"/>
                <a:gd name="connsiteY4" fmla="*/ 3464 h 42225"/>
                <a:gd name="connsiteX5" fmla="*/ 38421 w 41892"/>
                <a:gd name="connsiteY5" fmla="*/ 9819 h 42225"/>
                <a:gd name="connsiteX6" fmla="*/ 32055 w 41892"/>
                <a:gd name="connsiteY6" fmla="*/ 39049 h 42225"/>
                <a:gd name="connsiteX7" fmla="*/ 32055 w 41892"/>
                <a:gd name="connsiteY7" fmla="*/ 39049 h 42225"/>
                <a:gd name="connsiteX8" fmla="*/ 21231 w 41892"/>
                <a:gd name="connsiteY8" fmla="*/ 42226 h 4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892" h="42225">
                  <a:moveTo>
                    <a:pt x="21231" y="42226"/>
                  </a:moveTo>
                  <a:cubicBezTo>
                    <a:pt x="19958" y="42226"/>
                    <a:pt x="18048" y="42226"/>
                    <a:pt x="16775" y="41590"/>
                  </a:cubicBezTo>
                  <a:cubicBezTo>
                    <a:pt x="11045" y="40319"/>
                    <a:pt x="6588" y="37142"/>
                    <a:pt x="3405" y="32694"/>
                  </a:cubicBezTo>
                  <a:cubicBezTo>
                    <a:pt x="222" y="28246"/>
                    <a:pt x="-415" y="22527"/>
                    <a:pt x="222" y="16809"/>
                  </a:cubicBezTo>
                  <a:cubicBezTo>
                    <a:pt x="1495" y="11089"/>
                    <a:pt x="4678" y="6642"/>
                    <a:pt x="9135" y="3464"/>
                  </a:cubicBezTo>
                  <a:cubicBezTo>
                    <a:pt x="18685" y="-2890"/>
                    <a:pt x="32055" y="-348"/>
                    <a:pt x="38421" y="9819"/>
                  </a:cubicBezTo>
                  <a:cubicBezTo>
                    <a:pt x="44788" y="19350"/>
                    <a:pt x="42241" y="32694"/>
                    <a:pt x="32055" y="39049"/>
                  </a:cubicBezTo>
                  <a:lnTo>
                    <a:pt x="32055" y="39049"/>
                  </a:lnTo>
                  <a:cubicBezTo>
                    <a:pt x="28871" y="40955"/>
                    <a:pt x="25052" y="42226"/>
                    <a:pt x="21231" y="422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52EA7F2B-F50C-5C42-60C4-3F9E45D3CC28}"/>
                </a:ext>
              </a:extLst>
            </p:cNvPr>
            <p:cNvSpPr/>
            <p:nvPr/>
          </p:nvSpPr>
          <p:spPr>
            <a:xfrm>
              <a:off x="5552846" y="4748487"/>
              <a:ext cx="42594" cy="42225"/>
            </a:xfrm>
            <a:custGeom>
              <a:avLst/>
              <a:gdLst>
                <a:gd name="connsiteX0" fmla="*/ 21298 w 42594"/>
                <a:gd name="connsiteY0" fmla="*/ 42226 h 42225"/>
                <a:gd name="connsiteX1" fmla="*/ 3471 w 42594"/>
                <a:gd name="connsiteY1" fmla="*/ 32694 h 42225"/>
                <a:gd name="connsiteX2" fmla="*/ 9838 w 42594"/>
                <a:gd name="connsiteY2" fmla="*/ 3464 h 42225"/>
                <a:gd name="connsiteX3" fmla="*/ 39124 w 42594"/>
                <a:gd name="connsiteY3" fmla="*/ 9819 h 42225"/>
                <a:gd name="connsiteX4" fmla="*/ 32757 w 42594"/>
                <a:gd name="connsiteY4" fmla="*/ 39049 h 42225"/>
                <a:gd name="connsiteX5" fmla="*/ 32757 w 42594"/>
                <a:gd name="connsiteY5" fmla="*/ 39049 h 42225"/>
                <a:gd name="connsiteX6" fmla="*/ 21298 w 42594"/>
                <a:gd name="connsiteY6" fmla="*/ 42226 h 4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594" h="42225">
                  <a:moveTo>
                    <a:pt x="21298" y="42226"/>
                  </a:moveTo>
                  <a:cubicBezTo>
                    <a:pt x="14294" y="42226"/>
                    <a:pt x="7928" y="39049"/>
                    <a:pt x="3471" y="32694"/>
                  </a:cubicBezTo>
                  <a:cubicBezTo>
                    <a:pt x="-2896" y="23163"/>
                    <a:pt x="-349" y="9819"/>
                    <a:pt x="9838" y="3464"/>
                  </a:cubicBezTo>
                  <a:cubicBezTo>
                    <a:pt x="19387" y="-2890"/>
                    <a:pt x="32757" y="-348"/>
                    <a:pt x="39124" y="9819"/>
                  </a:cubicBezTo>
                  <a:cubicBezTo>
                    <a:pt x="45491" y="19350"/>
                    <a:pt x="42944" y="32694"/>
                    <a:pt x="32757" y="39049"/>
                  </a:cubicBezTo>
                  <a:lnTo>
                    <a:pt x="32757" y="39049"/>
                  </a:lnTo>
                  <a:cubicBezTo>
                    <a:pt x="28937" y="40955"/>
                    <a:pt x="25117" y="42226"/>
                    <a:pt x="21298" y="422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71C9B944-05D7-AA95-0ABB-9BEC0ABA8045}"/>
                </a:ext>
              </a:extLst>
            </p:cNvPr>
            <p:cNvSpPr/>
            <p:nvPr/>
          </p:nvSpPr>
          <p:spPr>
            <a:xfrm>
              <a:off x="5698004" y="4694541"/>
              <a:ext cx="42528" cy="42160"/>
            </a:xfrm>
            <a:custGeom>
              <a:avLst/>
              <a:gdLst>
                <a:gd name="connsiteX0" fmla="*/ 21297 w 42528"/>
                <a:gd name="connsiteY0" fmla="*/ 42160 h 42160"/>
                <a:gd name="connsiteX1" fmla="*/ 3471 w 42528"/>
                <a:gd name="connsiteY1" fmla="*/ 32629 h 42160"/>
                <a:gd name="connsiteX2" fmla="*/ 9838 w 42528"/>
                <a:gd name="connsiteY2" fmla="*/ 3399 h 42160"/>
                <a:gd name="connsiteX3" fmla="*/ 25754 w 42528"/>
                <a:gd name="connsiteY3" fmla="*/ 221 h 42160"/>
                <a:gd name="connsiteX4" fmla="*/ 39124 w 42528"/>
                <a:gd name="connsiteY4" fmla="*/ 9117 h 42160"/>
                <a:gd name="connsiteX5" fmla="*/ 42307 w 42528"/>
                <a:gd name="connsiteY5" fmla="*/ 25003 h 42160"/>
                <a:gd name="connsiteX6" fmla="*/ 33394 w 42528"/>
                <a:gd name="connsiteY6" fmla="*/ 38347 h 42160"/>
                <a:gd name="connsiteX7" fmla="*/ 33394 w 42528"/>
                <a:gd name="connsiteY7" fmla="*/ 38347 h 42160"/>
                <a:gd name="connsiteX8" fmla="*/ 21297 w 42528"/>
                <a:gd name="connsiteY8" fmla="*/ 42160 h 4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28" h="42160">
                  <a:moveTo>
                    <a:pt x="21297" y="42160"/>
                  </a:moveTo>
                  <a:cubicBezTo>
                    <a:pt x="14294" y="42160"/>
                    <a:pt x="7927" y="38983"/>
                    <a:pt x="3471" y="32629"/>
                  </a:cubicBezTo>
                  <a:cubicBezTo>
                    <a:pt x="-2895" y="23097"/>
                    <a:pt x="-349" y="9753"/>
                    <a:pt x="9838" y="3399"/>
                  </a:cubicBezTo>
                  <a:cubicBezTo>
                    <a:pt x="14294" y="221"/>
                    <a:pt x="20024" y="-414"/>
                    <a:pt x="25754" y="221"/>
                  </a:cubicBezTo>
                  <a:cubicBezTo>
                    <a:pt x="31484" y="1492"/>
                    <a:pt x="35940" y="4669"/>
                    <a:pt x="39124" y="9117"/>
                  </a:cubicBezTo>
                  <a:cubicBezTo>
                    <a:pt x="42307" y="13566"/>
                    <a:pt x="42943" y="19284"/>
                    <a:pt x="42307" y="25003"/>
                  </a:cubicBezTo>
                  <a:cubicBezTo>
                    <a:pt x="41034" y="30722"/>
                    <a:pt x="37850" y="35170"/>
                    <a:pt x="33394" y="38347"/>
                  </a:cubicBezTo>
                  <a:lnTo>
                    <a:pt x="33394" y="38347"/>
                  </a:lnTo>
                  <a:cubicBezTo>
                    <a:pt x="28937" y="40889"/>
                    <a:pt x="25117" y="42160"/>
                    <a:pt x="21297" y="421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B4E86E35-224A-C3D6-397D-984818737729}"/>
                </a:ext>
              </a:extLst>
            </p:cNvPr>
            <p:cNvSpPr/>
            <p:nvPr/>
          </p:nvSpPr>
          <p:spPr>
            <a:xfrm>
              <a:off x="8871882" y="4514299"/>
              <a:ext cx="1127160" cy="751083"/>
            </a:xfrm>
            <a:custGeom>
              <a:avLst/>
              <a:gdLst>
                <a:gd name="connsiteX0" fmla="*/ 68899 w 1127160"/>
                <a:gd name="connsiteY0" fmla="*/ 24782 h 751083"/>
                <a:gd name="connsiteX1" fmla="*/ 33246 w 1127160"/>
                <a:gd name="connsiteY1" fmla="*/ 41939 h 751083"/>
                <a:gd name="connsiteX2" fmla="*/ 24969 w 1127160"/>
                <a:gd name="connsiteY2" fmla="*/ 80065 h 751083"/>
                <a:gd name="connsiteX3" fmla="*/ 175857 w 1127160"/>
                <a:gd name="connsiteY3" fmla="*/ 690081 h 751083"/>
                <a:gd name="connsiteX4" fmla="*/ 223606 w 1127160"/>
                <a:gd name="connsiteY4" fmla="*/ 726937 h 751083"/>
                <a:gd name="connsiteX5" fmla="*/ 901645 w 1127160"/>
                <a:gd name="connsiteY5" fmla="*/ 726937 h 751083"/>
                <a:gd name="connsiteX6" fmla="*/ 949394 w 1127160"/>
                <a:gd name="connsiteY6" fmla="*/ 690081 h 751083"/>
                <a:gd name="connsiteX7" fmla="*/ 1100281 w 1127160"/>
                <a:gd name="connsiteY7" fmla="*/ 80065 h 751083"/>
                <a:gd name="connsiteX8" fmla="*/ 1092005 w 1127160"/>
                <a:gd name="connsiteY8" fmla="*/ 41939 h 751083"/>
                <a:gd name="connsiteX9" fmla="*/ 1056352 w 1127160"/>
                <a:gd name="connsiteY9" fmla="*/ 24782 h 751083"/>
                <a:gd name="connsiteX10" fmla="*/ 932204 w 1127160"/>
                <a:gd name="connsiteY10" fmla="*/ 24782 h 751083"/>
                <a:gd name="connsiteX11" fmla="*/ 885091 w 1127160"/>
                <a:gd name="connsiteY11" fmla="*/ 61002 h 751083"/>
                <a:gd name="connsiteX12" fmla="*/ 562307 w 1127160"/>
                <a:gd name="connsiteY12" fmla="*/ 284039 h 751083"/>
                <a:gd name="connsiteX13" fmla="*/ 239523 w 1127160"/>
                <a:gd name="connsiteY13" fmla="*/ 61002 h 751083"/>
                <a:gd name="connsiteX14" fmla="*/ 192410 w 1127160"/>
                <a:gd name="connsiteY14" fmla="*/ 24782 h 751083"/>
                <a:gd name="connsiteX15" fmla="*/ 68899 w 1127160"/>
                <a:gd name="connsiteY15" fmla="*/ 24782 h 751083"/>
                <a:gd name="connsiteX16" fmla="*/ 902282 w 1127160"/>
                <a:gd name="connsiteY16" fmla="*/ 751083 h 751083"/>
                <a:gd name="connsiteX17" fmla="*/ 224243 w 1127160"/>
                <a:gd name="connsiteY17" fmla="*/ 751083 h 751083"/>
                <a:gd name="connsiteX18" fmla="*/ 152937 w 1127160"/>
                <a:gd name="connsiteY18" fmla="*/ 695800 h 751083"/>
                <a:gd name="connsiteX19" fmla="*/ 2050 w 1127160"/>
                <a:gd name="connsiteY19" fmla="*/ 85784 h 751083"/>
                <a:gd name="connsiteX20" fmla="*/ 14783 w 1127160"/>
                <a:gd name="connsiteY20" fmla="*/ 26688 h 751083"/>
                <a:gd name="connsiteX21" fmla="*/ 69535 w 1127160"/>
                <a:gd name="connsiteY21" fmla="*/ 0 h 751083"/>
                <a:gd name="connsiteX22" fmla="*/ 193683 w 1127160"/>
                <a:gd name="connsiteY22" fmla="*/ 0 h 751083"/>
                <a:gd name="connsiteX23" fmla="*/ 264352 w 1127160"/>
                <a:gd name="connsiteY23" fmla="*/ 53376 h 751083"/>
                <a:gd name="connsiteX24" fmla="*/ 563580 w 1127160"/>
                <a:gd name="connsiteY24" fmla="*/ 259257 h 751083"/>
                <a:gd name="connsiteX25" fmla="*/ 862808 w 1127160"/>
                <a:gd name="connsiteY25" fmla="*/ 53376 h 751083"/>
                <a:gd name="connsiteX26" fmla="*/ 933478 w 1127160"/>
                <a:gd name="connsiteY26" fmla="*/ 0 h 751083"/>
                <a:gd name="connsiteX27" fmla="*/ 1057626 w 1127160"/>
                <a:gd name="connsiteY27" fmla="*/ 0 h 751083"/>
                <a:gd name="connsiteX28" fmla="*/ 1112378 w 1127160"/>
                <a:gd name="connsiteY28" fmla="*/ 26688 h 751083"/>
                <a:gd name="connsiteX29" fmla="*/ 1125111 w 1127160"/>
                <a:gd name="connsiteY29" fmla="*/ 85784 h 751083"/>
                <a:gd name="connsiteX30" fmla="*/ 974223 w 1127160"/>
                <a:gd name="connsiteY30" fmla="*/ 695800 h 751083"/>
                <a:gd name="connsiteX31" fmla="*/ 902282 w 1127160"/>
                <a:gd name="connsiteY31" fmla="*/ 751083 h 75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27160" h="751083">
                  <a:moveTo>
                    <a:pt x="68899" y="24782"/>
                  </a:moveTo>
                  <a:cubicBezTo>
                    <a:pt x="54892" y="24782"/>
                    <a:pt x="41522" y="31136"/>
                    <a:pt x="33246" y="41939"/>
                  </a:cubicBezTo>
                  <a:cubicBezTo>
                    <a:pt x="24969" y="52741"/>
                    <a:pt x="21786" y="66721"/>
                    <a:pt x="24969" y="80065"/>
                  </a:cubicBezTo>
                  <a:lnTo>
                    <a:pt x="175857" y="690081"/>
                  </a:lnTo>
                  <a:cubicBezTo>
                    <a:pt x="180950" y="711686"/>
                    <a:pt x="200686" y="726937"/>
                    <a:pt x="223606" y="726937"/>
                  </a:cubicBezTo>
                  <a:lnTo>
                    <a:pt x="901645" y="726937"/>
                  </a:lnTo>
                  <a:cubicBezTo>
                    <a:pt x="924565" y="726937"/>
                    <a:pt x="943664" y="711686"/>
                    <a:pt x="949394" y="690081"/>
                  </a:cubicBezTo>
                  <a:lnTo>
                    <a:pt x="1100281" y="80065"/>
                  </a:lnTo>
                  <a:cubicBezTo>
                    <a:pt x="1103465" y="66721"/>
                    <a:pt x="1100918" y="52741"/>
                    <a:pt x="1092005" y="41939"/>
                  </a:cubicBezTo>
                  <a:cubicBezTo>
                    <a:pt x="1083092" y="31136"/>
                    <a:pt x="1070359" y="24782"/>
                    <a:pt x="1056352" y="24782"/>
                  </a:cubicBezTo>
                  <a:lnTo>
                    <a:pt x="932204" y="24782"/>
                  </a:lnTo>
                  <a:cubicBezTo>
                    <a:pt x="910558" y="24782"/>
                    <a:pt x="891458" y="39397"/>
                    <a:pt x="885091" y="61002"/>
                  </a:cubicBezTo>
                  <a:cubicBezTo>
                    <a:pt x="846256" y="192536"/>
                    <a:pt x="713832" y="284039"/>
                    <a:pt x="562307" y="284039"/>
                  </a:cubicBezTo>
                  <a:cubicBezTo>
                    <a:pt x="410783" y="284039"/>
                    <a:pt x="278359" y="192536"/>
                    <a:pt x="239523" y="61002"/>
                  </a:cubicBezTo>
                  <a:cubicBezTo>
                    <a:pt x="233156" y="39397"/>
                    <a:pt x="214056" y="24782"/>
                    <a:pt x="192410" y="24782"/>
                  </a:cubicBezTo>
                  <a:lnTo>
                    <a:pt x="68899" y="24782"/>
                  </a:lnTo>
                  <a:close/>
                  <a:moveTo>
                    <a:pt x="902282" y="751083"/>
                  </a:moveTo>
                  <a:lnTo>
                    <a:pt x="224243" y="751083"/>
                  </a:lnTo>
                  <a:cubicBezTo>
                    <a:pt x="190500" y="751083"/>
                    <a:pt x="161214" y="728207"/>
                    <a:pt x="152937" y="695800"/>
                  </a:cubicBezTo>
                  <a:lnTo>
                    <a:pt x="2050" y="85784"/>
                  </a:lnTo>
                  <a:cubicBezTo>
                    <a:pt x="-3044" y="65450"/>
                    <a:pt x="1413" y="43845"/>
                    <a:pt x="14783" y="26688"/>
                  </a:cubicBezTo>
                  <a:cubicBezTo>
                    <a:pt x="28152" y="9532"/>
                    <a:pt x="47889" y="0"/>
                    <a:pt x="69535" y="0"/>
                  </a:cubicBezTo>
                  <a:lnTo>
                    <a:pt x="193683" y="0"/>
                  </a:lnTo>
                  <a:cubicBezTo>
                    <a:pt x="226152" y="0"/>
                    <a:pt x="254802" y="21605"/>
                    <a:pt x="264352" y="53376"/>
                  </a:cubicBezTo>
                  <a:cubicBezTo>
                    <a:pt x="300005" y="174744"/>
                    <a:pt x="423516" y="259257"/>
                    <a:pt x="563580" y="259257"/>
                  </a:cubicBezTo>
                  <a:cubicBezTo>
                    <a:pt x="703644" y="259257"/>
                    <a:pt x="827156" y="174744"/>
                    <a:pt x="862808" y="53376"/>
                  </a:cubicBezTo>
                  <a:cubicBezTo>
                    <a:pt x="872358" y="21605"/>
                    <a:pt x="900371" y="0"/>
                    <a:pt x="933478" y="0"/>
                  </a:cubicBezTo>
                  <a:lnTo>
                    <a:pt x="1057626" y="0"/>
                  </a:lnTo>
                  <a:cubicBezTo>
                    <a:pt x="1079272" y="0"/>
                    <a:pt x="1099008" y="9532"/>
                    <a:pt x="1112378" y="26688"/>
                  </a:cubicBezTo>
                  <a:cubicBezTo>
                    <a:pt x="1125748" y="43209"/>
                    <a:pt x="1130204" y="64814"/>
                    <a:pt x="1125111" y="85784"/>
                  </a:cubicBezTo>
                  <a:lnTo>
                    <a:pt x="974223" y="695800"/>
                  </a:lnTo>
                  <a:cubicBezTo>
                    <a:pt x="965311" y="728207"/>
                    <a:pt x="936024" y="751083"/>
                    <a:pt x="902282" y="751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540A39F4-DDDC-441E-F3F6-E7762E3AF7E0}"/>
                </a:ext>
              </a:extLst>
            </p:cNvPr>
            <p:cNvSpPr/>
            <p:nvPr/>
          </p:nvSpPr>
          <p:spPr>
            <a:xfrm>
              <a:off x="9045746" y="5097627"/>
              <a:ext cx="779433" cy="154493"/>
            </a:xfrm>
            <a:custGeom>
              <a:avLst/>
              <a:gdLst>
                <a:gd name="connsiteX0" fmla="*/ 766617 w 779433"/>
                <a:gd name="connsiteY0" fmla="*/ 154410 h 154493"/>
                <a:gd name="connsiteX1" fmla="*/ 757704 w 779433"/>
                <a:gd name="connsiteY1" fmla="*/ 150598 h 154493"/>
                <a:gd name="connsiteX2" fmla="*/ 662206 w 779433"/>
                <a:gd name="connsiteY2" fmla="*/ 45751 h 154493"/>
                <a:gd name="connsiteX3" fmla="*/ 613184 w 779433"/>
                <a:gd name="connsiteY3" fmla="*/ 24146 h 154493"/>
                <a:gd name="connsiteX4" fmla="*/ 165614 w 779433"/>
                <a:gd name="connsiteY4" fmla="*/ 24146 h 154493"/>
                <a:gd name="connsiteX5" fmla="*/ 116592 w 779433"/>
                <a:gd name="connsiteY5" fmla="*/ 45751 h 154493"/>
                <a:gd name="connsiteX6" fmla="*/ 21093 w 779433"/>
                <a:gd name="connsiteY6" fmla="*/ 150598 h 154493"/>
                <a:gd name="connsiteX7" fmla="*/ 3903 w 779433"/>
                <a:gd name="connsiteY7" fmla="*/ 151233 h 154493"/>
                <a:gd name="connsiteX8" fmla="*/ 3267 w 779433"/>
                <a:gd name="connsiteY8" fmla="*/ 134077 h 154493"/>
                <a:gd name="connsiteX9" fmla="*/ 98765 w 779433"/>
                <a:gd name="connsiteY9" fmla="*/ 29230 h 154493"/>
                <a:gd name="connsiteX10" fmla="*/ 166250 w 779433"/>
                <a:gd name="connsiteY10" fmla="*/ 0 h 154493"/>
                <a:gd name="connsiteX11" fmla="*/ 613820 w 779433"/>
                <a:gd name="connsiteY11" fmla="*/ 0 h 154493"/>
                <a:gd name="connsiteX12" fmla="*/ 680669 w 779433"/>
                <a:gd name="connsiteY12" fmla="*/ 29230 h 154493"/>
                <a:gd name="connsiteX13" fmla="*/ 776167 w 779433"/>
                <a:gd name="connsiteY13" fmla="*/ 134077 h 154493"/>
                <a:gd name="connsiteX14" fmla="*/ 775531 w 779433"/>
                <a:gd name="connsiteY14" fmla="*/ 151233 h 154493"/>
                <a:gd name="connsiteX15" fmla="*/ 766617 w 779433"/>
                <a:gd name="connsiteY15" fmla="*/ 154410 h 154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9433" h="154493">
                  <a:moveTo>
                    <a:pt x="766617" y="154410"/>
                  </a:moveTo>
                  <a:cubicBezTo>
                    <a:pt x="763434" y="154410"/>
                    <a:pt x="760251" y="153140"/>
                    <a:pt x="757704" y="150598"/>
                  </a:cubicBezTo>
                  <a:lnTo>
                    <a:pt x="662206" y="45751"/>
                  </a:lnTo>
                  <a:cubicBezTo>
                    <a:pt x="649473" y="31772"/>
                    <a:pt x="631646" y="24146"/>
                    <a:pt x="613184" y="24146"/>
                  </a:cubicBezTo>
                  <a:lnTo>
                    <a:pt x="165614" y="24146"/>
                  </a:lnTo>
                  <a:cubicBezTo>
                    <a:pt x="147151" y="24146"/>
                    <a:pt x="128688" y="31772"/>
                    <a:pt x="116592" y="45751"/>
                  </a:cubicBezTo>
                  <a:lnTo>
                    <a:pt x="21093" y="150598"/>
                  </a:lnTo>
                  <a:cubicBezTo>
                    <a:pt x="16636" y="155681"/>
                    <a:pt x="8997" y="155681"/>
                    <a:pt x="3903" y="151233"/>
                  </a:cubicBezTo>
                  <a:cubicBezTo>
                    <a:pt x="-1190" y="146785"/>
                    <a:pt x="-1190" y="139160"/>
                    <a:pt x="3267" y="134077"/>
                  </a:cubicBezTo>
                  <a:lnTo>
                    <a:pt x="98765" y="29230"/>
                  </a:lnTo>
                  <a:cubicBezTo>
                    <a:pt x="115954" y="10167"/>
                    <a:pt x="140148" y="0"/>
                    <a:pt x="166250" y="0"/>
                  </a:cubicBezTo>
                  <a:lnTo>
                    <a:pt x="613820" y="0"/>
                  </a:lnTo>
                  <a:cubicBezTo>
                    <a:pt x="639286" y="0"/>
                    <a:pt x="664116" y="10802"/>
                    <a:pt x="680669" y="29230"/>
                  </a:cubicBezTo>
                  <a:lnTo>
                    <a:pt x="776167" y="134077"/>
                  </a:lnTo>
                  <a:cubicBezTo>
                    <a:pt x="780624" y="139160"/>
                    <a:pt x="780624" y="146785"/>
                    <a:pt x="775531" y="151233"/>
                  </a:cubicBezTo>
                  <a:cubicBezTo>
                    <a:pt x="772348" y="153140"/>
                    <a:pt x="769801" y="154410"/>
                    <a:pt x="766617" y="1544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12E35E7-A55C-3D67-C08C-CF3CF1757C9E}"/>
                </a:ext>
              </a:extLst>
            </p:cNvPr>
            <p:cNvSpPr/>
            <p:nvPr/>
          </p:nvSpPr>
          <p:spPr>
            <a:xfrm>
              <a:off x="8891287" y="3703557"/>
              <a:ext cx="570135" cy="447909"/>
            </a:xfrm>
            <a:custGeom>
              <a:avLst/>
              <a:gdLst>
                <a:gd name="connsiteX0" fmla="*/ 303520 w 570135"/>
                <a:gd name="connsiteY0" fmla="*/ 24075 h 447909"/>
                <a:gd name="connsiteX1" fmla="*/ 269140 w 570135"/>
                <a:gd name="connsiteY1" fmla="*/ 25981 h 447909"/>
                <a:gd name="connsiteX2" fmla="*/ 89603 w 570135"/>
                <a:gd name="connsiteY2" fmla="*/ 73639 h 447909"/>
                <a:gd name="connsiteX3" fmla="*/ 24664 w 570135"/>
                <a:gd name="connsiteY3" fmla="*/ 156881 h 447909"/>
                <a:gd name="connsiteX4" fmla="*/ 41217 w 570135"/>
                <a:gd name="connsiteY4" fmla="*/ 336073 h 447909"/>
                <a:gd name="connsiteX5" fmla="*/ 121436 w 570135"/>
                <a:gd name="connsiteY5" fmla="*/ 406606 h 447909"/>
                <a:gd name="connsiteX6" fmla="*/ 303520 w 570135"/>
                <a:gd name="connsiteY6" fmla="*/ 423127 h 447909"/>
                <a:gd name="connsiteX7" fmla="*/ 479873 w 570135"/>
                <a:gd name="connsiteY7" fmla="*/ 373564 h 447909"/>
                <a:gd name="connsiteX8" fmla="*/ 545449 w 570135"/>
                <a:gd name="connsiteY8" fmla="*/ 290322 h 447909"/>
                <a:gd name="connsiteX9" fmla="*/ 528896 w 570135"/>
                <a:gd name="connsiteY9" fmla="*/ 111129 h 447909"/>
                <a:gd name="connsiteX10" fmla="*/ 449314 w 570135"/>
                <a:gd name="connsiteY10" fmla="*/ 41231 h 447909"/>
                <a:gd name="connsiteX11" fmla="*/ 303520 w 570135"/>
                <a:gd name="connsiteY11" fmla="*/ 24075 h 447909"/>
                <a:gd name="connsiteX12" fmla="*/ 271687 w 570135"/>
                <a:gd name="connsiteY12" fmla="*/ 447909 h 447909"/>
                <a:gd name="connsiteX13" fmla="*/ 115070 w 570135"/>
                <a:gd name="connsiteY13" fmla="*/ 429482 h 447909"/>
                <a:gd name="connsiteX14" fmla="*/ 17024 w 570135"/>
                <a:gd name="connsiteY14" fmla="*/ 337979 h 447909"/>
                <a:gd name="connsiteX15" fmla="*/ 471 w 570135"/>
                <a:gd name="connsiteY15" fmla="*/ 158787 h 447909"/>
                <a:gd name="connsiteX16" fmla="*/ 80690 w 570135"/>
                <a:gd name="connsiteY16" fmla="*/ 50763 h 447909"/>
                <a:gd name="connsiteX17" fmla="*/ 267230 w 570135"/>
                <a:gd name="connsiteY17" fmla="*/ 1835 h 447909"/>
                <a:gd name="connsiteX18" fmla="*/ 454407 w 570135"/>
                <a:gd name="connsiteY18" fmla="*/ 17085 h 447909"/>
                <a:gd name="connsiteX19" fmla="*/ 553089 w 570135"/>
                <a:gd name="connsiteY19" fmla="*/ 108588 h 447909"/>
                <a:gd name="connsiteX20" fmla="*/ 569641 w 570135"/>
                <a:gd name="connsiteY20" fmla="*/ 287780 h 447909"/>
                <a:gd name="connsiteX21" fmla="*/ 490059 w 570135"/>
                <a:gd name="connsiteY21" fmla="*/ 395168 h 447909"/>
                <a:gd name="connsiteX22" fmla="*/ 305429 w 570135"/>
                <a:gd name="connsiteY22" fmla="*/ 446639 h 447909"/>
                <a:gd name="connsiteX23" fmla="*/ 271687 w 570135"/>
                <a:gd name="connsiteY23" fmla="*/ 447909 h 447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70135" h="447909">
                  <a:moveTo>
                    <a:pt x="303520" y="24075"/>
                  </a:moveTo>
                  <a:cubicBezTo>
                    <a:pt x="291423" y="24075"/>
                    <a:pt x="279963" y="24710"/>
                    <a:pt x="269140" y="25981"/>
                  </a:cubicBezTo>
                  <a:cubicBezTo>
                    <a:pt x="183828" y="34877"/>
                    <a:pt x="90240" y="73003"/>
                    <a:pt x="89603" y="73639"/>
                  </a:cubicBezTo>
                  <a:cubicBezTo>
                    <a:pt x="42491" y="92702"/>
                    <a:pt x="20844" y="119390"/>
                    <a:pt x="24664" y="156881"/>
                  </a:cubicBezTo>
                  <a:lnTo>
                    <a:pt x="41217" y="336073"/>
                  </a:lnTo>
                  <a:cubicBezTo>
                    <a:pt x="45037" y="375470"/>
                    <a:pt x="76233" y="392627"/>
                    <a:pt x="121436" y="406606"/>
                  </a:cubicBezTo>
                  <a:cubicBezTo>
                    <a:pt x="122073" y="406606"/>
                    <a:pt x="216935" y="429482"/>
                    <a:pt x="303520" y="423127"/>
                  </a:cubicBezTo>
                  <a:cubicBezTo>
                    <a:pt x="376735" y="418044"/>
                    <a:pt x="478600" y="374199"/>
                    <a:pt x="479873" y="373564"/>
                  </a:cubicBezTo>
                  <a:cubicBezTo>
                    <a:pt x="529533" y="350053"/>
                    <a:pt x="548632" y="325906"/>
                    <a:pt x="545449" y="290322"/>
                  </a:cubicBezTo>
                  <a:lnTo>
                    <a:pt x="528896" y="111129"/>
                  </a:lnTo>
                  <a:cubicBezTo>
                    <a:pt x="525713" y="74910"/>
                    <a:pt x="501520" y="53940"/>
                    <a:pt x="449314" y="41231"/>
                  </a:cubicBezTo>
                  <a:cubicBezTo>
                    <a:pt x="447404" y="39961"/>
                    <a:pt x="371642" y="24075"/>
                    <a:pt x="303520" y="24075"/>
                  </a:cubicBezTo>
                  <a:moveTo>
                    <a:pt x="271687" y="447909"/>
                  </a:moveTo>
                  <a:cubicBezTo>
                    <a:pt x="192741" y="447909"/>
                    <a:pt x="118253" y="430117"/>
                    <a:pt x="115070" y="429482"/>
                  </a:cubicBezTo>
                  <a:cubicBezTo>
                    <a:pt x="69230" y="415502"/>
                    <a:pt x="22117" y="393897"/>
                    <a:pt x="17024" y="337979"/>
                  </a:cubicBezTo>
                  <a:lnTo>
                    <a:pt x="471" y="158787"/>
                  </a:lnTo>
                  <a:cubicBezTo>
                    <a:pt x="-2712" y="125109"/>
                    <a:pt x="8748" y="79358"/>
                    <a:pt x="80690" y="50763"/>
                  </a:cubicBezTo>
                  <a:cubicBezTo>
                    <a:pt x="84510" y="49492"/>
                    <a:pt x="178098" y="10731"/>
                    <a:pt x="267230" y="1835"/>
                  </a:cubicBezTo>
                  <a:cubicBezTo>
                    <a:pt x="345539" y="-6426"/>
                    <a:pt x="449951" y="15814"/>
                    <a:pt x="454407" y="17085"/>
                  </a:cubicBezTo>
                  <a:cubicBezTo>
                    <a:pt x="493880" y="27252"/>
                    <a:pt x="547358" y="47586"/>
                    <a:pt x="553089" y="108588"/>
                  </a:cubicBezTo>
                  <a:lnTo>
                    <a:pt x="569641" y="287780"/>
                  </a:lnTo>
                  <a:cubicBezTo>
                    <a:pt x="575372" y="347511"/>
                    <a:pt x="530169" y="376741"/>
                    <a:pt x="490059" y="395168"/>
                  </a:cubicBezTo>
                  <a:cubicBezTo>
                    <a:pt x="485603" y="397075"/>
                    <a:pt x="383102" y="441555"/>
                    <a:pt x="305429" y="446639"/>
                  </a:cubicBezTo>
                  <a:cubicBezTo>
                    <a:pt x="293970" y="447274"/>
                    <a:pt x="282510" y="447909"/>
                    <a:pt x="271687" y="44790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D87D88D9-26A8-6CC4-9E0D-BD5E0CBC939A}"/>
                </a:ext>
              </a:extLst>
            </p:cNvPr>
            <p:cNvSpPr/>
            <p:nvPr/>
          </p:nvSpPr>
          <p:spPr>
            <a:xfrm>
              <a:off x="9178885" y="3998957"/>
              <a:ext cx="17836" cy="17802"/>
            </a:xfrm>
            <a:custGeom>
              <a:avLst/>
              <a:gdLst>
                <a:gd name="connsiteX0" fmla="*/ 5735 w 17836"/>
                <a:gd name="connsiteY0" fmla="*/ 640 h 17802"/>
                <a:gd name="connsiteX1" fmla="*/ 17195 w 17836"/>
                <a:gd name="connsiteY1" fmla="*/ 5724 h 17802"/>
                <a:gd name="connsiteX2" fmla="*/ 12102 w 17836"/>
                <a:gd name="connsiteY2" fmla="*/ 17162 h 17802"/>
                <a:gd name="connsiteX3" fmla="*/ 642 w 17836"/>
                <a:gd name="connsiteY3" fmla="*/ 12078 h 17802"/>
                <a:gd name="connsiteX4" fmla="*/ 5735 w 17836"/>
                <a:gd name="connsiteY4" fmla="*/ 640 h 1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36" h="17802">
                  <a:moveTo>
                    <a:pt x="5735" y="640"/>
                  </a:moveTo>
                  <a:cubicBezTo>
                    <a:pt x="10192" y="-1266"/>
                    <a:pt x="15285" y="1276"/>
                    <a:pt x="17195" y="5724"/>
                  </a:cubicBezTo>
                  <a:cubicBezTo>
                    <a:pt x="19105" y="10172"/>
                    <a:pt x="16558" y="15255"/>
                    <a:pt x="12102" y="17162"/>
                  </a:cubicBezTo>
                  <a:cubicBezTo>
                    <a:pt x="7645" y="19068"/>
                    <a:pt x="2552" y="16526"/>
                    <a:pt x="642" y="12078"/>
                  </a:cubicBezTo>
                  <a:cubicBezTo>
                    <a:pt x="-1269" y="6995"/>
                    <a:pt x="1278" y="1911"/>
                    <a:pt x="5735" y="64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F734F4CE-E0D6-3CDD-3FBD-DE4BEA26902E}"/>
                </a:ext>
              </a:extLst>
            </p:cNvPr>
            <p:cNvSpPr/>
            <p:nvPr/>
          </p:nvSpPr>
          <p:spPr>
            <a:xfrm>
              <a:off x="9166706" y="3986901"/>
              <a:ext cx="41458" cy="41291"/>
            </a:xfrm>
            <a:custGeom>
              <a:avLst/>
              <a:gdLst>
                <a:gd name="connsiteX0" fmla="*/ 21098 w 41458"/>
                <a:gd name="connsiteY0" fmla="*/ 41291 h 41291"/>
                <a:gd name="connsiteX1" fmla="*/ 12185 w 41458"/>
                <a:gd name="connsiteY1" fmla="*/ 39385 h 41291"/>
                <a:gd name="connsiteX2" fmla="*/ 1361 w 41458"/>
                <a:gd name="connsiteY2" fmla="*/ 27947 h 41291"/>
                <a:gd name="connsiteX3" fmla="*/ 1998 w 41458"/>
                <a:gd name="connsiteY3" fmla="*/ 12061 h 41291"/>
                <a:gd name="connsiteX4" fmla="*/ 13458 w 41458"/>
                <a:gd name="connsiteY4" fmla="*/ 1259 h 41291"/>
                <a:gd name="connsiteX5" fmla="*/ 40198 w 41458"/>
                <a:gd name="connsiteY5" fmla="*/ 13332 h 41291"/>
                <a:gd name="connsiteX6" fmla="*/ 28101 w 41458"/>
                <a:gd name="connsiteY6" fmla="*/ 40020 h 41291"/>
                <a:gd name="connsiteX7" fmla="*/ 21098 w 41458"/>
                <a:gd name="connsiteY7" fmla="*/ 41291 h 4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458" h="41291">
                  <a:moveTo>
                    <a:pt x="21098" y="41291"/>
                  </a:moveTo>
                  <a:cubicBezTo>
                    <a:pt x="17915" y="41291"/>
                    <a:pt x="15368" y="40656"/>
                    <a:pt x="12185" y="39385"/>
                  </a:cubicBezTo>
                  <a:cubicBezTo>
                    <a:pt x="7091" y="36843"/>
                    <a:pt x="3271" y="33030"/>
                    <a:pt x="1361" y="27947"/>
                  </a:cubicBezTo>
                  <a:cubicBezTo>
                    <a:pt x="-548" y="22863"/>
                    <a:pt x="-548" y="17145"/>
                    <a:pt x="1998" y="12061"/>
                  </a:cubicBezTo>
                  <a:cubicBezTo>
                    <a:pt x="4544" y="6978"/>
                    <a:pt x="8365" y="3165"/>
                    <a:pt x="13458" y="1259"/>
                  </a:cubicBezTo>
                  <a:cubicBezTo>
                    <a:pt x="24281" y="-2554"/>
                    <a:pt x="36377" y="2530"/>
                    <a:pt x="40198" y="13332"/>
                  </a:cubicBezTo>
                  <a:cubicBezTo>
                    <a:pt x="44017" y="24134"/>
                    <a:pt x="38924" y="36208"/>
                    <a:pt x="28101" y="40020"/>
                  </a:cubicBezTo>
                  <a:cubicBezTo>
                    <a:pt x="25554" y="41291"/>
                    <a:pt x="23008" y="41291"/>
                    <a:pt x="21098" y="412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8B4A381A-8EF6-401F-CF51-AB69EA0E83C8}"/>
                </a:ext>
              </a:extLst>
            </p:cNvPr>
            <p:cNvSpPr/>
            <p:nvPr/>
          </p:nvSpPr>
          <p:spPr>
            <a:xfrm>
              <a:off x="9224105" y="3836838"/>
              <a:ext cx="41458" cy="41391"/>
            </a:xfrm>
            <a:custGeom>
              <a:avLst/>
              <a:gdLst>
                <a:gd name="connsiteX0" fmla="*/ 20998 w 41458"/>
                <a:gd name="connsiteY0" fmla="*/ 41391 h 41391"/>
                <a:gd name="connsiteX1" fmla="*/ 12085 w 41458"/>
                <a:gd name="connsiteY1" fmla="*/ 39485 h 41391"/>
                <a:gd name="connsiteX2" fmla="*/ 1261 w 41458"/>
                <a:gd name="connsiteY2" fmla="*/ 28047 h 41391"/>
                <a:gd name="connsiteX3" fmla="*/ 13358 w 41458"/>
                <a:gd name="connsiteY3" fmla="*/ 1359 h 41391"/>
                <a:gd name="connsiteX4" fmla="*/ 13358 w 41458"/>
                <a:gd name="connsiteY4" fmla="*/ 1359 h 41391"/>
                <a:gd name="connsiteX5" fmla="*/ 29274 w 41458"/>
                <a:gd name="connsiteY5" fmla="*/ 1994 h 41391"/>
                <a:gd name="connsiteX6" fmla="*/ 40098 w 41458"/>
                <a:gd name="connsiteY6" fmla="*/ 13432 h 41391"/>
                <a:gd name="connsiteX7" fmla="*/ 39460 w 41458"/>
                <a:gd name="connsiteY7" fmla="*/ 29318 h 41391"/>
                <a:gd name="connsiteX8" fmla="*/ 28001 w 41458"/>
                <a:gd name="connsiteY8" fmla="*/ 40120 h 41391"/>
                <a:gd name="connsiteX9" fmla="*/ 20998 w 41458"/>
                <a:gd name="connsiteY9" fmla="*/ 41391 h 4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458" h="41391">
                  <a:moveTo>
                    <a:pt x="20998" y="41391"/>
                  </a:moveTo>
                  <a:cubicBezTo>
                    <a:pt x="17815" y="41391"/>
                    <a:pt x="15268" y="40756"/>
                    <a:pt x="12085" y="39485"/>
                  </a:cubicBezTo>
                  <a:cubicBezTo>
                    <a:pt x="6991" y="36943"/>
                    <a:pt x="3171" y="33131"/>
                    <a:pt x="1261" y="28047"/>
                  </a:cubicBezTo>
                  <a:cubicBezTo>
                    <a:pt x="-2559" y="17245"/>
                    <a:pt x="2535" y="5171"/>
                    <a:pt x="13358" y="1359"/>
                  </a:cubicBezTo>
                  <a:lnTo>
                    <a:pt x="13358" y="1359"/>
                  </a:lnTo>
                  <a:cubicBezTo>
                    <a:pt x="18451" y="-547"/>
                    <a:pt x="24181" y="-547"/>
                    <a:pt x="29274" y="1994"/>
                  </a:cubicBezTo>
                  <a:cubicBezTo>
                    <a:pt x="34368" y="4536"/>
                    <a:pt x="38187" y="8349"/>
                    <a:pt x="40098" y="13432"/>
                  </a:cubicBezTo>
                  <a:cubicBezTo>
                    <a:pt x="42007" y="18516"/>
                    <a:pt x="42007" y="24234"/>
                    <a:pt x="39460" y="29318"/>
                  </a:cubicBezTo>
                  <a:cubicBezTo>
                    <a:pt x="36914" y="34401"/>
                    <a:pt x="33094" y="38214"/>
                    <a:pt x="28001" y="40120"/>
                  </a:cubicBezTo>
                  <a:cubicBezTo>
                    <a:pt x="26091" y="40756"/>
                    <a:pt x="23544" y="41391"/>
                    <a:pt x="20998" y="41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B3A21BA5-7975-40C7-2000-DD2ECEAF339F}"/>
                </a:ext>
              </a:extLst>
            </p:cNvPr>
            <p:cNvSpPr/>
            <p:nvPr/>
          </p:nvSpPr>
          <p:spPr>
            <a:xfrm>
              <a:off x="9241442" y="3854083"/>
              <a:ext cx="4934" cy="6830"/>
            </a:xfrm>
            <a:custGeom>
              <a:avLst/>
              <a:gdLst>
                <a:gd name="connsiteX0" fmla="*/ 2387 w 4934"/>
                <a:gd name="connsiteY0" fmla="*/ 0 h 6830"/>
                <a:gd name="connsiteX1" fmla="*/ 2387 w 4934"/>
                <a:gd name="connsiteY1" fmla="*/ 0 h 6830"/>
                <a:gd name="connsiteX2" fmla="*/ 478 w 4934"/>
                <a:gd name="connsiteY2" fmla="*/ 1906 h 6830"/>
                <a:gd name="connsiteX3" fmla="*/ 478 w 4934"/>
                <a:gd name="connsiteY3" fmla="*/ 4448 h 6830"/>
                <a:gd name="connsiteX4" fmla="*/ 2387 w 4934"/>
                <a:gd name="connsiteY4" fmla="*/ 6354 h 6830"/>
                <a:gd name="connsiteX5" fmla="*/ 4934 w 4934"/>
                <a:gd name="connsiteY5" fmla="*/ 6354 h 6830"/>
                <a:gd name="connsiteX6" fmla="*/ 2387 w 4934"/>
                <a:gd name="connsiteY6" fmla="*/ 0 h 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34" h="6830">
                  <a:moveTo>
                    <a:pt x="2387" y="0"/>
                  </a:moveTo>
                  <a:lnTo>
                    <a:pt x="2387" y="0"/>
                  </a:lnTo>
                  <a:cubicBezTo>
                    <a:pt x="1751" y="635"/>
                    <a:pt x="1114" y="1271"/>
                    <a:pt x="478" y="1906"/>
                  </a:cubicBezTo>
                  <a:cubicBezTo>
                    <a:pt x="-159" y="2542"/>
                    <a:pt x="-159" y="3813"/>
                    <a:pt x="478" y="4448"/>
                  </a:cubicBezTo>
                  <a:cubicBezTo>
                    <a:pt x="478" y="5083"/>
                    <a:pt x="1751" y="5719"/>
                    <a:pt x="2387" y="6354"/>
                  </a:cubicBezTo>
                  <a:cubicBezTo>
                    <a:pt x="3024" y="6990"/>
                    <a:pt x="4298" y="6990"/>
                    <a:pt x="4934" y="6354"/>
                  </a:cubicBezTo>
                  <a:lnTo>
                    <a:pt x="2387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1ED706C0-9DA9-48D5-A836-E3C88D35DDE4}"/>
                </a:ext>
              </a:extLst>
            </p:cNvPr>
            <p:cNvSpPr/>
            <p:nvPr/>
          </p:nvSpPr>
          <p:spPr>
            <a:xfrm>
              <a:off x="9082750" y="3869964"/>
              <a:ext cx="17836" cy="17802"/>
            </a:xfrm>
            <a:custGeom>
              <a:avLst/>
              <a:gdLst>
                <a:gd name="connsiteX0" fmla="*/ 5735 w 17836"/>
                <a:gd name="connsiteY0" fmla="*/ 640 h 17802"/>
                <a:gd name="connsiteX1" fmla="*/ 17195 w 17836"/>
                <a:gd name="connsiteY1" fmla="*/ 5724 h 17802"/>
                <a:gd name="connsiteX2" fmla="*/ 12101 w 17836"/>
                <a:gd name="connsiteY2" fmla="*/ 17162 h 17802"/>
                <a:gd name="connsiteX3" fmla="*/ 642 w 17836"/>
                <a:gd name="connsiteY3" fmla="*/ 12078 h 17802"/>
                <a:gd name="connsiteX4" fmla="*/ 5735 w 17836"/>
                <a:gd name="connsiteY4" fmla="*/ 640 h 1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36" h="17802">
                  <a:moveTo>
                    <a:pt x="5735" y="640"/>
                  </a:moveTo>
                  <a:cubicBezTo>
                    <a:pt x="10192" y="-1266"/>
                    <a:pt x="15284" y="1276"/>
                    <a:pt x="17195" y="5724"/>
                  </a:cubicBezTo>
                  <a:cubicBezTo>
                    <a:pt x="19105" y="10172"/>
                    <a:pt x="16558" y="15255"/>
                    <a:pt x="12101" y="17162"/>
                  </a:cubicBezTo>
                  <a:cubicBezTo>
                    <a:pt x="7645" y="19068"/>
                    <a:pt x="2551" y="16526"/>
                    <a:pt x="642" y="12078"/>
                  </a:cubicBezTo>
                  <a:cubicBezTo>
                    <a:pt x="-1269" y="6995"/>
                    <a:pt x="1278" y="1911"/>
                    <a:pt x="5735" y="64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7AF3F007-B636-EC3F-CE0C-0C835EA50A30}"/>
                </a:ext>
              </a:extLst>
            </p:cNvPr>
            <p:cNvSpPr/>
            <p:nvPr/>
          </p:nvSpPr>
          <p:spPr>
            <a:xfrm>
              <a:off x="9070671" y="3857172"/>
              <a:ext cx="41458" cy="42026"/>
            </a:xfrm>
            <a:custGeom>
              <a:avLst/>
              <a:gdLst>
                <a:gd name="connsiteX0" fmla="*/ 20997 w 41458"/>
                <a:gd name="connsiteY0" fmla="*/ 42027 h 42026"/>
                <a:gd name="connsiteX1" fmla="*/ 12085 w 41458"/>
                <a:gd name="connsiteY1" fmla="*/ 40120 h 42026"/>
                <a:gd name="connsiteX2" fmla="*/ 1261 w 41458"/>
                <a:gd name="connsiteY2" fmla="*/ 28047 h 42026"/>
                <a:gd name="connsiteX3" fmla="*/ 13358 w 41458"/>
                <a:gd name="connsiteY3" fmla="*/ 1359 h 42026"/>
                <a:gd name="connsiteX4" fmla="*/ 13358 w 41458"/>
                <a:gd name="connsiteY4" fmla="*/ 1359 h 42026"/>
                <a:gd name="connsiteX5" fmla="*/ 29274 w 41458"/>
                <a:gd name="connsiteY5" fmla="*/ 1994 h 42026"/>
                <a:gd name="connsiteX6" fmla="*/ 40097 w 41458"/>
                <a:gd name="connsiteY6" fmla="*/ 13432 h 42026"/>
                <a:gd name="connsiteX7" fmla="*/ 39460 w 41458"/>
                <a:gd name="connsiteY7" fmla="*/ 29318 h 42026"/>
                <a:gd name="connsiteX8" fmla="*/ 28001 w 41458"/>
                <a:gd name="connsiteY8" fmla="*/ 40120 h 42026"/>
                <a:gd name="connsiteX9" fmla="*/ 20997 w 41458"/>
                <a:gd name="connsiteY9" fmla="*/ 42027 h 42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458" h="42026">
                  <a:moveTo>
                    <a:pt x="20997" y="42027"/>
                  </a:moveTo>
                  <a:cubicBezTo>
                    <a:pt x="17814" y="42027"/>
                    <a:pt x="15268" y="41391"/>
                    <a:pt x="12085" y="40120"/>
                  </a:cubicBezTo>
                  <a:cubicBezTo>
                    <a:pt x="6991" y="37579"/>
                    <a:pt x="3171" y="33766"/>
                    <a:pt x="1261" y="28047"/>
                  </a:cubicBezTo>
                  <a:cubicBezTo>
                    <a:pt x="-2559" y="17245"/>
                    <a:pt x="2535" y="5171"/>
                    <a:pt x="13358" y="1359"/>
                  </a:cubicBezTo>
                  <a:lnTo>
                    <a:pt x="13358" y="1359"/>
                  </a:lnTo>
                  <a:cubicBezTo>
                    <a:pt x="18451" y="-547"/>
                    <a:pt x="24180" y="-547"/>
                    <a:pt x="29274" y="1994"/>
                  </a:cubicBezTo>
                  <a:cubicBezTo>
                    <a:pt x="34368" y="4536"/>
                    <a:pt x="38187" y="8349"/>
                    <a:pt x="40097" y="13432"/>
                  </a:cubicBezTo>
                  <a:cubicBezTo>
                    <a:pt x="42007" y="18516"/>
                    <a:pt x="42007" y="24234"/>
                    <a:pt x="39460" y="29318"/>
                  </a:cubicBezTo>
                  <a:cubicBezTo>
                    <a:pt x="36914" y="34401"/>
                    <a:pt x="33094" y="38214"/>
                    <a:pt x="28001" y="40120"/>
                  </a:cubicBezTo>
                  <a:cubicBezTo>
                    <a:pt x="25454" y="42027"/>
                    <a:pt x="23544" y="42027"/>
                    <a:pt x="20997" y="420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5EAFBBEA-A904-48A7-7E8D-B93517BCCB92}"/>
                </a:ext>
              </a:extLst>
            </p:cNvPr>
            <p:cNvSpPr/>
            <p:nvPr/>
          </p:nvSpPr>
          <p:spPr>
            <a:xfrm>
              <a:off x="9493301" y="3736639"/>
              <a:ext cx="562008" cy="580039"/>
            </a:xfrm>
            <a:custGeom>
              <a:avLst/>
              <a:gdLst>
                <a:gd name="connsiteX0" fmla="*/ 331159 w 562008"/>
                <a:gd name="connsiteY0" fmla="*/ 24035 h 580039"/>
                <a:gd name="connsiteX1" fmla="*/ 266856 w 562008"/>
                <a:gd name="connsiteY1" fmla="*/ 46275 h 580039"/>
                <a:gd name="connsiteX2" fmla="*/ 129338 w 562008"/>
                <a:gd name="connsiteY2" fmla="*/ 161289 h 580039"/>
                <a:gd name="connsiteX3" fmla="*/ 36386 w 562008"/>
                <a:gd name="connsiteY3" fmla="*/ 320783 h 580039"/>
                <a:gd name="connsiteX4" fmla="*/ 49756 w 562008"/>
                <a:gd name="connsiteY4" fmla="*/ 424994 h 580039"/>
                <a:gd name="connsiteX5" fmla="*/ 189184 w 562008"/>
                <a:gd name="connsiteY5" fmla="*/ 540008 h 580039"/>
                <a:gd name="connsiteX6" fmla="*/ 296142 w 562008"/>
                <a:gd name="connsiteY6" fmla="*/ 533653 h 580039"/>
                <a:gd name="connsiteX7" fmla="*/ 436843 w 562008"/>
                <a:gd name="connsiteY7" fmla="*/ 418004 h 580039"/>
                <a:gd name="connsiteX8" fmla="*/ 525975 w 562008"/>
                <a:gd name="connsiteY8" fmla="*/ 259781 h 580039"/>
                <a:gd name="connsiteX9" fmla="*/ 512605 w 562008"/>
                <a:gd name="connsiteY9" fmla="*/ 154935 h 580039"/>
                <a:gd name="connsiteX10" fmla="*/ 373178 w 562008"/>
                <a:gd name="connsiteY10" fmla="*/ 39921 h 580039"/>
                <a:gd name="connsiteX11" fmla="*/ 331159 w 562008"/>
                <a:gd name="connsiteY11" fmla="*/ 24035 h 580039"/>
                <a:gd name="connsiteX12" fmla="*/ 229930 w 562008"/>
                <a:gd name="connsiteY12" fmla="*/ 580040 h 580039"/>
                <a:gd name="connsiteX13" fmla="*/ 173904 w 562008"/>
                <a:gd name="connsiteY13" fmla="*/ 559706 h 580039"/>
                <a:gd name="connsiteX14" fmla="*/ 34476 w 562008"/>
                <a:gd name="connsiteY14" fmla="*/ 444693 h 580039"/>
                <a:gd name="connsiteX15" fmla="*/ 14103 w 562008"/>
                <a:gd name="connsiteY15" fmla="*/ 311887 h 580039"/>
                <a:gd name="connsiteX16" fmla="*/ 110875 w 562008"/>
                <a:gd name="connsiteY16" fmla="*/ 146674 h 580039"/>
                <a:gd name="connsiteX17" fmla="*/ 254122 w 562008"/>
                <a:gd name="connsiteY17" fmla="*/ 25941 h 580039"/>
                <a:gd name="connsiteX18" fmla="*/ 389094 w 562008"/>
                <a:gd name="connsiteY18" fmla="*/ 21493 h 580039"/>
                <a:gd name="connsiteX19" fmla="*/ 528522 w 562008"/>
                <a:gd name="connsiteY19" fmla="*/ 136507 h 580039"/>
                <a:gd name="connsiteX20" fmla="*/ 548895 w 562008"/>
                <a:gd name="connsiteY20" fmla="*/ 268677 h 580039"/>
                <a:gd name="connsiteX21" fmla="*/ 455306 w 562008"/>
                <a:gd name="connsiteY21" fmla="*/ 434526 h 580039"/>
                <a:gd name="connsiteX22" fmla="*/ 308238 w 562008"/>
                <a:gd name="connsiteY22" fmla="*/ 555258 h 580039"/>
                <a:gd name="connsiteX23" fmla="*/ 229930 w 562008"/>
                <a:gd name="connsiteY23" fmla="*/ 580040 h 58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62008" h="580039">
                  <a:moveTo>
                    <a:pt x="331159" y="24035"/>
                  </a:moveTo>
                  <a:cubicBezTo>
                    <a:pt x="312695" y="24035"/>
                    <a:pt x="291685" y="31660"/>
                    <a:pt x="266856" y="46275"/>
                  </a:cubicBezTo>
                  <a:cubicBezTo>
                    <a:pt x="266219" y="46911"/>
                    <a:pt x="176451" y="104100"/>
                    <a:pt x="129338" y="161289"/>
                  </a:cubicBezTo>
                  <a:cubicBezTo>
                    <a:pt x="75222" y="227374"/>
                    <a:pt x="36386" y="320147"/>
                    <a:pt x="36386" y="320783"/>
                  </a:cubicBezTo>
                  <a:cubicBezTo>
                    <a:pt x="16650" y="367170"/>
                    <a:pt x="21107" y="401483"/>
                    <a:pt x="49756" y="424994"/>
                  </a:cubicBezTo>
                  <a:lnTo>
                    <a:pt x="189184" y="540008"/>
                  </a:lnTo>
                  <a:cubicBezTo>
                    <a:pt x="219744" y="565425"/>
                    <a:pt x="254122" y="555894"/>
                    <a:pt x="296142" y="533653"/>
                  </a:cubicBezTo>
                  <a:cubicBezTo>
                    <a:pt x="296142" y="533653"/>
                    <a:pt x="380181" y="482819"/>
                    <a:pt x="436843" y="418004"/>
                  </a:cubicBezTo>
                  <a:cubicBezTo>
                    <a:pt x="485229" y="362722"/>
                    <a:pt x="525339" y="260417"/>
                    <a:pt x="525975" y="259781"/>
                  </a:cubicBezTo>
                  <a:cubicBezTo>
                    <a:pt x="544438" y="208311"/>
                    <a:pt x="540618" y="178446"/>
                    <a:pt x="512605" y="154935"/>
                  </a:cubicBezTo>
                  <a:lnTo>
                    <a:pt x="373178" y="39921"/>
                  </a:lnTo>
                  <a:cubicBezTo>
                    <a:pt x="360445" y="29754"/>
                    <a:pt x="346438" y="24035"/>
                    <a:pt x="331159" y="24035"/>
                  </a:cubicBezTo>
                  <a:moveTo>
                    <a:pt x="229930" y="580040"/>
                  </a:moveTo>
                  <a:cubicBezTo>
                    <a:pt x="210830" y="580040"/>
                    <a:pt x="192367" y="574321"/>
                    <a:pt x="173904" y="559706"/>
                  </a:cubicBezTo>
                  <a:lnTo>
                    <a:pt x="34476" y="444693"/>
                  </a:lnTo>
                  <a:cubicBezTo>
                    <a:pt x="8373" y="423088"/>
                    <a:pt x="-16456" y="383055"/>
                    <a:pt x="14103" y="311887"/>
                  </a:cubicBezTo>
                  <a:cubicBezTo>
                    <a:pt x="15376" y="308074"/>
                    <a:pt x="54213" y="215301"/>
                    <a:pt x="110875" y="146674"/>
                  </a:cubicBezTo>
                  <a:cubicBezTo>
                    <a:pt x="160534" y="85672"/>
                    <a:pt x="250303" y="28483"/>
                    <a:pt x="254122" y="25941"/>
                  </a:cubicBezTo>
                  <a:cubicBezTo>
                    <a:pt x="289139" y="4972"/>
                    <a:pt x="341345" y="-17903"/>
                    <a:pt x="389094" y="21493"/>
                  </a:cubicBezTo>
                  <a:lnTo>
                    <a:pt x="528522" y="136507"/>
                  </a:lnTo>
                  <a:cubicBezTo>
                    <a:pt x="574997" y="174633"/>
                    <a:pt x="564175" y="227374"/>
                    <a:pt x="548895" y="268677"/>
                  </a:cubicBezTo>
                  <a:cubicBezTo>
                    <a:pt x="546984" y="273125"/>
                    <a:pt x="506239" y="376066"/>
                    <a:pt x="455306" y="434526"/>
                  </a:cubicBezTo>
                  <a:cubicBezTo>
                    <a:pt x="396097" y="502517"/>
                    <a:pt x="311422" y="553352"/>
                    <a:pt x="308238" y="555258"/>
                  </a:cubicBezTo>
                  <a:cubicBezTo>
                    <a:pt x="283409" y="568602"/>
                    <a:pt x="256669" y="580040"/>
                    <a:pt x="229930" y="58004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A98132C7-38E3-8746-D745-12FE41D57A7D}"/>
                </a:ext>
              </a:extLst>
            </p:cNvPr>
            <p:cNvSpPr/>
            <p:nvPr/>
          </p:nvSpPr>
          <p:spPr>
            <a:xfrm>
              <a:off x="9773527" y="4046587"/>
              <a:ext cx="42019" cy="41970"/>
            </a:xfrm>
            <a:custGeom>
              <a:avLst/>
              <a:gdLst>
                <a:gd name="connsiteX0" fmla="*/ 21009 w 42019"/>
                <a:gd name="connsiteY0" fmla="*/ 41971 h 41970"/>
                <a:gd name="connsiteX1" fmla="*/ 20373 w 42019"/>
                <a:gd name="connsiteY1" fmla="*/ 41971 h 41970"/>
                <a:gd name="connsiteX2" fmla="*/ 5729 w 42019"/>
                <a:gd name="connsiteY2" fmla="*/ 34981 h 41970"/>
                <a:gd name="connsiteX3" fmla="*/ 0 w 42019"/>
                <a:gd name="connsiteY3" fmla="*/ 19731 h 41970"/>
                <a:gd name="connsiteX4" fmla="*/ 21646 w 42019"/>
                <a:gd name="connsiteY4" fmla="*/ 32 h 41970"/>
                <a:gd name="connsiteX5" fmla="*/ 36289 w 42019"/>
                <a:gd name="connsiteY5" fmla="*/ 7022 h 41970"/>
                <a:gd name="connsiteX6" fmla="*/ 42019 w 42019"/>
                <a:gd name="connsiteY6" fmla="*/ 22272 h 41970"/>
                <a:gd name="connsiteX7" fmla="*/ 21009 w 42019"/>
                <a:gd name="connsiteY7" fmla="*/ 41971 h 41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19" h="41970">
                  <a:moveTo>
                    <a:pt x="21009" y="41971"/>
                  </a:moveTo>
                  <a:lnTo>
                    <a:pt x="20373" y="41971"/>
                  </a:lnTo>
                  <a:cubicBezTo>
                    <a:pt x="14643" y="41971"/>
                    <a:pt x="9550" y="39429"/>
                    <a:pt x="5729" y="34981"/>
                  </a:cubicBezTo>
                  <a:cubicBezTo>
                    <a:pt x="1910" y="31168"/>
                    <a:pt x="0" y="25449"/>
                    <a:pt x="0" y="19731"/>
                  </a:cubicBezTo>
                  <a:cubicBezTo>
                    <a:pt x="637" y="8293"/>
                    <a:pt x="10186" y="-603"/>
                    <a:pt x="21646" y="32"/>
                  </a:cubicBezTo>
                  <a:cubicBezTo>
                    <a:pt x="27376" y="32"/>
                    <a:pt x="32469" y="2574"/>
                    <a:pt x="36289" y="7022"/>
                  </a:cubicBezTo>
                  <a:cubicBezTo>
                    <a:pt x="40109" y="10834"/>
                    <a:pt x="42019" y="16553"/>
                    <a:pt x="42019" y="22272"/>
                  </a:cubicBezTo>
                  <a:cubicBezTo>
                    <a:pt x="42019" y="33075"/>
                    <a:pt x="32469" y="41971"/>
                    <a:pt x="21009" y="41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F3EEFF36-BE88-3CB1-F237-A7588A209DE7}"/>
                </a:ext>
              </a:extLst>
            </p:cNvPr>
            <p:cNvSpPr/>
            <p:nvPr/>
          </p:nvSpPr>
          <p:spPr>
            <a:xfrm>
              <a:off x="9886183" y="3931574"/>
              <a:ext cx="42051" cy="41335"/>
            </a:xfrm>
            <a:custGeom>
              <a:avLst/>
              <a:gdLst>
                <a:gd name="connsiteX0" fmla="*/ 20405 w 42051"/>
                <a:gd name="connsiteY0" fmla="*/ 41335 h 41335"/>
                <a:gd name="connsiteX1" fmla="*/ 19768 w 42051"/>
                <a:gd name="connsiteY1" fmla="*/ 41335 h 41335"/>
                <a:gd name="connsiteX2" fmla="*/ 32 w 42051"/>
                <a:gd name="connsiteY2" fmla="*/ 19730 h 41335"/>
                <a:gd name="connsiteX3" fmla="*/ 21679 w 42051"/>
                <a:gd name="connsiteY3" fmla="*/ 32 h 41335"/>
                <a:gd name="connsiteX4" fmla="*/ 36321 w 42051"/>
                <a:gd name="connsiteY4" fmla="*/ 7022 h 41335"/>
                <a:gd name="connsiteX5" fmla="*/ 42051 w 42051"/>
                <a:gd name="connsiteY5" fmla="*/ 22272 h 41335"/>
                <a:gd name="connsiteX6" fmla="*/ 35048 w 42051"/>
                <a:gd name="connsiteY6" fmla="*/ 36887 h 41335"/>
                <a:gd name="connsiteX7" fmla="*/ 20405 w 42051"/>
                <a:gd name="connsiteY7" fmla="*/ 41335 h 4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51" h="41335">
                  <a:moveTo>
                    <a:pt x="20405" y="41335"/>
                  </a:moveTo>
                  <a:lnTo>
                    <a:pt x="19768" y="41335"/>
                  </a:lnTo>
                  <a:cubicBezTo>
                    <a:pt x="8309" y="40700"/>
                    <a:pt x="-604" y="31168"/>
                    <a:pt x="32" y="19730"/>
                  </a:cubicBezTo>
                  <a:cubicBezTo>
                    <a:pt x="669" y="8293"/>
                    <a:pt x="10218" y="-603"/>
                    <a:pt x="21679" y="32"/>
                  </a:cubicBezTo>
                  <a:cubicBezTo>
                    <a:pt x="27409" y="32"/>
                    <a:pt x="32501" y="2574"/>
                    <a:pt x="36321" y="7022"/>
                  </a:cubicBezTo>
                  <a:cubicBezTo>
                    <a:pt x="40142" y="10834"/>
                    <a:pt x="42051" y="16553"/>
                    <a:pt x="42051" y="22272"/>
                  </a:cubicBezTo>
                  <a:cubicBezTo>
                    <a:pt x="42051" y="27991"/>
                    <a:pt x="39504" y="33075"/>
                    <a:pt x="35048" y="36887"/>
                  </a:cubicBezTo>
                  <a:cubicBezTo>
                    <a:pt x="30592" y="39429"/>
                    <a:pt x="25498" y="41335"/>
                    <a:pt x="20405" y="41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186F6BAC-4A59-30E7-D346-880D2E1C9FA4}"/>
                </a:ext>
              </a:extLst>
            </p:cNvPr>
            <p:cNvSpPr/>
            <p:nvPr/>
          </p:nvSpPr>
          <p:spPr>
            <a:xfrm>
              <a:off x="9736569" y="3890906"/>
              <a:ext cx="41446" cy="41335"/>
            </a:xfrm>
            <a:custGeom>
              <a:avLst/>
              <a:gdLst>
                <a:gd name="connsiteX0" fmla="*/ 20405 w 41446"/>
                <a:gd name="connsiteY0" fmla="*/ 41335 h 41335"/>
                <a:gd name="connsiteX1" fmla="*/ 19768 w 41446"/>
                <a:gd name="connsiteY1" fmla="*/ 41335 h 41335"/>
                <a:gd name="connsiteX2" fmla="*/ 32 w 41446"/>
                <a:gd name="connsiteY2" fmla="*/ 19731 h 41335"/>
                <a:gd name="connsiteX3" fmla="*/ 21679 w 41446"/>
                <a:gd name="connsiteY3" fmla="*/ 32 h 41335"/>
                <a:gd name="connsiteX4" fmla="*/ 41415 w 41446"/>
                <a:gd name="connsiteY4" fmla="*/ 21637 h 41335"/>
                <a:gd name="connsiteX5" fmla="*/ 34412 w 41446"/>
                <a:gd name="connsiteY5" fmla="*/ 36252 h 41335"/>
                <a:gd name="connsiteX6" fmla="*/ 20405 w 41446"/>
                <a:gd name="connsiteY6" fmla="*/ 41335 h 4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446" h="41335">
                  <a:moveTo>
                    <a:pt x="20405" y="41335"/>
                  </a:moveTo>
                  <a:lnTo>
                    <a:pt x="19768" y="41335"/>
                  </a:lnTo>
                  <a:cubicBezTo>
                    <a:pt x="8309" y="40700"/>
                    <a:pt x="-604" y="31168"/>
                    <a:pt x="32" y="19731"/>
                  </a:cubicBezTo>
                  <a:cubicBezTo>
                    <a:pt x="669" y="8293"/>
                    <a:pt x="9582" y="-603"/>
                    <a:pt x="21679" y="32"/>
                  </a:cubicBezTo>
                  <a:cubicBezTo>
                    <a:pt x="33138" y="668"/>
                    <a:pt x="42051" y="10199"/>
                    <a:pt x="41415" y="21637"/>
                  </a:cubicBezTo>
                  <a:cubicBezTo>
                    <a:pt x="41415" y="27356"/>
                    <a:pt x="38868" y="32439"/>
                    <a:pt x="34412" y="36252"/>
                  </a:cubicBezTo>
                  <a:cubicBezTo>
                    <a:pt x="30592" y="39429"/>
                    <a:pt x="25498" y="41335"/>
                    <a:pt x="20405" y="41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3C48366-798D-EECD-9E36-73F1231553BC}"/>
                </a:ext>
              </a:extLst>
            </p:cNvPr>
            <p:cNvSpPr/>
            <p:nvPr/>
          </p:nvSpPr>
          <p:spPr>
            <a:xfrm>
              <a:off x="9100969" y="4171673"/>
              <a:ext cx="596313" cy="504026"/>
            </a:xfrm>
            <a:custGeom>
              <a:avLst/>
              <a:gdLst>
                <a:gd name="connsiteX0" fmla="*/ 180423 w 596313"/>
                <a:gd name="connsiteY0" fmla="*/ 23638 h 504026"/>
                <a:gd name="connsiteX1" fmla="*/ 107208 w 596313"/>
                <a:gd name="connsiteY1" fmla="*/ 65577 h 504026"/>
                <a:gd name="connsiteX2" fmla="*/ 31445 w 596313"/>
                <a:gd name="connsiteY2" fmla="*/ 228883 h 504026"/>
                <a:gd name="connsiteX3" fmla="*/ 65188 w 596313"/>
                <a:gd name="connsiteY3" fmla="*/ 329282 h 504026"/>
                <a:gd name="connsiteX4" fmla="*/ 214166 w 596313"/>
                <a:gd name="connsiteY4" fmla="*/ 434129 h 504026"/>
                <a:gd name="connsiteX5" fmla="*/ 391792 w 596313"/>
                <a:gd name="connsiteY5" fmla="*/ 478609 h 504026"/>
                <a:gd name="connsiteX6" fmla="*/ 490474 w 596313"/>
                <a:gd name="connsiteY6" fmla="*/ 438577 h 504026"/>
                <a:gd name="connsiteX7" fmla="*/ 566236 w 596313"/>
                <a:gd name="connsiteY7" fmla="*/ 275270 h 504026"/>
                <a:gd name="connsiteX8" fmla="*/ 532494 w 596313"/>
                <a:gd name="connsiteY8" fmla="*/ 174871 h 504026"/>
                <a:gd name="connsiteX9" fmla="*/ 384789 w 596313"/>
                <a:gd name="connsiteY9" fmla="*/ 73202 h 504026"/>
                <a:gd name="connsiteX10" fmla="*/ 205253 w 596313"/>
                <a:gd name="connsiteY10" fmla="*/ 25544 h 504026"/>
                <a:gd name="connsiteX11" fmla="*/ 180423 w 596313"/>
                <a:gd name="connsiteY11" fmla="*/ 23638 h 504026"/>
                <a:gd name="connsiteX12" fmla="*/ 412802 w 596313"/>
                <a:gd name="connsiteY12" fmla="*/ 504026 h 504026"/>
                <a:gd name="connsiteX13" fmla="*/ 389246 w 596313"/>
                <a:gd name="connsiteY13" fmla="*/ 502755 h 504026"/>
                <a:gd name="connsiteX14" fmla="*/ 203342 w 596313"/>
                <a:gd name="connsiteY14" fmla="*/ 456369 h 504026"/>
                <a:gd name="connsiteX15" fmla="*/ 47362 w 596313"/>
                <a:gd name="connsiteY15" fmla="*/ 347074 h 504026"/>
                <a:gd name="connsiteX16" fmla="*/ 8526 w 596313"/>
                <a:gd name="connsiteY16" fmla="*/ 219352 h 504026"/>
                <a:gd name="connsiteX17" fmla="*/ 84288 w 596313"/>
                <a:gd name="connsiteY17" fmla="*/ 56045 h 504026"/>
                <a:gd name="connsiteX18" fmla="*/ 207799 w 596313"/>
                <a:gd name="connsiteY18" fmla="*/ 2033 h 504026"/>
                <a:gd name="connsiteX19" fmla="*/ 393703 w 596313"/>
                <a:gd name="connsiteY19" fmla="*/ 51597 h 504026"/>
                <a:gd name="connsiteX20" fmla="*/ 548411 w 596313"/>
                <a:gd name="connsiteY20" fmla="*/ 157715 h 504026"/>
                <a:gd name="connsiteX21" fmla="*/ 587246 w 596313"/>
                <a:gd name="connsiteY21" fmla="*/ 286072 h 504026"/>
                <a:gd name="connsiteX22" fmla="*/ 511484 w 596313"/>
                <a:gd name="connsiteY22" fmla="*/ 449379 h 504026"/>
                <a:gd name="connsiteX23" fmla="*/ 412802 w 596313"/>
                <a:gd name="connsiteY23" fmla="*/ 504026 h 504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96313" h="504026">
                  <a:moveTo>
                    <a:pt x="180423" y="23638"/>
                  </a:moveTo>
                  <a:cubicBezTo>
                    <a:pt x="144134" y="23638"/>
                    <a:pt x="119941" y="37618"/>
                    <a:pt x="107208" y="65577"/>
                  </a:cubicBezTo>
                  <a:lnTo>
                    <a:pt x="31445" y="228883"/>
                  </a:lnTo>
                  <a:cubicBezTo>
                    <a:pt x="14892" y="264468"/>
                    <a:pt x="32719" y="294969"/>
                    <a:pt x="65188" y="329282"/>
                  </a:cubicBezTo>
                  <a:cubicBezTo>
                    <a:pt x="65188" y="329282"/>
                    <a:pt x="136494" y="396638"/>
                    <a:pt x="214166" y="434129"/>
                  </a:cubicBezTo>
                  <a:cubicBezTo>
                    <a:pt x="280378" y="465900"/>
                    <a:pt x="390519" y="477974"/>
                    <a:pt x="391792" y="478609"/>
                  </a:cubicBezTo>
                  <a:cubicBezTo>
                    <a:pt x="446546" y="483057"/>
                    <a:pt x="475195" y="471619"/>
                    <a:pt x="490474" y="438577"/>
                  </a:cubicBezTo>
                  <a:lnTo>
                    <a:pt x="566236" y="275270"/>
                  </a:lnTo>
                  <a:cubicBezTo>
                    <a:pt x="581516" y="242227"/>
                    <a:pt x="571330" y="212362"/>
                    <a:pt x="532494" y="174871"/>
                  </a:cubicBezTo>
                  <a:cubicBezTo>
                    <a:pt x="531857" y="174236"/>
                    <a:pt x="452912" y="103067"/>
                    <a:pt x="384789" y="73202"/>
                  </a:cubicBezTo>
                  <a:cubicBezTo>
                    <a:pt x="305844" y="38253"/>
                    <a:pt x="205889" y="25544"/>
                    <a:pt x="205253" y="25544"/>
                  </a:cubicBezTo>
                  <a:cubicBezTo>
                    <a:pt x="196339" y="24273"/>
                    <a:pt x="188063" y="23638"/>
                    <a:pt x="180423" y="23638"/>
                  </a:cubicBezTo>
                  <a:moveTo>
                    <a:pt x="412802" y="504026"/>
                  </a:moveTo>
                  <a:cubicBezTo>
                    <a:pt x="405163" y="504026"/>
                    <a:pt x="396886" y="503391"/>
                    <a:pt x="389246" y="502755"/>
                  </a:cubicBezTo>
                  <a:cubicBezTo>
                    <a:pt x="384153" y="502120"/>
                    <a:pt x="273375" y="490047"/>
                    <a:pt x="203342" y="456369"/>
                  </a:cubicBezTo>
                  <a:cubicBezTo>
                    <a:pt x="121851" y="416972"/>
                    <a:pt x="50545" y="349616"/>
                    <a:pt x="47362" y="347074"/>
                  </a:cubicBezTo>
                  <a:cubicBezTo>
                    <a:pt x="14256" y="312125"/>
                    <a:pt x="-15030" y="270187"/>
                    <a:pt x="8526" y="219352"/>
                  </a:cubicBezTo>
                  <a:lnTo>
                    <a:pt x="84288" y="56045"/>
                  </a:lnTo>
                  <a:cubicBezTo>
                    <a:pt x="98294" y="25544"/>
                    <a:pt x="131401" y="-8769"/>
                    <a:pt x="207799" y="2033"/>
                  </a:cubicBezTo>
                  <a:cubicBezTo>
                    <a:pt x="211619" y="2669"/>
                    <a:pt x="312210" y="15377"/>
                    <a:pt x="393703" y="51597"/>
                  </a:cubicBezTo>
                  <a:cubicBezTo>
                    <a:pt x="465645" y="83369"/>
                    <a:pt x="545227" y="154537"/>
                    <a:pt x="548411" y="157715"/>
                  </a:cubicBezTo>
                  <a:cubicBezTo>
                    <a:pt x="577697" y="186309"/>
                    <a:pt x="613349" y="230154"/>
                    <a:pt x="587246" y="286072"/>
                  </a:cubicBezTo>
                  <a:lnTo>
                    <a:pt x="511484" y="449379"/>
                  </a:lnTo>
                  <a:cubicBezTo>
                    <a:pt x="491748" y="493859"/>
                    <a:pt x="451002" y="504026"/>
                    <a:pt x="412802" y="504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2B720C6E-DC77-193E-FAF5-51FD2217A6CC}"/>
                </a:ext>
              </a:extLst>
            </p:cNvPr>
            <p:cNvSpPr/>
            <p:nvPr/>
          </p:nvSpPr>
          <p:spPr>
            <a:xfrm>
              <a:off x="9365593" y="4452184"/>
              <a:ext cx="42330" cy="41781"/>
            </a:xfrm>
            <a:custGeom>
              <a:avLst/>
              <a:gdLst>
                <a:gd name="connsiteX0" fmla="*/ 21484 w 42330"/>
                <a:gd name="connsiteY0" fmla="*/ 41781 h 41781"/>
                <a:gd name="connsiteX1" fmla="*/ 11934 w 42330"/>
                <a:gd name="connsiteY1" fmla="*/ 39875 h 41781"/>
                <a:gd name="connsiteX2" fmla="*/ 1111 w 42330"/>
                <a:gd name="connsiteY2" fmla="*/ 27801 h 41781"/>
                <a:gd name="connsiteX3" fmla="*/ 2384 w 42330"/>
                <a:gd name="connsiteY3" fmla="*/ 11916 h 41781"/>
                <a:gd name="connsiteX4" fmla="*/ 14480 w 42330"/>
                <a:gd name="connsiteY4" fmla="*/ 1113 h 41781"/>
                <a:gd name="connsiteX5" fmla="*/ 14480 w 42330"/>
                <a:gd name="connsiteY5" fmla="*/ 1113 h 41781"/>
                <a:gd name="connsiteX6" fmla="*/ 41220 w 42330"/>
                <a:gd name="connsiteY6" fmla="*/ 14458 h 41781"/>
                <a:gd name="connsiteX7" fmla="*/ 39947 w 42330"/>
                <a:gd name="connsiteY7" fmla="*/ 30343 h 41781"/>
                <a:gd name="connsiteX8" fmla="*/ 27850 w 42330"/>
                <a:gd name="connsiteY8" fmla="*/ 41146 h 41781"/>
                <a:gd name="connsiteX9" fmla="*/ 21484 w 42330"/>
                <a:gd name="connsiteY9" fmla="*/ 41781 h 41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330" h="41781">
                  <a:moveTo>
                    <a:pt x="21484" y="41781"/>
                  </a:moveTo>
                  <a:cubicBezTo>
                    <a:pt x="18300" y="41781"/>
                    <a:pt x="15117" y="41146"/>
                    <a:pt x="11934" y="39875"/>
                  </a:cubicBezTo>
                  <a:cubicBezTo>
                    <a:pt x="6841" y="37333"/>
                    <a:pt x="3020" y="32885"/>
                    <a:pt x="1111" y="27801"/>
                  </a:cubicBezTo>
                  <a:cubicBezTo>
                    <a:pt x="-799" y="22718"/>
                    <a:pt x="-163" y="16999"/>
                    <a:pt x="2384" y="11916"/>
                  </a:cubicBezTo>
                  <a:cubicBezTo>
                    <a:pt x="4931" y="6832"/>
                    <a:pt x="9387" y="3020"/>
                    <a:pt x="14480" y="1113"/>
                  </a:cubicBezTo>
                  <a:lnTo>
                    <a:pt x="14480" y="1113"/>
                  </a:lnTo>
                  <a:cubicBezTo>
                    <a:pt x="25303" y="-2699"/>
                    <a:pt x="37400" y="3655"/>
                    <a:pt x="41220" y="14458"/>
                  </a:cubicBezTo>
                  <a:cubicBezTo>
                    <a:pt x="43130" y="19541"/>
                    <a:pt x="42493" y="25260"/>
                    <a:pt x="39947" y="30343"/>
                  </a:cubicBezTo>
                  <a:cubicBezTo>
                    <a:pt x="37400" y="35427"/>
                    <a:pt x="32944" y="39239"/>
                    <a:pt x="27850" y="41146"/>
                  </a:cubicBezTo>
                  <a:cubicBezTo>
                    <a:pt x="25941" y="41781"/>
                    <a:pt x="23394" y="41781"/>
                    <a:pt x="21484" y="4178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5C187E7E-0767-C994-E3F7-920DE14102BD}"/>
                </a:ext>
              </a:extLst>
            </p:cNvPr>
            <p:cNvSpPr/>
            <p:nvPr/>
          </p:nvSpPr>
          <p:spPr>
            <a:xfrm>
              <a:off x="9274546" y="4320014"/>
              <a:ext cx="42335" cy="41781"/>
            </a:xfrm>
            <a:custGeom>
              <a:avLst/>
              <a:gdLst>
                <a:gd name="connsiteX0" fmla="*/ 20852 w 42335"/>
                <a:gd name="connsiteY0" fmla="*/ 41781 h 41781"/>
                <a:gd name="connsiteX1" fmla="*/ 1115 w 42335"/>
                <a:gd name="connsiteY1" fmla="*/ 27802 h 41781"/>
                <a:gd name="connsiteX2" fmla="*/ 14485 w 42335"/>
                <a:gd name="connsiteY2" fmla="*/ 1113 h 41781"/>
                <a:gd name="connsiteX3" fmla="*/ 14485 w 42335"/>
                <a:gd name="connsiteY3" fmla="*/ 1113 h 41781"/>
                <a:gd name="connsiteX4" fmla="*/ 41225 w 42335"/>
                <a:gd name="connsiteY4" fmla="*/ 14457 h 41781"/>
                <a:gd name="connsiteX5" fmla="*/ 39951 w 42335"/>
                <a:gd name="connsiteY5" fmla="*/ 30343 h 41781"/>
                <a:gd name="connsiteX6" fmla="*/ 27855 w 42335"/>
                <a:gd name="connsiteY6" fmla="*/ 41146 h 41781"/>
                <a:gd name="connsiteX7" fmla="*/ 20852 w 42335"/>
                <a:gd name="connsiteY7" fmla="*/ 41781 h 41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335" h="41781">
                  <a:moveTo>
                    <a:pt x="20852" y="41781"/>
                  </a:moveTo>
                  <a:cubicBezTo>
                    <a:pt x="11939" y="41781"/>
                    <a:pt x="3662" y="36062"/>
                    <a:pt x="1115" y="27802"/>
                  </a:cubicBezTo>
                  <a:cubicBezTo>
                    <a:pt x="-2704" y="16999"/>
                    <a:pt x="3662" y="4926"/>
                    <a:pt x="14485" y="1113"/>
                  </a:cubicBezTo>
                  <a:lnTo>
                    <a:pt x="14485" y="1113"/>
                  </a:lnTo>
                  <a:cubicBezTo>
                    <a:pt x="25309" y="-2699"/>
                    <a:pt x="37405" y="3655"/>
                    <a:pt x="41225" y="14457"/>
                  </a:cubicBezTo>
                  <a:cubicBezTo>
                    <a:pt x="43135" y="19541"/>
                    <a:pt x="42498" y="25260"/>
                    <a:pt x="39951" y="30343"/>
                  </a:cubicBezTo>
                  <a:cubicBezTo>
                    <a:pt x="37405" y="35427"/>
                    <a:pt x="32948" y="39239"/>
                    <a:pt x="27855" y="41146"/>
                  </a:cubicBezTo>
                  <a:cubicBezTo>
                    <a:pt x="25309" y="41781"/>
                    <a:pt x="22762" y="41781"/>
                    <a:pt x="20852" y="4178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2A433DA9-61ED-A00A-0B7E-F1B590C9461F}"/>
                </a:ext>
              </a:extLst>
            </p:cNvPr>
            <p:cNvSpPr/>
            <p:nvPr/>
          </p:nvSpPr>
          <p:spPr>
            <a:xfrm>
              <a:off x="10314685" y="4628042"/>
              <a:ext cx="709871" cy="97856"/>
            </a:xfrm>
            <a:custGeom>
              <a:avLst/>
              <a:gdLst>
                <a:gd name="connsiteX0" fmla="*/ 697775 w 709871"/>
                <a:gd name="connsiteY0" fmla="*/ 97857 h 97856"/>
                <a:gd name="connsiteX1" fmla="*/ 685678 w 709871"/>
                <a:gd name="connsiteY1" fmla="*/ 85784 h 97856"/>
                <a:gd name="connsiteX2" fmla="*/ 632836 w 709871"/>
                <a:gd name="connsiteY2" fmla="*/ 24146 h 97856"/>
                <a:gd name="connsiteX3" fmla="*/ 77035 w 709871"/>
                <a:gd name="connsiteY3" fmla="*/ 24146 h 97856"/>
                <a:gd name="connsiteX4" fmla="*/ 24192 w 709871"/>
                <a:gd name="connsiteY4" fmla="*/ 85784 h 97856"/>
                <a:gd name="connsiteX5" fmla="*/ 12096 w 709871"/>
                <a:gd name="connsiteY5" fmla="*/ 97857 h 97856"/>
                <a:gd name="connsiteX6" fmla="*/ 0 w 709871"/>
                <a:gd name="connsiteY6" fmla="*/ 85784 h 97856"/>
                <a:gd name="connsiteX7" fmla="*/ 77035 w 709871"/>
                <a:gd name="connsiteY7" fmla="*/ 0 h 97856"/>
                <a:gd name="connsiteX8" fmla="*/ 632836 w 709871"/>
                <a:gd name="connsiteY8" fmla="*/ 0 h 97856"/>
                <a:gd name="connsiteX9" fmla="*/ 709872 w 709871"/>
                <a:gd name="connsiteY9" fmla="*/ 85784 h 97856"/>
                <a:gd name="connsiteX10" fmla="*/ 697775 w 709871"/>
                <a:gd name="connsiteY10" fmla="*/ 97857 h 97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9871" h="97856">
                  <a:moveTo>
                    <a:pt x="697775" y="97857"/>
                  </a:moveTo>
                  <a:cubicBezTo>
                    <a:pt x="690772" y="97857"/>
                    <a:pt x="685678" y="92138"/>
                    <a:pt x="685678" y="85784"/>
                  </a:cubicBezTo>
                  <a:cubicBezTo>
                    <a:pt x="685678" y="52105"/>
                    <a:pt x="662122" y="24146"/>
                    <a:pt x="632836" y="24146"/>
                  </a:cubicBezTo>
                  <a:lnTo>
                    <a:pt x="77035" y="24146"/>
                  </a:lnTo>
                  <a:cubicBezTo>
                    <a:pt x="47749" y="24146"/>
                    <a:pt x="24192" y="51470"/>
                    <a:pt x="24192" y="85784"/>
                  </a:cubicBezTo>
                  <a:cubicBezTo>
                    <a:pt x="24192" y="92773"/>
                    <a:pt x="18462" y="97857"/>
                    <a:pt x="12096" y="97857"/>
                  </a:cubicBezTo>
                  <a:cubicBezTo>
                    <a:pt x="5093" y="97857"/>
                    <a:pt x="0" y="92138"/>
                    <a:pt x="0" y="85784"/>
                  </a:cubicBezTo>
                  <a:cubicBezTo>
                    <a:pt x="0" y="38762"/>
                    <a:pt x="34379" y="0"/>
                    <a:pt x="77035" y="0"/>
                  </a:cubicBezTo>
                  <a:lnTo>
                    <a:pt x="632836" y="0"/>
                  </a:lnTo>
                  <a:cubicBezTo>
                    <a:pt x="675492" y="0"/>
                    <a:pt x="709872" y="38126"/>
                    <a:pt x="709872" y="85784"/>
                  </a:cubicBezTo>
                  <a:cubicBezTo>
                    <a:pt x="709872" y="92138"/>
                    <a:pt x="704142" y="97857"/>
                    <a:pt x="697775" y="978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C73417CA-1C75-3084-8B2E-7EE6E1F18F07}"/>
                </a:ext>
              </a:extLst>
            </p:cNvPr>
            <p:cNvSpPr/>
            <p:nvPr/>
          </p:nvSpPr>
          <p:spPr>
            <a:xfrm>
              <a:off x="10234466" y="4772920"/>
              <a:ext cx="856302" cy="24146"/>
            </a:xfrm>
            <a:custGeom>
              <a:avLst/>
              <a:gdLst>
                <a:gd name="connsiteX0" fmla="*/ 844207 w 856302"/>
                <a:gd name="connsiteY0" fmla="*/ 24147 h 24146"/>
                <a:gd name="connsiteX1" fmla="*/ 12097 w 856302"/>
                <a:gd name="connsiteY1" fmla="*/ 24147 h 24146"/>
                <a:gd name="connsiteX2" fmla="*/ 0 w 856302"/>
                <a:gd name="connsiteY2" fmla="*/ 12073 h 24146"/>
                <a:gd name="connsiteX3" fmla="*/ 12097 w 856302"/>
                <a:gd name="connsiteY3" fmla="*/ 0 h 24146"/>
                <a:gd name="connsiteX4" fmla="*/ 844207 w 856302"/>
                <a:gd name="connsiteY4" fmla="*/ 0 h 24146"/>
                <a:gd name="connsiteX5" fmla="*/ 856302 w 856302"/>
                <a:gd name="connsiteY5" fmla="*/ 12073 h 24146"/>
                <a:gd name="connsiteX6" fmla="*/ 844207 w 856302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6302" h="24146">
                  <a:moveTo>
                    <a:pt x="844207" y="24147"/>
                  </a:moveTo>
                  <a:lnTo>
                    <a:pt x="12097" y="24147"/>
                  </a:lnTo>
                  <a:cubicBezTo>
                    <a:pt x="5094" y="24147"/>
                    <a:pt x="0" y="18428"/>
                    <a:pt x="0" y="12073"/>
                  </a:cubicBezTo>
                  <a:cubicBezTo>
                    <a:pt x="0" y="5084"/>
                    <a:pt x="5730" y="0"/>
                    <a:pt x="12097" y="0"/>
                  </a:cubicBezTo>
                  <a:lnTo>
                    <a:pt x="844207" y="0"/>
                  </a:lnTo>
                  <a:cubicBezTo>
                    <a:pt x="851210" y="0"/>
                    <a:pt x="856302" y="5719"/>
                    <a:pt x="856302" y="12073"/>
                  </a:cubicBezTo>
                  <a:cubicBezTo>
                    <a:pt x="856302" y="18428"/>
                    <a:pt x="851210" y="24147"/>
                    <a:pt x="844207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89494A79-07B6-CFFF-4644-FEDC3558E84A}"/>
                </a:ext>
              </a:extLst>
            </p:cNvPr>
            <p:cNvSpPr/>
            <p:nvPr/>
          </p:nvSpPr>
          <p:spPr>
            <a:xfrm>
              <a:off x="10149791" y="3570044"/>
              <a:ext cx="1040932" cy="220495"/>
            </a:xfrm>
            <a:custGeom>
              <a:avLst/>
              <a:gdLst>
                <a:gd name="connsiteX0" fmla="*/ 1027563 w 1040932"/>
                <a:gd name="connsiteY0" fmla="*/ 220496 h 220495"/>
                <a:gd name="connsiteX1" fmla="*/ 1015467 w 1040932"/>
                <a:gd name="connsiteY1" fmla="*/ 208422 h 220495"/>
                <a:gd name="connsiteX2" fmla="*/ 1015467 w 1040932"/>
                <a:gd name="connsiteY2" fmla="*/ 142337 h 220495"/>
                <a:gd name="connsiteX3" fmla="*/ 902778 w 1040932"/>
                <a:gd name="connsiteY3" fmla="*/ 24146 h 220495"/>
                <a:gd name="connsiteX4" fmla="*/ 136881 w 1040932"/>
                <a:gd name="connsiteY4" fmla="*/ 24146 h 220495"/>
                <a:gd name="connsiteX5" fmla="*/ 24192 w 1040932"/>
                <a:gd name="connsiteY5" fmla="*/ 142337 h 220495"/>
                <a:gd name="connsiteX6" fmla="*/ 24192 w 1040932"/>
                <a:gd name="connsiteY6" fmla="*/ 208422 h 220495"/>
                <a:gd name="connsiteX7" fmla="*/ 12097 w 1040932"/>
                <a:gd name="connsiteY7" fmla="*/ 220496 h 220495"/>
                <a:gd name="connsiteX8" fmla="*/ 0 w 1040932"/>
                <a:gd name="connsiteY8" fmla="*/ 208422 h 220495"/>
                <a:gd name="connsiteX9" fmla="*/ 0 w 1040932"/>
                <a:gd name="connsiteY9" fmla="*/ 142337 h 220495"/>
                <a:gd name="connsiteX10" fmla="*/ 137518 w 1040932"/>
                <a:gd name="connsiteY10" fmla="*/ 0 h 220495"/>
                <a:gd name="connsiteX11" fmla="*/ 903415 w 1040932"/>
                <a:gd name="connsiteY11" fmla="*/ 0 h 220495"/>
                <a:gd name="connsiteX12" fmla="*/ 1040933 w 1040932"/>
                <a:gd name="connsiteY12" fmla="*/ 142337 h 220495"/>
                <a:gd name="connsiteX13" fmla="*/ 1040933 w 1040932"/>
                <a:gd name="connsiteY13" fmla="*/ 208422 h 220495"/>
                <a:gd name="connsiteX14" fmla="*/ 1027563 w 1040932"/>
                <a:gd name="connsiteY14" fmla="*/ 220496 h 220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40932" h="220495">
                  <a:moveTo>
                    <a:pt x="1027563" y="220496"/>
                  </a:moveTo>
                  <a:cubicBezTo>
                    <a:pt x="1020559" y="220496"/>
                    <a:pt x="1015467" y="214777"/>
                    <a:pt x="1015467" y="208422"/>
                  </a:cubicBezTo>
                  <a:lnTo>
                    <a:pt x="1015467" y="142337"/>
                  </a:lnTo>
                  <a:cubicBezTo>
                    <a:pt x="1015467" y="77523"/>
                    <a:pt x="964534" y="24146"/>
                    <a:pt x="902778" y="24146"/>
                  </a:cubicBezTo>
                  <a:lnTo>
                    <a:pt x="136881" y="24146"/>
                  </a:lnTo>
                  <a:cubicBezTo>
                    <a:pt x="74488" y="24146"/>
                    <a:pt x="24192" y="76888"/>
                    <a:pt x="24192" y="142337"/>
                  </a:cubicBezTo>
                  <a:lnTo>
                    <a:pt x="24192" y="208422"/>
                  </a:lnTo>
                  <a:cubicBezTo>
                    <a:pt x="24192" y="215412"/>
                    <a:pt x="18463" y="220496"/>
                    <a:pt x="12097" y="220496"/>
                  </a:cubicBezTo>
                  <a:cubicBezTo>
                    <a:pt x="5093" y="220496"/>
                    <a:pt x="0" y="214777"/>
                    <a:pt x="0" y="208422"/>
                  </a:cubicBezTo>
                  <a:lnTo>
                    <a:pt x="0" y="142337"/>
                  </a:lnTo>
                  <a:cubicBezTo>
                    <a:pt x="0" y="63543"/>
                    <a:pt x="61755" y="0"/>
                    <a:pt x="137518" y="0"/>
                  </a:cubicBezTo>
                  <a:lnTo>
                    <a:pt x="903415" y="0"/>
                  </a:lnTo>
                  <a:cubicBezTo>
                    <a:pt x="979177" y="0"/>
                    <a:pt x="1040933" y="63543"/>
                    <a:pt x="1040933" y="142337"/>
                  </a:cubicBezTo>
                  <a:lnTo>
                    <a:pt x="1040933" y="208422"/>
                  </a:lnTo>
                  <a:cubicBezTo>
                    <a:pt x="1040296" y="214777"/>
                    <a:pt x="1034566" y="220496"/>
                    <a:pt x="1027563" y="2204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3E376481-8E4F-7796-E111-D5B64B7DEF89}"/>
                </a:ext>
              </a:extLst>
            </p:cNvPr>
            <p:cNvSpPr/>
            <p:nvPr/>
          </p:nvSpPr>
          <p:spPr>
            <a:xfrm>
              <a:off x="10230585" y="3722352"/>
              <a:ext cx="875659" cy="939367"/>
            </a:xfrm>
            <a:custGeom>
              <a:avLst/>
              <a:gdLst>
                <a:gd name="connsiteX0" fmla="*/ 734125 w 875659"/>
                <a:gd name="connsiteY0" fmla="*/ 939368 h 939367"/>
                <a:gd name="connsiteX1" fmla="*/ 142672 w 875659"/>
                <a:gd name="connsiteY1" fmla="*/ 939368 h 939367"/>
                <a:gd name="connsiteX2" fmla="*/ 130575 w 875659"/>
                <a:gd name="connsiteY2" fmla="*/ 929201 h 939367"/>
                <a:gd name="connsiteX3" fmla="*/ 60 w 875659"/>
                <a:gd name="connsiteY3" fmla="*/ 14176 h 939367"/>
                <a:gd name="connsiteX4" fmla="*/ 10247 w 875659"/>
                <a:gd name="connsiteY4" fmla="*/ 196 h 939367"/>
                <a:gd name="connsiteX5" fmla="*/ 24254 w 875659"/>
                <a:gd name="connsiteY5" fmla="*/ 10363 h 939367"/>
                <a:gd name="connsiteX6" fmla="*/ 152858 w 875659"/>
                <a:gd name="connsiteY6" fmla="*/ 914586 h 939367"/>
                <a:gd name="connsiteX7" fmla="*/ 722665 w 875659"/>
                <a:gd name="connsiteY7" fmla="*/ 914586 h 939367"/>
                <a:gd name="connsiteX8" fmla="*/ 851270 w 875659"/>
                <a:gd name="connsiteY8" fmla="*/ 10363 h 939367"/>
                <a:gd name="connsiteX9" fmla="*/ 865276 w 875659"/>
                <a:gd name="connsiteY9" fmla="*/ 196 h 939367"/>
                <a:gd name="connsiteX10" fmla="*/ 875463 w 875659"/>
                <a:gd name="connsiteY10" fmla="*/ 14176 h 939367"/>
                <a:gd name="connsiteX11" fmla="*/ 744948 w 875659"/>
                <a:gd name="connsiteY11" fmla="*/ 929201 h 939367"/>
                <a:gd name="connsiteX12" fmla="*/ 734125 w 875659"/>
                <a:gd name="connsiteY12" fmla="*/ 939368 h 93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5659" h="939367">
                  <a:moveTo>
                    <a:pt x="734125" y="939368"/>
                  </a:moveTo>
                  <a:lnTo>
                    <a:pt x="142672" y="939368"/>
                  </a:lnTo>
                  <a:cubicBezTo>
                    <a:pt x="136305" y="939368"/>
                    <a:pt x="131211" y="934920"/>
                    <a:pt x="130575" y="929201"/>
                  </a:cubicBezTo>
                  <a:lnTo>
                    <a:pt x="60" y="14176"/>
                  </a:lnTo>
                  <a:cubicBezTo>
                    <a:pt x="-576" y="7821"/>
                    <a:pt x="3880" y="1467"/>
                    <a:pt x="10247" y="196"/>
                  </a:cubicBezTo>
                  <a:cubicBezTo>
                    <a:pt x="17251" y="-1075"/>
                    <a:pt x="22980" y="4009"/>
                    <a:pt x="24254" y="10363"/>
                  </a:cubicBezTo>
                  <a:lnTo>
                    <a:pt x="152858" y="914586"/>
                  </a:lnTo>
                  <a:lnTo>
                    <a:pt x="722665" y="914586"/>
                  </a:lnTo>
                  <a:lnTo>
                    <a:pt x="851270" y="10363"/>
                  </a:lnTo>
                  <a:cubicBezTo>
                    <a:pt x="851907" y="4009"/>
                    <a:pt x="858273" y="-1075"/>
                    <a:pt x="865276" y="196"/>
                  </a:cubicBezTo>
                  <a:cubicBezTo>
                    <a:pt x="871643" y="832"/>
                    <a:pt x="876736" y="7186"/>
                    <a:pt x="875463" y="14176"/>
                  </a:cubicBezTo>
                  <a:lnTo>
                    <a:pt x="744948" y="929201"/>
                  </a:lnTo>
                  <a:cubicBezTo>
                    <a:pt x="745585" y="934920"/>
                    <a:pt x="740492" y="939368"/>
                    <a:pt x="734125" y="9393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94A55A99-00A2-B60C-3D16-6CC558E3C02C}"/>
                </a:ext>
              </a:extLst>
            </p:cNvPr>
            <p:cNvSpPr/>
            <p:nvPr/>
          </p:nvSpPr>
          <p:spPr>
            <a:xfrm>
              <a:off x="10317231" y="3422623"/>
              <a:ext cx="443113" cy="244642"/>
            </a:xfrm>
            <a:custGeom>
              <a:avLst/>
              <a:gdLst>
                <a:gd name="connsiteX0" fmla="*/ 429743 w 443113"/>
                <a:gd name="connsiteY0" fmla="*/ 244642 h 244642"/>
                <a:gd name="connsiteX1" fmla="*/ 417647 w 443113"/>
                <a:gd name="connsiteY1" fmla="*/ 232569 h 244642"/>
                <a:gd name="connsiteX2" fmla="*/ 220920 w 443113"/>
                <a:gd name="connsiteY2" fmla="*/ 24782 h 244642"/>
                <a:gd name="connsiteX3" fmla="*/ 24193 w 443113"/>
                <a:gd name="connsiteY3" fmla="*/ 232569 h 244642"/>
                <a:gd name="connsiteX4" fmla="*/ 12097 w 443113"/>
                <a:gd name="connsiteY4" fmla="*/ 244642 h 244642"/>
                <a:gd name="connsiteX5" fmla="*/ 0 w 443113"/>
                <a:gd name="connsiteY5" fmla="*/ 232569 h 244642"/>
                <a:gd name="connsiteX6" fmla="*/ 221557 w 443113"/>
                <a:gd name="connsiteY6" fmla="*/ 0 h 244642"/>
                <a:gd name="connsiteX7" fmla="*/ 443113 w 443113"/>
                <a:gd name="connsiteY7" fmla="*/ 232569 h 244642"/>
                <a:gd name="connsiteX8" fmla="*/ 429743 w 443113"/>
                <a:gd name="connsiteY8" fmla="*/ 244642 h 24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3113" h="244642">
                  <a:moveTo>
                    <a:pt x="429743" y="244642"/>
                  </a:moveTo>
                  <a:cubicBezTo>
                    <a:pt x="422740" y="244642"/>
                    <a:pt x="417647" y="238923"/>
                    <a:pt x="417647" y="232569"/>
                  </a:cubicBezTo>
                  <a:cubicBezTo>
                    <a:pt x="417647" y="117555"/>
                    <a:pt x="329152" y="24782"/>
                    <a:pt x="220920" y="24782"/>
                  </a:cubicBezTo>
                  <a:cubicBezTo>
                    <a:pt x="112689" y="24782"/>
                    <a:pt x="24193" y="118191"/>
                    <a:pt x="24193" y="232569"/>
                  </a:cubicBezTo>
                  <a:cubicBezTo>
                    <a:pt x="24193" y="239559"/>
                    <a:pt x="18463" y="244642"/>
                    <a:pt x="12097" y="244642"/>
                  </a:cubicBezTo>
                  <a:cubicBezTo>
                    <a:pt x="5094" y="244642"/>
                    <a:pt x="0" y="238923"/>
                    <a:pt x="0" y="232569"/>
                  </a:cubicBezTo>
                  <a:cubicBezTo>
                    <a:pt x="0" y="104211"/>
                    <a:pt x="99319" y="0"/>
                    <a:pt x="221557" y="0"/>
                  </a:cubicBezTo>
                  <a:cubicBezTo>
                    <a:pt x="343794" y="0"/>
                    <a:pt x="443113" y="104211"/>
                    <a:pt x="443113" y="232569"/>
                  </a:cubicBezTo>
                  <a:cubicBezTo>
                    <a:pt x="442476" y="238923"/>
                    <a:pt x="436747" y="244642"/>
                    <a:pt x="429743" y="2446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BCB0945E-BC69-F74E-82C2-4D8899C8D6F5}"/>
                </a:ext>
              </a:extLst>
            </p:cNvPr>
            <p:cNvSpPr/>
            <p:nvPr/>
          </p:nvSpPr>
          <p:spPr>
            <a:xfrm>
              <a:off x="10352884" y="3727631"/>
              <a:ext cx="632835" cy="24146"/>
            </a:xfrm>
            <a:custGeom>
              <a:avLst/>
              <a:gdLst>
                <a:gd name="connsiteX0" fmla="*/ 620740 w 632835"/>
                <a:gd name="connsiteY0" fmla="*/ 24147 h 24146"/>
                <a:gd name="connsiteX1" fmla="*/ 12096 w 632835"/>
                <a:gd name="connsiteY1" fmla="*/ 24147 h 24146"/>
                <a:gd name="connsiteX2" fmla="*/ 0 w 632835"/>
                <a:gd name="connsiteY2" fmla="*/ 12073 h 24146"/>
                <a:gd name="connsiteX3" fmla="*/ 12096 w 632835"/>
                <a:gd name="connsiteY3" fmla="*/ 0 h 24146"/>
                <a:gd name="connsiteX4" fmla="*/ 620740 w 632835"/>
                <a:gd name="connsiteY4" fmla="*/ 0 h 24146"/>
                <a:gd name="connsiteX5" fmla="*/ 632836 w 632835"/>
                <a:gd name="connsiteY5" fmla="*/ 12073 h 24146"/>
                <a:gd name="connsiteX6" fmla="*/ 620740 w 6328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2835" h="24146">
                  <a:moveTo>
                    <a:pt x="620740" y="24147"/>
                  </a:moveTo>
                  <a:lnTo>
                    <a:pt x="12096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29" y="0"/>
                    <a:pt x="12096" y="0"/>
                  </a:cubicBezTo>
                  <a:lnTo>
                    <a:pt x="620740" y="0"/>
                  </a:lnTo>
                  <a:cubicBezTo>
                    <a:pt x="627743" y="0"/>
                    <a:pt x="632836" y="5719"/>
                    <a:pt x="632836" y="12073"/>
                  </a:cubicBezTo>
                  <a:cubicBezTo>
                    <a:pt x="632836" y="18428"/>
                    <a:pt x="627743" y="24147"/>
                    <a:pt x="620740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CB780B53-8005-4AE8-D49B-781C864FFAB4}"/>
                </a:ext>
              </a:extLst>
            </p:cNvPr>
            <p:cNvSpPr/>
            <p:nvPr/>
          </p:nvSpPr>
          <p:spPr>
            <a:xfrm>
              <a:off x="10831793" y="3093611"/>
              <a:ext cx="372157" cy="372221"/>
            </a:xfrm>
            <a:custGeom>
              <a:avLst/>
              <a:gdLst>
                <a:gd name="connsiteX0" fmla="*/ 11953 w 372157"/>
                <a:gd name="connsiteY0" fmla="*/ 372221 h 372221"/>
                <a:gd name="connsiteX1" fmla="*/ 8770 w 372157"/>
                <a:gd name="connsiteY1" fmla="*/ 371586 h 372221"/>
                <a:gd name="connsiteX2" fmla="*/ 493 w 372157"/>
                <a:gd name="connsiteY2" fmla="*/ 356336 h 372221"/>
                <a:gd name="connsiteX3" fmla="*/ 61612 w 372157"/>
                <a:gd name="connsiteY3" fmla="*/ 144736 h 372221"/>
                <a:gd name="connsiteX4" fmla="*/ 141831 w 372157"/>
                <a:gd name="connsiteY4" fmla="*/ 64036 h 372221"/>
                <a:gd name="connsiteX5" fmla="*/ 356384 w 372157"/>
                <a:gd name="connsiteY5" fmla="*/ 492 h 372221"/>
                <a:gd name="connsiteX6" fmla="*/ 371664 w 372157"/>
                <a:gd name="connsiteY6" fmla="*/ 8753 h 372221"/>
                <a:gd name="connsiteX7" fmla="*/ 363387 w 372157"/>
                <a:gd name="connsiteY7" fmla="*/ 24003 h 372221"/>
                <a:gd name="connsiteX8" fmla="*/ 148834 w 372157"/>
                <a:gd name="connsiteY8" fmla="*/ 87547 h 372221"/>
                <a:gd name="connsiteX9" fmla="*/ 85169 w 372157"/>
                <a:gd name="connsiteY9" fmla="*/ 151726 h 372221"/>
                <a:gd name="connsiteX10" fmla="*/ 24050 w 372157"/>
                <a:gd name="connsiteY10" fmla="*/ 363325 h 372221"/>
                <a:gd name="connsiteX11" fmla="*/ 11953 w 372157"/>
                <a:gd name="connsiteY11" fmla="*/ 372221 h 372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157" h="372221">
                  <a:moveTo>
                    <a:pt x="11953" y="372221"/>
                  </a:moveTo>
                  <a:cubicBezTo>
                    <a:pt x="10680" y="372221"/>
                    <a:pt x="9407" y="372221"/>
                    <a:pt x="8770" y="371586"/>
                  </a:cubicBezTo>
                  <a:cubicBezTo>
                    <a:pt x="2403" y="369680"/>
                    <a:pt x="-1416" y="362690"/>
                    <a:pt x="493" y="356336"/>
                  </a:cubicBezTo>
                  <a:lnTo>
                    <a:pt x="61612" y="144736"/>
                  </a:lnTo>
                  <a:cubicBezTo>
                    <a:pt x="73072" y="105339"/>
                    <a:pt x="102995" y="75474"/>
                    <a:pt x="141831" y="64036"/>
                  </a:cubicBezTo>
                  <a:lnTo>
                    <a:pt x="356384" y="492"/>
                  </a:lnTo>
                  <a:cubicBezTo>
                    <a:pt x="362751" y="-1414"/>
                    <a:pt x="369754" y="2399"/>
                    <a:pt x="371664" y="8753"/>
                  </a:cubicBezTo>
                  <a:cubicBezTo>
                    <a:pt x="373574" y="15107"/>
                    <a:pt x="369754" y="22097"/>
                    <a:pt x="363387" y="24003"/>
                  </a:cubicBezTo>
                  <a:lnTo>
                    <a:pt x="148834" y="87547"/>
                  </a:lnTo>
                  <a:cubicBezTo>
                    <a:pt x="117638" y="97078"/>
                    <a:pt x="94082" y="120589"/>
                    <a:pt x="85169" y="151726"/>
                  </a:cubicBezTo>
                  <a:lnTo>
                    <a:pt x="24050" y="363325"/>
                  </a:lnTo>
                  <a:cubicBezTo>
                    <a:pt x="22140" y="369044"/>
                    <a:pt x="17683" y="372221"/>
                    <a:pt x="11953" y="37222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67B41F03-878F-F910-6E2C-47A152301D5D}"/>
                </a:ext>
              </a:extLst>
            </p:cNvPr>
            <p:cNvSpPr/>
            <p:nvPr/>
          </p:nvSpPr>
          <p:spPr>
            <a:xfrm>
              <a:off x="10548337" y="3336839"/>
              <a:ext cx="443112" cy="244642"/>
            </a:xfrm>
            <a:custGeom>
              <a:avLst/>
              <a:gdLst>
                <a:gd name="connsiteX0" fmla="*/ 429743 w 443112"/>
                <a:gd name="connsiteY0" fmla="*/ 244642 h 244642"/>
                <a:gd name="connsiteX1" fmla="*/ 417646 w 443112"/>
                <a:gd name="connsiteY1" fmla="*/ 232569 h 244642"/>
                <a:gd name="connsiteX2" fmla="*/ 220919 w 443112"/>
                <a:gd name="connsiteY2" fmla="*/ 24782 h 244642"/>
                <a:gd name="connsiteX3" fmla="*/ 24193 w 443112"/>
                <a:gd name="connsiteY3" fmla="*/ 232569 h 244642"/>
                <a:gd name="connsiteX4" fmla="*/ 12097 w 443112"/>
                <a:gd name="connsiteY4" fmla="*/ 244642 h 244642"/>
                <a:gd name="connsiteX5" fmla="*/ 0 w 443112"/>
                <a:gd name="connsiteY5" fmla="*/ 232569 h 244642"/>
                <a:gd name="connsiteX6" fmla="*/ 221557 w 443112"/>
                <a:gd name="connsiteY6" fmla="*/ 0 h 244642"/>
                <a:gd name="connsiteX7" fmla="*/ 443113 w 443112"/>
                <a:gd name="connsiteY7" fmla="*/ 232569 h 244642"/>
                <a:gd name="connsiteX8" fmla="*/ 429743 w 443112"/>
                <a:gd name="connsiteY8" fmla="*/ 244642 h 24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3112" h="244642">
                  <a:moveTo>
                    <a:pt x="429743" y="244642"/>
                  </a:moveTo>
                  <a:cubicBezTo>
                    <a:pt x="422740" y="244642"/>
                    <a:pt x="417646" y="238923"/>
                    <a:pt x="417646" y="232569"/>
                  </a:cubicBezTo>
                  <a:cubicBezTo>
                    <a:pt x="417646" y="117555"/>
                    <a:pt x="329151" y="24782"/>
                    <a:pt x="220919" y="24782"/>
                  </a:cubicBezTo>
                  <a:cubicBezTo>
                    <a:pt x="112688" y="24782"/>
                    <a:pt x="24193" y="118191"/>
                    <a:pt x="24193" y="232569"/>
                  </a:cubicBezTo>
                  <a:cubicBezTo>
                    <a:pt x="24193" y="239559"/>
                    <a:pt x="18463" y="244642"/>
                    <a:pt x="12097" y="244642"/>
                  </a:cubicBezTo>
                  <a:cubicBezTo>
                    <a:pt x="5094" y="244642"/>
                    <a:pt x="0" y="238923"/>
                    <a:pt x="0" y="232569"/>
                  </a:cubicBezTo>
                  <a:cubicBezTo>
                    <a:pt x="0" y="104211"/>
                    <a:pt x="99318" y="0"/>
                    <a:pt x="221557" y="0"/>
                  </a:cubicBezTo>
                  <a:cubicBezTo>
                    <a:pt x="343794" y="0"/>
                    <a:pt x="443113" y="104211"/>
                    <a:pt x="443113" y="232569"/>
                  </a:cubicBezTo>
                  <a:cubicBezTo>
                    <a:pt x="441840" y="238923"/>
                    <a:pt x="436109" y="244642"/>
                    <a:pt x="429743" y="2446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13C8C95C-CD3F-13B4-C44B-F707ACBAC11C}"/>
                </a:ext>
              </a:extLst>
            </p:cNvPr>
            <p:cNvSpPr/>
            <p:nvPr/>
          </p:nvSpPr>
          <p:spPr>
            <a:xfrm>
              <a:off x="458907" y="4908751"/>
              <a:ext cx="701639" cy="558063"/>
            </a:xfrm>
            <a:custGeom>
              <a:avLst/>
              <a:gdLst>
                <a:gd name="connsiteX0" fmla="*/ 532585 w 701639"/>
                <a:gd name="connsiteY0" fmla="*/ 24299 h 558063"/>
                <a:gd name="connsiteX1" fmla="*/ 513486 w 701639"/>
                <a:gd name="connsiteY1" fmla="*/ 26841 h 558063"/>
                <a:gd name="connsiteX2" fmla="*/ 86289 w 701639"/>
                <a:gd name="connsiteY2" fmla="*/ 137406 h 558063"/>
                <a:gd name="connsiteX3" fmla="*/ 27717 w 701639"/>
                <a:gd name="connsiteY3" fmla="*/ 250514 h 558063"/>
                <a:gd name="connsiteX4" fmla="*/ 82469 w 701639"/>
                <a:gd name="connsiteY4" fmla="*/ 460842 h 558063"/>
                <a:gd name="connsiteX5" fmla="*/ 123852 w 701639"/>
                <a:gd name="connsiteY5" fmla="*/ 519938 h 558063"/>
                <a:gd name="connsiteX6" fmla="*/ 188154 w 701639"/>
                <a:gd name="connsiteY6" fmla="*/ 531376 h 558063"/>
                <a:gd name="connsiteX7" fmla="*/ 615351 w 701639"/>
                <a:gd name="connsiteY7" fmla="*/ 420810 h 558063"/>
                <a:gd name="connsiteX8" fmla="*/ 673923 w 701639"/>
                <a:gd name="connsiteY8" fmla="*/ 307703 h 558063"/>
                <a:gd name="connsiteX9" fmla="*/ 619171 w 701639"/>
                <a:gd name="connsiteY9" fmla="*/ 97374 h 558063"/>
                <a:gd name="connsiteX10" fmla="*/ 577788 w 701639"/>
                <a:gd name="connsiteY10" fmla="*/ 38279 h 558063"/>
                <a:gd name="connsiteX11" fmla="*/ 532585 w 701639"/>
                <a:gd name="connsiteY11" fmla="*/ 24299 h 558063"/>
                <a:gd name="connsiteX12" fmla="*/ 169055 w 701639"/>
                <a:gd name="connsiteY12" fmla="*/ 558064 h 558063"/>
                <a:gd name="connsiteX13" fmla="*/ 110482 w 701639"/>
                <a:gd name="connsiteY13" fmla="*/ 540272 h 558063"/>
                <a:gd name="connsiteX14" fmla="*/ 58913 w 701639"/>
                <a:gd name="connsiteY14" fmla="*/ 467197 h 558063"/>
                <a:gd name="connsiteX15" fmla="*/ 4161 w 701639"/>
                <a:gd name="connsiteY15" fmla="*/ 256868 h 558063"/>
                <a:gd name="connsiteX16" fmla="*/ 79923 w 701639"/>
                <a:gd name="connsiteY16" fmla="*/ 113895 h 558063"/>
                <a:gd name="connsiteX17" fmla="*/ 507119 w 701639"/>
                <a:gd name="connsiteY17" fmla="*/ 3330 h 558063"/>
                <a:gd name="connsiteX18" fmla="*/ 591158 w 701639"/>
                <a:gd name="connsiteY18" fmla="*/ 17945 h 558063"/>
                <a:gd name="connsiteX19" fmla="*/ 642727 w 701639"/>
                <a:gd name="connsiteY19" fmla="*/ 91020 h 558063"/>
                <a:gd name="connsiteX20" fmla="*/ 697479 w 701639"/>
                <a:gd name="connsiteY20" fmla="*/ 301349 h 558063"/>
                <a:gd name="connsiteX21" fmla="*/ 621717 w 701639"/>
                <a:gd name="connsiteY21" fmla="*/ 444321 h 558063"/>
                <a:gd name="connsiteX22" fmla="*/ 194521 w 701639"/>
                <a:gd name="connsiteY22" fmla="*/ 554887 h 558063"/>
                <a:gd name="connsiteX23" fmla="*/ 169055 w 701639"/>
                <a:gd name="connsiteY23" fmla="*/ 558064 h 558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01639" h="558063">
                  <a:moveTo>
                    <a:pt x="532585" y="24299"/>
                  </a:moveTo>
                  <a:cubicBezTo>
                    <a:pt x="526219" y="24299"/>
                    <a:pt x="519852" y="24935"/>
                    <a:pt x="513486" y="26841"/>
                  </a:cubicBezTo>
                  <a:lnTo>
                    <a:pt x="86289" y="137406"/>
                  </a:lnTo>
                  <a:cubicBezTo>
                    <a:pt x="41087" y="148844"/>
                    <a:pt x="14984" y="199679"/>
                    <a:pt x="27717" y="250514"/>
                  </a:cubicBezTo>
                  <a:lnTo>
                    <a:pt x="82469" y="460842"/>
                  </a:lnTo>
                  <a:cubicBezTo>
                    <a:pt x="88836" y="485624"/>
                    <a:pt x="103479" y="506594"/>
                    <a:pt x="123852" y="519938"/>
                  </a:cubicBezTo>
                  <a:cubicBezTo>
                    <a:pt x="143588" y="533282"/>
                    <a:pt x="166508" y="537094"/>
                    <a:pt x="188154" y="531376"/>
                  </a:cubicBezTo>
                  <a:lnTo>
                    <a:pt x="615351" y="420810"/>
                  </a:lnTo>
                  <a:cubicBezTo>
                    <a:pt x="660553" y="409372"/>
                    <a:pt x="686656" y="358538"/>
                    <a:pt x="673923" y="307703"/>
                  </a:cubicBezTo>
                  <a:lnTo>
                    <a:pt x="619171" y="97374"/>
                  </a:lnTo>
                  <a:cubicBezTo>
                    <a:pt x="612804" y="72592"/>
                    <a:pt x="598161" y="51623"/>
                    <a:pt x="577788" y="38279"/>
                  </a:cubicBezTo>
                  <a:cubicBezTo>
                    <a:pt x="563781" y="28747"/>
                    <a:pt x="548502" y="24299"/>
                    <a:pt x="532585" y="24299"/>
                  </a:cubicBezTo>
                  <a:moveTo>
                    <a:pt x="169055" y="558064"/>
                  </a:moveTo>
                  <a:cubicBezTo>
                    <a:pt x="148682" y="558064"/>
                    <a:pt x="128309" y="551710"/>
                    <a:pt x="110482" y="540272"/>
                  </a:cubicBezTo>
                  <a:cubicBezTo>
                    <a:pt x="85016" y="523750"/>
                    <a:pt x="66553" y="497698"/>
                    <a:pt x="58913" y="467197"/>
                  </a:cubicBezTo>
                  <a:lnTo>
                    <a:pt x="4161" y="256868"/>
                  </a:lnTo>
                  <a:cubicBezTo>
                    <a:pt x="-12392" y="193325"/>
                    <a:pt x="21987" y="129146"/>
                    <a:pt x="79923" y="113895"/>
                  </a:cubicBezTo>
                  <a:lnTo>
                    <a:pt x="507119" y="3330"/>
                  </a:lnTo>
                  <a:cubicBezTo>
                    <a:pt x="535769" y="-4295"/>
                    <a:pt x="565691" y="1423"/>
                    <a:pt x="591158" y="17945"/>
                  </a:cubicBezTo>
                  <a:cubicBezTo>
                    <a:pt x="616624" y="34466"/>
                    <a:pt x="635087" y="60519"/>
                    <a:pt x="642727" y="91020"/>
                  </a:cubicBezTo>
                  <a:lnTo>
                    <a:pt x="697479" y="301349"/>
                  </a:lnTo>
                  <a:cubicBezTo>
                    <a:pt x="714032" y="364892"/>
                    <a:pt x="679653" y="429071"/>
                    <a:pt x="621717" y="444321"/>
                  </a:cubicBezTo>
                  <a:lnTo>
                    <a:pt x="194521" y="554887"/>
                  </a:lnTo>
                  <a:cubicBezTo>
                    <a:pt x="186244" y="556793"/>
                    <a:pt x="177331" y="558064"/>
                    <a:pt x="169055" y="55806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AA197EB2-1F27-378E-93D5-9A47E247A50E}"/>
                </a:ext>
              </a:extLst>
            </p:cNvPr>
            <p:cNvSpPr/>
            <p:nvPr/>
          </p:nvSpPr>
          <p:spPr>
            <a:xfrm>
              <a:off x="981306" y="5178328"/>
              <a:ext cx="42019" cy="41938"/>
            </a:xfrm>
            <a:custGeom>
              <a:avLst/>
              <a:gdLst>
                <a:gd name="connsiteX0" fmla="*/ 21010 w 42019"/>
                <a:gd name="connsiteY0" fmla="*/ 41939 h 41938"/>
                <a:gd name="connsiteX1" fmla="*/ 0 w 42019"/>
                <a:gd name="connsiteY1" fmla="*/ 21605 h 41938"/>
                <a:gd name="connsiteX2" fmla="*/ 0 w 42019"/>
                <a:gd name="connsiteY2" fmla="*/ 21605 h 41938"/>
                <a:gd name="connsiteX3" fmla="*/ 20373 w 42019"/>
                <a:gd name="connsiteY3" fmla="*/ 0 h 41938"/>
                <a:gd name="connsiteX4" fmla="*/ 21010 w 42019"/>
                <a:gd name="connsiteY4" fmla="*/ 0 h 41938"/>
                <a:gd name="connsiteX5" fmla="*/ 42019 w 42019"/>
                <a:gd name="connsiteY5" fmla="*/ 20334 h 41938"/>
                <a:gd name="connsiteX6" fmla="*/ 21010 w 42019"/>
                <a:gd name="connsiteY6" fmla="*/ 41939 h 41938"/>
                <a:gd name="connsiteX7" fmla="*/ 21010 w 42019"/>
                <a:gd name="connsiteY7" fmla="*/ 41939 h 4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19" h="41938">
                  <a:moveTo>
                    <a:pt x="21010" y="41939"/>
                  </a:moveTo>
                  <a:cubicBezTo>
                    <a:pt x="9550" y="41939"/>
                    <a:pt x="0" y="33042"/>
                    <a:pt x="0" y="21605"/>
                  </a:cubicBezTo>
                  <a:lnTo>
                    <a:pt x="0" y="21605"/>
                  </a:lnTo>
                  <a:cubicBezTo>
                    <a:pt x="0" y="10167"/>
                    <a:pt x="8913" y="635"/>
                    <a:pt x="20373" y="0"/>
                  </a:cubicBezTo>
                  <a:lnTo>
                    <a:pt x="21010" y="0"/>
                  </a:lnTo>
                  <a:cubicBezTo>
                    <a:pt x="32470" y="0"/>
                    <a:pt x="42019" y="8896"/>
                    <a:pt x="42019" y="20334"/>
                  </a:cubicBezTo>
                  <a:cubicBezTo>
                    <a:pt x="42019" y="32407"/>
                    <a:pt x="33106" y="41939"/>
                    <a:pt x="21010" y="41939"/>
                  </a:cubicBezTo>
                  <a:lnTo>
                    <a:pt x="21010" y="419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DDD011F7-DB56-B4DC-9551-966BDCE0A9CF}"/>
                </a:ext>
              </a:extLst>
            </p:cNvPr>
            <p:cNvSpPr/>
            <p:nvPr/>
          </p:nvSpPr>
          <p:spPr>
            <a:xfrm>
              <a:off x="857795" y="5075387"/>
              <a:ext cx="41382" cy="41938"/>
            </a:xfrm>
            <a:custGeom>
              <a:avLst/>
              <a:gdLst>
                <a:gd name="connsiteX0" fmla="*/ 21010 w 41382"/>
                <a:gd name="connsiteY0" fmla="*/ 41939 h 41938"/>
                <a:gd name="connsiteX1" fmla="*/ 0 w 41382"/>
                <a:gd name="connsiteY1" fmla="*/ 21605 h 41938"/>
                <a:gd name="connsiteX2" fmla="*/ 5730 w 41382"/>
                <a:gd name="connsiteY2" fmla="*/ 6354 h 41938"/>
                <a:gd name="connsiteX3" fmla="*/ 20373 w 41382"/>
                <a:gd name="connsiteY3" fmla="*/ 0 h 41938"/>
                <a:gd name="connsiteX4" fmla="*/ 35016 w 41382"/>
                <a:gd name="connsiteY4" fmla="*/ 5719 h 41938"/>
                <a:gd name="connsiteX5" fmla="*/ 41383 w 41382"/>
                <a:gd name="connsiteY5" fmla="*/ 20334 h 41938"/>
                <a:gd name="connsiteX6" fmla="*/ 35653 w 41382"/>
                <a:gd name="connsiteY6" fmla="*/ 35584 h 41938"/>
                <a:gd name="connsiteX7" fmla="*/ 21010 w 41382"/>
                <a:gd name="connsiteY7" fmla="*/ 41939 h 41938"/>
                <a:gd name="connsiteX8" fmla="*/ 21010 w 41382"/>
                <a:gd name="connsiteY8" fmla="*/ 41939 h 4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382" h="41938">
                  <a:moveTo>
                    <a:pt x="21010" y="41939"/>
                  </a:moveTo>
                  <a:cubicBezTo>
                    <a:pt x="9550" y="41939"/>
                    <a:pt x="637" y="33043"/>
                    <a:pt x="0" y="21605"/>
                  </a:cubicBezTo>
                  <a:cubicBezTo>
                    <a:pt x="0" y="15886"/>
                    <a:pt x="1910" y="10802"/>
                    <a:pt x="5730" y="6354"/>
                  </a:cubicBezTo>
                  <a:cubicBezTo>
                    <a:pt x="9550" y="2542"/>
                    <a:pt x="14643" y="0"/>
                    <a:pt x="20373" y="0"/>
                  </a:cubicBezTo>
                  <a:cubicBezTo>
                    <a:pt x="25466" y="0"/>
                    <a:pt x="31196" y="1906"/>
                    <a:pt x="35016" y="5719"/>
                  </a:cubicBezTo>
                  <a:cubicBezTo>
                    <a:pt x="38836" y="9532"/>
                    <a:pt x="41383" y="14615"/>
                    <a:pt x="41383" y="20334"/>
                  </a:cubicBezTo>
                  <a:cubicBezTo>
                    <a:pt x="41383" y="26053"/>
                    <a:pt x="39473" y="31136"/>
                    <a:pt x="35653" y="35584"/>
                  </a:cubicBezTo>
                  <a:cubicBezTo>
                    <a:pt x="32469" y="39397"/>
                    <a:pt x="26740" y="41303"/>
                    <a:pt x="21010" y="41939"/>
                  </a:cubicBezTo>
                  <a:lnTo>
                    <a:pt x="21010" y="419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87A0A3D6-331F-6231-D66A-FC5E7ACB0866}"/>
                </a:ext>
              </a:extLst>
            </p:cNvPr>
            <p:cNvSpPr/>
            <p:nvPr/>
          </p:nvSpPr>
          <p:spPr>
            <a:xfrm>
              <a:off x="827872" y="5227256"/>
              <a:ext cx="42019" cy="41938"/>
            </a:xfrm>
            <a:custGeom>
              <a:avLst/>
              <a:gdLst>
                <a:gd name="connsiteX0" fmla="*/ 21010 w 42019"/>
                <a:gd name="connsiteY0" fmla="*/ 41939 h 41938"/>
                <a:gd name="connsiteX1" fmla="*/ 6367 w 42019"/>
                <a:gd name="connsiteY1" fmla="*/ 36220 h 41938"/>
                <a:gd name="connsiteX2" fmla="*/ 0 w 42019"/>
                <a:gd name="connsiteY2" fmla="*/ 21605 h 41938"/>
                <a:gd name="connsiteX3" fmla="*/ 5730 w 42019"/>
                <a:gd name="connsiteY3" fmla="*/ 6354 h 41938"/>
                <a:gd name="connsiteX4" fmla="*/ 20373 w 42019"/>
                <a:gd name="connsiteY4" fmla="*/ 0 h 41938"/>
                <a:gd name="connsiteX5" fmla="*/ 42019 w 42019"/>
                <a:gd name="connsiteY5" fmla="*/ 20334 h 41938"/>
                <a:gd name="connsiteX6" fmla="*/ 21010 w 42019"/>
                <a:gd name="connsiteY6" fmla="*/ 41939 h 41938"/>
                <a:gd name="connsiteX7" fmla="*/ 21010 w 42019"/>
                <a:gd name="connsiteY7" fmla="*/ 41939 h 4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19" h="41938">
                  <a:moveTo>
                    <a:pt x="21010" y="41939"/>
                  </a:moveTo>
                  <a:cubicBezTo>
                    <a:pt x="15280" y="41939"/>
                    <a:pt x="10186" y="40032"/>
                    <a:pt x="6367" y="36220"/>
                  </a:cubicBezTo>
                  <a:cubicBezTo>
                    <a:pt x="2547" y="32407"/>
                    <a:pt x="0" y="27324"/>
                    <a:pt x="0" y="21605"/>
                  </a:cubicBezTo>
                  <a:cubicBezTo>
                    <a:pt x="0" y="15886"/>
                    <a:pt x="1910" y="10802"/>
                    <a:pt x="5730" y="6354"/>
                  </a:cubicBezTo>
                  <a:cubicBezTo>
                    <a:pt x="9550" y="2542"/>
                    <a:pt x="14643" y="0"/>
                    <a:pt x="20373" y="0"/>
                  </a:cubicBezTo>
                  <a:cubicBezTo>
                    <a:pt x="31833" y="0"/>
                    <a:pt x="41383" y="8896"/>
                    <a:pt x="42019" y="20334"/>
                  </a:cubicBezTo>
                  <a:cubicBezTo>
                    <a:pt x="42019" y="31772"/>
                    <a:pt x="33106" y="41303"/>
                    <a:pt x="21010" y="41939"/>
                  </a:cubicBezTo>
                  <a:lnTo>
                    <a:pt x="21010" y="419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645FEDE4-9D3A-B952-3E2D-57CB8C212DAC}"/>
                </a:ext>
              </a:extLst>
            </p:cNvPr>
            <p:cNvSpPr/>
            <p:nvPr/>
          </p:nvSpPr>
          <p:spPr>
            <a:xfrm>
              <a:off x="304973" y="5122349"/>
              <a:ext cx="236318" cy="310787"/>
            </a:xfrm>
            <a:custGeom>
              <a:avLst/>
              <a:gdLst>
                <a:gd name="connsiteX0" fmla="*/ 165735 w 236318"/>
                <a:gd name="connsiteY0" fmla="*/ 310787 h 310787"/>
                <a:gd name="connsiteX1" fmla="*/ 3388 w 236318"/>
                <a:gd name="connsiteY1" fmla="*/ 193868 h 310787"/>
                <a:gd name="connsiteX2" fmla="*/ 23124 w 236318"/>
                <a:gd name="connsiteY2" fmla="*/ 83938 h 310787"/>
                <a:gd name="connsiteX3" fmla="*/ 140269 w 236318"/>
                <a:gd name="connsiteY3" fmla="*/ 3237 h 310787"/>
                <a:gd name="connsiteX4" fmla="*/ 160005 w 236318"/>
                <a:gd name="connsiteY4" fmla="*/ 60 h 310787"/>
                <a:gd name="connsiteX5" fmla="*/ 173375 w 236318"/>
                <a:gd name="connsiteY5" fmla="*/ 10863 h 310787"/>
                <a:gd name="connsiteX6" fmla="*/ 162552 w 236318"/>
                <a:gd name="connsiteY6" fmla="*/ 24207 h 310787"/>
                <a:gd name="connsiteX7" fmla="*/ 145362 w 236318"/>
                <a:gd name="connsiteY7" fmla="*/ 27384 h 310787"/>
                <a:gd name="connsiteX8" fmla="*/ 43497 w 236318"/>
                <a:gd name="connsiteY8" fmla="*/ 97282 h 310787"/>
                <a:gd name="connsiteX9" fmla="*/ 26944 w 236318"/>
                <a:gd name="connsiteY9" fmla="*/ 188784 h 310787"/>
                <a:gd name="connsiteX10" fmla="*/ 204571 w 236318"/>
                <a:gd name="connsiteY10" fmla="*/ 282193 h 310787"/>
                <a:gd name="connsiteX11" fmla="*/ 220488 w 236318"/>
                <a:gd name="connsiteY11" fmla="*/ 277745 h 310787"/>
                <a:gd name="connsiteX12" fmla="*/ 235768 w 236318"/>
                <a:gd name="connsiteY12" fmla="*/ 285370 h 310787"/>
                <a:gd name="connsiteX13" fmla="*/ 228128 w 236318"/>
                <a:gd name="connsiteY13" fmla="*/ 300621 h 310787"/>
                <a:gd name="connsiteX14" fmla="*/ 209665 w 236318"/>
                <a:gd name="connsiteY14" fmla="*/ 305704 h 310787"/>
                <a:gd name="connsiteX15" fmla="*/ 165735 w 236318"/>
                <a:gd name="connsiteY15" fmla="*/ 310787 h 310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6318" h="310787">
                  <a:moveTo>
                    <a:pt x="165735" y="310787"/>
                  </a:moveTo>
                  <a:cubicBezTo>
                    <a:pt x="88063" y="310787"/>
                    <a:pt x="19304" y="264401"/>
                    <a:pt x="3388" y="193868"/>
                  </a:cubicBezTo>
                  <a:cubicBezTo>
                    <a:pt x="-4888" y="157013"/>
                    <a:pt x="2115" y="118251"/>
                    <a:pt x="23124" y="83938"/>
                  </a:cubicBezTo>
                  <a:cubicBezTo>
                    <a:pt x="47954" y="43905"/>
                    <a:pt x="90610" y="14675"/>
                    <a:pt x="140269" y="3237"/>
                  </a:cubicBezTo>
                  <a:cubicBezTo>
                    <a:pt x="146636" y="1967"/>
                    <a:pt x="153639" y="696"/>
                    <a:pt x="160005" y="60"/>
                  </a:cubicBezTo>
                  <a:cubicBezTo>
                    <a:pt x="167009" y="-575"/>
                    <a:pt x="172739" y="3873"/>
                    <a:pt x="173375" y="10863"/>
                  </a:cubicBezTo>
                  <a:cubicBezTo>
                    <a:pt x="174012" y="17217"/>
                    <a:pt x="169555" y="23571"/>
                    <a:pt x="162552" y="24207"/>
                  </a:cubicBezTo>
                  <a:cubicBezTo>
                    <a:pt x="156822" y="24842"/>
                    <a:pt x="151092" y="26113"/>
                    <a:pt x="145362" y="27384"/>
                  </a:cubicBezTo>
                  <a:cubicBezTo>
                    <a:pt x="102070" y="37551"/>
                    <a:pt x="65144" y="62968"/>
                    <a:pt x="43497" y="97282"/>
                  </a:cubicBezTo>
                  <a:cubicBezTo>
                    <a:pt x="25671" y="125876"/>
                    <a:pt x="19941" y="158283"/>
                    <a:pt x="26944" y="188784"/>
                  </a:cubicBezTo>
                  <a:cubicBezTo>
                    <a:pt x="43497" y="259317"/>
                    <a:pt x="123079" y="301256"/>
                    <a:pt x="204571" y="282193"/>
                  </a:cubicBezTo>
                  <a:cubicBezTo>
                    <a:pt x="210301" y="280922"/>
                    <a:pt x="215395" y="279651"/>
                    <a:pt x="220488" y="277745"/>
                  </a:cubicBezTo>
                  <a:cubicBezTo>
                    <a:pt x="226854" y="275839"/>
                    <a:pt x="233858" y="279016"/>
                    <a:pt x="235768" y="285370"/>
                  </a:cubicBezTo>
                  <a:cubicBezTo>
                    <a:pt x="237678" y="291724"/>
                    <a:pt x="234494" y="298714"/>
                    <a:pt x="228128" y="300621"/>
                  </a:cubicBezTo>
                  <a:cubicBezTo>
                    <a:pt x="222398" y="302527"/>
                    <a:pt x="216031" y="304433"/>
                    <a:pt x="209665" y="305704"/>
                  </a:cubicBezTo>
                  <a:cubicBezTo>
                    <a:pt x="195658" y="308881"/>
                    <a:pt x="180378" y="310787"/>
                    <a:pt x="165735" y="310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79A048A9-E8C2-DC8F-038F-B3DE34AFACE2}"/>
                </a:ext>
              </a:extLst>
            </p:cNvPr>
            <p:cNvSpPr/>
            <p:nvPr/>
          </p:nvSpPr>
          <p:spPr>
            <a:xfrm>
              <a:off x="1084531" y="4942649"/>
              <a:ext cx="236954" cy="310660"/>
            </a:xfrm>
            <a:custGeom>
              <a:avLst/>
              <a:gdLst>
                <a:gd name="connsiteX0" fmla="*/ 75039 w 236954"/>
                <a:gd name="connsiteY0" fmla="*/ 310660 h 310660"/>
                <a:gd name="connsiteX1" fmla="*/ 62943 w 236954"/>
                <a:gd name="connsiteY1" fmla="*/ 299858 h 310660"/>
                <a:gd name="connsiteX2" fmla="*/ 73766 w 236954"/>
                <a:gd name="connsiteY2" fmla="*/ 286514 h 310660"/>
                <a:gd name="connsiteX3" fmla="*/ 90956 w 236954"/>
                <a:gd name="connsiteY3" fmla="*/ 283336 h 310660"/>
                <a:gd name="connsiteX4" fmla="*/ 192821 w 236954"/>
                <a:gd name="connsiteY4" fmla="*/ 213439 h 310660"/>
                <a:gd name="connsiteX5" fmla="*/ 209374 w 236954"/>
                <a:gd name="connsiteY5" fmla="*/ 121936 h 310660"/>
                <a:gd name="connsiteX6" fmla="*/ 31747 w 236954"/>
                <a:gd name="connsiteY6" fmla="*/ 28527 h 310660"/>
                <a:gd name="connsiteX7" fmla="*/ 15830 w 236954"/>
                <a:gd name="connsiteY7" fmla="*/ 32975 h 310660"/>
                <a:gd name="connsiteX8" fmla="*/ 550 w 236954"/>
                <a:gd name="connsiteY8" fmla="*/ 25350 h 310660"/>
                <a:gd name="connsiteX9" fmla="*/ 8190 w 236954"/>
                <a:gd name="connsiteY9" fmla="*/ 10100 h 310660"/>
                <a:gd name="connsiteX10" fmla="*/ 26653 w 236954"/>
                <a:gd name="connsiteY10" fmla="*/ 5016 h 310660"/>
                <a:gd name="connsiteX11" fmla="*/ 233567 w 236954"/>
                <a:gd name="connsiteY11" fmla="*/ 116853 h 310660"/>
                <a:gd name="connsiteX12" fmla="*/ 213830 w 236954"/>
                <a:gd name="connsiteY12" fmla="*/ 226783 h 310660"/>
                <a:gd name="connsiteX13" fmla="*/ 96686 w 236954"/>
                <a:gd name="connsiteY13" fmla="*/ 307483 h 310660"/>
                <a:gd name="connsiteX14" fmla="*/ 76949 w 236954"/>
                <a:gd name="connsiteY14" fmla="*/ 310660 h 310660"/>
                <a:gd name="connsiteX15" fmla="*/ 75039 w 236954"/>
                <a:gd name="connsiteY15" fmla="*/ 310660 h 310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6954" h="310660">
                  <a:moveTo>
                    <a:pt x="75039" y="310660"/>
                  </a:moveTo>
                  <a:cubicBezTo>
                    <a:pt x="68673" y="310660"/>
                    <a:pt x="63579" y="306212"/>
                    <a:pt x="62943" y="299858"/>
                  </a:cubicBezTo>
                  <a:cubicBezTo>
                    <a:pt x="62306" y="292868"/>
                    <a:pt x="66763" y="287149"/>
                    <a:pt x="73766" y="286514"/>
                  </a:cubicBezTo>
                  <a:cubicBezTo>
                    <a:pt x="79496" y="285878"/>
                    <a:pt x="85226" y="284607"/>
                    <a:pt x="90956" y="283336"/>
                  </a:cubicBezTo>
                  <a:cubicBezTo>
                    <a:pt x="134248" y="273169"/>
                    <a:pt x="171174" y="247752"/>
                    <a:pt x="192821" y="213439"/>
                  </a:cubicBezTo>
                  <a:cubicBezTo>
                    <a:pt x="210647" y="184844"/>
                    <a:pt x="216377" y="152437"/>
                    <a:pt x="209374" y="121936"/>
                  </a:cubicBezTo>
                  <a:cubicBezTo>
                    <a:pt x="192821" y="51403"/>
                    <a:pt x="113239" y="9464"/>
                    <a:pt x="31747" y="28527"/>
                  </a:cubicBezTo>
                  <a:cubicBezTo>
                    <a:pt x="26017" y="29798"/>
                    <a:pt x="20923" y="31069"/>
                    <a:pt x="15830" y="32975"/>
                  </a:cubicBezTo>
                  <a:cubicBezTo>
                    <a:pt x="9464" y="34882"/>
                    <a:pt x="2460" y="31704"/>
                    <a:pt x="550" y="25350"/>
                  </a:cubicBezTo>
                  <a:cubicBezTo>
                    <a:pt x="-1359" y="18996"/>
                    <a:pt x="1824" y="12006"/>
                    <a:pt x="8190" y="10100"/>
                  </a:cubicBezTo>
                  <a:cubicBezTo>
                    <a:pt x="14557" y="8193"/>
                    <a:pt x="20287" y="6287"/>
                    <a:pt x="26653" y="5016"/>
                  </a:cubicBezTo>
                  <a:cubicBezTo>
                    <a:pt x="121515" y="-16589"/>
                    <a:pt x="213830" y="33611"/>
                    <a:pt x="233567" y="116853"/>
                  </a:cubicBezTo>
                  <a:cubicBezTo>
                    <a:pt x="241843" y="153708"/>
                    <a:pt x="234840" y="192469"/>
                    <a:pt x="213830" y="226783"/>
                  </a:cubicBezTo>
                  <a:cubicBezTo>
                    <a:pt x="189001" y="266815"/>
                    <a:pt x="146345" y="296045"/>
                    <a:pt x="96686" y="307483"/>
                  </a:cubicBezTo>
                  <a:cubicBezTo>
                    <a:pt x="90319" y="308754"/>
                    <a:pt x="83316" y="310025"/>
                    <a:pt x="76949" y="310660"/>
                  </a:cubicBezTo>
                  <a:cubicBezTo>
                    <a:pt x="76313" y="310660"/>
                    <a:pt x="75676" y="310660"/>
                    <a:pt x="75039" y="3106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FDEFC3BE-6D27-FC28-0242-5FC591A99660}"/>
                </a:ext>
              </a:extLst>
            </p:cNvPr>
            <p:cNvSpPr/>
            <p:nvPr/>
          </p:nvSpPr>
          <p:spPr>
            <a:xfrm>
              <a:off x="146069" y="4198260"/>
              <a:ext cx="709123" cy="667434"/>
            </a:xfrm>
            <a:custGeom>
              <a:avLst/>
              <a:gdLst>
                <a:gd name="connsiteX0" fmla="*/ 173751 w 709123"/>
                <a:gd name="connsiteY0" fmla="*/ 64407 h 667434"/>
                <a:gd name="connsiteX1" fmla="*/ 44510 w 709123"/>
                <a:gd name="connsiteY1" fmla="*/ 239152 h 667434"/>
                <a:gd name="connsiteX2" fmla="*/ 56607 w 709123"/>
                <a:gd name="connsiteY2" fmla="*/ 365603 h 667434"/>
                <a:gd name="connsiteX3" fmla="*/ 411224 w 709123"/>
                <a:gd name="connsiteY3" fmla="*/ 627402 h 667434"/>
                <a:gd name="connsiteX4" fmla="*/ 475526 w 709123"/>
                <a:gd name="connsiteY4" fmla="*/ 640746 h 667434"/>
                <a:gd name="connsiteX5" fmla="*/ 536009 w 709123"/>
                <a:gd name="connsiteY5" fmla="*/ 601349 h 667434"/>
                <a:gd name="connsiteX6" fmla="*/ 665250 w 709123"/>
                <a:gd name="connsiteY6" fmla="*/ 426605 h 667434"/>
                <a:gd name="connsiteX7" fmla="*/ 653154 w 709123"/>
                <a:gd name="connsiteY7" fmla="*/ 300153 h 667434"/>
                <a:gd name="connsiteX8" fmla="*/ 298536 w 709123"/>
                <a:gd name="connsiteY8" fmla="*/ 38355 h 667434"/>
                <a:gd name="connsiteX9" fmla="*/ 234234 w 709123"/>
                <a:gd name="connsiteY9" fmla="*/ 25010 h 667434"/>
                <a:gd name="connsiteX10" fmla="*/ 173751 w 709123"/>
                <a:gd name="connsiteY10" fmla="*/ 64407 h 667434"/>
                <a:gd name="connsiteX11" fmla="*/ 457700 w 709123"/>
                <a:gd name="connsiteY11" fmla="*/ 667434 h 667434"/>
                <a:gd name="connsiteX12" fmla="*/ 396581 w 709123"/>
                <a:gd name="connsiteY12" fmla="*/ 647736 h 667434"/>
                <a:gd name="connsiteX13" fmla="*/ 41964 w 709123"/>
                <a:gd name="connsiteY13" fmla="*/ 385937 h 667434"/>
                <a:gd name="connsiteX14" fmla="*/ 24774 w 709123"/>
                <a:gd name="connsiteY14" fmla="*/ 225172 h 667434"/>
                <a:gd name="connsiteX15" fmla="*/ 154015 w 709123"/>
                <a:gd name="connsiteY15" fmla="*/ 50428 h 667434"/>
                <a:gd name="connsiteX16" fmla="*/ 229141 w 709123"/>
                <a:gd name="connsiteY16" fmla="*/ 2135 h 667434"/>
                <a:gd name="connsiteX17" fmla="*/ 312543 w 709123"/>
                <a:gd name="connsiteY17" fmla="*/ 19927 h 667434"/>
                <a:gd name="connsiteX18" fmla="*/ 667160 w 709123"/>
                <a:gd name="connsiteY18" fmla="*/ 281726 h 667434"/>
                <a:gd name="connsiteX19" fmla="*/ 684350 w 709123"/>
                <a:gd name="connsiteY19" fmla="*/ 442491 h 667434"/>
                <a:gd name="connsiteX20" fmla="*/ 555109 w 709123"/>
                <a:gd name="connsiteY20" fmla="*/ 616600 h 667434"/>
                <a:gd name="connsiteX21" fmla="*/ 479983 w 709123"/>
                <a:gd name="connsiteY21" fmla="*/ 664893 h 667434"/>
                <a:gd name="connsiteX22" fmla="*/ 457700 w 709123"/>
                <a:gd name="connsiteY22" fmla="*/ 667434 h 667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09123" h="667434">
                  <a:moveTo>
                    <a:pt x="173751" y="64407"/>
                  </a:moveTo>
                  <a:lnTo>
                    <a:pt x="44510" y="239152"/>
                  </a:lnTo>
                  <a:cubicBezTo>
                    <a:pt x="13314" y="281090"/>
                    <a:pt x="18407" y="338280"/>
                    <a:pt x="56607" y="365603"/>
                  </a:cubicBezTo>
                  <a:lnTo>
                    <a:pt x="411224" y="627402"/>
                  </a:lnTo>
                  <a:cubicBezTo>
                    <a:pt x="429051" y="640746"/>
                    <a:pt x="451970" y="645830"/>
                    <a:pt x="475526" y="640746"/>
                  </a:cubicBezTo>
                  <a:cubicBezTo>
                    <a:pt x="499083" y="636298"/>
                    <a:pt x="520729" y="622319"/>
                    <a:pt x="536009" y="601349"/>
                  </a:cubicBezTo>
                  <a:lnTo>
                    <a:pt x="665250" y="426605"/>
                  </a:lnTo>
                  <a:cubicBezTo>
                    <a:pt x="696446" y="384666"/>
                    <a:pt x="691353" y="327477"/>
                    <a:pt x="653154" y="300153"/>
                  </a:cubicBezTo>
                  <a:lnTo>
                    <a:pt x="298536" y="38355"/>
                  </a:lnTo>
                  <a:cubicBezTo>
                    <a:pt x="280710" y="25010"/>
                    <a:pt x="257790" y="19927"/>
                    <a:pt x="234234" y="25010"/>
                  </a:cubicBezTo>
                  <a:cubicBezTo>
                    <a:pt x="210041" y="30094"/>
                    <a:pt x="189031" y="43438"/>
                    <a:pt x="173751" y="64407"/>
                  </a:cubicBezTo>
                  <a:moveTo>
                    <a:pt x="457700" y="667434"/>
                  </a:moveTo>
                  <a:cubicBezTo>
                    <a:pt x="435417" y="667434"/>
                    <a:pt x="414407" y="660445"/>
                    <a:pt x="396581" y="647736"/>
                  </a:cubicBezTo>
                  <a:lnTo>
                    <a:pt x="41964" y="385937"/>
                  </a:lnTo>
                  <a:cubicBezTo>
                    <a:pt x="-6422" y="350353"/>
                    <a:pt x="-14062" y="277913"/>
                    <a:pt x="24774" y="225172"/>
                  </a:cubicBezTo>
                  <a:lnTo>
                    <a:pt x="154015" y="50428"/>
                  </a:lnTo>
                  <a:cubicBezTo>
                    <a:pt x="173115" y="25010"/>
                    <a:pt x="199854" y="7854"/>
                    <a:pt x="229141" y="2135"/>
                  </a:cubicBezTo>
                  <a:cubicBezTo>
                    <a:pt x="259063" y="-3584"/>
                    <a:pt x="288986" y="2135"/>
                    <a:pt x="312543" y="19927"/>
                  </a:cubicBezTo>
                  <a:lnTo>
                    <a:pt x="667160" y="281726"/>
                  </a:lnTo>
                  <a:cubicBezTo>
                    <a:pt x="715546" y="317310"/>
                    <a:pt x="723186" y="389750"/>
                    <a:pt x="684350" y="442491"/>
                  </a:cubicBezTo>
                  <a:lnTo>
                    <a:pt x="555109" y="616600"/>
                  </a:lnTo>
                  <a:cubicBezTo>
                    <a:pt x="536009" y="642017"/>
                    <a:pt x="509269" y="659174"/>
                    <a:pt x="479983" y="664893"/>
                  </a:cubicBezTo>
                  <a:cubicBezTo>
                    <a:pt x="472343" y="666163"/>
                    <a:pt x="464703" y="667434"/>
                    <a:pt x="457700" y="667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FBD8D0E4-B765-951C-D993-8ECA9B000403}"/>
                </a:ext>
              </a:extLst>
            </p:cNvPr>
            <p:cNvSpPr/>
            <p:nvPr/>
          </p:nvSpPr>
          <p:spPr>
            <a:xfrm>
              <a:off x="508347" y="4602065"/>
              <a:ext cx="42063" cy="41226"/>
            </a:xfrm>
            <a:custGeom>
              <a:avLst/>
              <a:gdLst>
                <a:gd name="connsiteX0" fmla="*/ 20933 w 42063"/>
                <a:gd name="connsiteY0" fmla="*/ 41227 h 41226"/>
                <a:gd name="connsiteX1" fmla="*/ 5016 w 42063"/>
                <a:gd name="connsiteY1" fmla="*/ 34237 h 41226"/>
                <a:gd name="connsiteX2" fmla="*/ 7563 w 42063"/>
                <a:gd name="connsiteY2" fmla="*/ 5007 h 41226"/>
                <a:gd name="connsiteX3" fmla="*/ 36849 w 42063"/>
                <a:gd name="connsiteY3" fmla="*/ 7549 h 41226"/>
                <a:gd name="connsiteX4" fmla="*/ 41943 w 42063"/>
                <a:gd name="connsiteY4" fmla="*/ 22799 h 41226"/>
                <a:gd name="connsiteX5" fmla="*/ 34939 w 42063"/>
                <a:gd name="connsiteY5" fmla="*/ 36779 h 41226"/>
                <a:gd name="connsiteX6" fmla="*/ 20933 w 42063"/>
                <a:gd name="connsiteY6" fmla="*/ 41227 h 41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063" h="41226">
                  <a:moveTo>
                    <a:pt x="20933" y="41227"/>
                  </a:moveTo>
                  <a:cubicBezTo>
                    <a:pt x="15203" y="41227"/>
                    <a:pt x="8836" y="38685"/>
                    <a:pt x="5016" y="34237"/>
                  </a:cubicBezTo>
                  <a:cubicBezTo>
                    <a:pt x="-2623" y="25341"/>
                    <a:pt x="-1350" y="11997"/>
                    <a:pt x="7563" y="5007"/>
                  </a:cubicBezTo>
                  <a:cubicBezTo>
                    <a:pt x="16476" y="-2618"/>
                    <a:pt x="29846" y="-1348"/>
                    <a:pt x="36849" y="7549"/>
                  </a:cubicBezTo>
                  <a:cubicBezTo>
                    <a:pt x="40669" y="11997"/>
                    <a:pt x="42579" y="17080"/>
                    <a:pt x="41943" y="22799"/>
                  </a:cubicBezTo>
                  <a:cubicBezTo>
                    <a:pt x="41306" y="28518"/>
                    <a:pt x="38759" y="33601"/>
                    <a:pt x="34939" y="36779"/>
                  </a:cubicBezTo>
                  <a:cubicBezTo>
                    <a:pt x="30483" y="39956"/>
                    <a:pt x="25390" y="41227"/>
                    <a:pt x="20933" y="412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BC096BF-5651-05BE-0C59-D9D1A6C48DA1}"/>
                </a:ext>
              </a:extLst>
            </p:cNvPr>
            <p:cNvSpPr/>
            <p:nvPr/>
          </p:nvSpPr>
          <p:spPr>
            <a:xfrm>
              <a:off x="510817" y="4440665"/>
              <a:ext cx="41503" cy="41862"/>
            </a:xfrm>
            <a:custGeom>
              <a:avLst/>
              <a:gdLst>
                <a:gd name="connsiteX0" fmla="*/ 21010 w 41503"/>
                <a:gd name="connsiteY0" fmla="*/ 41862 h 41862"/>
                <a:gd name="connsiteX1" fmla="*/ 5093 w 41503"/>
                <a:gd name="connsiteY1" fmla="*/ 34237 h 41862"/>
                <a:gd name="connsiteX2" fmla="*/ 0 w 41503"/>
                <a:gd name="connsiteY2" fmla="*/ 18986 h 41862"/>
                <a:gd name="connsiteX3" fmla="*/ 7003 w 41503"/>
                <a:gd name="connsiteY3" fmla="*/ 5007 h 41862"/>
                <a:gd name="connsiteX4" fmla="*/ 36289 w 41503"/>
                <a:gd name="connsiteY4" fmla="*/ 7549 h 41862"/>
                <a:gd name="connsiteX5" fmla="*/ 41383 w 41503"/>
                <a:gd name="connsiteY5" fmla="*/ 22799 h 41862"/>
                <a:gd name="connsiteX6" fmla="*/ 34379 w 41503"/>
                <a:gd name="connsiteY6" fmla="*/ 36779 h 41862"/>
                <a:gd name="connsiteX7" fmla="*/ 21010 w 41503"/>
                <a:gd name="connsiteY7" fmla="*/ 41862 h 4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503" h="41862">
                  <a:moveTo>
                    <a:pt x="21010" y="41862"/>
                  </a:moveTo>
                  <a:cubicBezTo>
                    <a:pt x="15280" y="41862"/>
                    <a:pt x="8913" y="39320"/>
                    <a:pt x="5093" y="34237"/>
                  </a:cubicBezTo>
                  <a:cubicBezTo>
                    <a:pt x="1273" y="29789"/>
                    <a:pt x="0" y="24705"/>
                    <a:pt x="0" y="18986"/>
                  </a:cubicBezTo>
                  <a:cubicBezTo>
                    <a:pt x="637" y="13268"/>
                    <a:pt x="3183" y="8184"/>
                    <a:pt x="7003" y="5007"/>
                  </a:cubicBezTo>
                  <a:cubicBezTo>
                    <a:pt x="15916" y="-2618"/>
                    <a:pt x="29286" y="-1347"/>
                    <a:pt x="36289" y="7549"/>
                  </a:cubicBezTo>
                  <a:cubicBezTo>
                    <a:pt x="40109" y="11997"/>
                    <a:pt x="42019" y="17080"/>
                    <a:pt x="41383" y="22799"/>
                  </a:cubicBezTo>
                  <a:cubicBezTo>
                    <a:pt x="40746" y="28518"/>
                    <a:pt x="38199" y="33601"/>
                    <a:pt x="34379" y="36779"/>
                  </a:cubicBezTo>
                  <a:cubicBezTo>
                    <a:pt x="30559" y="39956"/>
                    <a:pt x="25466" y="41862"/>
                    <a:pt x="21010" y="4186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0CF3BB2B-95AB-8F18-0DB5-3ED5EC330262}"/>
                </a:ext>
              </a:extLst>
            </p:cNvPr>
            <p:cNvSpPr/>
            <p:nvPr/>
          </p:nvSpPr>
          <p:spPr>
            <a:xfrm>
              <a:off x="666714" y="4601912"/>
              <a:ext cx="283110" cy="297460"/>
            </a:xfrm>
            <a:custGeom>
              <a:avLst/>
              <a:gdLst>
                <a:gd name="connsiteX0" fmla="*/ 134418 w 283110"/>
                <a:gd name="connsiteY0" fmla="*/ 297460 h 297460"/>
                <a:gd name="connsiteX1" fmla="*/ 19183 w 283110"/>
                <a:gd name="connsiteY1" fmla="*/ 256793 h 297460"/>
                <a:gd name="connsiteX2" fmla="*/ 3904 w 283110"/>
                <a:gd name="connsiteY2" fmla="*/ 244084 h 297460"/>
                <a:gd name="connsiteX3" fmla="*/ 3267 w 283110"/>
                <a:gd name="connsiteY3" fmla="*/ 226927 h 297460"/>
                <a:gd name="connsiteX4" fmla="*/ 20457 w 283110"/>
                <a:gd name="connsiteY4" fmla="*/ 226292 h 297460"/>
                <a:gd name="connsiteX5" fmla="*/ 33826 w 283110"/>
                <a:gd name="connsiteY5" fmla="*/ 237730 h 297460"/>
                <a:gd name="connsiteX6" fmla="*/ 233736 w 283110"/>
                <a:gd name="connsiteY6" fmla="*/ 227563 h 297460"/>
                <a:gd name="connsiteX7" fmla="*/ 256019 w 283110"/>
                <a:gd name="connsiteY7" fmla="*/ 128435 h 297460"/>
                <a:gd name="connsiteX8" fmla="*/ 195537 w 283110"/>
                <a:gd name="connsiteY8" fmla="*/ 31849 h 297460"/>
                <a:gd name="connsiteX9" fmla="*/ 181531 w 283110"/>
                <a:gd name="connsiteY9" fmla="*/ 22317 h 297460"/>
                <a:gd name="connsiteX10" fmla="*/ 177711 w 283110"/>
                <a:gd name="connsiteY10" fmla="*/ 5796 h 297460"/>
                <a:gd name="connsiteX11" fmla="*/ 194264 w 283110"/>
                <a:gd name="connsiteY11" fmla="*/ 1983 h 297460"/>
                <a:gd name="connsiteX12" fmla="*/ 210180 w 283110"/>
                <a:gd name="connsiteY12" fmla="*/ 12786 h 297460"/>
                <a:gd name="connsiteX13" fmla="*/ 280212 w 283110"/>
                <a:gd name="connsiteY13" fmla="*/ 123987 h 297460"/>
                <a:gd name="connsiteX14" fmla="*/ 252836 w 283110"/>
                <a:gd name="connsiteY14" fmla="*/ 242813 h 297460"/>
                <a:gd name="connsiteX15" fmla="*/ 134418 w 283110"/>
                <a:gd name="connsiteY15" fmla="*/ 297460 h 297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3110" h="297460">
                  <a:moveTo>
                    <a:pt x="134418" y="297460"/>
                  </a:moveTo>
                  <a:cubicBezTo>
                    <a:pt x="94945" y="297460"/>
                    <a:pt x="54199" y="284116"/>
                    <a:pt x="19183" y="256793"/>
                  </a:cubicBezTo>
                  <a:cubicBezTo>
                    <a:pt x="14090" y="252980"/>
                    <a:pt x="8997" y="248532"/>
                    <a:pt x="3904" y="244084"/>
                  </a:cubicBezTo>
                  <a:cubicBezTo>
                    <a:pt x="-1190" y="239636"/>
                    <a:pt x="-1190" y="232011"/>
                    <a:pt x="3267" y="226927"/>
                  </a:cubicBezTo>
                  <a:cubicBezTo>
                    <a:pt x="7723" y="221844"/>
                    <a:pt x="15363" y="221844"/>
                    <a:pt x="20457" y="226292"/>
                  </a:cubicBezTo>
                  <a:cubicBezTo>
                    <a:pt x="24913" y="230104"/>
                    <a:pt x="29370" y="233917"/>
                    <a:pt x="33826" y="237730"/>
                  </a:cubicBezTo>
                  <a:cubicBezTo>
                    <a:pt x="99402" y="289200"/>
                    <a:pt x="189170" y="284116"/>
                    <a:pt x="233736" y="227563"/>
                  </a:cubicBezTo>
                  <a:cubicBezTo>
                    <a:pt x="255383" y="200239"/>
                    <a:pt x="263023" y="164655"/>
                    <a:pt x="256019" y="128435"/>
                  </a:cubicBezTo>
                  <a:cubicBezTo>
                    <a:pt x="249016" y="90944"/>
                    <a:pt x="227370" y="56631"/>
                    <a:pt x="195537" y="31849"/>
                  </a:cubicBezTo>
                  <a:cubicBezTo>
                    <a:pt x="191080" y="28672"/>
                    <a:pt x="186624" y="25495"/>
                    <a:pt x="181531" y="22317"/>
                  </a:cubicBezTo>
                  <a:cubicBezTo>
                    <a:pt x="175801" y="18505"/>
                    <a:pt x="173891" y="10880"/>
                    <a:pt x="177711" y="5796"/>
                  </a:cubicBezTo>
                  <a:cubicBezTo>
                    <a:pt x="181531" y="77"/>
                    <a:pt x="189170" y="-1829"/>
                    <a:pt x="194264" y="1983"/>
                  </a:cubicBezTo>
                  <a:cubicBezTo>
                    <a:pt x="199994" y="5161"/>
                    <a:pt x="205087" y="8973"/>
                    <a:pt x="210180" y="12786"/>
                  </a:cubicBezTo>
                  <a:cubicBezTo>
                    <a:pt x="247106" y="41380"/>
                    <a:pt x="271936" y="80777"/>
                    <a:pt x="280212" y="123987"/>
                  </a:cubicBezTo>
                  <a:cubicBezTo>
                    <a:pt x="288489" y="167832"/>
                    <a:pt x="278939" y="209771"/>
                    <a:pt x="252836" y="242813"/>
                  </a:cubicBezTo>
                  <a:cubicBezTo>
                    <a:pt x="224823" y="278397"/>
                    <a:pt x="180894" y="297460"/>
                    <a:pt x="134418" y="2974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471F6F04-E54B-0B00-4161-11B2266A7B64}"/>
                </a:ext>
              </a:extLst>
            </p:cNvPr>
            <p:cNvSpPr/>
            <p:nvPr/>
          </p:nvSpPr>
          <p:spPr>
            <a:xfrm>
              <a:off x="845197" y="4075375"/>
              <a:ext cx="645298" cy="712796"/>
            </a:xfrm>
            <a:custGeom>
              <a:avLst/>
              <a:gdLst>
                <a:gd name="connsiteX0" fmla="*/ 260894 w 645298"/>
                <a:gd name="connsiteY0" fmla="*/ 38600 h 712796"/>
                <a:gd name="connsiteX1" fmla="*/ 73717 w 645298"/>
                <a:gd name="connsiteY1" fmla="*/ 148531 h 712796"/>
                <a:gd name="connsiteX2" fmla="*/ 28514 w 645298"/>
                <a:gd name="connsiteY2" fmla="*/ 204449 h 712796"/>
                <a:gd name="connsiteX3" fmla="*/ 35517 w 645298"/>
                <a:gd name="connsiteY3" fmla="*/ 269898 h 712796"/>
                <a:gd name="connsiteX4" fmla="*/ 259621 w 645298"/>
                <a:gd name="connsiteY4" fmla="*/ 649253 h 712796"/>
                <a:gd name="connsiteX5" fmla="*/ 384405 w 645298"/>
                <a:gd name="connsiteY5" fmla="*/ 674035 h 712796"/>
                <a:gd name="connsiteX6" fmla="*/ 572219 w 645298"/>
                <a:gd name="connsiteY6" fmla="*/ 564105 h 712796"/>
                <a:gd name="connsiteX7" fmla="*/ 617421 w 645298"/>
                <a:gd name="connsiteY7" fmla="*/ 508186 h 712796"/>
                <a:gd name="connsiteX8" fmla="*/ 610418 w 645298"/>
                <a:gd name="connsiteY8" fmla="*/ 442737 h 712796"/>
                <a:gd name="connsiteX9" fmla="*/ 386315 w 645298"/>
                <a:gd name="connsiteY9" fmla="*/ 63382 h 712796"/>
                <a:gd name="connsiteX10" fmla="*/ 260894 w 645298"/>
                <a:gd name="connsiteY10" fmla="*/ 38600 h 712796"/>
                <a:gd name="connsiteX11" fmla="*/ 332199 w 645298"/>
                <a:gd name="connsiteY11" fmla="*/ 712796 h 712796"/>
                <a:gd name="connsiteX12" fmla="*/ 237974 w 645298"/>
                <a:gd name="connsiteY12" fmla="*/ 661326 h 712796"/>
                <a:gd name="connsiteX13" fmla="*/ 13871 w 645298"/>
                <a:gd name="connsiteY13" fmla="*/ 281972 h 712796"/>
                <a:gd name="connsiteX14" fmla="*/ 4958 w 645298"/>
                <a:gd name="connsiteY14" fmla="*/ 197459 h 712796"/>
                <a:gd name="connsiteX15" fmla="*/ 60984 w 645298"/>
                <a:gd name="connsiteY15" fmla="*/ 127561 h 712796"/>
                <a:gd name="connsiteX16" fmla="*/ 248797 w 645298"/>
                <a:gd name="connsiteY16" fmla="*/ 17631 h 712796"/>
                <a:gd name="connsiteX17" fmla="*/ 407325 w 645298"/>
                <a:gd name="connsiteY17" fmla="*/ 51309 h 712796"/>
                <a:gd name="connsiteX18" fmla="*/ 631428 w 645298"/>
                <a:gd name="connsiteY18" fmla="*/ 430663 h 712796"/>
                <a:gd name="connsiteX19" fmla="*/ 640341 w 645298"/>
                <a:gd name="connsiteY19" fmla="*/ 515176 h 712796"/>
                <a:gd name="connsiteX20" fmla="*/ 584315 w 645298"/>
                <a:gd name="connsiteY20" fmla="*/ 585074 h 712796"/>
                <a:gd name="connsiteX21" fmla="*/ 396502 w 645298"/>
                <a:gd name="connsiteY21" fmla="*/ 695004 h 712796"/>
                <a:gd name="connsiteX22" fmla="*/ 332199 w 645298"/>
                <a:gd name="connsiteY22" fmla="*/ 712796 h 71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45298" h="712796">
                  <a:moveTo>
                    <a:pt x="260894" y="38600"/>
                  </a:moveTo>
                  <a:lnTo>
                    <a:pt x="73717" y="148531"/>
                  </a:lnTo>
                  <a:cubicBezTo>
                    <a:pt x="51434" y="161239"/>
                    <a:pt x="35517" y="181573"/>
                    <a:pt x="28514" y="204449"/>
                  </a:cubicBezTo>
                  <a:cubicBezTo>
                    <a:pt x="21511" y="227324"/>
                    <a:pt x="24058" y="250200"/>
                    <a:pt x="35517" y="269898"/>
                  </a:cubicBezTo>
                  <a:lnTo>
                    <a:pt x="259621" y="649253"/>
                  </a:lnTo>
                  <a:cubicBezTo>
                    <a:pt x="283177" y="689285"/>
                    <a:pt x="339203" y="700723"/>
                    <a:pt x="384405" y="674035"/>
                  </a:cubicBezTo>
                  <a:lnTo>
                    <a:pt x="572219" y="564105"/>
                  </a:lnTo>
                  <a:cubicBezTo>
                    <a:pt x="594502" y="551396"/>
                    <a:pt x="610418" y="531062"/>
                    <a:pt x="617421" y="508186"/>
                  </a:cubicBezTo>
                  <a:cubicBezTo>
                    <a:pt x="624424" y="485311"/>
                    <a:pt x="621878" y="462435"/>
                    <a:pt x="610418" y="442737"/>
                  </a:cubicBezTo>
                  <a:lnTo>
                    <a:pt x="386315" y="63382"/>
                  </a:lnTo>
                  <a:cubicBezTo>
                    <a:pt x="362122" y="23350"/>
                    <a:pt x="306096" y="11912"/>
                    <a:pt x="260894" y="38600"/>
                  </a:cubicBezTo>
                  <a:moveTo>
                    <a:pt x="332199" y="712796"/>
                  </a:moveTo>
                  <a:cubicBezTo>
                    <a:pt x="294000" y="712796"/>
                    <a:pt x="257711" y="694369"/>
                    <a:pt x="237974" y="661326"/>
                  </a:cubicBezTo>
                  <a:lnTo>
                    <a:pt x="13871" y="281972"/>
                  </a:lnTo>
                  <a:cubicBezTo>
                    <a:pt x="-772" y="256554"/>
                    <a:pt x="-3955" y="226689"/>
                    <a:pt x="4958" y="197459"/>
                  </a:cubicBezTo>
                  <a:cubicBezTo>
                    <a:pt x="13871" y="168229"/>
                    <a:pt x="34244" y="144083"/>
                    <a:pt x="60984" y="127561"/>
                  </a:cubicBezTo>
                  <a:lnTo>
                    <a:pt x="248797" y="17631"/>
                  </a:lnTo>
                  <a:cubicBezTo>
                    <a:pt x="305460" y="-15411"/>
                    <a:pt x="376765" y="-796"/>
                    <a:pt x="407325" y="51309"/>
                  </a:cubicBezTo>
                  <a:lnTo>
                    <a:pt x="631428" y="430663"/>
                  </a:lnTo>
                  <a:cubicBezTo>
                    <a:pt x="646071" y="456081"/>
                    <a:pt x="649254" y="485946"/>
                    <a:pt x="640341" y="515176"/>
                  </a:cubicBezTo>
                  <a:cubicBezTo>
                    <a:pt x="631428" y="544406"/>
                    <a:pt x="611055" y="568553"/>
                    <a:pt x="584315" y="585074"/>
                  </a:cubicBezTo>
                  <a:lnTo>
                    <a:pt x="396502" y="695004"/>
                  </a:lnTo>
                  <a:cubicBezTo>
                    <a:pt x="376129" y="707077"/>
                    <a:pt x="353846" y="712796"/>
                    <a:pt x="332199" y="7127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523432FD-203F-BE14-7664-3355D6968905}"/>
                </a:ext>
              </a:extLst>
            </p:cNvPr>
            <p:cNvSpPr/>
            <p:nvPr/>
          </p:nvSpPr>
          <p:spPr>
            <a:xfrm>
              <a:off x="1175366" y="4489396"/>
              <a:ext cx="41537" cy="41423"/>
            </a:xfrm>
            <a:custGeom>
              <a:avLst/>
              <a:gdLst>
                <a:gd name="connsiteX0" fmla="*/ 20494 w 41537"/>
                <a:gd name="connsiteY0" fmla="*/ 41424 h 41423"/>
                <a:gd name="connsiteX1" fmla="*/ 7124 w 41537"/>
                <a:gd name="connsiteY1" fmla="*/ 36340 h 41423"/>
                <a:gd name="connsiteX2" fmla="*/ 121 w 41537"/>
                <a:gd name="connsiteY2" fmla="*/ 22361 h 41423"/>
                <a:gd name="connsiteX3" fmla="*/ 5214 w 41537"/>
                <a:gd name="connsiteY3" fmla="*/ 7110 h 41423"/>
                <a:gd name="connsiteX4" fmla="*/ 19220 w 41537"/>
                <a:gd name="connsiteY4" fmla="*/ 120 h 41423"/>
                <a:gd name="connsiteX5" fmla="*/ 34500 w 41537"/>
                <a:gd name="connsiteY5" fmla="*/ 5204 h 41423"/>
                <a:gd name="connsiteX6" fmla="*/ 41503 w 41537"/>
                <a:gd name="connsiteY6" fmla="*/ 19183 h 41423"/>
                <a:gd name="connsiteX7" fmla="*/ 22404 w 41537"/>
                <a:gd name="connsiteY7" fmla="*/ 41424 h 41423"/>
                <a:gd name="connsiteX8" fmla="*/ 20494 w 41537"/>
                <a:gd name="connsiteY8" fmla="*/ 41424 h 4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537" h="41423">
                  <a:moveTo>
                    <a:pt x="20494" y="41424"/>
                  </a:moveTo>
                  <a:cubicBezTo>
                    <a:pt x="15400" y="41424"/>
                    <a:pt x="10944" y="39517"/>
                    <a:pt x="7124" y="36340"/>
                  </a:cubicBezTo>
                  <a:cubicBezTo>
                    <a:pt x="2667" y="32528"/>
                    <a:pt x="121" y="27444"/>
                    <a:pt x="121" y="22361"/>
                  </a:cubicBezTo>
                  <a:cubicBezTo>
                    <a:pt x="-516" y="16642"/>
                    <a:pt x="1394" y="11558"/>
                    <a:pt x="5214" y="7110"/>
                  </a:cubicBezTo>
                  <a:cubicBezTo>
                    <a:pt x="9034" y="2662"/>
                    <a:pt x="14127" y="120"/>
                    <a:pt x="19220" y="120"/>
                  </a:cubicBezTo>
                  <a:cubicBezTo>
                    <a:pt x="24950" y="-515"/>
                    <a:pt x="30043" y="1391"/>
                    <a:pt x="34500" y="5204"/>
                  </a:cubicBezTo>
                  <a:cubicBezTo>
                    <a:pt x="38957" y="9017"/>
                    <a:pt x="41503" y="14100"/>
                    <a:pt x="41503" y="19183"/>
                  </a:cubicBezTo>
                  <a:cubicBezTo>
                    <a:pt x="42140" y="30621"/>
                    <a:pt x="33863" y="40788"/>
                    <a:pt x="22404" y="41424"/>
                  </a:cubicBezTo>
                  <a:lnTo>
                    <a:pt x="20494" y="41424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8632A6D4-2BC4-4548-B2B7-1485FDED1C84}"/>
                </a:ext>
              </a:extLst>
            </p:cNvPr>
            <p:cNvSpPr/>
            <p:nvPr/>
          </p:nvSpPr>
          <p:spPr>
            <a:xfrm>
              <a:off x="1118153" y="4338885"/>
              <a:ext cx="41451" cy="41337"/>
            </a:xfrm>
            <a:custGeom>
              <a:avLst/>
              <a:gdLst>
                <a:gd name="connsiteX0" fmla="*/ 21044 w 41451"/>
                <a:gd name="connsiteY0" fmla="*/ 41338 h 41337"/>
                <a:gd name="connsiteX1" fmla="*/ 34 w 41451"/>
                <a:gd name="connsiteY1" fmla="*/ 22274 h 41337"/>
                <a:gd name="connsiteX2" fmla="*/ 19134 w 41451"/>
                <a:gd name="connsiteY2" fmla="*/ 34 h 41337"/>
                <a:gd name="connsiteX3" fmla="*/ 41417 w 41451"/>
                <a:gd name="connsiteY3" fmla="*/ 19097 h 41337"/>
                <a:gd name="connsiteX4" fmla="*/ 22317 w 41451"/>
                <a:gd name="connsiteY4" fmla="*/ 41338 h 41337"/>
                <a:gd name="connsiteX5" fmla="*/ 21044 w 41451"/>
                <a:gd name="connsiteY5" fmla="*/ 41338 h 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451" h="41337">
                  <a:moveTo>
                    <a:pt x="21044" y="41338"/>
                  </a:moveTo>
                  <a:cubicBezTo>
                    <a:pt x="10221" y="41338"/>
                    <a:pt x="1308" y="33077"/>
                    <a:pt x="34" y="22274"/>
                  </a:cubicBezTo>
                  <a:cubicBezTo>
                    <a:pt x="-602" y="10837"/>
                    <a:pt x="7674" y="670"/>
                    <a:pt x="19134" y="34"/>
                  </a:cubicBezTo>
                  <a:cubicBezTo>
                    <a:pt x="30594" y="-601"/>
                    <a:pt x="40780" y="7660"/>
                    <a:pt x="41417" y="19097"/>
                  </a:cubicBezTo>
                  <a:cubicBezTo>
                    <a:pt x="42054" y="30535"/>
                    <a:pt x="33777" y="40702"/>
                    <a:pt x="22317" y="41338"/>
                  </a:cubicBezTo>
                  <a:lnTo>
                    <a:pt x="21044" y="41338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7F3BE1BC-9DA5-FAB9-7184-94ACDF6BA204}"/>
                </a:ext>
              </a:extLst>
            </p:cNvPr>
            <p:cNvSpPr/>
            <p:nvPr/>
          </p:nvSpPr>
          <p:spPr>
            <a:xfrm>
              <a:off x="830115" y="3968827"/>
              <a:ext cx="306237" cy="267787"/>
            </a:xfrm>
            <a:custGeom>
              <a:avLst/>
              <a:gdLst>
                <a:gd name="connsiteX0" fmla="*/ 44870 w 306237"/>
                <a:gd name="connsiteY0" fmla="*/ 267787 h 267787"/>
                <a:gd name="connsiteX1" fmla="*/ 34683 w 306237"/>
                <a:gd name="connsiteY1" fmla="*/ 262704 h 267787"/>
                <a:gd name="connsiteX2" fmla="*/ 24497 w 306237"/>
                <a:gd name="connsiteY2" fmla="*/ 246182 h 267787"/>
                <a:gd name="connsiteX3" fmla="*/ 75429 w 306237"/>
                <a:gd name="connsiteY3" fmla="*/ 17426 h 267787"/>
                <a:gd name="connsiteX4" fmla="*/ 186844 w 306237"/>
                <a:gd name="connsiteY4" fmla="*/ 5988 h 267787"/>
                <a:gd name="connsiteX5" fmla="*/ 296349 w 306237"/>
                <a:gd name="connsiteY5" fmla="*/ 95584 h 267787"/>
                <a:gd name="connsiteX6" fmla="*/ 305262 w 306237"/>
                <a:gd name="connsiteY6" fmla="*/ 113377 h 267787"/>
                <a:gd name="connsiteX7" fmla="*/ 298895 w 306237"/>
                <a:gd name="connsiteY7" fmla="*/ 129263 h 267787"/>
                <a:gd name="connsiteX8" fmla="*/ 282979 w 306237"/>
                <a:gd name="connsiteY8" fmla="*/ 122908 h 267787"/>
                <a:gd name="connsiteX9" fmla="*/ 275339 w 306237"/>
                <a:gd name="connsiteY9" fmla="*/ 107022 h 267787"/>
                <a:gd name="connsiteX10" fmla="*/ 180477 w 306237"/>
                <a:gd name="connsiteY10" fmla="*/ 28864 h 267787"/>
                <a:gd name="connsiteX11" fmla="*/ 87525 w 306237"/>
                <a:gd name="connsiteY11" fmla="*/ 38395 h 267787"/>
                <a:gd name="connsiteX12" fmla="*/ 46143 w 306237"/>
                <a:gd name="connsiteY12" fmla="*/ 234109 h 267787"/>
                <a:gd name="connsiteX13" fmla="*/ 55056 w 306237"/>
                <a:gd name="connsiteY13" fmla="*/ 248089 h 267787"/>
                <a:gd name="connsiteX14" fmla="*/ 51873 w 306237"/>
                <a:gd name="connsiteY14" fmla="*/ 265245 h 267787"/>
                <a:gd name="connsiteX15" fmla="*/ 44870 w 306237"/>
                <a:gd name="connsiteY15" fmla="*/ 267787 h 267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6237" h="267787">
                  <a:moveTo>
                    <a:pt x="44870" y="267787"/>
                  </a:moveTo>
                  <a:cubicBezTo>
                    <a:pt x="41050" y="267787"/>
                    <a:pt x="37230" y="265881"/>
                    <a:pt x="34683" y="262704"/>
                  </a:cubicBezTo>
                  <a:cubicBezTo>
                    <a:pt x="30863" y="257620"/>
                    <a:pt x="27680" y="251901"/>
                    <a:pt x="24497" y="246182"/>
                  </a:cubicBezTo>
                  <a:cubicBezTo>
                    <a:pt x="-22616" y="161670"/>
                    <a:pt x="304" y="58729"/>
                    <a:pt x="75429" y="17426"/>
                  </a:cubicBezTo>
                  <a:cubicBezTo>
                    <a:pt x="108535" y="-1001"/>
                    <a:pt x="148008" y="-4814"/>
                    <a:pt x="186844" y="5988"/>
                  </a:cubicBezTo>
                  <a:cubicBezTo>
                    <a:pt x="232046" y="18697"/>
                    <a:pt x="272156" y="51740"/>
                    <a:pt x="296349" y="95584"/>
                  </a:cubicBezTo>
                  <a:cubicBezTo>
                    <a:pt x="299532" y="101303"/>
                    <a:pt x="302715" y="107022"/>
                    <a:pt x="305262" y="113377"/>
                  </a:cubicBezTo>
                  <a:cubicBezTo>
                    <a:pt x="307809" y="119731"/>
                    <a:pt x="305262" y="126721"/>
                    <a:pt x="298895" y="129263"/>
                  </a:cubicBezTo>
                  <a:cubicBezTo>
                    <a:pt x="292529" y="131804"/>
                    <a:pt x="285526" y="129263"/>
                    <a:pt x="282979" y="122908"/>
                  </a:cubicBezTo>
                  <a:cubicBezTo>
                    <a:pt x="280432" y="117825"/>
                    <a:pt x="277886" y="112106"/>
                    <a:pt x="275339" y="107022"/>
                  </a:cubicBezTo>
                  <a:cubicBezTo>
                    <a:pt x="254329" y="68896"/>
                    <a:pt x="219313" y="40302"/>
                    <a:pt x="180477" y="28864"/>
                  </a:cubicBezTo>
                  <a:cubicBezTo>
                    <a:pt x="148008" y="19332"/>
                    <a:pt x="114902" y="23145"/>
                    <a:pt x="87525" y="38395"/>
                  </a:cubicBezTo>
                  <a:cubicBezTo>
                    <a:pt x="24497" y="73344"/>
                    <a:pt x="6034" y="161034"/>
                    <a:pt x="46143" y="234109"/>
                  </a:cubicBezTo>
                  <a:cubicBezTo>
                    <a:pt x="48690" y="239193"/>
                    <a:pt x="51873" y="243641"/>
                    <a:pt x="55056" y="248089"/>
                  </a:cubicBezTo>
                  <a:cubicBezTo>
                    <a:pt x="58876" y="253808"/>
                    <a:pt x="57603" y="261433"/>
                    <a:pt x="51873" y="265245"/>
                  </a:cubicBezTo>
                  <a:cubicBezTo>
                    <a:pt x="49963" y="267152"/>
                    <a:pt x="47416" y="267787"/>
                    <a:pt x="44870" y="267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280C9253-8435-8FE1-30A1-A0F08D43A8FC}"/>
                </a:ext>
              </a:extLst>
            </p:cNvPr>
            <p:cNvSpPr/>
            <p:nvPr/>
          </p:nvSpPr>
          <p:spPr>
            <a:xfrm>
              <a:off x="1200613" y="4632852"/>
              <a:ext cx="306237" cy="267790"/>
            </a:xfrm>
            <a:custGeom>
              <a:avLst/>
              <a:gdLst>
                <a:gd name="connsiteX0" fmla="*/ 162050 w 306237"/>
                <a:gd name="connsiteY0" fmla="*/ 267791 h 267790"/>
                <a:gd name="connsiteX1" fmla="*/ 119394 w 306237"/>
                <a:gd name="connsiteY1" fmla="*/ 261436 h 267790"/>
                <a:gd name="connsiteX2" fmla="*/ 9889 w 306237"/>
                <a:gd name="connsiteY2" fmla="*/ 171840 h 267790"/>
                <a:gd name="connsiteX3" fmla="*/ 976 w 306237"/>
                <a:gd name="connsiteY3" fmla="*/ 154048 h 267790"/>
                <a:gd name="connsiteX4" fmla="*/ 7342 w 306237"/>
                <a:gd name="connsiteY4" fmla="*/ 138162 h 267790"/>
                <a:gd name="connsiteX5" fmla="*/ 23259 w 306237"/>
                <a:gd name="connsiteY5" fmla="*/ 144517 h 267790"/>
                <a:gd name="connsiteX6" fmla="*/ 30899 w 306237"/>
                <a:gd name="connsiteY6" fmla="*/ 160402 h 267790"/>
                <a:gd name="connsiteX7" fmla="*/ 125760 w 306237"/>
                <a:gd name="connsiteY7" fmla="*/ 238561 h 267790"/>
                <a:gd name="connsiteX8" fmla="*/ 218712 w 306237"/>
                <a:gd name="connsiteY8" fmla="*/ 229029 h 267790"/>
                <a:gd name="connsiteX9" fmla="*/ 260095 w 306237"/>
                <a:gd name="connsiteY9" fmla="*/ 33316 h 267790"/>
                <a:gd name="connsiteX10" fmla="*/ 251182 w 306237"/>
                <a:gd name="connsiteY10" fmla="*/ 19336 h 267790"/>
                <a:gd name="connsiteX11" fmla="*/ 254365 w 306237"/>
                <a:gd name="connsiteY11" fmla="*/ 2179 h 267790"/>
                <a:gd name="connsiteX12" fmla="*/ 271555 w 306237"/>
                <a:gd name="connsiteY12" fmla="*/ 5357 h 267790"/>
                <a:gd name="connsiteX13" fmla="*/ 281741 w 306237"/>
                <a:gd name="connsiteY13" fmla="*/ 21878 h 267790"/>
                <a:gd name="connsiteX14" fmla="*/ 230809 w 306237"/>
                <a:gd name="connsiteY14" fmla="*/ 250634 h 267790"/>
                <a:gd name="connsiteX15" fmla="*/ 162050 w 306237"/>
                <a:gd name="connsiteY15" fmla="*/ 267791 h 267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6237" h="267790">
                  <a:moveTo>
                    <a:pt x="162050" y="267791"/>
                  </a:moveTo>
                  <a:cubicBezTo>
                    <a:pt x="148043" y="267791"/>
                    <a:pt x="133400" y="265885"/>
                    <a:pt x="119394" y="261436"/>
                  </a:cubicBezTo>
                  <a:cubicBezTo>
                    <a:pt x="74191" y="248728"/>
                    <a:pt x="34082" y="215685"/>
                    <a:pt x="9889" y="171840"/>
                  </a:cubicBezTo>
                  <a:cubicBezTo>
                    <a:pt x="6706" y="166121"/>
                    <a:pt x="3522" y="160402"/>
                    <a:pt x="976" y="154048"/>
                  </a:cubicBezTo>
                  <a:cubicBezTo>
                    <a:pt x="-1571" y="147694"/>
                    <a:pt x="976" y="140704"/>
                    <a:pt x="7342" y="138162"/>
                  </a:cubicBezTo>
                  <a:cubicBezTo>
                    <a:pt x="13709" y="135621"/>
                    <a:pt x="20712" y="138162"/>
                    <a:pt x="23259" y="144517"/>
                  </a:cubicBezTo>
                  <a:cubicBezTo>
                    <a:pt x="25805" y="149600"/>
                    <a:pt x="28352" y="155319"/>
                    <a:pt x="30899" y="160402"/>
                  </a:cubicBezTo>
                  <a:cubicBezTo>
                    <a:pt x="51908" y="198529"/>
                    <a:pt x="86924" y="227123"/>
                    <a:pt x="125760" y="238561"/>
                  </a:cubicBezTo>
                  <a:cubicBezTo>
                    <a:pt x="158230" y="248092"/>
                    <a:pt x="191336" y="244280"/>
                    <a:pt x="218712" y="229029"/>
                  </a:cubicBezTo>
                  <a:cubicBezTo>
                    <a:pt x="281741" y="194080"/>
                    <a:pt x="300204" y="106391"/>
                    <a:pt x="260095" y="33316"/>
                  </a:cubicBezTo>
                  <a:cubicBezTo>
                    <a:pt x="257548" y="28232"/>
                    <a:pt x="254365" y="23784"/>
                    <a:pt x="251182" y="19336"/>
                  </a:cubicBezTo>
                  <a:cubicBezTo>
                    <a:pt x="247362" y="13617"/>
                    <a:pt x="248635" y="5992"/>
                    <a:pt x="254365" y="2179"/>
                  </a:cubicBezTo>
                  <a:cubicBezTo>
                    <a:pt x="260095" y="-1633"/>
                    <a:pt x="267735" y="-362"/>
                    <a:pt x="271555" y="5357"/>
                  </a:cubicBezTo>
                  <a:cubicBezTo>
                    <a:pt x="275375" y="10440"/>
                    <a:pt x="278558" y="16159"/>
                    <a:pt x="281741" y="21878"/>
                  </a:cubicBezTo>
                  <a:cubicBezTo>
                    <a:pt x="328854" y="106391"/>
                    <a:pt x="305934" y="209331"/>
                    <a:pt x="230809" y="250634"/>
                  </a:cubicBezTo>
                  <a:cubicBezTo>
                    <a:pt x="209799" y="262072"/>
                    <a:pt x="186243" y="267791"/>
                    <a:pt x="162050" y="2677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A34F0AC5-F1D3-B7C5-9056-8BD4AD38BF94}"/>
                </a:ext>
              </a:extLst>
            </p:cNvPr>
            <p:cNvSpPr/>
            <p:nvPr/>
          </p:nvSpPr>
          <p:spPr>
            <a:xfrm>
              <a:off x="54620" y="4168853"/>
              <a:ext cx="283747" cy="297788"/>
            </a:xfrm>
            <a:custGeom>
              <a:avLst/>
              <a:gdLst>
                <a:gd name="connsiteX0" fmla="*/ 95213 w 283747"/>
                <a:gd name="connsiteY0" fmla="*/ 297788 h 297788"/>
                <a:gd name="connsiteX1" fmla="*/ 88847 w 283747"/>
                <a:gd name="connsiteY1" fmla="*/ 295882 h 297788"/>
                <a:gd name="connsiteX2" fmla="*/ 72930 w 283747"/>
                <a:gd name="connsiteY2" fmla="*/ 285080 h 297788"/>
                <a:gd name="connsiteX3" fmla="*/ 2898 w 283747"/>
                <a:gd name="connsiteY3" fmla="*/ 173879 h 297788"/>
                <a:gd name="connsiteX4" fmla="*/ 30274 w 283747"/>
                <a:gd name="connsiteY4" fmla="*/ 55052 h 297788"/>
                <a:gd name="connsiteX5" fmla="*/ 264564 w 283747"/>
                <a:gd name="connsiteY5" fmla="*/ 40437 h 297788"/>
                <a:gd name="connsiteX6" fmla="*/ 279844 w 283747"/>
                <a:gd name="connsiteY6" fmla="*/ 53146 h 297788"/>
                <a:gd name="connsiteX7" fmla="*/ 280480 w 283747"/>
                <a:gd name="connsiteY7" fmla="*/ 70303 h 297788"/>
                <a:gd name="connsiteX8" fmla="*/ 263291 w 283747"/>
                <a:gd name="connsiteY8" fmla="*/ 70938 h 297788"/>
                <a:gd name="connsiteX9" fmla="*/ 249921 w 283747"/>
                <a:gd name="connsiteY9" fmla="*/ 59501 h 297788"/>
                <a:gd name="connsiteX10" fmla="*/ 50011 w 283747"/>
                <a:gd name="connsiteY10" fmla="*/ 69667 h 297788"/>
                <a:gd name="connsiteX11" fmla="*/ 27728 w 283747"/>
                <a:gd name="connsiteY11" fmla="*/ 168795 h 297788"/>
                <a:gd name="connsiteX12" fmla="*/ 88210 w 283747"/>
                <a:gd name="connsiteY12" fmla="*/ 265381 h 297788"/>
                <a:gd name="connsiteX13" fmla="*/ 102216 w 283747"/>
                <a:gd name="connsiteY13" fmla="*/ 274913 h 297788"/>
                <a:gd name="connsiteX14" fmla="*/ 106036 w 283747"/>
                <a:gd name="connsiteY14" fmla="*/ 291434 h 297788"/>
                <a:gd name="connsiteX15" fmla="*/ 95213 w 283747"/>
                <a:gd name="connsiteY15" fmla="*/ 297788 h 297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3747" h="297788">
                  <a:moveTo>
                    <a:pt x="95213" y="297788"/>
                  </a:moveTo>
                  <a:cubicBezTo>
                    <a:pt x="92667" y="297788"/>
                    <a:pt x="90757" y="297153"/>
                    <a:pt x="88847" y="295882"/>
                  </a:cubicBezTo>
                  <a:cubicBezTo>
                    <a:pt x="83753" y="292705"/>
                    <a:pt x="78024" y="288892"/>
                    <a:pt x="72930" y="285080"/>
                  </a:cubicBezTo>
                  <a:cubicBezTo>
                    <a:pt x="36004" y="256485"/>
                    <a:pt x="11175" y="217088"/>
                    <a:pt x="2898" y="173879"/>
                  </a:cubicBezTo>
                  <a:cubicBezTo>
                    <a:pt x="-5378" y="130034"/>
                    <a:pt x="4171" y="88095"/>
                    <a:pt x="30274" y="55052"/>
                  </a:cubicBezTo>
                  <a:cubicBezTo>
                    <a:pt x="83117" y="-12304"/>
                    <a:pt x="188165" y="-18658"/>
                    <a:pt x="264564" y="40437"/>
                  </a:cubicBezTo>
                  <a:cubicBezTo>
                    <a:pt x="269657" y="44250"/>
                    <a:pt x="274750" y="48698"/>
                    <a:pt x="279844" y="53146"/>
                  </a:cubicBezTo>
                  <a:cubicBezTo>
                    <a:pt x="284937" y="57594"/>
                    <a:pt x="284937" y="65219"/>
                    <a:pt x="280480" y="70303"/>
                  </a:cubicBezTo>
                  <a:cubicBezTo>
                    <a:pt x="276024" y="75386"/>
                    <a:pt x="268384" y="75386"/>
                    <a:pt x="263291" y="70938"/>
                  </a:cubicBezTo>
                  <a:cubicBezTo>
                    <a:pt x="258834" y="67126"/>
                    <a:pt x="254377" y="63313"/>
                    <a:pt x="249921" y="59501"/>
                  </a:cubicBezTo>
                  <a:cubicBezTo>
                    <a:pt x="184345" y="8030"/>
                    <a:pt x="94577" y="13114"/>
                    <a:pt x="50011" y="69667"/>
                  </a:cubicBezTo>
                  <a:cubicBezTo>
                    <a:pt x="28364" y="96991"/>
                    <a:pt x="20725" y="132575"/>
                    <a:pt x="27728" y="168795"/>
                  </a:cubicBezTo>
                  <a:cubicBezTo>
                    <a:pt x="34731" y="206286"/>
                    <a:pt x="56377" y="240599"/>
                    <a:pt x="88210" y="265381"/>
                  </a:cubicBezTo>
                  <a:cubicBezTo>
                    <a:pt x="92667" y="268558"/>
                    <a:pt x="97123" y="272371"/>
                    <a:pt x="102216" y="274913"/>
                  </a:cubicBezTo>
                  <a:cubicBezTo>
                    <a:pt x="107946" y="278725"/>
                    <a:pt x="109856" y="286350"/>
                    <a:pt x="106036" y="291434"/>
                  </a:cubicBezTo>
                  <a:cubicBezTo>
                    <a:pt x="103490" y="295247"/>
                    <a:pt x="99033" y="297788"/>
                    <a:pt x="95213" y="2977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6791D169-EE3E-C10C-A998-40911E8F2BF6}"/>
                </a:ext>
              </a:extLst>
            </p:cNvPr>
            <p:cNvSpPr/>
            <p:nvPr/>
          </p:nvSpPr>
          <p:spPr>
            <a:xfrm>
              <a:off x="373376" y="4512908"/>
              <a:ext cx="42063" cy="42059"/>
            </a:xfrm>
            <a:custGeom>
              <a:avLst/>
              <a:gdLst>
                <a:gd name="connsiteX0" fmla="*/ 20933 w 42063"/>
                <a:gd name="connsiteY0" fmla="*/ 42059 h 42059"/>
                <a:gd name="connsiteX1" fmla="*/ 5016 w 42063"/>
                <a:gd name="connsiteY1" fmla="*/ 34434 h 42059"/>
                <a:gd name="connsiteX2" fmla="*/ 7563 w 42063"/>
                <a:gd name="connsiteY2" fmla="*/ 5204 h 42059"/>
                <a:gd name="connsiteX3" fmla="*/ 22843 w 42063"/>
                <a:gd name="connsiteY3" fmla="*/ 120 h 42059"/>
                <a:gd name="connsiteX4" fmla="*/ 36849 w 42063"/>
                <a:gd name="connsiteY4" fmla="*/ 7110 h 42059"/>
                <a:gd name="connsiteX5" fmla="*/ 41943 w 42063"/>
                <a:gd name="connsiteY5" fmla="*/ 22361 h 42059"/>
                <a:gd name="connsiteX6" fmla="*/ 34939 w 42063"/>
                <a:gd name="connsiteY6" fmla="*/ 36340 h 42059"/>
                <a:gd name="connsiteX7" fmla="*/ 20933 w 42063"/>
                <a:gd name="connsiteY7" fmla="*/ 42059 h 4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63" h="42059">
                  <a:moveTo>
                    <a:pt x="20933" y="42059"/>
                  </a:moveTo>
                  <a:cubicBezTo>
                    <a:pt x="15203" y="42059"/>
                    <a:pt x="8836" y="39517"/>
                    <a:pt x="5016" y="34434"/>
                  </a:cubicBezTo>
                  <a:cubicBezTo>
                    <a:pt x="-2623" y="25538"/>
                    <a:pt x="-1350" y="12194"/>
                    <a:pt x="7563" y="5204"/>
                  </a:cubicBezTo>
                  <a:cubicBezTo>
                    <a:pt x="12020" y="1391"/>
                    <a:pt x="17113" y="-515"/>
                    <a:pt x="22843" y="120"/>
                  </a:cubicBezTo>
                  <a:cubicBezTo>
                    <a:pt x="28573" y="756"/>
                    <a:pt x="33666" y="3298"/>
                    <a:pt x="36849" y="7110"/>
                  </a:cubicBezTo>
                  <a:cubicBezTo>
                    <a:pt x="40669" y="11558"/>
                    <a:pt x="42579" y="16642"/>
                    <a:pt x="41943" y="22361"/>
                  </a:cubicBezTo>
                  <a:cubicBezTo>
                    <a:pt x="41306" y="28079"/>
                    <a:pt x="38759" y="33163"/>
                    <a:pt x="34939" y="36340"/>
                  </a:cubicBezTo>
                  <a:cubicBezTo>
                    <a:pt x="31119" y="40788"/>
                    <a:pt x="26026" y="42059"/>
                    <a:pt x="20933" y="420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196AA8E4-FEFE-00D0-C1ED-C82EF03A5F28}"/>
                </a:ext>
              </a:extLst>
            </p:cNvPr>
            <p:cNvSpPr/>
            <p:nvPr/>
          </p:nvSpPr>
          <p:spPr>
            <a:xfrm>
              <a:off x="11223829" y="4394837"/>
              <a:ext cx="57984" cy="24146"/>
            </a:xfrm>
            <a:custGeom>
              <a:avLst/>
              <a:gdLst>
                <a:gd name="connsiteX0" fmla="*/ 45840 w 57984"/>
                <a:gd name="connsiteY0" fmla="*/ 24147 h 24146"/>
                <a:gd name="connsiteX1" fmla="*/ 12097 w 57984"/>
                <a:gd name="connsiteY1" fmla="*/ 24147 h 24146"/>
                <a:gd name="connsiteX2" fmla="*/ 0 w 57984"/>
                <a:gd name="connsiteY2" fmla="*/ 12073 h 24146"/>
                <a:gd name="connsiteX3" fmla="*/ 12097 w 57984"/>
                <a:gd name="connsiteY3" fmla="*/ 0 h 24146"/>
                <a:gd name="connsiteX4" fmla="*/ 45840 w 57984"/>
                <a:gd name="connsiteY4" fmla="*/ 0 h 24146"/>
                <a:gd name="connsiteX5" fmla="*/ 57936 w 57984"/>
                <a:gd name="connsiteY5" fmla="*/ 12073 h 24146"/>
                <a:gd name="connsiteX6" fmla="*/ 45840 w 57984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84" h="24146">
                  <a:moveTo>
                    <a:pt x="45840" y="24147"/>
                  </a:moveTo>
                  <a:lnTo>
                    <a:pt x="12097" y="24147"/>
                  </a:lnTo>
                  <a:cubicBezTo>
                    <a:pt x="5094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45840" y="0"/>
                  </a:lnTo>
                  <a:cubicBezTo>
                    <a:pt x="52843" y="0"/>
                    <a:pt x="57936" y="5719"/>
                    <a:pt x="57936" y="12073"/>
                  </a:cubicBezTo>
                  <a:cubicBezTo>
                    <a:pt x="58573" y="19063"/>
                    <a:pt x="52843" y="24147"/>
                    <a:pt x="45840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D5937ED5-416F-96DE-B894-B9B2D0B35B2F}"/>
                </a:ext>
              </a:extLst>
            </p:cNvPr>
            <p:cNvSpPr/>
            <p:nvPr/>
          </p:nvSpPr>
          <p:spPr>
            <a:xfrm>
              <a:off x="11323148" y="4303335"/>
              <a:ext cx="57936" cy="24146"/>
            </a:xfrm>
            <a:custGeom>
              <a:avLst/>
              <a:gdLst>
                <a:gd name="connsiteX0" fmla="*/ 45840 w 57936"/>
                <a:gd name="connsiteY0" fmla="*/ 24147 h 24146"/>
                <a:gd name="connsiteX1" fmla="*/ 12097 w 57936"/>
                <a:gd name="connsiteY1" fmla="*/ 24147 h 24146"/>
                <a:gd name="connsiteX2" fmla="*/ 0 w 57936"/>
                <a:gd name="connsiteY2" fmla="*/ 12073 h 24146"/>
                <a:gd name="connsiteX3" fmla="*/ 12097 w 57936"/>
                <a:gd name="connsiteY3" fmla="*/ 0 h 24146"/>
                <a:gd name="connsiteX4" fmla="*/ 45840 w 57936"/>
                <a:gd name="connsiteY4" fmla="*/ 0 h 24146"/>
                <a:gd name="connsiteX5" fmla="*/ 57936 w 57936"/>
                <a:gd name="connsiteY5" fmla="*/ 12073 h 24146"/>
                <a:gd name="connsiteX6" fmla="*/ 45840 w 57936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6" h="24146">
                  <a:moveTo>
                    <a:pt x="45840" y="24147"/>
                  </a:moveTo>
                  <a:lnTo>
                    <a:pt x="12097" y="24147"/>
                  </a:lnTo>
                  <a:cubicBezTo>
                    <a:pt x="5094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45840" y="0"/>
                  </a:lnTo>
                  <a:cubicBezTo>
                    <a:pt x="52843" y="0"/>
                    <a:pt x="57936" y="5719"/>
                    <a:pt x="57936" y="12073"/>
                  </a:cubicBezTo>
                  <a:cubicBezTo>
                    <a:pt x="57936" y="18428"/>
                    <a:pt x="52843" y="24147"/>
                    <a:pt x="45840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2B33DFD7-49F9-7ECC-62CA-F8ED0C299CE5}"/>
                </a:ext>
              </a:extLst>
            </p:cNvPr>
            <p:cNvSpPr/>
            <p:nvPr/>
          </p:nvSpPr>
          <p:spPr>
            <a:xfrm>
              <a:off x="11422467" y="4394837"/>
              <a:ext cx="57935" cy="24146"/>
            </a:xfrm>
            <a:custGeom>
              <a:avLst/>
              <a:gdLst>
                <a:gd name="connsiteX0" fmla="*/ 45839 w 57935"/>
                <a:gd name="connsiteY0" fmla="*/ 24147 h 24146"/>
                <a:gd name="connsiteX1" fmla="*/ 12096 w 57935"/>
                <a:gd name="connsiteY1" fmla="*/ 24147 h 24146"/>
                <a:gd name="connsiteX2" fmla="*/ 0 w 57935"/>
                <a:gd name="connsiteY2" fmla="*/ 12073 h 24146"/>
                <a:gd name="connsiteX3" fmla="*/ 12096 w 57935"/>
                <a:gd name="connsiteY3" fmla="*/ 0 h 24146"/>
                <a:gd name="connsiteX4" fmla="*/ 45839 w 57935"/>
                <a:gd name="connsiteY4" fmla="*/ 0 h 24146"/>
                <a:gd name="connsiteX5" fmla="*/ 57936 w 57935"/>
                <a:gd name="connsiteY5" fmla="*/ 12073 h 24146"/>
                <a:gd name="connsiteX6" fmla="*/ 45839 w 579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5" h="24146">
                  <a:moveTo>
                    <a:pt x="45839" y="24147"/>
                  </a:moveTo>
                  <a:lnTo>
                    <a:pt x="12096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29" y="0"/>
                    <a:pt x="12096" y="0"/>
                  </a:cubicBezTo>
                  <a:lnTo>
                    <a:pt x="45839" y="0"/>
                  </a:lnTo>
                  <a:cubicBezTo>
                    <a:pt x="52842" y="0"/>
                    <a:pt x="57936" y="5719"/>
                    <a:pt x="57936" y="12073"/>
                  </a:cubicBezTo>
                  <a:cubicBezTo>
                    <a:pt x="57936" y="19063"/>
                    <a:pt x="52205" y="24147"/>
                    <a:pt x="45839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AFAAF997-096E-DC95-F97F-B3DBCDF17C48}"/>
                </a:ext>
              </a:extLst>
            </p:cNvPr>
            <p:cNvSpPr/>
            <p:nvPr/>
          </p:nvSpPr>
          <p:spPr>
            <a:xfrm>
              <a:off x="11521148" y="4303335"/>
              <a:ext cx="57935" cy="24146"/>
            </a:xfrm>
            <a:custGeom>
              <a:avLst/>
              <a:gdLst>
                <a:gd name="connsiteX0" fmla="*/ 45839 w 57935"/>
                <a:gd name="connsiteY0" fmla="*/ 24147 h 24146"/>
                <a:gd name="connsiteX1" fmla="*/ 12096 w 57935"/>
                <a:gd name="connsiteY1" fmla="*/ 24147 h 24146"/>
                <a:gd name="connsiteX2" fmla="*/ 0 w 57935"/>
                <a:gd name="connsiteY2" fmla="*/ 12073 h 24146"/>
                <a:gd name="connsiteX3" fmla="*/ 12096 w 57935"/>
                <a:gd name="connsiteY3" fmla="*/ 0 h 24146"/>
                <a:gd name="connsiteX4" fmla="*/ 45839 w 57935"/>
                <a:gd name="connsiteY4" fmla="*/ 0 h 24146"/>
                <a:gd name="connsiteX5" fmla="*/ 57936 w 57935"/>
                <a:gd name="connsiteY5" fmla="*/ 12073 h 24146"/>
                <a:gd name="connsiteX6" fmla="*/ 45839 w 579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5" h="24146">
                  <a:moveTo>
                    <a:pt x="45839" y="24147"/>
                  </a:moveTo>
                  <a:lnTo>
                    <a:pt x="12096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29" y="0"/>
                    <a:pt x="12096" y="0"/>
                  </a:cubicBezTo>
                  <a:lnTo>
                    <a:pt x="45839" y="0"/>
                  </a:lnTo>
                  <a:cubicBezTo>
                    <a:pt x="52842" y="0"/>
                    <a:pt x="57936" y="5719"/>
                    <a:pt x="57936" y="12073"/>
                  </a:cubicBezTo>
                  <a:cubicBezTo>
                    <a:pt x="57936" y="18428"/>
                    <a:pt x="52842" y="24147"/>
                    <a:pt x="45839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2305AB57-08DE-3989-603A-008DD6AEF861}"/>
                </a:ext>
              </a:extLst>
            </p:cNvPr>
            <p:cNvSpPr/>
            <p:nvPr/>
          </p:nvSpPr>
          <p:spPr>
            <a:xfrm>
              <a:off x="11620467" y="4394837"/>
              <a:ext cx="57935" cy="24146"/>
            </a:xfrm>
            <a:custGeom>
              <a:avLst/>
              <a:gdLst>
                <a:gd name="connsiteX0" fmla="*/ 45839 w 57935"/>
                <a:gd name="connsiteY0" fmla="*/ 24147 h 24146"/>
                <a:gd name="connsiteX1" fmla="*/ 12097 w 57935"/>
                <a:gd name="connsiteY1" fmla="*/ 24147 h 24146"/>
                <a:gd name="connsiteX2" fmla="*/ 0 w 57935"/>
                <a:gd name="connsiteY2" fmla="*/ 12073 h 24146"/>
                <a:gd name="connsiteX3" fmla="*/ 12097 w 57935"/>
                <a:gd name="connsiteY3" fmla="*/ 0 h 24146"/>
                <a:gd name="connsiteX4" fmla="*/ 45839 w 57935"/>
                <a:gd name="connsiteY4" fmla="*/ 0 h 24146"/>
                <a:gd name="connsiteX5" fmla="*/ 57936 w 57935"/>
                <a:gd name="connsiteY5" fmla="*/ 12073 h 24146"/>
                <a:gd name="connsiteX6" fmla="*/ 45839 w 579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5" h="24146">
                  <a:moveTo>
                    <a:pt x="45839" y="24147"/>
                  </a:moveTo>
                  <a:lnTo>
                    <a:pt x="12097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45839" y="0"/>
                  </a:lnTo>
                  <a:cubicBezTo>
                    <a:pt x="52842" y="0"/>
                    <a:pt x="57936" y="5719"/>
                    <a:pt x="57936" y="12073"/>
                  </a:cubicBezTo>
                  <a:cubicBezTo>
                    <a:pt x="57936" y="19063"/>
                    <a:pt x="52842" y="24147"/>
                    <a:pt x="45839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CD149875-6C7B-544D-5F47-4EB02B6BE99C}"/>
                </a:ext>
              </a:extLst>
            </p:cNvPr>
            <p:cNvSpPr/>
            <p:nvPr/>
          </p:nvSpPr>
          <p:spPr>
            <a:xfrm>
              <a:off x="10788994" y="4622269"/>
              <a:ext cx="1325517" cy="509036"/>
            </a:xfrm>
            <a:custGeom>
              <a:avLst/>
              <a:gdLst>
                <a:gd name="connsiteX0" fmla="*/ 970901 w 1325517"/>
                <a:gd name="connsiteY0" fmla="*/ 509036 h 509036"/>
                <a:gd name="connsiteX1" fmla="*/ 353344 w 1325517"/>
                <a:gd name="connsiteY1" fmla="*/ 509036 h 509036"/>
                <a:gd name="connsiteX2" fmla="*/ 349524 w 1325517"/>
                <a:gd name="connsiteY2" fmla="*/ 508401 h 509036"/>
                <a:gd name="connsiteX3" fmla="*/ 0 w 1325517"/>
                <a:gd name="connsiteY3" fmla="*/ 12762 h 509036"/>
                <a:gd name="connsiteX4" fmla="*/ 11459 w 1325517"/>
                <a:gd name="connsiteY4" fmla="*/ 54 h 509036"/>
                <a:gd name="connsiteX5" fmla="*/ 24192 w 1325517"/>
                <a:gd name="connsiteY5" fmla="*/ 11491 h 509036"/>
                <a:gd name="connsiteX6" fmla="*/ 355890 w 1325517"/>
                <a:gd name="connsiteY6" fmla="*/ 484254 h 509036"/>
                <a:gd name="connsiteX7" fmla="*/ 968990 w 1325517"/>
                <a:gd name="connsiteY7" fmla="*/ 484254 h 509036"/>
                <a:gd name="connsiteX8" fmla="*/ 1300688 w 1325517"/>
                <a:gd name="connsiteY8" fmla="*/ 11491 h 509036"/>
                <a:gd name="connsiteX9" fmla="*/ 1313421 w 1325517"/>
                <a:gd name="connsiteY9" fmla="*/ 54 h 509036"/>
                <a:gd name="connsiteX10" fmla="*/ 1325518 w 1325517"/>
                <a:gd name="connsiteY10" fmla="*/ 12762 h 509036"/>
                <a:gd name="connsiteX11" fmla="*/ 975993 w 1325517"/>
                <a:gd name="connsiteY11" fmla="*/ 508401 h 509036"/>
                <a:gd name="connsiteX12" fmla="*/ 970901 w 1325517"/>
                <a:gd name="connsiteY12" fmla="*/ 509036 h 509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25517" h="509036">
                  <a:moveTo>
                    <a:pt x="970901" y="509036"/>
                  </a:moveTo>
                  <a:lnTo>
                    <a:pt x="353344" y="509036"/>
                  </a:lnTo>
                  <a:cubicBezTo>
                    <a:pt x="352070" y="509036"/>
                    <a:pt x="350797" y="509036"/>
                    <a:pt x="349524" y="508401"/>
                  </a:cubicBezTo>
                  <a:cubicBezTo>
                    <a:pt x="17189" y="389575"/>
                    <a:pt x="0" y="16575"/>
                    <a:pt x="0" y="12762"/>
                  </a:cubicBezTo>
                  <a:cubicBezTo>
                    <a:pt x="0" y="5773"/>
                    <a:pt x="5093" y="689"/>
                    <a:pt x="11459" y="54"/>
                  </a:cubicBezTo>
                  <a:cubicBezTo>
                    <a:pt x="18462" y="-582"/>
                    <a:pt x="23556" y="5137"/>
                    <a:pt x="24192" y="11491"/>
                  </a:cubicBezTo>
                  <a:cubicBezTo>
                    <a:pt x="24192" y="15304"/>
                    <a:pt x="40745" y="370512"/>
                    <a:pt x="355890" y="484254"/>
                  </a:cubicBezTo>
                  <a:lnTo>
                    <a:pt x="968990" y="484254"/>
                  </a:lnTo>
                  <a:cubicBezTo>
                    <a:pt x="1283499" y="370512"/>
                    <a:pt x="1300688" y="14669"/>
                    <a:pt x="1300688" y="11491"/>
                  </a:cubicBezTo>
                  <a:cubicBezTo>
                    <a:pt x="1300688" y="4502"/>
                    <a:pt x="1306418" y="-582"/>
                    <a:pt x="1313421" y="54"/>
                  </a:cubicBezTo>
                  <a:cubicBezTo>
                    <a:pt x="1320424" y="54"/>
                    <a:pt x="1325518" y="5773"/>
                    <a:pt x="1325518" y="12762"/>
                  </a:cubicBezTo>
                  <a:cubicBezTo>
                    <a:pt x="1325518" y="16575"/>
                    <a:pt x="1308328" y="390210"/>
                    <a:pt x="975993" y="508401"/>
                  </a:cubicBezTo>
                  <a:cubicBezTo>
                    <a:pt x="974084" y="508401"/>
                    <a:pt x="972174" y="509036"/>
                    <a:pt x="970901" y="50903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35CB4256-99A1-708F-E623-BB9066BB07A8}"/>
                </a:ext>
              </a:extLst>
            </p:cNvPr>
            <p:cNvSpPr/>
            <p:nvPr/>
          </p:nvSpPr>
          <p:spPr>
            <a:xfrm>
              <a:off x="10788994" y="4622269"/>
              <a:ext cx="1325517" cy="509036"/>
            </a:xfrm>
            <a:custGeom>
              <a:avLst/>
              <a:gdLst>
                <a:gd name="connsiteX0" fmla="*/ 970901 w 1325517"/>
                <a:gd name="connsiteY0" fmla="*/ 509036 h 509036"/>
                <a:gd name="connsiteX1" fmla="*/ 353344 w 1325517"/>
                <a:gd name="connsiteY1" fmla="*/ 509036 h 509036"/>
                <a:gd name="connsiteX2" fmla="*/ 349524 w 1325517"/>
                <a:gd name="connsiteY2" fmla="*/ 508401 h 509036"/>
                <a:gd name="connsiteX3" fmla="*/ 0 w 1325517"/>
                <a:gd name="connsiteY3" fmla="*/ 12762 h 509036"/>
                <a:gd name="connsiteX4" fmla="*/ 11459 w 1325517"/>
                <a:gd name="connsiteY4" fmla="*/ 54 h 509036"/>
                <a:gd name="connsiteX5" fmla="*/ 24192 w 1325517"/>
                <a:gd name="connsiteY5" fmla="*/ 11491 h 509036"/>
                <a:gd name="connsiteX6" fmla="*/ 355890 w 1325517"/>
                <a:gd name="connsiteY6" fmla="*/ 484254 h 509036"/>
                <a:gd name="connsiteX7" fmla="*/ 968990 w 1325517"/>
                <a:gd name="connsiteY7" fmla="*/ 484254 h 509036"/>
                <a:gd name="connsiteX8" fmla="*/ 1300688 w 1325517"/>
                <a:gd name="connsiteY8" fmla="*/ 11491 h 509036"/>
                <a:gd name="connsiteX9" fmla="*/ 1313421 w 1325517"/>
                <a:gd name="connsiteY9" fmla="*/ 54 h 509036"/>
                <a:gd name="connsiteX10" fmla="*/ 1325518 w 1325517"/>
                <a:gd name="connsiteY10" fmla="*/ 12762 h 509036"/>
                <a:gd name="connsiteX11" fmla="*/ 975993 w 1325517"/>
                <a:gd name="connsiteY11" fmla="*/ 508401 h 509036"/>
                <a:gd name="connsiteX12" fmla="*/ 970901 w 1325517"/>
                <a:gd name="connsiteY12" fmla="*/ 509036 h 509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25517" h="509036">
                  <a:moveTo>
                    <a:pt x="970901" y="509036"/>
                  </a:moveTo>
                  <a:lnTo>
                    <a:pt x="353344" y="509036"/>
                  </a:lnTo>
                  <a:cubicBezTo>
                    <a:pt x="352070" y="509036"/>
                    <a:pt x="350797" y="509036"/>
                    <a:pt x="349524" y="508401"/>
                  </a:cubicBezTo>
                  <a:cubicBezTo>
                    <a:pt x="17189" y="389575"/>
                    <a:pt x="0" y="16575"/>
                    <a:pt x="0" y="12762"/>
                  </a:cubicBezTo>
                  <a:cubicBezTo>
                    <a:pt x="0" y="5773"/>
                    <a:pt x="5093" y="689"/>
                    <a:pt x="11459" y="54"/>
                  </a:cubicBezTo>
                  <a:cubicBezTo>
                    <a:pt x="18462" y="-582"/>
                    <a:pt x="23556" y="5137"/>
                    <a:pt x="24192" y="11491"/>
                  </a:cubicBezTo>
                  <a:cubicBezTo>
                    <a:pt x="24192" y="15304"/>
                    <a:pt x="40745" y="370512"/>
                    <a:pt x="355890" y="484254"/>
                  </a:cubicBezTo>
                  <a:lnTo>
                    <a:pt x="968990" y="484254"/>
                  </a:lnTo>
                  <a:cubicBezTo>
                    <a:pt x="1283499" y="370512"/>
                    <a:pt x="1300688" y="14669"/>
                    <a:pt x="1300688" y="11491"/>
                  </a:cubicBezTo>
                  <a:cubicBezTo>
                    <a:pt x="1300688" y="4502"/>
                    <a:pt x="1306418" y="-582"/>
                    <a:pt x="1313421" y="54"/>
                  </a:cubicBezTo>
                  <a:cubicBezTo>
                    <a:pt x="1320424" y="54"/>
                    <a:pt x="1325518" y="5773"/>
                    <a:pt x="1325518" y="12762"/>
                  </a:cubicBezTo>
                  <a:cubicBezTo>
                    <a:pt x="1325518" y="16575"/>
                    <a:pt x="1308328" y="390210"/>
                    <a:pt x="975993" y="508401"/>
                  </a:cubicBezTo>
                  <a:cubicBezTo>
                    <a:pt x="974084" y="508401"/>
                    <a:pt x="972174" y="509036"/>
                    <a:pt x="970901" y="50903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C48A41A2-3270-E168-6FA2-35A88224EE71}"/>
                </a:ext>
              </a:extLst>
            </p:cNvPr>
            <p:cNvSpPr/>
            <p:nvPr/>
          </p:nvSpPr>
          <p:spPr>
            <a:xfrm>
              <a:off x="11125332" y="5107456"/>
              <a:ext cx="650931" cy="116622"/>
            </a:xfrm>
            <a:custGeom>
              <a:avLst/>
              <a:gdLst>
                <a:gd name="connsiteX0" fmla="*/ 570897 w 650931"/>
                <a:gd name="connsiteY0" fmla="*/ 116623 h 116622"/>
                <a:gd name="connsiteX1" fmla="*/ 81309 w 650931"/>
                <a:gd name="connsiteY1" fmla="*/ 116623 h 116622"/>
                <a:gd name="connsiteX2" fmla="*/ 15096 w 650931"/>
                <a:gd name="connsiteY2" fmla="*/ 82945 h 116622"/>
                <a:gd name="connsiteX3" fmla="*/ 4273 w 650931"/>
                <a:gd name="connsiteY3" fmla="*/ 11141 h 116622"/>
                <a:gd name="connsiteX4" fmla="*/ 5546 w 650931"/>
                <a:gd name="connsiteY4" fmla="*/ 7328 h 116622"/>
                <a:gd name="connsiteX5" fmla="*/ 21463 w 650931"/>
                <a:gd name="connsiteY5" fmla="*/ 974 h 116622"/>
                <a:gd name="connsiteX6" fmla="*/ 27829 w 650931"/>
                <a:gd name="connsiteY6" fmla="*/ 16860 h 116622"/>
                <a:gd name="connsiteX7" fmla="*/ 27193 w 650931"/>
                <a:gd name="connsiteY7" fmla="*/ 19402 h 116622"/>
                <a:gd name="connsiteX8" fmla="*/ 34832 w 650931"/>
                <a:gd name="connsiteY8" fmla="*/ 68965 h 116622"/>
                <a:gd name="connsiteX9" fmla="*/ 80672 w 650931"/>
                <a:gd name="connsiteY9" fmla="*/ 92477 h 116622"/>
                <a:gd name="connsiteX10" fmla="*/ 570260 w 650931"/>
                <a:gd name="connsiteY10" fmla="*/ 92477 h 116622"/>
                <a:gd name="connsiteX11" fmla="*/ 616100 w 650931"/>
                <a:gd name="connsiteY11" fmla="*/ 68965 h 116622"/>
                <a:gd name="connsiteX12" fmla="*/ 623739 w 650931"/>
                <a:gd name="connsiteY12" fmla="*/ 19402 h 116622"/>
                <a:gd name="connsiteX13" fmla="*/ 623103 w 650931"/>
                <a:gd name="connsiteY13" fmla="*/ 17495 h 116622"/>
                <a:gd name="connsiteX14" fmla="*/ 629469 w 650931"/>
                <a:gd name="connsiteY14" fmla="*/ 1609 h 116622"/>
                <a:gd name="connsiteX15" fmla="*/ 645386 w 650931"/>
                <a:gd name="connsiteY15" fmla="*/ 7964 h 116622"/>
                <a:gd name="connsiteX16" fmla="*/ 646659 w 650931"/>
                <a:gd name="connsiteY16" fmla="*/ 11776 h 116622"/>
                <a:gd name="connsiteX17" fmla="*/ 635836 w 650931"/>
                <a:gd name="connsiteY17" fmla="*/ 83581 h 116622"/>
                <a:gd name="connsiteX18" fmla="*/ 570897 w 650931"/>
                <a:gd name="connsiteY18" fmla="*/ 116623 h 11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50931" h="116622">
                  <a:moveTo>
                    <a:pt x="570897" y="116623"/>
                  </a:moveTo>
                  <a:lnTo>
                    <a:pt x="81309" y="116623"/>
                  </a:lnTo>
                  <a:cubicBezTo>
                    <a:pt x="55206" y="116623"/>
                    <a:pt x="30376" y="103914"/>
                    <a:pt x="15096" y="82945"/>
                  </a:cubicBezTo>
                  <a:cubicBezTo>
                    <a:pt x="-184" y="61976"/>
                    <a:pt x="-4004" y="35287"/>
                    <a:pt x="4273" y="11141"/>
                  </a:cubicBezTo>
                  <a:cubicBezTo>
                    <a:pt x="4910" y="8599"/>
                    <a:pt x="5546" y="7328"/>
                    <a:pt x="5546" y="7328"/>
                  </a:cubicBezTo>
                  <a:cubicBezTo>
                    <a:pt x="8093" y="974"/>
                    <a:pt x="15096" y="-1568"/>
                    <a:pt x="21463" y="974"/>
                  </a:cubicBezTo>
                  <a:cubicBezTo>
                    <a:pt x="27829" y="3516"/>
                    <a:pt x="30376" y="10506"/>
                    <a:pt x="27829" y="16860"/>
                  </a:cubicBezTo>
                  <a:cubicBezTo>
                    <a:pt x="27829" y="16860"/>
                    <a:pt x="27193" y="17495"/>
                    <a:pt x="27193" y="19402"/>
                  </a:cubicBezTo>
                  <a:cubicBezTo>
                    <a:pt x="21463" y="36558"/>
                    <a:pt x="24009" y="54351"/>
                    <a:pt x="34832" y="68965"/>
                  </a:cubicBezTo>
                  <a:cubicBezTo>
                    <a:pt x="45656" y="84216"/>
                    <a:pt x="62209" y="92477"/>
                    <a:pt x="80672" y="92477"/>
                  </a:cubicBezTo>
                  <a:lnTo>
                    <a:pt x="570260" y="92477"/>
                  </a:lnTo>
                  <a:cubicBezTo>
                    <a:pt x="588723" y="92477"/>
                    <a:pt x="605913" y="83581"/>
                    <a:pt x="616100" y="68965"/>
                  </a:cubicBezTo>
                  <a:cubicBezTo>
                    <a:pt x="626923" y="54351"/>
                    <a:pt x="629469" y="35923"/>
                    <a:pt x="623739" y="19402"/>
                  </a:cubicBezTo>
                  <a:cubicBezTo>
                    <a:pt x="623103" y="18131"/>
                    <a:pt x="623103" y="17495"/>
                    <a:pt x="623103" y="17495"/>
                  </a:cubicBezTo>
                  <a:cubicBezTo>
                    <a:pt x="620556" y="11141"/>
                    <a:pt x="623103" y="4151"/>
                    <a:pt x="629469" y="1609"/>
                  </a:cubicBezTo>
                  <a:cubicBezTo>
                    <a:pt x="635836" y="-932"/>
                    <a:pt x="642839" y="1609"/>
                    <a:pt x="645386" y="7964"/>
                  </a:cubicBezTo>
                  <a:cubicBezTo>
                    <a:pt x="645386" y="7964"/>
                    <a:pt x="646022" y="9235"/>
                    <a:pt x="646659" y="11776"/>
                  </a:cubicBezTo>
                  <a:cubicBezTo>
                    <a:pt x="654936" y="35923"/>
                    <a:pt x="651116" y="62611"/>
                    <a:pt x="635836" y="83581"/>
                  </a:cubicBezTo>
                  <a:cubicBezTo>
                    <a:pt x="621830" y="103914"/>
                    <a:pt x="597000" y="116623"/>
                    <a:pt x="570897" y="1166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A27B7D03-2301-4415-9F0E-362FC91F9709}"/>
                </a:ext>
              </a:extLst>
            </p:cNvPr>
            <p:cNvSpPr/>
            <p:nvPr/>
          </p:nvSpPr>
          <p:spPr>
            <a:xfrm>
              <a:off x="10832286" y="4120330"/>
              <a:ext cx="1241479" cy="398417"/>
            </a:xfrm>
            <a:custGeom>
              <a:avLst/>
              <a:gdLst>
                <a:gd name="connsiteX0" fmla="*/ 1227473 w 1241479"/>
                <a:gd name="connsiteY0" fmla="*/ 398417 h 398417"/>
                <a:gd name="connsiteX1" fmla="*/ 1215377 w 1241479"/>
                <a:gd name="connsiteY1" fmla="*/ 386344 h 398417"/>
                <a:gd name="connsiteX2" fmla="*/ 1056213 w 1241479"/>
                <a:gd name="connsiteY2" fmla="*/ 227485 h 398417"/>
                <a:gd name="connsiteX3" fmla="*/ 1035203 w 1241479"/>
                <a:gd name="connsiteY3" fmla="*/ 228756 h 398417"/>
                <a:gd name="connsiteX4" fmla="*/ 1021833 w 1241479"/>
                <a:gd name="connsiteY4" fmla="*/ 218589 h 398417"/>
                <a:gd name="connsiteX5" fmla="*/ 865216 w 1241479"/>
                <a:gd name="connsiteY5" fmla="*/ 87690 h 398417"/>
                <a:gd name="connsiteX6" fmla="*/ 777357 w 1241479"/>
                <a:gd name="connsiteY6" fmla="*/ 113743 h 398417"/>
                <a:gd name="connsiteX7" fmla="*/ 767807 w 1241479"/>
                <a:gd name="connsiteY7" fmla="*/ 115649 h 398417"/>
                <a:gd name="connsiteX8" fmla="*/ 760168 w 1241479"/>
                <a:gd name="connsiteY8" fmla="*/ 109295 h 398417"/>
                <a:gd name="connsiteX9" fmla="*/ 619467 w 1241479"/>
                <a:gd name="connsiteY9" fmla="*/ 24147 h 398417"/>
                <a:gd name="connsiteX10" fmla="*/ 478766 w 1241479"/>
                <a:gd name="connsiteY10" fmla="*/ 109295 h 398417"/>
                <a:gd name="connsiteX11" fmla="*/ 471126 w 1241479"/>
                <a:gd name="connsiteY11" fmla="*/ 115649 h 398417"/>
                <a:gd name="connsiteX12" fmla="*/ 461576 w 1241479"/>
                <a:gd name="connsiteY12" fmla="*/ 113743 h 398417"/>
                <a:gd name="connsiteX13" fmla="*/ 373718 w 1241479"/>
                <a:gd name="connsiteY13" fmla="*/ 87690 h 398417"/>
                <a:gd name="connsiteX14" fmla="*/ 217100 w 1241479"/>
                <a:gd name="connsiteY14" fmla="*/ 218589 h 398417"/>
                <a:gd name="connsiteX15" fmla="*/ 203730 w 1241479"/>
                <a:gd name="connsiteY15" fmla="*/ 228756 h 398417"/>
                <a:gd name="connsiteX16" fmla="*/ 183357 w 1241479"/>
                <a:gd name="connsiteY16" fmla="*/ 227485 h 398417"/>
                <a:gd name="connsiteX17" fmla="*/ 24193 w 1241479"/>
                <a:gd name="connsiteY17" fmla="*/ 386344 h 398417"/>
                <a:gd name="connsiteX18" fmla="*/ 12097 w 1241479"/>
                <a:gd name="connsiteY18" fmla="*/ 398417 h 398417"/>
                <a:gd name="connsiteX19" fmla="*/ 0 w 1241479"/>
                <a:gd name="connsiteY19" fmla="*/ 386344 h 398417"/>
                <a:gd name="connsiteX20" fmla="*/ 183994 w 1241479"/>
                <a:gd name="connsiteY20" fmla="*/ 202703 h 398417"/>
                <a:gd name="connsiteX21" fmla="*/ 196727 w 1241479"/>
                <a:gd name="connsiteY21" fmla="*/ 203339 h 398417"/>
                <a:gd name="connsiteX22" fmla="*/ 374991 w 1241479"/>
                <a:gd name="connsiteY22" fmla="*/ 63543 h 398417"/>
                <a:gd name="connsiteX23" fmla="*/ 464759 w 1241479"/>
                <a:gd name="connsiteY23" fmla="*/ 87054 h 398417"/>
                <a:gd name="connsiteX24" fmla="*/ 620740 w 1241479"/>
                <a:gd name="connsiteY24" fmla="*/ 0 h 398417"/>
                <a:gd name="connsiteX25" fmla="*/ 776720 w 1241479"/>
                <a:gd name="connsiteY25" fmla="*/ 87054 h 398417"/>
                <a:gd name="connsiteX26" fmla="*/ 866489 w 1241479"/>
                <a:gd name="connsiteY26" fmla="*/ 63543 h 398417"/>
                <a:gd name="connsiteX27" fmla="*/ 1044753 w 1241479"/>
                <a:gd name="connsiteY27" fmla="*/ 203339 h 398417"/>
                <a:gd name="connsiteX28" fmla="*/ 1057486 w 1241479"/>
                <a:gd name="connsiteY28" fmla="*/ 202703 h 398417"/>
                <a:gd name="connsiteX29" fmla="*/ 1241479 w 1241479"/>
                <a:gd name="connsiteY29" fmla="*/ 386344 h 398417"/>
                <a:gd name="connsiteX30" fmla="*/ 1227473 w 1241479"/>
                <a:gd name="connsiteY30" fmla="*/ 398417 h 39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41479" h="398417">
                  <a:moveTo>
                    <a:pt x="1227473" y="398417"/>
                  </a:moveTo>
                  <a:cubicBezTo>
                    <a:pt x="1220470" y="398417"/>
                    <a:pt x="1215377" y="392698"/>
                    <a:pt x="1215377" y="386344"/>
                  </a:cubicBezTo>
                  <a:cubicBezTo>
                    <a:pt x="1215377" y="298654"/>
                    <a:pt x="1144072" y="227485"/>
                    <a:pt x="1056213" y="227485"/>
                  </a:cubicBezTo>
                  <a:cubicBezTo>
                    <a:pt x="1049846" y="227485"/>
                    <a:pt x="1043480" y="228121"/>
                    <a:pt x="1035203" y="228756"/>
                  </a:cubicBezTo>
                  <a:cubicBezTo>
                    <a:pt x="1028836" y="229392"/>
                    <a:pt x="1023107" y="224944"/>
                    <a:pt x="1021833" y="218589"/>
                  </a:cubicBezTo>
                  <a:cubicBezTo>
                    <a:pt x="1008463" y="142973"/>
                    <a:pt x="942251" y="87690"/>
                    <a:pt x="865216" y="87690"/>
                  </a:cubicBezTo>
                  <a:cubicBezTo>
                    <a:pt x="834020" y="87690"/>
                    <a:pt x="803461" y="96586"/>
                    <a:pt x="777357" y="113743"/>
                  </a:cubicBezTo>
                  <a:cubicBezTo>
                    <a:pt x="774174" y="115649"/>
                    <a:pt x="770990" y="116284"/>
                    <a:pt x="767807" y="115649"/>
                  </a:cubicBezTo>
                  <a:cubicBezTo>
                    <a:pt x="764624" y="115014"/>
                    <a:pt x="761441" y="112472"/>
                    <a:pt x="760168" y="109295"/>
                  </a:cubicBezTo>
                  <a:cubicBezTo>
                    <a:pt x="732155" y="56554"/>
                    <a:pt x="678675" y="24147"/>
                    <a:pt x="619467" y="24147"/>
                  </a:cubicBezTo>
                  <a:cubicBezTo>
                    <a:pt x="560257" y="24147"/>
                    <a:pt x="506142" y="56554"/>
                    <a:pt x="478766" y="109295"/>
                  </a:cubicBezTo>
                  <a:cubicBezTo>
                    <a:pt x="476856" y="112472"/>
                    <a:pt x="474309" y="114378"/>
                    <a:pt x="471126" y="115649"/>
                  </a:cubicBezTo>
                  <a:cubicBezTo>
                    <a:pt x="467942" y="116284"/>
                    <a:pt x="464122" y="115649"/>
                    <a:pt x="461576" y="113743"/>
                  </a:cubicBezTo>
                  <a:cubicBezTo>
                    <a:pt x="435473" y="96586"/>
                    <a:pt x="404913" y="87690"/>
                    <a:pt x="373718" y="87690"/>
                  </a:cubicBezTo>
                  <a:cubicBezTo>
                    <a:pt x="296682" y="87690"/>
                    <a:pt x="230470" y="142973"/>
                    <a:pt x="217100" y="218589"/>
                  </a:cubicBezTo>
                  <a:cubicBezTo>
                    <a:pt x="215827" y="224944"/>
                    <a:pt x="210097" y="229392"/>
                    <a:pt x="203730" y="228756"/>
                  </a:cubicBezTo>
                  <a:cubicBezTo>
                    <a:pt x="195454" y="227485"/>
                    <a:pt x="189087" y="227485"/>
                    <a:pt x="183357" y="227485"/>
                  </a:cubicBezTo>
                  <a:cubicBezTo>
                    <a:pt x="95498" y="227485"/>
                    <a:pt x="24193" y="298654"/>
                    <a:pt x="24193" y="386344"/>
                  </a:cubicBezTo>
                  <a:cubicBezTo>
                    <a:pt x="24193" y="393334"/>
                    <a:pt x="18463" y="398417"/>
                    <a:pt x="12097" y="398417"/>
                  </a:cubicBezTo>
                  <a:cubicBezTo>
                    <a:pt x="5094" y="398417"/>
                    <a:pt x="0" y="392698"/>
                    <a:pt x="0" y="386344"/>
                  </a:cubicBezTo>
                  <a:cubicBezTo>
                    <a:pt x="0" y="285310"/>
                    <a:pt x="82765" y="202703"/>
                    <a:pt x="183994" y="202703"/>
                  </a:cubicBezTo>
                  <a:cubicBezTo>
                    <a:pt x="187814" y="202703"/>
                    <a:pt x="192271" y="202703"/>
                    <a:pt x="196727" y="203339"/>
                  </a:cubicBezTo>
                  <a:cubicBezTo>
                    <a:pt x="216463" y="121368"/>
                    <a:pt x="289679" y="63543"/>
                    <a:pt x="374991" y="63543"/>
                  </a:cubicBezTo>
                  <a:cubicBezTo>
                    <a:pt x="406823" y="63543"/>
                    <a:pt x="437383" y="71804"/>
                    <a:pt x="464759" y="87054"/>
                  </a:cubicBezTo>
                  <a:cubicBezTo>
                    <a:pt x="497866" y="33043"/>
                    <a:pt x="557074" y="0"/>
                    <a:pt x="620740" y="0"/>
                  </a:cubicBezTo>
                  <a:cubicBezTo>
                    <a:pt x="684405" y="0"/>
                    <a:pt x="743615" y="33043"/>
                    <a:pt x="776720" y="87054"/>
                  </a:cubicBezTo>
                  <a:cubicBezTo>
                    <a:pt x="804097" y="71804"/>
                    <a:pt x="835293" y="63543"/>
                    <a:pt x="866489" y="63543"/>
                  </a:cubicBezTo>
                  <a:cubicBezTo>
                    <a:pt x="951801" y="63543"/>
                    <a:pt x="1025016" y="122003"/>
                    <a:pt x="1044753" y="203339"/>
                  </a:cubicBezTo>
                  <a:cubicBezTo>
                    <a:pt x="1049210" y="202703"/>
                    <a:pt x="1053666" y="202703"/>
                    <a:pt x="1057486" y="202703"/>
                  </a:cubicBezTo>
                  <a:cubicBezTo>
                    <a:pt x="1158714" y="202703"/>
                    <a:pt x="1241479" y="284675"/>
                    <a:pt x="1241479" y="386344"/>
                  </a:cubicBezTo>
                  <a:cubicBezTo>
                    <a:pt x="1239570" y="392698"/>
                    <a:pt x="1234476" y="398417"/>
                    <a:pt x="1227473" y="3984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A4B5CE5F-F42D-A1E0-60EA-8800C898BB35}"/>
                </a:ext>
              </a:extLst>
            </p:cNvPr>
            <p:cNvSpPr/>
            <p:nvPr/>
          </p:nvSpPr>
          <p:spPr>
            <a:xfrm>
              <a:off x="11800779" y="3930214"/>
              <a:ext cx="326645" cy="418871"/>
            </a:xfrm>
            <a:custGeom>
              <a:avLst/>
              <a:gdLst>
                <a:gd name="connsiteX0" fmla="*/ 65437 w 326645"/>
                <a:gd name="connsiteY0" fmla="*/ 418872 h 418871"/>
                <a:gd name="connsiteX1" fmla="*/ 57797 w 326645"/>
                <a:gd name="connsiteY1" fmla="*/ 416330 h 418871"/>
                <a:gd name="connsiteX2" fmla="*/ 55887 w 326645"/>
                <a:gd name="connsiteY2" fmla="*/ 399173 h 418871"/>
                <a:gd name="connsiteX3" fmla="*/ 295269 w 326645"/>
                <a:gd name="connsiteY3" fmla="*/ 89082 h 418871"/>
                <a:gd name="connsiteX4" fmla="*/ 301636 w 326645"/>
                <a:gd name="connsiteY4" fmla="*/ 57945 h 418871"/>
                <a:gd name="connsiteX5" fmla="*/ 283173 w 326645"/>
                <a:gd name="connsiteY5" fmla="*/ 31257 h 418871"/>
                <a:gd name="connsiteX6" fmla="*/ 223964 w 326645"/>
                <a:gd name="connsiteY6" fmla="*/ 44601 h 418871"/>
                <a:gd name="connsiteX7" fmla="*/ 22144 w 326645"/>
                <a:gd name="connsiteY7" fmla="*/ 319109 h 418871"/>
                <a:gd name="connsiteX8" fmla="*/ 4954 w 326645"/>
                <a:gd name="connsiteY8" fmla="*/ 321650 h 418871"/>
                <a:gd name="connsiteX9" fmla="*/ 2408 w 326645"/>
                <a:gd name="connsiteY9" fmla="*/ 304494 h 418871"/>
                <a:gd name="connsiteX10" fmla="*/ 204228 w 326645"/>
                <a:gd name="connsiteY10" fmla="*/ 30622 h 418871"/>
                <a:gd name="connsiteX11" fmla="*/ 296543 w 326645"/>
                <a:gd name="connsiteY11" fmla="*/ 10923 h 418871"/>
                <a:gd name="connsiteX12" fmla="*/ 325193 w 326645"/>
                <a:gd name="connsiteY12" fmla="*/ 53497 h 418871"/>
                <a:gd name="connsiteX13" fmla="*/ 315006 w 326645"/>
                <a:gd name="connsiteY13" fmla="*/ 103696 h 418871"/>
                <a:gd name="connsiteX14" fmla="*/ 74987 w 326645"/>
                <a:gd name="connsiteY14" fmla="*/ 414424 h 418871"/>
                <a:gd name="connsiteX15" fmla="*/ 65437 w 326645"/>
                <a:gd name="connsiteY15" fmla="*/ 418872 h 41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26645" h="418871">
                  <a:moveTo>
                    <a:pt x="65437" y="418872"/>
                  </a:moveTo>
                  <a:cubicBezTo>
                    <a:pt x="62890" y="418872"/>
                    <a:pt x="60343" y="418236"/>
                    <a:pt x="57797" y="416330"/>
                  </a:cubicBezTo>
                  <a:cubicBezTo>
                    <a:pt x="52704" y="412518"/>
                    <a:pt x="51431" y="404892"/>
                    <a:pt x="55887" y="399173"/>
                  </a:cubicBezTo>
                  <a:lnTo>
                    <a:pt x="295269" y="89082"/>
                  </a:lnTo>
                  <a:cubicBezTo>
                    <a:pt x="301636" y="80185"/>
                    <a:pt x="303546" y="68748"/>
                    <a:pt x="301636" y="57945"/>
                  </a:cubicBezTo>
                  <a:cubicBezTo>
                    <a:pt x="299089" y="46507"/>
                    <a:pt x="292723" y="36976"/>
                    <a:pt x="283173" y="31257"/>
                  </a:cubicBezTo>
                  <a:cubicBezTo>
                    <a:pt x="263437" y="18548"/>
                    <a:pt x="238607" y="24267"/>
                    <a:pt x="223964" y="44601"/>
                  </a:cubicBezTo>
                  <a:lnTo>
                    <a:pt x="22144" y="319109"/>
                  </a:lnTo>
                  <a:cubicBezTo>
                    <a:pt x="18324" y="324828"/>
                    <a:pt x="10684" y="325463"/>
                    <a:pt x="4954" y="321650"/>
                  </a:cubicBezTo>
                  <a:cubicBezTo>
                    <a:pt x="-776" y="317838"/>
                    <a:pt x="-1412" y="310213"/>
                    <a:pt x="2408" y="304494"/>
                  </a:cubicBezTo>
                  <a:lnTo>
                    <a:pt x="204228" y="30622"/>
                  </a:lnTo>
                  <a:cubicBezTo>
                    <a:pt x="225874" y="-515"/>
                    <a:pt x="265347" y="-9411"/>
                    <a:pt x="296543" y="10923"/>
                  </a:cubicBezTo>
                  <a:cubicBezTo>
                    <a:pt x="311822" y="21090"/>
                    <a:pt x="322009" y="35705"/>
                    <a:pt x="325193" y="53497"/>
                  </a:cubicBezTo>
                  <a:cubicBezTo>
                    <a:pt x="329013" y="71289"/>
                    <a:pt x="325193" y="89082"/>
                    <a:pt x="315006" y="103696"/>
                  </a:cubicBezTo>
                  <a:lnTo>
                    <a:pt x="74987" y="414424"/>
                  </a:lnTo>
                  <a:cubicBezTo>
                    <a:pt x="72440" y="417601"/>
                    <a:pt x="68620" y="418872"/>
                    <a:pt x="65437" y="41887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B4FD3838-F330-48D2-598B-6439277196D8}"/>
                </a:ext>
              </a:extLst>
            </p:cNvPr>
            <p:cNvSpPr/>
            <p:nvPr/>
          </p:nvSpPr>
          <p:spPr>
            <a:xfrm>
              <a:off x="10748884" y="4494600"/>
              <a:ext cx="1404463" cy="157587"/>
            </a:xfrm>
            <a:custGeom>
              <a:avLst/>
              <a:gdLst>
                <a:gd name="connsiteX0" fmla="*/ 78946 w 1404463"/>
                <a:gd name="connsiteY0" fmla="*/ 24146 h 157587"/>
                <a:gd name="connsiteX1" fmla="*/ 24193 w 1404463"/>
                <a:gd name="connsiteY1" fmla="*/ 78794 h 157587"/>
                <a:gd name="connsiteX2" fmla="*/ 78946 w 1404463"/>
                <a:gd name="connsiteY2" fmla="*/ 133441 h 157587"/>
                <a:gd name="connsiteX3" fmla="*/ 1325518 w 1404463"/>
                <a:gd name="connsiteY3" fmla="*/ 133441 h 157587"/>
                <a:gd name="connsiteX4" fmla="*/ 1380271 w 1404463"/>
                <a:gd name="connsiteY4" fmla="*/ 78794 h 157587"/>
                <a:gd name="connsiteX5" fmla="*/ 1325518 w 1404463"/>
                <a:gd name="connsiteY5" fmla="*/ 24146 h 157587"/>
                <a:gd name="connsiteX6" fmla="*/ 78946 w 1404463"/>
                <a:gd name="connsiteY6" fmla="*/ 24146 h 157587"/>
                <a:gd name="connsiteX7" fmla="*/ 1325518 w 1404463"/>
                <a:gd name="connsiteY7" fmla="*/ 157588 h 157587"/>
                <a:gd name="connsiteX8" fmla="*/ 78946 w 1404463"/>
                <a:gd name="connsiteY8" fmla="*/ 157588 h 157587"/>
                <a:gd name="connsiteX9" fmla="*/ 0 w 1404463"/>
                <a:gd name="connsiteY9" fmla="*/ 78794 h 157587"/>
                <a:gd name="connsiteX10" fmla="*/ 78946 w 1404463"/>
                <a:gd name="connsiteY10" fmla="*/ 0 h 157587"/>
                <a:gd name="connsiteX11" fmla="*/ 1325518 w 1404463"/>
                <a:gd name="connsiteY11" fmla="*/ 0 h 157587"/>
                <a:gd name="connsiteX12" fmla="*/ 1404463 w 1404463"/>
                <a:gd name="connsiteY12" fmla="*/ 78794 h 157587"/>
                <a:gd name="connsiteX13" fmla="*/ 1325518 w 1404463"/>
                <a:gd name="connsiteY13" fmla="*/ 157588 h 157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04463" h="157587">
                  <a:moveTo>
                    <a:pt x="78946" y="24146"/>
                  </a:moveTo>
                  <a:cubicBezTo>
                    <a:pt x="49022" y="24146"/>
                    <a:pt x="24193" y="48928"/>
                    <a:pt x="24193" y="78794"/>
                  </a:cubicBezTo>
                  <a:cubicBezTo>
                    <a:pt x="24193" y="108659"/>
                    <a:pt x="49022" y="133441"/>
                    <a:pt x="78946" y="133441"/>
                  </a:cubicBezTo>
                  <a:lnTo>
                    <a:pt x="1325518" y="133441"/>
                  </a:lnTo>
                  <a:cubicBezTo>
                    <a:pt x="1355441" y="133441"/>
                    <a:pt x="1380271" y="108659"/>
                    <a:pt x="1380271" y="78794"/>
                  </a:cubicBezTo>
                  <a:cubicBezTo>
                    <a:pt x="1380271" y="48928"/>
                    <a:pt x="1355441" y="24146"/>
                    <a:pt x="1325518" y="24146"/>
                  </a:cubicBezTo>
                  <a:lnTo>
                    <a:pt x="78946" y="24146"/>
                  </a:lnTo>
                  <a:close/>
                  <a:moveTo>
                    <a:pt x="1325518" y="157588"/>
                  </a:moveTo>
                  <a:lnTo>
                    <a:pt x="78946" y="157588"/>
                  </a:lnTo>
                  <a:cubicBezTo>
                    <a:pt x="35653" y="157588"/>
                    <a:pt x="0" y="122003"/>
                    <a:pt x="0" y="78794"/>
                  </a:cubicBezTo>
                  <a:cubicBezTo>
                    <a:pt x="0" y="35584"/>
                    <a:pt x="35653" y="0"/>
                    <a:pt x="78946" y="0"/>
                  </a:cubicBezTo>
                  <a:lnTo>
                    <a:pt x="1325518" y="0"/>
                  </a:lnTo>
                  <a:cubicBezTo>
                    <a:pt x="1369447" y="0"/>
                    <a:pt x="1404463" y="35584"/>
                    <a:pt x="1404463" y="78794"/>
                  </a:cubicBezTo>
                  <a:cubicBezTo>
                    <a:pt x="1404463" y="122003"/>
                    <a:pt x="1369447" y="157588"/>
                    <a:pt x="1325518" y="1575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B5FEFBF8-E7EA-474E-4BFA-80F20FEDA80E}"/>
                </a:ext>
              </a:extLst>
            </p:cNvPr>
            <p:cNvSpPr/>
            <p:nvPr/>
          </p:nvSpPr>
          <p:spPr>
            <a:xfrm>
              <a:off x="1252730" y="3759403"/>
              <a:ext cx="800973" cy="1239096"/>
            </a:xfrm>
            <a:custGeom>
              <a:avLst/>
              <a:gdLst>
                <a:gd name="connsiteX0" fmla="*/ 608435 w 800973"/>
                <a:gd name="connsiteY0" fmla="*/ 1239097 h 1239096"/>
                <a:gd name="connsiteX1" fmla="*/ 192698 w 800973"/>
                <a:gd name="connsiteY1" fmla="*/ 1239097 h 1239096"/>
                <a:gd name="connsiteX2" fmla="*/ 100383 w 800973"/>
                <a:gd name="connsiteY2" fmla="*/ 1155219 h 1239096"/>
                <a:gd name="connsiteX3" fmla="*/ 428 w 800973"/>
                <a:gd name="connsiteY3" fmla="*/ 101669 h 1239096"/>
                <a:gd name="connsiteX4" fmla="*/ 24621 w 800973"/>
                <a:gd name="connsiteY4" fmla="*/ 30501 h 1239096"/>
                <a:gd name="connsiteX5" fmla="*/ 94017 w 800973"/>
                <a:gd name="connsiteY5" fmla="*/ 0 h 1239096"/>
                <a:gd name="connsiteX6" fmla="*/ 195245 w 800973"/>
                <a:gd name="connsiteY6" fmla="*/ 0 h 1239096"/>
                <a:gd name="connsiteX7" fmla="*/ 207341 w 800973"/>
                <a:gd name="connsiteY7" fmla="*/ 12073 h 1239096"/>
                <a:gd name="connsiteX8" fmla="*/ 195245 w 800973"/>
                <a:gd name="connsiteY8" fmla="*/ 24147 h 1239096"/>
                <a:gd name="connsiteX9" fmla="*/ 94017 w 800973"/>
                <a:gd name="connsiteY9" fmla="*/ 24147 h 1239096"/>
                <a:gd name="connsiteX10" fmla="*/ 42447 w 800973"/>
                <a:gd name="connsiteY10" fmla="*/ 47022 h 1239096"/>
                <a:gd name="connsiteX11" fmla="*/ 24621 w 800973"/>
                <a:gd name="connsiteY11" fmla="*/ 99763 h 1239096"/>
                <a:gd name="connsiteX12" fmla="*/ 124576 w 800973"/>
                <a:gd name="connsiteY12" fmla="*/ 1153313 h 1239096"/>
                <a:gd name="connsiteX13" fmla="*/ 192698 w 800973"/>
                <a:gd name="connsiteY13" fmla="*/ 1214950 h 1239096"/>
                <a:gd name="connsiteX14" fmla="*/ 608435 w 800973"/>
                <a:gd name="connsiteY14" fmla="*/ 1214950 h 1239096"/>
                <a:gd name="connsiteX15" fmla="*/ 676557 w 800973"/>
                <a:gd name="connsiteY15" fmla="*/ 1153313 h 1239096"/>
                <a:gd name="connsiteX16" fmla="*/ 776512 w 800973"/>
                <a:gd name="connsiteY16" fmla="*/ 99763 h 1239096"/>
                <a:gd name="connsiteX17" fmla="*/ 758685 w 800973"/>
                <a:gd name="connsiteY17" fmla="*/ 47022 h 1239096"/>
                <a:gd name="connsiteX18" fmla="*/ 707116 w 800973"/>
                <a:gd name="connsiteY18" fmla="*/ 24147 h 1239096"/>
                <a:gd name="connsiteX19" fmla="*/ 304113 w 800973"/>
                <a:gd name="connsiteY19" fmla="*/ 24147 h 1239096"/>
                <a:gd name="connsiteX20" fmla="*/ 292017 w 800973"/>
                <a:gd name="connsiteY20" fmla="*/ 12073 h 1239096"/>
                <a:gd name="connsiteX21" fmla="*/ 304113 w 800973"/>
                <a:gd name="connsiteY21" fmla="*/ 0 h 1239096"/>
                <a:gd name="connsiteX22" fmla="*/ 707116 w 800973"/>
                <a:gd name="connsiteY22" fmla="*/ 0 h 1239096"/>
                <a:gd name="connsiteX23" fmla="*/ 776512 w 800973"/>
                <a:gd name="connsiteY23" fmla="*/ 30501 h 1239096"/>
                <a:gd name="connsiteX24" fmla="*/ 800705 w 800973"/>
                <a:gd name="connsiteY24" fmla="*/ 101669 h 1239096"/>
                <a:gd name="connsiteX25" fmla="*/ 700750 w 800973"/>
                <a:gd name="connsiteY25" fmla="*/ 1155219 h 1239096"/>
                <a:gd name="connsiteX26" fmla="*/ 608435 w 800973"/>
                <a:gd name="connsiteY26" fmla="*/ 1239097 h 123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00973" h="1239096">
                  <a:moveTo>
                    <a:pt x="608435" y="1239097"/>
                  </a:moveTo>
                  <a:lnTo>
                    <a:pt x="192698" y="1239097"/>
                  </a:lnTo>
                  <a:cubicBezTo>
                    <a:pt x="144312" y="1239097"/>
                    <a:pt x="104840" y="1202877"/>
                    <a:pt x="100383" y="1155219"/>
                  </a:cubicBezTo>
                  <a:lnTo>
                    <a:pt x="428" y="101669"/>
                  </a:lnTo>
                  <a:cubicBezTo>
                    <a:pt x="-2119" y="75617"/>
                    <a:pt x="6795" y="49564"/>
                    <a:pt x="24621" y="30501"/>
                  </a:cubicBezTo>
                  <a:cubicBezTo>
                    <a:pt x="42447" y="10802"/>
                    <a:pt x="67277" y="0"/>
                    <a:pt x="94017" y="0"/>
                  </a:cubicBezTo>
                  <a:lnTo>
                    <a:pt x="195245" y="0"/>
                  </a:lnTo>
                  <a:cubicBezTo>
                    <a:pt x="202248" y="0"/>
                    <a:pt x="207341" y="5719"/>
                    <a:pt x="207341" y="12073"/>
                  </a:cubicBezTo>
                  <a:cubicBezTo>
                    <a:pt x="207341" y="19063"/>
                    <a:pt x="201611" y="24147"/>
                    <a:pt x="195245" y="24147"/>
                  </a:cubicBezTo>
                  <a:lnTo>
                    <a:pt x="94017" y="24147"/>
                  </a:lnTo>
                  <a:cubicBezTo>
                    <a:pt x="74280" y="24147"/>
                    <a:pt x="55817" y="32407"/>
                    <a:pt x="42447" y="47022"/>
                  </a:cubicBezTo>
                  <a:cubicBezTo>
                    <a:pt x="29078" y="61637"/>
                    <a:pt x="22711" y="80065"/>
                    <a:pt x="24621" y="99763"/>
                  </a:cubicBezTo>
                  <a:lnTo>
                    <a:pt x="124576" y="1153313"/>
                  </a:lnTo>
                  <a:cubicBezTo>
                    <a:pt x="127759" y="1188262"/>
                    <a:pt x="157045" y="1214950"/>
                    <a:pt x="192698" y="1214950"/>
                  </a:cubicBezTo>
                  <a:lnTo>
                    <a:pt x="608435" y="1214950"/>
                  </a:lnTo>
                  <a:cubicBezTo>
                    <a:pt x="644087" y="1214950"/>
                    <a:pt x="673374" y="1188262"/>
                    <a:pt x="676557" y="1153313"/>
                  </a:cubicBezTo>
                  <a:lnTo>
                    <a:pt x="776512" y="99763"/>
                  </a:lnTo>
                  <a:cubicBezTo>
                    <a:pt x="778422" y="80065"/>
                    <a:pt x="772055" y="61637"/>
                    <a:pt x="758685" y="47022"/>
                  </a:cubicBezTo>
                  <a:cubicBezTo>
                    <a:pt x="745316" y="32407"/>
                    <a:pt x="726853" y="24147"/>
                    <a:pt x="707116" y="24147"/>
                  </a:cubicBezTo>
                  <a:lnTo>
                    <a:pt x="304113" y="24147"/>
                  </a:lnTo>
                  <a:cubicBezTo>
                    <a:pt x="297110" y="24147"/>
                    <a:pt x="292017" y="18428"/>
                    <a:pt x="292017" y="12073"/>
                  </a:cubicBezTo>
                  <a:cubicBezTo>
                    <a:pt x="292017" y="5083"/>
                    <a:pt x="297746" y="0"/>
                    <a:pt x="304113" y="0"/>
                  </a:cubicBezTo>
                  <a:lnTo>
                    <a:pt x="707116" y="0"/>
                  </a:lnTo>
                  <a:cubicBezTo>
                    <a:pt x="733219" y="0"/>
                    <a:pt x="758685" y="11438"/>
                    <a:pt x="776512" y="30501"/>
                  </a:cubicBezTo>
                  <a:cubicBezTo>
                    <a:pt x="794338" y="49564"/>
                    <a:pt x="802615" y="75617"/>
                    <a:pt x="800705" y="101669"/>
                  </a:cubicBezTo>
                  <a:lnTo>
                    <a:pt x="700750" y="1155219"/>
                  </a:lnTo>
                  <a:cubicBezTo>
                    <a:pt x="696293" y="1202877"/>
                    <a:pt x="656820" y="1239097"/>
                    <a:pt x="608435" y="12390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3820C36D-EEC5-CB1C-43D9-9D2908ABD347}"/>
                </a:ext>
              </a:extLst>
            </p:cNvPr>
            <p:cNvSpPr/>
            <p:nvPr/>
          </p:nvSpPr>
          <p:spPr>
            <a:xfrm>
              <a:off x="1067255" y="3421352"/>
              <a:ext cx="473481" cy="628444"/>
            </a:xfrm>
            <a:custGeom>
              <a:avLst/>
              <a:gdLst>
                <a:gd name="connsiteX0" fmla="*/ 461576 w 473481"/>
                <a:gd name="connsiteY0" fmla="*/ 628444 h 628444"/>
                <a:gd name="connsiteX1" fmla="*/ 449479 w 473481"/>
                <a:gd name="connsiteY1" fmla="*/ 618913 h 628444"/>
                <a:gd name="connsiteX2" fmla="*/ 327878 w 473481"/>
                <a:gd name="connsiteY2" fmla="*/ 124545 h 628444"/>
                <a:gd name="connsiteX3" fmla="*/ 199273 w 473481"/>
                <a:gd name="connsiteY3" fmla="*/ 24147 h 628444"/>
                <a:gd name="connsiteX4" fmla="*/ 12097 w 473481"/>
                <a:gd name="connsiteY4" fmla="*/ 24147 h 628444"/>
                <a:gd name="connsiteX5" fmla="*/ 0 w 473481"/>
                <a:gd name="connsiteY5" fmla="*/ 12073 h 628444"/>
                <a:gd name="connsiteX6" fmla="*/ 12097 w 473481"/>
                <a:gd name="connsiteY6" fmla="*/ 0 h 628444"/>
                <a:gd name="connsiteX7" fmla="*/ 199273 w 473481"/>
                <a:gd name="connsiteY7" fmla="*/ 0 h 628444"/>
                <a:gd name="connsiteX8" fmla="*/ 351434 w 473481"/>
                <a:gd name="connsiteY8" fmla="*/ 118826 h 628444"/>
                <a:gd name="connsiteX9" fmla="*/ 473036 w 473481"/>
                <a:gd name="connsiteY9" fmla="*/ 613194 h 628444"/>
                <a:gd name="connsiteX10" fmla="*/ 464122 w 473481"/>
                <a:gd name="connsiteY10" fmla="*/ 627809 h 628444"/>
                <a:gd name="connsiteX11" fmla="*/ 461576 w 473481"/>
                <a:gd name="connsiteY11" fmla="*/ 628444 h 62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3481" h="628444">
                  <a:moveTo>
                    <a:pt x="461576" y="628444"/>
                  </a:moveTo>
                  <a:cubicBezTo>
                    <a:pt x="455846" y="628444"/>
                    <a:pt x="451389" y="624632"/>
                    <a:pt x="449479" y="618913"/>
                  </a:cubicBezTo>
                  <a:lnTo>
                    <a:pt x="327878" y="124545"/>
                  </a:lnTo>
                  <a:cubicBezTo>
                    <a:pt x="313235" y="65450"/>
                    <a:pt x="260392" y="24147"/>
                    <a:pt x="199273" y="24147"/>
                  </a:cubicBezTo>
                  <a:lnTo>
                    <a:pt x="12097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199273" y="0"/>
                  </a:lnTo>
                  <a:cubicBezTo>
                    <a:pt x="271852" y="0"/>
                    <a:pt x="334244" y="48928"/>
                    <a:pt x="351434" y="118826"/>
                  </a:cubicBezTo>
                  <a:lnTo>
                    <a:pt x="473036" y="613194"/>
                  </a:lnTo>
                  <a:cubicBezTo>
                    <a:pt x="474946" y="619548"/>
                    <a:pt x="470489" y="626538"/>
                    <a:pt x="464122" y="627809"/>
                  </a:cubicBezTo>
                  <a:cubicBezTo>
                    <a:pt x="463486" y="628444"/>
                    <a:pt x="462212" y="628444"/>
                    <a:pt x="461576" y="6284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69FCD7DE-193F-0BE5-8D22-E01464572A1B}"/>
                </a:ext>
              </a:extLst>
            </p:cNvPr>
            <p:cNvSpPr/>
            <p:nvPr/>
          </p:nvSpPr>
          <p:spPr>
            <a:xfrm>
              <a:off x="1681628" y="3353361"/>
              <a:ext cx="733427" cy="725665"/>
            </a:xfrm>
            <a:custGeom>
              <a:avLst/>
              <a:gdLst>
                <a:gd name="connsiteX0" fmla="*/ 434836 w 733427"/>
                <a:gd name="connsiteY0" fmla="*/ 725666 h 725665"/>
                <a:gd name="connsiteX1" fmla="*/ 422740 w 733427"/>
                <a:gd name="connsiteY1" fmla="*/ 715499 h 725665"/>
                <a:gd name="connsiteX2" fmla="*/ 432289 w 733427"/>
                <a:gd name="connsiteY2" fmla="*/ 701519 h 725665"/>
                <a:gd name="connsiteX3" fmla="*/ 709235 w 733427"/>
                <a:gd name="connsiteY3" fmla="*/ 366010 h 725665"/>
                <a:gd name="connsiteX4" fmla="*/ 366714 w 733427"/>
                <a:gd name="connsiteY4" fmla="*/ 24146 h 725665"/>
                <a:gd name="connsiteX5" fmla="*/ 24193 w 733427"/>
                <a:gd name="connsiteY5" fmla="*/ 366010 h 725665"/>
                <a:gd name="connsiteX6" fmla="*/ 12096 w 733427"/>
                <a:gd name="connsiteY6" fmla="*/ 378083 h 725665"/>
                <a:gd name="connsiteX7" fmla="*/ 0 w 733427"/>
                <a:gd name="connsiteY7" fmla="*/ 366010 h 725665"/>
                <a:gd name="connsiteX8" fmla="*/ 366714 w 733427"/>
                <a:gd name="connsiteY8" fmla="*/ 0 h 725665"/>
                <a:gd name="connsiteX9" fmla="*/ 733428 w 733427"/>
                <a:gd name="connsiteY9" fmla="*/ 366010 h 725665"/>
                <a:gd name="connsiteX10" fmla="*/ 436109 w 733427"/>
                <a:gd name="connsiteY10" fmla="*/ 725666 h 725665"/>
                <a:gd name="connsiteX11" fmla="*/ 434836 w 733427"/>
                <a:gd name="connsiteY11" fmla="*/ 725666 h 725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33427" h="725665">
                  <a:moveTo>
                    <a:pt x="434836" y="725666"/>
                  </a:moveTo>
                  <a:cubicBezTo>
                    <a:pt x="429106" y="725666"/>
                    <a:pt x="424013" y="721853"/>
                    <a:pt x="422740" y="715499"/>
                  </a:cubicBezTo>
                  <a:cubicBezTo>
                    <a:pt x="421466" y="709145"/>
                    <a:pt x="425923" y="702790"/>
                    <a:pt x="432289" y="701519"/>
                  </a:cubicBezTo>
                  <a:cubicBezTo>
                    <a:pt x="592727" y="670383"/>
                    <a:pt x="709235" y="529317"/>
                    <a:pt x="709235" y="366010"/>
                  </a:cubicBezTo>
                  <a:cubicBezTo>
                    <a:pt x="709235" y="177286"/>
                    <a:pt x="555801" y="24146"/>
                    <a:pt x="366714" y="24146"/>
                  </a:cubicBezTo>
                  <a:cubicBezTo>
                    <a:pt x="177627" y="24146"/>
                    <a:pt x="24193" y="177286"/>
                    <a:pt x="24193" y="366010"/>
                  </a:cubicBezTo>
                  <a:cubicBezTo>
                    <a:pt x="24193" y="373000"/>
                    <a:pt x="18463" y="378083"/>
                    <a:pt x="12096" y="378083"/>
                  </a:cubicBezTo>
                  <a:cubicBezTo>
                    <a:pt x="5093" y="378083"/>
                    <a:pt x="0" y="372364"/>
                    <a:pt x="0" y="366010"/>
                  </a:cubicBezTo>
                  <a:cubicBezTo>
                    <a:pt x="0" y="163942"/>
                    <a:pt x="164894" y="0"/>
                    <a:pt x="366714" y="0"/>
                  </a:cubicBezTo>
                  <a:cubicBezTo>
                    <a:pt x="568534" y="0"/>
                    <a:pt x="733428" y="164577"/>
                    <a:pt x="733428" y="366010"/>
                  </a:cubicBezTo>
                  <a:cubicBezTo>
                    <a:pt x="733428" y="541390"/>
                    <a:pt x="608643" y="692623"/>
                    <a:pt x="436109" y="725666"/>
                  </a:cubicBezTo>
                  <a:lnTo>
                    <a:pt x="434836" y="725666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ADDF37E6-5484-F00D-7A78-ED225B169CFE}"/>
                </a:ext>
              </a:extLst>
            </p:cNvPr>
            <p:cNvSpPr/>
            <p:nvPr/>
          </p:nvSpPr>
          <p:spPr>
            <a:xfrm>
              <a:off x="1970033" y="3412456"/>
              <a:ext cx="179537" cy="229391"/>
            </a:xfrm>
            <a:custGeom>
              <a:avLst/>
              <a:gdLst>
                <a:gd name="connsiteX0" fmla="*/ 63666 w 179537"/>
                <a:gd name="connsiteY0" fmla="*/ 229392 h 229391"/>
                <a:gd name="connsiteX1" fmla="*/ 53479 w 179537"/>
                <a:gd name="connsiteY1" fmla="*/ 224308 h 229391"/>
                <a:gd name="connsiteX2" fmla="*/ 0 w 179537"/>
                <a:gd name="connsiteY2" fmla="*/ 89596 h 229391"/>
                <a:gd name="connsiteX3" fmla="*/ 89769 w 179537"/>
                <a:gd name="connsiteY3" fmla="*/ 0 h 229391"/>
                <a:gd name="connsiteX4" fmla="*/ 179537 w 179537"/>
                <a:gd name="connsiteY4" fmla="*/ 89596 h 229391"/>
                <a:gd name="connsiteX5" fmla="*/ 167441 w 179537"/>
                <a:gd name="connsiteY5" fmla="*/ 101669 h 229391"/>
                <a:gd name="connsiteX6" fmla="*/ 155344 w 179537"/>
                <a:gd name="connsiteY6" fmla="*/ 89596 h 229391"/>
                <a:gd name="connsiteX7" fmla="*/ 89769 w 179537"/>
                <a:gd name="connsiteY7" fmla="*/ 24147 h 229391"/>
                <a:gd name="connsiteX8" fmla="*/ 24193 w 179537"/>
                <a:gd name="connsiteY8" fmla="*/ 89596 h 229391"/>
                <a:gd name="connsiteX9" fmla="*/ 73215 w 179537"/>
                <a:gd name="connsiteY9" fmla="*/ 210329 h 229391"/>
                <a:gd name="connsiteX10" fmla="*/ 70032 w 179537"/>
                <a:gd name="connsiteY10" fmla="*/ 227485 h 229391"/>
                <a:gd name="connsiteX11" fmla="*/ 63666 w 179537"/>
                <a:gd name="connsiteY11" fmla="*/ 229392 h 229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9537" h="229391">
                  <a:moveTo>
                    <a:pt x="63666" y="229392"/>
                  </a:moveTo>
                  <a:cubicBezTo>
                    <a:pt x="59846" y="229392"/>
                    <a:pt x="56026" y="227485"/>
                    <a:pt x="53479" y="224308"/>
                  </a:cubicBezTo>
                  <a:cubicBezTo>
                    <a:pt x="14007" y="167119"/>
                    <a:pt x="0" y="116284"/>
                    <a:pt x="0" y="89596"/>
                  </a:cubicBezTo>
                  <a:cubicBezTo>
                    <a:pt x="0" y="40032"/>
                    <a:pt x="40109" y="0"/>
                    <a:pt x="89769" y="0"/>
                  </a:cubicBezTo>
                  <a:cubicBezTo>
                    <a:pt x="139428" y="0"/>
                    <a:pt x="179537" y="40032"/>
                    <a:pt x="179537" y="89596"/>
                  </a:cubicBezTo>
                  <a:cubicBezTo>
                    <a:pt x="179537" y="96586"/>
                    <a:pt x="173807" y="101669"/>
                    <a:pt x="167441" y="101669"/>
                  </a:cubicBezTo>
                  <a:cubicBezTo>
                    <a:pt x="160437" y="101669"/>
                    <a:pt x="155344" y="95951"/>
                    <a:pt x="155344" y="89596"/>
                  </a:cubicBezTo>
                  <a:cubicBezTo>
                    <a:pt x="155344" y="53376"/>
                    <a:pt x="126058" y="24147"/>
                    <a:pt x="89769" y="24147"/>
                  </a:cubicBezTo>
                  <a:cubicBezTo>
                    <a:pt x="53479" y="24147"/>
                    <a:pt x="24193" y="53376"/>
                    <a:pt x="24193" y="89596"/>
                  </a:cubicBezTo>
                  <a:cubicBezTo>
                    <a:pt x="24193" y="108024"/>
                    <a:pt x="34380" y="154411"/>
                    <a:pt x="73215" y="210329"/>
                  </a:cubicBezTo>
                  <a:cubicBezTo>
                    <a:pt x="77035" y="216048"/>
                    <a:pt x="75762" y="223673"/>
                    <a:pt x="70032" y="227485"/>
                  </a:cubicBezTo>
                  <a:cubicBezTo>
                    <a:pt x="68122" y="228756"/>
                    <a:pt x="66212" y="229392"/>
                    <a:pt x="63666" y="229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C6358788-334A-5E96-107E-036FC3A0EFC8}"/>
                </a:ext>
              </a:extLst>
            </p:cNvPr>
            <p:cNvSpPr/>
            <p:nvPr/>
          </p:nvSpPr>
          <p:spPr>
            <a:xfrm>
              <a:off x="1780879" y="3520502"/>
              <a:ext cx="141028" cy="130877"/>
            </a:xfrm>
            <a:custGeom>
              <a:avLst/>
              <a:gdLst>
                <a:gd name="connsiteX0" fmla="*/ 17893 w 141028"/>
                <a:gd name="connsiteY0" fmla="*/ 130878 h 130877"/>
                <a:gd name="connsiteX1" fmla="*/ 6434 w 141028"/>
                <a:gd name="connsiteY1" fmla="*/ 123252 h 130877"/>
                <a:gd name="connsiteX2" fmla="*/ 12163 w 141028"/>
                <a:gd name="connsiteY2" fmla="*/ 45094 h 130877"/>
                <a:gd name="connsiteX3" fmla="*/ 135038 w 141028"/>
                <a:gd name="connsiteY3" fmla="*/ 12051 h 130877"/>
                <a:gd name="connsiteX4" fmla="*/ 139495 w 141028"/>
                <a:gd name="connsiteY4" fmla="*/ 28573 h 130877"/>
                <a:gd name="connsiteX5" fmla="*/ 122942 w 141028"/>
                <a:gd name="connsiteY5" fmla="*/ 33021 h 130877"/>
                <a:gd name="connsiteX6" fmla="*/ 33173 w 141028"/>
                <a:gd name="connsiteY6" fmla="*/ 57167 h 130877"/>
                <a:gd name="connsiteX7" fmla="*/ 29353 w 141028"/>
                <a:gd name="connsiteY7" fmla="*/ 114356 h 130877"/>
                <a:gd name="connsiteX8" fmla="*/ 22350 w 141028"/>
                <a:gd name="connsiteY8" fmla="*/ 130242 h 130877"/>
                <a:gd name="connsiteX9" fmla="*/ 17893 w 141028"/>
                <a:gd name="connsiteY9" fmla="*/ 130878 h 130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1028" h="130877">
                  <a:moveTo>
                    <a:pt x="17893" y="130878"/>
                  </a:moveTo>
                  <a:cubicBezTo>
                    <a:pt x="12800" y="130878"/>
                    <a:pt x="8344" y="127700"/>
                    <a:pt x="6434" y="123252"/>
                  </a:cubicBezTo>
                  <a:cubicBezTo>
                    <a:pt x="-3753" y="97200"/>
                    <a:pt x="-1843" y="68605"/>
                    <a:pt x="12163" y="45094"/>
                  </a:cubicBezTo>
                  <a:cubicBezTo>
                    <a:pt x="36993" y="1884"/>
                    <a:pt x="92382" y="-12731"/>
                    <a:pt x="135038" y="12051"/>
                  </a:cubicBezTo>
                  <a:cubicBezTo>
                    <a:pt x="140768" y="15229"/>
                    <a:pt x="142678" y="22854"/>
                    <a:pt x="139495" y="28573"/>
                  </a:cubicBezTo>
                  <a:cubicBezTo>
                    <a:pt x="136311" y="34292"/>
                    <a:pt x="128671" y="36198"/>
                    <a:pt x="122942" y="33021"/>
                  </a:cubicBezTo>
                  <a:cubicBezTo>
                    <a:pt x="91746" y="15229"/>
                    <a:pt x="51636" y="26031"/>
                    <a:pt x="33173" y="57167"/>
                  </a:cubicBezTo>
                  <a:cubicBezTo>
                    <a:pt x="22987" y="74959"/>
                    <a:pt x="21713" y="95293"/>
                    <a:pt x="29353" y="114356"/>
                  </a:cubicBezTo>
                  <a:cubicBezTo>
                    <a:pt x="31900" y="120711"/>
                    <a:pt x="28717" y="127700"/>
                    <a:pt x="22350" y="130242"/>
                  </a:cubicBezTo>
                  <a:cubicBezTo>
                    <a:pt x="21077" y="130878"/>
                    <a:pt x="19167" y="130878"/>
                    <a:pt x="17893" y="1308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B2498C21-F27E-1000-FDFE-1E846A8F6F8C}"/>
                </a:ext>
              </a:extLst>
            </p:cNvPr>
            <p:cNvSpPr/>
            <p:nvPr/>
          </p:nvSpPr>
          <p:spPr>
            <a:xfrm>
              <a:off x="2081351" y="3810796"/>
              <a:ext cx="67582" cy="208499"/>
            </a:xfrm>
            <a:custGeom>
              <a:avLst/>
              <a:gdLst>
                <a:gd name="connsiteX0" fmla="*/ 12194 w 67582"/>
                <a:gd name="connsiteY0" fmla="*/ 208500 h 208499"/>
                <a:gd name="connsiteX1" fmla="*/ 1370 w 67582"/>
                <a:gd name="connsiteY1" fmla="*/ 201510 h 208499"/>
                <a:gd name="connsiteX2" fmla="*/ 7100 w 67582"/>
                <a:gd name="connsiteY2" fmla="*/ 184989 h 208499"/>
                <a:gd name="connsiteX3" fmla="*/ 44026 w 67582"/>
                <a:gd name="connsiteY3" fmla="*/ 125893 h 208499"/>
                <a:gd name="connsiteX4" fmla="*/ 3280 w 67582"/>
                <a:gd name="connsiteY4" fmla="*/ 18505 h 208499"/>
                <a:gd name="connsiteX5" fmla="*/ 7100 w 67582"/>
                <a:gd name="connsiteY5" fmla="*/ 1984 h 208499"/>
                <a:gd name="connsiteX6" fmla="*/ 23653 w 67582"/>
                <a:gd name="connsiteY6" fmla="*/ 5796 h 208499"/>
                <a:gd name="connsiteX7" fmla="*/ 67583 w 67582"/>
                <a:gd name="connsiteY7" fmla="*/ 126529 h 208499"/>
                <a:gd name="connsiteX8" fmla="*/ 16650 w 67582"/>
                <a:gd name="connsiteY8" fmla="*/ 207229 h 208499"/>
                <a:gd name="connsiteX9" fmla="*/ 12194 w 67582"/>
                <a:gd name="connsiteY9" fmla="*/ 208500 h 20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582" h="208499">
                  <a:moveTo>
                    <a:pt x="12194" y="208500"/>
                  </a:moveTo>
                  <a:cubicBezTo>
                    <a:pt x="7737" y="208500"/>
                    <a:pt x="3280" y="205958"/>
                    <a:pt x="1370" y="201510"/>
                  </a:cubicBezTo>
                  <a:cubicBezTo>
                    <a:pt x="-1813" y="195156"/>
                    <a:pt x="734" y="188166"/>
                    <a:pt x="7100" y="184989"/>
                  </a:cubicBezTo>
                  <a:cubicBezTo>
                    <a:pt x="29383" y="174186"/>
                    <a:pt x="44026" y="150675"/>
                    <a:pt x="44026" y="125893"/>
                  </a:cubicBezTo>
                  <a:cubicBezTo>
                    <a:pt x="44026" y="110007"/>
                    <a:pt x="35750" y="68704"/>
                    <a:pt x="3280" y="18505"/>
                  </a:cubicBezTo>
                  <a:cubicBezTo>
                    <a:pt x="-539" y="12786"/>
                    <a:pt x="1370" y="5161"/>
                    <a:pt x="7100" y="1984"/>
                  </a:cubicBezTo>
                  <a:cubicBezTo>
                    <a:pt x="12830" y="-1829"/>
                    <a:pt x="20470" y="77"/>
                    <a:pt x="23653" y="5796"/>
                  </a:cubicBezTo>
                  <a:cubicBezTo>
                    <a:pt x="56123" y="57266"/>
                    <a:pt x="67583" y="103018"/>
                    <a:pt x="67583" y="126529"/>
                  </a:cubicBezTo>
                  <a:cubicBezTo>
                    <a:pt x="67583" y="160842"/>
                    <a:pt x="47846" y="192614"/>
                    <a:pt x="16650" y="207229"/>
                  </a:cubicBezTo>
                  <a:cubicBezTo>
                    <a:pt x="16013" y="207864"/>
                    <a:pt x="14104" y="208500"/>
                    <a:pt x="12194" y="2085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E549926A-C120-B9CC-E9F0-9B2F4DD26AC8}"/>
                </a:ext>
              </a:extLst>
            </p:cNvPr>
            <p:cNvSpPr/>
            <p:nvPr/>
          </p:nvSpPr>
          <p:spPr>
            <a:xfrm>
              <a:off x="2136783" y="3727909"/>
              <a:ext cx="202534" cy="190352"/>
            </a:xfrm>
            <a:custGeom>
              <a:avLst/>
              <a:gdLst>
                <a:gd name="connsiteX0" fmla="*/ 112105 w 202534"/>
                <a:gd name="connsiteY0" fmla="*/ 190352 h 190352"/>
                <a:gd name="connsiteX1" fmla="*/ 67539 w 202534"/>
                <a:gd name="connsiteY1" fmla="*/ 178279 h 190352"/>
                <a:gd name="connsiteX2" fmla="*/ 63083 w 202534"/>
                <a:gd name="connsiteY2" fmla="*/ 161758 h 190352"/>
                <a:gd name="connsiteX3" fmla="*/ 79636 w 202534"/>
                <a:gd name="connsiteY3" fmla="*/ 157310 h 190352"/>
                <a:gd name="connsiteX4" fmla="*/ 129295 w 202534"/>
                <a:gd name="connsiteY4" fmla="*/ 163664 h 190352"/>
                <a:gd name="connsiteX5" fmla="*/ 169404 w 202534"/>
                <a:gd name="connsiteY5" fmla="*/ 133163 h 190352"/>
                <a:gd name="connsiteX6" fmla="*/ 175771 w 202534"/>
                <a:gd name="connsiteY6" fmla="*/ 83599 h 190352"/>
                <a:gd name="connsiteX7" fmla="*/ 145211 w 202534"/>
                <a:gd name="connsiteY7" fmla="*/ 43567 h 190352"/>
                <a:gd name="connsiteX8" fmla="*/ 13424 w 202534"/>
                <a:gd name="connsiteY8" fmla="*/ 25775 h 190352"/>
                <a:gd name="connsiteX9" fmla="*/ 54 w 202534"/>
                <a:gd name="connsiteY9" fmla="*/ 14973 h 190352"/>
                <a:gd name="connsiteX10" fmla="*/ 10877 w 202534"/>
                <a:gd name="connsiteY10" fmla="*/ 1628 h 190352"/>
                <a:gd name="connsiteX11" fmla="*/ 157308 w 202534"/>
                <a:gd name="connsiteY11" fmla="*/ 22598 h 190352"/>
                <a:gd name="connsiteX12" fmla="*/ 199327 w 202534"/>
                <a:gd name="connsiteY12" fmla="*/ 77245 h 190352"/>
                <a:gd name="connsiteX13" fmla="*/ 190414 w 202534"/>
                <a:gd name="connsiteY13" fmla="*/ 145237 h 190352"/>
                <a:gd name="connsiteX14" fmla="*/ 135662 w 202534"/>
                <a:gd name="connsiteY14" fmla="*/ 187175 h 190352"/>
                <a:gd name="connsiteX15" fmla="*/ 112105 w 202534"/>
                <a:gd name="connsiteY15" fmla="*/ 190352 h 19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2534" h="190352">
                  <a:moveTo>
                    <a:pt x="112105" y="190352"/>
                  </a:moveTo>
                  <a:cubicBezTo>
                    <a:pt x="96189" y="190352"/>
                    <a:pt x="80909" y="186540"/>
                    <a:pt x="67539" y="178279"/>
                  </a:cubicBezTo>
                  <a:cubicBezTo>
                    <a:pt x="61810" y="175102"/>
                    <a:pt x="59899" y="167477"/>
                    <a:pt x="63083" y="161758"/>
                  </a:cubicBezTo>
                  <a:cubicBezTo>
                    <a:pt x="66266" y="156039"/>
                    <a:pt x="73906" y="154133"/>
                    <a:pt x="79636" y="157310"/>
                  </a:cubicBezTo>
                  <a:cubicBezTo>
                    <a:pt x="94916" y="166206"/>
                    <a:pt x="112742" y="168112"/>
                    <a:pt x="129295" y="163664"/>
                  </a:cubicBezTo>
                  <a:cubicBezTo>
                    <a:pt x="146485" y="159216"/>
                    <a:pt x="160491" y="148414"/>
                    <a:pt x="169404" y="133163"/>
                  </a:cubicBezTo>
                  <a:cubicBezTo>
                    <a:pt x="178318" y="117913"/>
                    <a:pt x="180227" y="100121"/>
                    <a:pt x="175771" y="83599"/>
                  </a:cubicBezTo>
                  <a:cubicBezTo>
                    <a:pt x="171314" y="66443"/>
                    <a:pt x="160491" y="52463"/>
                    <a:pt x="145211" y="43567"/>
                  </a:cubicBezTo>
                  <a:cubicBezTo>
                    <a:pt x="128658" y="34036"/>
                    <a:pt x="82819" y="20056"/>
                    <a:pt x="13424" y="25775"/>
                  </a:cubicBezTo>
                  <a:cubicBezTo>
                    <a:pt x="7057" y="26410"/>
                    <a:pt x="691" y="21327"/>
                    <a:pt x="54" y="14973"/>
                  </a:cubicBezTo>
                  <a:cubicBezTo>
                    <a:pt x="-583" y="7983"/>
                    <a:pt x="4511" y="2264"/>
                    <a:pt x="10877" y="1628"/>
                  </a:cubicBezTo>
                  <a:cubicBezTo>
                    <a:pt x="81546" y="-4726"/>
                    <a:pt x="133752" y="8618"/>
                    <a:pt x="157308" y="22598"/>
                  </a:cubicBezTo>
                  <a:cubicBezTo>
                    <a:pt x="178318" y="34671"/>
                    <a:pt x="192961" y="53734"/>
                    <a:pt x="199327" y="77245"/>
                  </a:cubicBezTo>
                  <a:cubicBezTo>
                    <a:pt x="205694" y="100121"/>
                    <a:pt x="202510" y="124903"/>
                    <a:pt x="190414" y="145237"/>
                  </a:cubicBezTo>
                  <a:cubicBezTo>
                    <a:pt x="178318" y="166206"/>
                    <a:pt x="159218" y="180821"/>
                    <a:pt x="135662" y="187175"/>
                  </a:cubicBezTo>
                  <a:cubicBezTo>
                    <a:pt x="127385" y="189082"/>
                    <a:pt x="119745" y="190352"/>
                    <a:pt x="112105" y="1903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26EECE0F-36F9-7F12-7CE3-85498DECFD45}"/>
                </a:ext>
              </a:extLst>
            </p:cNvPr>
            <p:cNvSpPr/>
            <p:nvPr/>
          </p:nvSpPr>
          <p:spPr>
            <a:xfrm>
              <a:off x="2113184" y="3520456"/>
              <a:ext cx="225451" cy="169684"/>
            </a:xfrm>
            <a:custGeom>
              <a:avLst/>
              <a:gdLst>
                <a:gd name="connsiteX0" fmla="*/ 174541 w 225451"/>
                <a:gd name="connsiteY0" fmla="*/ 169685 h 169684"/>
                <a:gd name="connsiteX1" fmla="*/ 163718 w 225451"/>
                <a:gd name="connsiteY1" fmla="*/ 163331 h 169684"/>
                <a:gd name="connsiteX2" fmla="*/ 168174 w 225451"/>
                <a:gd name="connsiteY2" fmla="*/ 146809 h 169684"/>
                <a:gd name="connsiteX3" fmla="*/ 192367 w 225451"/>
                <a:gd name="connsiteY3" fmla="*/ 57213 h 169684"/>
                <a:gd name="connsiteX4" fmla="*/ 152258 w 225451"/>
                <a:gd name="connsiteY4" fmla="*/ 26712 h 169684"/>
                <a:gd name="connsiteX5" fmla="*/ 102599 w 225451"/>
                <a:gd name="connsiteY5" fmla="*/ 33067 h 169684"/>
                <a:gd name="connsiteX6" fmla="*/ 23653 w 225451"/>
                <a:gd name="connsiteY6" fmla="*/ 134101 h 169684"/>
                <a:gd name="connsiteX7" fmla="*/ 7100 w 225451"/>
                <a:gd name="connsiteY7" fmla="*/ 139820 h 169684"/>
                <a:gd name="connsiteX8" fmla="*/ 1370 w 225451"/>
                <a:gd name="connsiteY8" fmla="*/ 123298 h 169684"/>
                <a:gd name="connsiteX9" fmla="*/ 90502 w 225451"/>
                <a:gd name="connsiteY9" fmla="*/ 12097 h 169684"/>
                <a:gd name="connsiteX10" fmla="*/ 158625 w 225451"/>
                <a:gd name="connsiteY10" fmla="*/ 3201 h 169684"/>
                <a:gd name="connsiteX11" fmla="*/ 213377 w 225451"/>
                <a:gd name="connsiteY11" fmla="*/ 45140 h 169684"/>
                <a:gd name="connsiteX12" fmla="*/ 180271 w 225451"/>
                <a:gd name="connsiteY12" fmla="*/ 167779 h 169684"/>
                <a:gd name="connsiteX13" fmla="*/ 174541 w 225451"/>
                <a:gd name="connsiteY13" fmla="*/ 169685 h 169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5451" h="169684">
                  <a:moveTo>
                    <a:pt x="174541" y="169685"/>
                  </a:moveTo>
                  <a:cubicBezTo>
                    <a:pt x="170084" y="169685"/>
                    <a:pt x="166264" y="167779"/>
                    <a:pt x="163718" y="163331"/>
                  </a:cubicBezTo>
                  <a:cubicBezTo>
                    <a:pt x="160534" y="157612"/>
                    <a:pt x="162444" y="149986"/>
                    <a:pt x="168174" y="146809"/>
                  </a:cubicBezTo>
                  <a:cubicBezTo>
                    <a:pt x="199371" y="129017"/>
                    <a:pt x="210194" y="88349"/>
                    <a:pt x="192367" y="57213"/>
                  </a:cubicBezTo>
                  <a:cubicBezTo>
                    <a:pt x="183454" y="41963"/>
                    <a:pt x="169448" y="31160"/>
                    <a:pt x="152258" y="26712"/>
                  </a:cubicBezTo>
                  <a:cubicBezTo>
                    <a:pt x="135068" y="22264"/>
                    <a:pt x="117878" y="24806"/>
                    <a:pt x="102599" y="33067"/>
                  </a:cubicBezTo>
                  <a:cubicBezTo>
                    <a:pt x="86682" y="41963"/>
                    <a:pt x="52303" y="73734"/>
                    <a:pt x="23653" y="134101"/>
                  </a:cubicBezTo>
                  <a:cubicBezTo>
                    <a:pt x="20470" y="140455"/>
                    <a:pt x="13467" y="142997"/>
                    <a:pt x="7100" y="139820"/>
                  </a:cubicBezTo>
                  <a:cubicBezTo>
                    <a:pt x="734" y="136642"/>
                    <a:pt x="-1813" y="129653"/>
                    <a:pt x="1370" y="123298"/>
                  </a:cubicBezTo>
                  <a:cubicBezTo>
                    <a:pt x="30657" y="61661"/>
                    <a:pt x="67583" y="24806"/>
                    <a:pt x="90502" y="12097"/>
                  </a:cubicBezTo>
                  <a:cubicBezTo>
                    <a:pt x="111512" y="24"/>
                    <a:pt x="135705" y="-3153"/>
                    <a:pt x="158625" y="3201"/>
                  </a:cubicBezTo>
                  <a:cubicBezTo>
                    <a:pt x="181544" y="9555"/>
                    <a:pt x="201280" y="24170"/>
                    <a:pt x="213377" y="45140"/>
                  </a:cubicBezTo>
                  <a:cubicBezTo>
                    <a:pt x="238207" y="88349"/>
                    <a:pt x="223563" y="142997"/>
                    <a:pt x="180271" y="167779"/>
                  </a:cubicBezTo>
                  <a:cubicBezTo>
                    <a:pt x="178361" y="169049"/>
                    <a:pt x="176451" y="169685"/>
                    <a:pt x="174541" y="1696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150CDE42-8E76-F681-64CB-1EC0232254FA}"/>
                </a:ext>
              </a:extLst>
            </p:cNvPr>
            <p:cNvSpPr/>
            <p:nvPr/>
          </p:nvSpPr>
          <p:spPr>
            <a:xfrm>
              <a:off x="7802589" y="3596245"/>
              <a:ext cx="343496" cy="342986"/>
            </a:xfrm>
            <a:custGeom>
              <a:avLst/>
              <a:gdLst>
                <a:gd name="connsiteX0" fmla="*/ 31684 w 343496"/>
                <a:gd name="connsiteY0" fmla="*/ 30988 h 342986"/>
                <a:gd name="connsiteX1" fmla="*/ 141825 w 343496"/>
                <a:gd name="connsiteY1" fmla="*/ 201920 h 342986"/>
                <a:gd name="connsiteX2" fmla="*/ 313086 w 343496"/>
                <a:gd name="connsiteY2" fmla="*/ 311214 h 342986"/>
                <a:gd name="connsiteX3" fmla="*/ 309903 w 343496"/>
                <a:gd name="connsiteY3" fmla="*/ 33530 h 342986"/>
                <a:gd name="connsiteX4" fmla="*/ 31684 w 343496"/>
                <a:gd name="connsiteY4" fmla="*/ 30988 h 342986"/>
                <a:gd name="connsiteX5" fmla="*/ 331549 w 343496"/>
                <a:gd name="connsiteY5" fmla="*/ 342986 h 342986"/>
                <a:gd name="connsiteX6" fmla="*/ 327729 w 343496"/>
                <a:gd name="connsiteY6" fmla="*/ 342351 h 342986"/>
                <a:gd name="connsiteX7" fmla="*/ 123999 w 343496"/>
                <a:gd name="connsiteY7" fmla="*/ 219076 h 342986"/>
                <a:gd name="connsiteX8" fmla="*/ 488 w 343496"/>
                <a:gd name="connsiteY8" fmla="*/ 15737 h 342986"/>
                <a:gd name="connsiteX9" fmla="*/ 3671 w 343496"/>
                <a:gd name="connsiteY9" fmla="*/ 3664 h 342986"/>
                <a:gd name="connsiteX10" fmla="*/ 15767 w 343496"/>
                <a:gd name="connsiteY10" fmla="*/ 487 h 342986"/>
                <a:gd name="connsiteX11" fmla="*/ 323272 w 343496"/>
                <a:gd name="connsiteY11" fmla="*/ 4935 h 342986"/>
                <a:gd name="connsiteX12" fmla="*/ 335369 w 343496"/>
                <a:gd name="connsiteY12" fmla="*/ 8112 h 342986"/>
                <a:gd name="connsiteX13" fmla="*/ 338552 w 343496"/>
                <a:gd name="connsiteY13" fmla="*/ 20185 h 342986"/>
                <a:gd name="connsiteX14" fmla="*/ 343009 w 343496"/>
                <a:gd name="connsiteY14" fmla="*/ 327100 h 342986"/>
                <a:gd name="connsiteX15" fmla="*/ 339825 w 343496"/>
                <a:gd name="connsiteY15" fmla="*/ 339173 h 342986"/>
                <a:gd name="connsiteX16" fmla="*/ 331549 w 343496"/>
                <a:gd name="connsiteY16" fmla="*/ 342986 h 342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3496" h="342986">
                  <a:moveTo>
                    <a:pt x="31684" y="30988"/>
                  </a:moveTo>
                  <a:cubicBezTo>
                    <a:pt x="55240" y="95167"/>
                    <a:pt x="92803" y="153627"/>
                    <a:pt x="141825" y="201920"/>
                  </a:cubicBezTo>
                  <a:cubicBezTo>
                    <a:pt x="190211" y="250213"/>
                    <a:pt x="249421" y="287703"/>
                    <a:pt x="313086" y="311214"/>
                  </a:cubicBezTo>
                  <a:cubicBezTo>
                    <a:pt x="288256" y="220347"/>
                    <a:pt x="286983" y="125032"/>
                    <a:pt x="309903" y="33530"/>
                  </a:cubicBezTo>
                  <a:cubicBezTo>
                    <a:pt x="218224" y="56405"/>
                    <a:pt x="123362" y="55770"/>
                    <a:pt x="31684" y="30988"/>
                  </a:cubicBezTo>
                  <a:moveTo>
                    <a:pt x="331549" y="342986"/>
                  </a:moveTo>
                  <a:cubicBezTo>
                    <a:pt x="330276" y="342986"/>
                    <a:pt x="329003" y="342986"/>
                    <a:pt x="327729" y="342351"/>
                  </a:cubicBezTo>
                  <a:cubicBezTo>
                    <a:pt x="251330" y="318204"/>
                    <a:pt x="181298" y="275630"/>
                    <a:pt x="123999" y="219076"/>
                  </a:cubicBezTo>
                  <a:cubicBezTo>
                    <a:pt x="67337" y="162523"/>
                    <a:pt x="24681" y="91990"/>
                    <a:pt x="488" y="15737"/>
                  </a:cubicBezTo>
                  <a:cubicBezTo>
                    <a:pt x="-786" y="11289"/>
                    <a:pt x="488" y="6841"/>
                    <a:pt x="3671" y="3664"/>
                  </a:cubicBezTo>
                  <a:cubicBezTo>
                    <a:pt x="6855" y="487"/>
                    <a:pt x="11947" y="-784"/>
                    <a:pt x="15767" y="487"/>
                  </a:cubicBezTo>
                  <a:cubicBezTo>
                    <a:pt x="115723" y="32259"/>
                    <a:pt x="222044" y="33530"/>
                    <a:pt x="323272" y="4935"/>
                  </a:cubicBezTo>
                  <a:cubicBezTo>
                    <a:pt x="327729" y="3664"/>
                    <a:pt x="332186" y="4935"/>
                    <a:pt x="335369" y="8112"/>
                  </a:cubicBezTo>
                  <a:cubicBezTo>
                    <a:pt x="338552" y="11289"/>
                    <a:pt x="339825" y="15737"/>
                    <a:pt x="338552" y="20185"/>
                  </a:cubicBezTo>
                  <a:cubicBezTo>
                    <a:pt x="309266" y="121220"/>
                    <a:pt x="311176" y="227337"/>
                    <a:pt x="343009" y="327100"/>
                  </a:cubicBezTo>
                  <a:cubicBezTo>
                    <a:pt x="344282" y="331548"/>
                    <a:pt x="343009" y="335996"/>
                    <a:pt x="339825" y="339173"/>
                  </a:cubicBezTo>
                  <a:cubicBezTo>
                    <a:pt x="337916" y="341715"/>
                    <a:pt x="334733" y="342986"/>
                    <a:pt x="331549" y="3429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8B3705A0-F74A-0F2C-DE91-8F6EAAA0A090}"/>
                </a:ext>
              </a:extLst>
            </p:cNvPr>
            <p:cNvSpPr/>
            <p:nvPr/>
          </p:nvSpPr>
          <p:spPr>
            <a:xfrm>
              <a:off x="7780794" y="3013255"/>
              <a:ext cx="563510" cy="500870"/>
            </a:xfrm>
            <a:custGeom>
              <a:avLst/>
              <a:gdLst>
                <a:gd name="connsiteX0" fmla="*/ 24829 w 563510"/>
                <a:gd name="connsiteY0" fmla="*/ 436056 h 500870"/>
                <a:gd name="connsiteX1" fmla="*/ 472399 w 563510"/>
                <a:gd name="connsiteY1" fmla="*/ 366158 h 500870"/>
                <a:gd name="connsiteX2" fmla="*/ 475582 w 563510"/>
                <a:gd name="connsiteY2" fmla="*/ 362981 h 500870"/>
                <a:gd name="connsiteX3" fmla="*/ 476218 w 563510"/>
                <a:gd name="connsiteY3" fmla="*/ 362346 h 500870"/>
                <a:gd name="connsiteX4" fmla="*/ 481312 w 563510"/>
                <a:gd name="connsiteY4" fmla="*/ 356627 h 500870"/>
                <a:gd name="connsiteX5" fmla="*/ 486405 w 563510"/>
                <a:gd name="connsiteY5" fmla="*/ 97370 h 500870"/>
                <a:gd name="connsiteX6" fmla="*/ 475582 w 563510"/>
                <a:gd name="connsiteY6" fmla="*/ 85932 h 500870"/>
                <a:gd name="connsiteX7" fmla="*/ 220283 w 563510"/>
                <a:gd name="connsiteY7" fmla="*/ 64962 h 500870"/>
                <a:gd name="connsiteX8" fmla="*/ 162984 w 563510"/>
                <a:gd name="connsiteY8" fmla="*/ 113255 h 500870"/>
                <a:gd name="connsiteX9" fmla="*/ 24829 w 563510"/>
                <a:gd name="connsiteY9" fmla="*/ 436056 h 500870"/>
                <a:gd name="connsiteX10" fmla="*/ 199273 w 563510"/>
                <a:gd name="connsiteY10" fmla="*/ 500870 h 500870"/>
                <a:gd name="connsiteX11" fmla="*/ 6367 w 563510"/>
                <a:gd name="connsiteY11" fmla="*/ 453848 h 500870"/>
                <a:gd name="connsiteX12" fmla="*/ 0 w 563510"/>
                <a:gd name="connsiteY12" fmla="*/ 443046 h 500870"/>
                <a:gd name="connsiteX13" fmla="*/ 146431 w 563510"/>
                <a:gd name="connsiteY13" fmla="*/ 95463 h 500870"/>
                <a:gd name="connsiteX14" fmla="*/ 206913 w 563510"/>
                <a:gd name="connsiteY14" fmla="*/ 44628 h 500870"/>
                <a:gd name="connsiteX15" fmla="*/ 493408 w 563510"/>
                <a:gd name="connsiteY15" fmla="*/ 68140 h 500870"/>
                <a:gd name="connsiteX16" fmla="*/ 505504 w 563510"/>
                <a:gd name="connsiteY16" fmla="*/ 80848 h 500870"/>
                <a:gd name="connsiteX17" fmla="*/ 499775 w 563510"/>
                <a:gd name="connsiteY17" fmla="*/ 372513 h 500870"/>
                <a:gd name="connsiteX18" fmla="*/ 494045 w 563510"/>
                <a:gd name="connsiteY18" fmla="*/ 378867 h 500870"/>
                <a:gd name="connsiteX19" fmla="*/ 490225 w 563510"/>
                <a:gd name="connsiteY19" fmla="*/ 382679 h 500870"/>
                <a:gd name="connsiteX20" fmla="*/ 199273 w 563510"/>
                <a:gd name="connsiteY20" fmla="*/ 500870 h 50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63510" h="500870">
                  <a:moveTo>
                    <a:pt x="24829" y="436056"/>
                  </a:moveTo>
                  <a:cubicBezTo>
                    <a:pt x="174443" y="509766"/>
                    <a:pt x="353344" y="481807"/>
                    <a:pt x="472399" y="366158"/>
                  </a:cubicBezTo>
                  <a:lnTo>
                    <a:pt x="475582" y="362981"/>
                  </a:lnTo>
                  <a:lnTo>
                    <a:pt x="476218" y="362346"/>
                  </a:lnTo>
                  <a:cubicBezTo>
                    <a:pt x="477492" y="361075"/>
                    <a:pt x="479402" y="359168"/>
                    <a:pt x="481312" y="356627"/>
                  </a:cubicBezTo>
                  <a:cubicBezTo>
                    <a:pt x="570444" y="263853"/>
                    <a:pt x="539884" y="159007"/>
                    <a:pt x="486405" y="97370"/>
                  </a:cubicBezTo>
                  <a:cubicBezTo>
                    <a:pt x="483221" y="93557"/>
                    <a:pt x="479402" y="89744"/>
                    <a:pt x="475582" y="85932"/>
                  </a:cubicBezTo>
                  <a:cubicBezTo>
                    <a:pt x="420830" y="31284"/>
                    <a:pt x="320874" y="-7477"/>
                    <a:pt x="220283" y="64962"/>
                  </a:cubicBezTo>
                  <a:cubicBezTo>
                    <a:pt x="199909" y="79577"/>
                    <a:pt x="180810" y="96099"/>
                    <a:pt x="162984" y="113255"/>
                  </a:cubicBezTo>
                  <a:cubicBezTo>
                    <a:pt x="77035" y="199039"/>
                    <a:pt x="28012" y="313417"/>
                    <a:pt x="24829" y="436056"/>
                  </a:cubicBezTo>
                  <a:moveTo>
                    <a:pt x="199273" y="500870"/>
                  </a:moveTo>
                  <a:cubicBezTo>
                    <a:pt x="133698" y="500870"/>
                    <a:pt x="67485" y="485620"/>
                    <a:pt x="6367" y="453848"/>
                  </a:cubicBezTo>
                  <a:cubicBezTo>
                    <a:pt x="2546" y="451942"/>
                    <a:pt x="0" y="447494"/>
                    <a:pt x="0" y="443046"/>
                  </a:cubicBezTo>
                  <a:cubicBezTo>
                    <a:pt x="1273" y="311511"/>
                    <a:pt x="53478" y="188237"/>
                    <a:pt x="146431" y="95463"/>
                  </a:cubicBezTo>
                  <a:cubicBezTo>
                    <a:pt x="164893" y="77036"/>
                    <a:pt x="185267" y="59879"/>
                    <a:pt x="206913" y="44628"/>
                  </a:cubicBezTo>
                  <a:cubicBezTo>
                    <a:pt x="319601" y="-36707"/>
                    <a:pt x="431652" y="6502"/>
                    <a:pt x="493408" y="68140"/>
                  </a:cubicBezTo>
                  <a:cubicBezTo>
                    <a:pt x="497865" y="72588"/>
                    <a:pt x="501685" y="76400"/>
                    <a:pt x="505504" y="80848"/>
                  </a:cubicBezTo>
                  <a:cubicBezTo>
                    <a:pt x="565987" y="150111"/>
                    <a:pt x="600366" y="268301"/>
                    <a:pt x="499775" y="372513"/>
                  </a:cubicBezTo>
                  <a:cubicBezTo>
                    <a:pt x="497865" y="374419"/>
                    <a:pt x="495954" y="376325"/>
                    <a:pt x="494045" y="378867"/>
                  </a:cubicBezTo>
                  <a:lnTo>
                    <a:pt x="490225" y="382679"/>
                  </a:lnTo>
                  <a:cubicBezTo>
                    <a:pt x="410006" y="460838"/>
                    <a:pt x="304958" y="500870"/>
                    <a:pt x="199273" y="5008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70D2A0DA-BDE5-FA80-05EC-02ED666CCB83}"/>
                </a:ext>
              </a:extLst>
            </p:cNvPr>
            <p:cNvSpPr/>
            <p:nvPr/>
          </p:nvSpPr>
          <p:spPr>
            <a:xfrm>
              <a:off x="8229013" y="3400019"/>
              <a:ext cx="378273" cy="561452"/>
            </a:xfrm>
            <a:custGeom>
              <a:avLst/>
              <a:gdLst>
                <a:gd name="connsiteX0" fmla="*/ 57922 w 378273"/>
                <a:gd name="connsiteY0" fmla="*/ 561452 h 561452"/>
                <a:gd name="connsiteX1" fmla="*/ 47099 w 378273"/>
                <a:gd name="connsiteY1" fmla="*/ 555098 h 561452"/>
                <a:gd name="connsiteX2" fmla="*/ 117767 w 378273"/>
                <a:gd name="connsiteY2" fmla="*/ 73439 h 561452"/>
                <a:gd name="connsiteX3" fmla="*/ 120951 w 378273"/>
                <a:gd name="connsiteY3" fmla="*/ 69626 h 561452"/>
                <a:gd name="connsiteX4" fmla="*/ 121588 w 378273"/>
                <a:gd name="connsiteY4" fmla="*/ 68991 h 561452"/>
                <a:gd name="connsiteX5" fmla="*/ 127317 w 378273"/>
                <a:gd name="connsiteY5" fmla="*/ 63272 h 561452"/>
                <a:gd name="connsiteX6" fmla="*/ 371793 w 378273"/>
                <a:gd name="connsiteY6" fmla="*/ 25146 h 561452"/>
                <a:gd name="connsiteX7" fmla="*/ 376887 w 378273"/>
                <a:gd name="connsiteY7" fmla="*/ 41667 h 561452"/>
                <a:gd name="connsiteX8" fmla="*/ 360334 w 378273"/>
                <a:gd name="connsiteY8" fmla="*/ 46750 h 561452"/>
                <a:gd name="connsiteX9" fmla="*/ 144507 w 378273"/>
                <a:gd name="connsiteY9" fmla="*/ 81064 h 561452"/>
                <a:gd name="connsiteX10" fmla="*/ 138777 w 378273"/>
                <a:gd name="connsiteY10" fmla="*/ 86783 h 561452"/>
                <a:gd name="connsiteX11" fmla="*/ 138141 w 378273"/>
                <a:gd name="connsiteY11" fmla="*/ 87418 h 561452"/>
                <a:gd name="connsiteX12" fmla="*/ 134958 w 378273"/>
                <a:gd name="connsiteY12" fmla="*/ 90595 h 561452"/>
                <a:gd name="connsiteX13" fmla="*/ 68109 w 378273"/>
                <a:gd name="connsiteY13" fmla="*/ 544295 h 561452"/>
                <a:gd name="connsiteX14" fmla="*/ 63015 w 378273"/>
                <a:gd name="connsiteY14" fmla="*/ 560817 h 561452"/>
                <a:gd name="connsiteX15" fmla="*/ 57922 w 378273"/>
                <a:gd name="connsiteY15" fmla="*/ 561452 h 561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8273" h="561452">
                  <a:moveTo>
                    <a:pt x="57922" y="561452"/>
                  </a:moveTo>
                  <a:cubicBezTo>
                    <a:pt x="53465" y="561452"/>
                    <a:pt x="49009" y="558910"/>
                    <a:pt x="47099" y="555098"/>
                  </a:cubicBezTo>
                  <a:cubicBezTo>
                    <a:pt x="-35667" y="395604"/>
                    <a:pt x="-7654" y="201796"/>
                    <a:pt x="117767" y="73439"/>
                  </a:cubicBezTo>
                  <a:cubicBezTo>
                    <a:pt x="119041" y="72168"/>
                    <a:pt x="120314" y="70897"/>
                    <a:pt x="120951" y="69626"/>
                  </a:cubicBezTo>
                  <a:lnTo>
                    <a:pt x="121588" y="68991"/>
                  </a:lnTo>
                  <a:cubicBezTo>
                    <a:pt x="123497" y="67084"/>
                    <a:pt x="125408" y="65178"/>
                    <a:pt x="127317" y="63272"/>
                  </a:cubicBezTo>
                  <a:cubicBezTo>
                    <a:pt x="198623" y="-4720"/>
                    <a:pt x="287119" y="-18699"/>
                    <a:pt x="371793" y="25146"/>
                  </a:cubicBezTo>
                  <a:cubicBezTo>
                    <a:pt x="377523" y="28323"/>
                    <a:pt x="380070" y="35312"/>
                    <a:pt x="376887" y="41667"/>
                  </a:cubicBezTo>
                  <a:cubicBezTo>
                    <a:pt x="373704" y="47386"/>
                    <a:pt x="366701" y="49928"/>
                    <a:pt x="360334" y="46750"/>
                  </a:cubicBezTo>
                  <a:cubicBezTo>
                    <a:pt x="316405" y="23875"/>
                    <a:pt x="230456" y="-1543"/>
                    <a:pt x="144507" y="81064"/>
                  </a:cubicBezTo>
                  <a:cubicBezTo>
                    <a:pt x="142597" y="82970"/>
                    <a:pt x="140688" y="84876"/>
                    <a:pt x="138777" y="86783"/>
                  </a:cubicBezTo>
                  <a:lnTo>
                    <a:pt x="138141" y="87418"/>
                  </a:lnTo>
                  <a:cubicBezTo>
                    <a:pt x="136867" y="88689"/>
                    <a:pt x="136231" y="89324"/>
                    <a:pt x="134958" y="90595"/>
                  </a:cubicBezTo>
                  <a:cubicBezTo>
                    <a:pt x="17176" y="211328"/>
                    <a:pt x="-10200" y="393697"/>
                    <a:pt x="68109" y="544295"/>
                  </a:cubicBezTo>
                  <a:cubicBezTo>
                    <a:pt x="71292" y="550014"/>
                    <a:pt x="68745" y="557639"/>
                    <a:pt x="63015" y="560817"/>
                  </a:cubicBezTo>
                  <a:cubicBezTo>
                    <a:pt x="61742" y="560817"/>
                    <a:pt x="59832" y="561452"/>
                    <a:pt x="57922" y="5614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94FB21B5-C203-A31C-A370-621F52C349C8}"/>
                </a:ext>
              </a:extLst>
            </p:cNvPr>
            <p:cNvSpPr/>
            <p:nvPr/>
          </p:nvSpPr>
          <p:spPr>
            <a:xfrm>
              <a:off x="7471755" y="2879172"/>
              <a:ext cx="1393418" cy="1391755"/>
            </a:xfrm>
            <a:custGeom>
              <a:avLst/>
              <a:gdLst>
                <a:gd name="connsiteX0" fmla="*/ 77932 w 1393418"/>
                <a:gd name="connsiteY0" fmla="*/ 352820 h 1391755"/>
                <a:gd name="connsiteX1" fmla="*/ 58196 w 1393418"/>
                <a:gd name="connsiteY1" fmla="*/ 356633 h 1391755"/>
                <a:gd name="connsiteX2" fmla="*/ 28273 w 1393418"/>
                <a:gd name="connsiteY2" fmla="*/ 385228 h 1391755"/>
                <a:gd name="connsiteX3" fmla="*/ 27636 w 1393418"/>
                <a:gd name="connsiteY3" fmla="*/ 426531 h 1391755"/>
                <a:gd name="connsiteX4" fmla="*/ 49919 w 1393418"/>
                <a:gd name="connsiteY4" fmla="*/ 474188 h 1391755"/>
                <a:gd name="connsiteX5" fmla="*/ 136504 w 1393418"/>
                <a:gd name="connsiteY5" fmla="*/ 589202 h 1391755"/>
                <a:gd name="connsiteX6" fmla="*/ 200170 w 1393418"/>
                <a:gd name="connsiteY6" fmla="*/ 643214 h 1391755"/>
                <a:gd name="connsiteX7" fmla="*/ 205263 w 1393418"/>
                <a:gd name="connsiteY7" fmla="*/ 651475 h 1391755"/>
                <a:gd name="connsiteX8" fmla="*/ 379707 w 1393418"/>
                <a:gd name="connsiteY8" fmla="*/ 1012401 h 1391755"/>
                <a:gd name="connsiteX9" fmla="*/ 741328 w 1393418"/>
                <a:gd name="connsiteY9" fmla="*/ 1186510 h 1391755"/>
                <a:gd name="connsiteX10" fmla="*/ 749604 w 1393418"/>
                <a:gd name="connsiteY10" fmla="*/ 1191594 h 1391755"/>
                <a:gd name="connsiteX11" fmla="*/ 803720 w 1393418"/>
                <a:gd name="connsiteY11" fmla="*/ 1254502 h 1391755"/>
                <a:gd name="connsiteX12" fmla="*/ 918955 w 1393418"/>
                <a:gd name="connsiteY12" fmla="*/ 1340921 h 1391755"/>
                <a:gd name="connsiteX13" fmla="*/ 920229 w 1393418"/>
                <a:gd name="connsiteY13" fmla="*/ 1341556 h 1391755"/>
                <a:gd name="connsiteX14" fmla="*/ 966704 w 1393418"/>
                <a:gd name="connsiteY14" fmla="*/ 1363161 h 1391755"/>
                <a:gd name="connsiteX15" fmla="*/ 1008087 w 1393418"/>
                <a:gd name="connsiteY15" fmla="*/ 1362525 h 1391755"/>
                <a:gd name="connsiteX16" fmla="*/ 1036736 w 1393418"/>
                <a:gd name="connsiteY16" fmla="*/ 1332660 h 1391755"/>
                <a:gd name="connsiteX17" fmla="*/ 1036100 w 1393418"/>
                <a:gd name="connsiteY17" fmla="*/ 1291357 h 1391755"/>
                <a:gd name="connsiteX18" fmla="*/ 1006177 w 1393418"/>
                <a:gd name="connsiteY18" fmla="*/ 1262762 h 1391755"/>
                <a:gd name="connsiteX19" fmla="*/ 971161 w 1393418"/>
                <a:gd name="connsiteY19" fmla="*/ 1246876 h 1391755"/>
                <a:gd name="connsiteX20" fmla="*/ 908132 w 1393418"/>
                <a:gd name="connsiteY20" fmla="*/ 1203667 h 1391755"/>
                <a:gd name="connsiteX21" fmla="*/ 904312 w 1393418"/>
                <a:gd name="connsiteY21" fmla="*/ 1190958 h 1391755"/>
                <a:gd name="connsiteX22" fmla="*/ 913862 w 1393418"/>
                <a:gd name="connsiteY22" fmla="*/ 1182062 h 1391755"/>
                <a:gd name="connsiteX23" fmla="*/ 1240466 w 1393418"/>
                <a:gd name="connsiteY23" fmla="*/ 1013037 h 1391755"/>
                <a:gd name="connsiteX24" fmla="*/ 1302859 w 1393418"/>
                <a:gd name="connsiteY24" fmla="*/ 939326 h 1391755"/>
                <a:gd name="connsiteX25" fmla="*/ 1249379 w 1393418"/>
                <a:gd name="connsiteY25" fmla="*/ 496429 h 1391755"/>
                <a:gd name="connsiteX26" fmla="*/ 991534 w 1393418"/>
                <a:gd name="connsiteY26" fmla="*/ 415093 h 1391755"/>
                <a:gd name="connsiteX27" fmla="*/ 981347 w 1393418"/>
                <a:gd name="connsiteY27" fmla="*/ 411916 h 1391755"/>
                <a:gd name="connsiteX28" fmla="*/ 978164 w 1393418"/>
                <a:gd name="connsiteY28" fmla="*/ 401749 h 1391755"/>
                <a:gd name="connsiteX29" fmla="*/ 896672 w 1393418"/>
                <a:gd name="connsiteY29" fmla="*/ 144398 h 1391755"/>
                <a:gd name="connsiteX30" fmla="*/ 452923 w 1393418"/>
                <a:gd name="connsiteY30" fmla="*/ 91022 h 1391755"/>
                <a:gd name="connsiteX31" fmla="*/ 379707 w 1393418"/>
                <a:gd name="connsiteY31" fmla="*/ 153294 h 1391755"/>
                <a:gd name="connsiteX32" fmla="*/ 210357 w 1393418"/>
                <a:gd name="connsiteY32" fmla="*/ 479272 h 1391755"/>
                <a:gd name="connsiteX33" fmla="*/ 201444 w 1393418"/>
                <a:gd name="connsiteY33" fmla="*/ 488803 h 1391755"/>
                <a:gd name="connsiteX34" fmla="*/ 188711 w 1393418"/>
                <a:gd name="connsiteY34" fmla="*/ 484991 h 1391755"/>
                <a:gd name="connsiteX35" fmla="*/ 145418 w 1393418"/>
                <a:gd name="connsiteY35" fmla="*/ 422718 h 1391755"/>
                <a:gd name="connsiteX36" fmla="*/ 129501 w 1393418"/>
                <a:gd name="connsiteY36" fmla="*/ 387134 h 1391755"/>
                <a:gd name="connsiteX37" fmla="*/ 100852 w 1393418"/>
                <a:gd name="connsiteY37" fmla="*/ 357269 h 1391755"/>
                <a:gd name="connsiteX38" fmla="*/ 77932 w 1393418"/>
                <a:gd name="connsiteY38" fmla="*/ 352820 h 1391755"/>
                <a:gd name="connsiteX39" fmla="*/ 985804 w 1393418"/>
                <a:gd name="connsiteY39" fmla="*/ 1391755 h 1391755"/>
                <a:gd name="connsiteX40" fmla="*/ 957154 w 1393418"/>
                <a:gd name="connsiteY40" fmla="*/ 1386037 h 1391755"/>
                <a:gd name="connsiteX41" fmla="*/ 907495 w 1393418"/>
                <a:gd name="connsiteY41" fmla="*/ 1363161 h 1391755"/>
                <a:gd name="connsiteX42" fmla="*/ 906222 w 1393418"/>
                <a:gd name="connsiteY42" fmla="*/ 1362525 h 1391755"/>
                <a:gd name="connsiteX43" fmla="*/ 785893 w 1393418"/>
                <a:gd name="connsiteY43" fmla="*/ 1271658 h 1391755"/>
                <a:gd name="connsiteX44" fmla="*/ 732415 w 1393418"/>
                <a:gd name="connsiteY44" fmla="*/ 1210021 h 1391755"/>
                <a:gd name="connsiteX45" fmla="*/ 361881 w 1393418"/>
                <a:gd name="connsiteY45" fmla="*/ 1029558 h 1391755"/>
                <a:gd name="connsiteX46" fmla="*/ 181070 w 1393418"/>
                <a:gd name="connsiteY46" fmla="*/ 659735 h 1391755"/>
                <a:gd name="connsiteX47" fmla="*/ 119315 w 1393418"/>
                <a:gd name="connsiteY47" fmla="*/ 606359 h 1391755"/>
                <a:gd name="connsiteX48" fmla="*/ 28273 w 1393418"/>
                <a:gd name="connsiteY48" fmla="*/ 485626 h 1391755"/>
                <a:gd name="connsiteX49" fmla="*/ 5353 w 1393418"/>
                <a:gd name="connsiteY49" fmla="*/ 435427 h 1391755"/>
                <a:gd name="connsiteX50" fmla="*/ 6627 w 1393418"/>
                <a:gd name="connsiteY50" fmla="*/ 375061 h 1391755"/>
                <a:gd name="connsiteX51" fmla="*/ 49919 w 1393418"/>
                <a:gd name="connsiteY51" fmla="*/ 333122 h 1391755"/>
                <a:gd name="connsiteX52" fmla="*/ 110402 w 1393418"/>
                <a:gd name="connsiteY52" fmla="*/ 334393 h 1391755"/>
                <a:gd name="connsiteX53" fmla="*/ 152421 w 1393418"/>
                <a:gd name="connsiteY53" fmla="*/ 377602 h 1391755"/>
                <a:gd name="connsiteX54" fmla="*/ 167064 w 1393418"/>
                <a:gd name="connsiteY54" fmla="*/ 410010 h 1391755"/>
                <a:gd name="connsiteX55" fmla="*/ 191894 w 1393418"/>
                <a:gd name="connsiteY55" fmla="*/ 447500 h 1391755"/>
                <a:gd name="connsiteX56" fmla="*/ 362517 w 1393418"/>
                <a:gd name="connsiteY56" fmla="*/ 134867 h 1391755"/>
                <a:gd name="connsiteX57" fmla="*/ 438916 w 1393418"/>
                <a:gd name="connsiteY57" fmla="*/ 70052 h 1391755"/>
                <a:gd name="connsiteX58" fmla="*/ 915772 w 1393418"/>
                <a:gd name="connsiteY58" fmla="*/ 127241 h 1391755"/>
                <a:gd name="connsiteX59" fmla="*/ 1004267 w 1393418"/>
                <a:gd name="connsiteY59" fmla="*/ 388405 h 1391755"/>
                <a:gd name="connsiteX60" fmla="*/ 1265932 w 1393418"/>
                <a:gd name="connsiteY60" fmla="*/ 476730 h 1391755"/>
                <a:gd name="connsiteX61" fmla="*/ 1323231 w 1393418"/>
                <a:gd name="connsiteY61" fmla="*/ 952670 h 1391755"/>
                <a:gd name="connsiteX62" fmla="*/ 1258293 w 1393418"/>
                <a:gd name="connsiteY62" fmla="*/ 1028922 h 1391755"/>
                <a:gd name="connsiteX63" fmla="*/ 945058 w 1393418"/>
                <a:gd name="connsiteY63" fmla="*/ 1199219 h 1391755"/>
                <a:gd name="connsiteX64" fmla="*/ 983257 w 1393418"/>
                <a:gd name="connsiteY64" fmla="*/ 1224001 h 1391755"/>
                <a:gd name="connsiteX65" fmla="*/ 1015727 w 1393418"/>
                <a:gd name="connsiteY65" fmla="*/ 1238616 h 1391755"/>
                <a:gd name="connsiteX66" fmla="*/ 1059019 w 1393418"/>
                <a:gd name="connsiteY66" fmla="*/ 1280554 h 1391755"/>
                <a:gd name="connsiteX67" fmla="*/ 1060293 w 1393418"/>
                <a:gd name="connsiteY67" fmla="*/ 1340921 h 1391755"/>
                <a:gd name="connsiteX68" fmla="*/ 1018273 w 1393418"/>
                <a:gd name="connsiteY68" fmla="*/ 1384130 h 1391755"/>
                <a:gd name="connsiteX69" fmla="*/ 985804 w 1393418"/>
                <a:gd name="connsiteY69" fmla="*/ 1391755 h 1391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393418" h="1391755">
                  <a:moveTo>
                    <a:pt x="77932" y="352820"/>
                  </a:moveTo>
                  <a:cubicBezTo>
                    <a:pt x="70929" y="352820"/>
                    <a:pt x="64563" y="354091"/>
                    <a:pt x="58196" y="356633"/>
                  </a:cubicBezTo>
                  <a:cubicBezTo>
                    <a:pt x="44826" y="361717"/>
                    <a:pt x="34003" y="371883"/>
                    <a:pt x="28273" y="385228"/>
                  </a:cubicBezTo>
                  <a:cubicBezTo>
                    <a:pt x="22543" y="398572"/>
                    <a:pt x="21906" y="413187"/>
                    <a:pt x="27636" y="426531"/>
                  </a:cubicBezTo>
                  <a:cubicBezTo>
                    <a:pt x="34003" y="442417"/>
                    <a:pt x="41006" y="458303"/>
                    <a:pt x="49919" y="474188"/>
                  </a:cubicBezTo>
                  <a:cubicBezTo>
                    <a:pt x="49919" y="474824"/>
                    <a:pt x="83662" y="535826"/>
                    <a:pt x="136504" y="589202"/>
                  </a:cubicBezTo>
                  <a:cubicBezTo>
                    <a:pt x="156878" y="609536"/>
                    <a:pt x="177887" y="627328"/>
                    <a:pt x="200170" y="643214"/>
                  </a:cubicBezTo>
                  <a:cubicBezTo>
                    <a:pt x="202717" y="645120"/>
                    <a:pt x="204627" y="648297"/>
                    <a:pt x="205263" y="651475"/>
                  </a:cubicBezTo>
                  <a:cubicBezTo>
                    <a:pt x="221180" y="789364"/>
                    <a:pt x="281026" y="914544"/>
                    <a:pt x="379707" y="1012401"/>
                  </a:cubicBezTo>
                  <a:cubicBezTo>
                    <a:pt x="477753" y="1110258"/>
                    <a:pt x="603174" y="1170624"/>
                    <a:pt x="741328" y="1186510"/>
                  </a:cubicBezTo>
                  <a:cubicBezTo>
                    <a:pt x="744511" y="1187146"/>
                    <a:pt x="747694" y="1188416"/>
                    <a:pt x="749604" y="1191594"/>
                  </a:cubicBezTo>
                  <a:cubicBezTo>
                    <a:pt x="766157" y="1214469"/>
                    <a:pt x="784620" y="1235439"/>
                    <a:pt x="803720" y="1254502"/>
                  </a:cubicBezTo>
                  <a:cubicBezTo>
                    <a:pt x="855926" y="1306607"/>
                    <a:pt x="916408" y="1339650"/>
                    <a:pt x="918955" y="1340921"/>
                  </a:cubicBezTo>
                  <a:lnTo>
                    <a:pt x="920229" y="1341556"/>
                  </a:lnTo>
                  <a:cubicBezTo>
                    <a:pt x="935508" y="1349181"/>
                    <a:pt x="950788" y="1356806"/>
                    <a:pt x="966704" y="1363161"/>
                  </a:cubicBezTo>
                  <a:cubicBezTo>
                    <a:pt x="980074" y="1368244"/>
                    <a:pt x="994717" y="1368244"/>
                    <a:pt x="1008087" y="1362525"/>
                  </a:cubicBezTo>
                  <a:cubicBezTo>
                    <a:pt x="1021456" y="1356806"/>
                    <a:pt x="1031643" y="1346004"/>
                    <a:pt x="1036736" y="1332660"/>
                  </a:cubicBezTo>
                  <a:cubicBezTo>
                    <a:pt x="1041830" y="1319316"/>
                    <a:pt x="1041830" y="1304701"/>
                    <a:pt x="1036100" y="1291357"/>
                  </a:cubicBezTo>
                  <a:cubicBezTo>
                    <a:pt x="1030370" y="1278013"/>
                    <a:pt x="1019547" y="1267846"/>
                    <a:pt x="1006177" y="1262762"/>
                  </a:cubicBezTo>
                  <a:cubicBezTo>
                    <a:pt x="994081" y="1258314"/>
                    <a:pt x="982620" y="1252595"/>
                    <a:pt x="971161" y="1246876"/>
                  </a:cubicBezTo>
                  <a:cubicBezTo>
                    <a:pt x="965431" y="1243699"/>
                    <a:pt x="938054" y="1227813"/>
                    <a:pt x="908132" y="1203667"/>
                  </a:cubicBezTo>
                  <a:cubicBezTo>
                    <a:pt x="904312" y="1200490"/>
                    <a:pt x="903038" y="1196042"/>
                    <a:pt x="904312" y="1190958"/>
                  </a:cubicBezTo>
                  <a:cubicBezTo>
                    <a:pt x="905585" y="1186510"/>
                    <a:pt x="909405" y="1182698"/>
                    <a:pt x="913862" y="1182062"/>
                  </a:cubicBezTo>
                  <a:cubicBezTo>
                    <a:pt x="1038010" y="1160457"/>
                    <a:pt x="1151334" y="1102633"/>
                    <a:pt x="1240466" y="1013037"/>
                  </a:cubicBezTo>
                  <a:cubicBezTo>
                    <a:pt x="1263386" y="990161"/>
                    <a:pt x="1284396" y="965379"/>
                    <a:pt x="1302859" y="939326"/>
                  </a:cubicBezTo>
                  <a:cubicBezTo>
                    <a:pt x="1423823" y="771572"/>
                    <a:pt x="1360158" y="591744"/>
                    <a:pt x="1249379" y="496429"/>
                  </a:cubicBezTo>
                  <a:cubicBezTo>
                    <a:pt x="1177437" y="434156"/>
                    <a:pt x="1080666" y="403655"/>
                    <a:pt x="991534" y="415093"/>
                  </a:cubicBezTo>
                  <a:cubicBezTo>
                    <a:pt x="987714" y="415728"/>
                    <a:pt x="983894" y="414458"/>
                    <a:pt x="981347" y="411916"/>
                  </a:cubicBezTo>
                  <a:cubicBezTo>
                    <a:pt x="978801" y="409374"/>
                    <a:pt x="977528" y="405562"/>
                    <a:pt x="978164" y="401749"/>
                  </a:cubicBezTo>
                  <a:cubicBezTo>
                    <a:pt x="989623" y="312788"/>
                    <a:pt x="959701" y="216202"/>
                    <a:pt x="896672" y="144398"/>
                  </a:cubicBezTo>
                  <a:cubicBezTo>
                    <a:pt x="800537" y="33833"/>
                    <a:pt x="621000" y="-29711"/>
                    <a:pt x="452923" y="91022"/>
                  </a:cubicBezTo>
                  <a:cubicBezTo>
                    <a:pt x="426820" y="109449"/>
                    <a:pt x="401990" y="130419"/>
                    <a:pt x="379707" y="153294"/>
                  </a:cubicBezTo>
                  <a:cubicBezTo>
                    <a:pt x="290576" y="242255"/>
                    <a:pt x="232003" y="355362"/>
                    <a:pt x="210357" y="479272"/>
                  </a:cubicBezTo>
                  <a:cubicBezTo>
                    <a:pt x="209720" y="483720"/>
                    <a:pt x="205900" y="487533"/>
                    <a:pt x="201444" y="488803"/>
                  </a:cubicBezTo>
                  <a:cubicBezTo>
                    <a:pt x="196987" y="490074"/>
                    <a:pt x="191894" y="488168"/>
                    <a:pt x="188711" y="484991"/>
                  </a:cubicBezTo>
                  <a:cubicBezTo>
                    <a:pt x="162608" y="453219"/>
                    <a:pt x="146054" y="423989"/>
                    <a:pt x="145418" y="422718"/>
                  </a:cubicBezTo>
                  <a:cubicBezTo>
                    <a:pt x="139051" y="411280"/>
                    <a:pt x="133958" y="399207"/>
                    <a:pt x="129501" y="387134"/>
                  </a:cubicBezTo>
                  <a:cubicBezTo>
                    <a:pt x="124408" y="373790"/>
                    <a:pt x="114221" y="362987"/>
                    <a:pt x="100852" y="357269"/>
                  </a:cubicBezTo>
                  <a:cubicBezTo>
                    <a:pt x="92576" y="354091"/>
                    <a:pt x="84935" y="352820"/>
                    <a:pt x="77932" y="352820"/>
                  </a:cubicBezTo>
                  <a:moveTo>
                    <a:pt x="985804" y="1391755"/>
                  </a:moveTo>
                  <a:cubicBezTo>
                    <a:pt x="976254" y="1391755"/>
                    <a:pt x="966067" y="1389849"/>
                    <a:pt x="957154" y="1386037"/>
                  </a:cubicBezTo>
                  <a:cubicBezTo>
                    <a:pt x="940601" y="1379682"/>
                    <a:pt x="924048" y="1372057"/>
                    <a:pt x="907495" y="1363161"/>
                  </a:cubicBezTo>
                  <a:lnTo>
                    <a:pt x="906222" y="1362525"/>
                  </a:lnTo>
                  <a:cubicBezTo>
                    <a:pt x="899219" y="1358713"/>
                    <a:pt x="839373" y="1325035"/>
                    <a:pt x="785893" y="1271658"/>
                  </a:cubicBezTo>
                  <a:cubicBezTo>
                    <a:pt x="766794" y="1252595"/>
                    <a:pt x="748968" y="1232261"/>
                    <a:pt x="732415" y="1210021"/>
                  </a:cubicBezTo>
                  <a:cubicBezTo>
                    <a:pt x="590440" y="1192864"/>
                    <a:pt x="462473" y="1130592"/>
                    <a:pt x="361881" y="1029558"/>
                  </a:cubicBezTo>
                  <a:cubicBezTo>
                    <a:pt x="260652" y="928524"/>
                    <a:pt x="198260" y="800802"/>
                    <a:pt x="181070" y="659735"/>
                  </a:cubicBezTo>
                  <a:cubicBezTo>
                    <a:pt x="159424" y="643849"/>
                    <a:pt x="139051" y="626057"/>
                    <a:pt x="119315" y="606359"/>
                  </a:cubicBezTo>
                  <a:cubicBezTo>
                    <a:pt x="63926" y="551076"/>
                    <a:pt x="28273" y="486262"/>
                    <a:pt x="28273" y="485626"/>
                  </a:cubicBezTo>
                  <a:cubicBezTo>
                    <a:pt x="19360" y="468470"/>
                    <a:pt x="11720" y="452584"/>
                    <a:pt x="5353" y="435427"/>
                  </a:cubicBezTo>
                  <a:cubicBezTo>
                    <a:pt x="-2286" y="415728"/>
                    <a:pt x="-1650" y="394759"/>
                    <a:pt x="6627" y="375061"/>
                  </a:cubicBezTo>
                  <a:cubicBezTo>
                    <a:pt x="14903" y="355998"/>
                    <a:pt x="30183" y="340747"/>
                    <a:pt x="49919" y="333122"/>
                  </a:cubicBezTo>
                  <a:cubicBezTo>
                    <a:pt x="69655" y="325497"/>
                    <a:pt x="90665" y="326132"/>
                    <a:pt x="110402" y="334393"/>
                  </a:cubicBezTo>
                  <a:cubicBezTo>
                    <a:pt x="129501" y="342654"/>
                    <a:pt x="144781" y="357904"/>
                    <a:pt x="152421" y="377602"/>
                  </a:cubicBezTo>
                  <a:cubicBezTo>
                    <a:pt x="156878" y="389040"/>
                    <a:pt x="161970" y="399843"/>
                    <a:pt x="167064" y="410010"/>
                  </a:cubicBezTo>
                  <a:cubicBezTo>
                    <a:pt x="167701" y="410645"/>
                    <a:pt x="176614" y="426531"/>
                    <a:pt x="191894" y="447500"/>
                  </a:cubicBezTo>
                  <a:cubicBezTo>
                    <a:pt x="217360" y="328674"/>
                    <a:pt x="276569" y="221286"/>
                    <a:pt x="362517" y="134867"/>
                  </a:cubicBezTo>
                  <a:cubicBezTo>
                    <a:pt x="386074" y="111355"/>
                    <a:pt x="412177" y="89115"/>
                    <a:pt x="438916" y="70052"/>
                  </a:cubicBezTo>
                  <a:cubicBezTo>
                    <a:pt x="619726" y="-59576"/>
                    <a:pt x="812634" y="9051"/>
                    <a:pt x="915772" y="127241"/>
                  </a:cubicBezTo>
                  <a:cubicBezTo>
                    <a:pt x="979437" y="200316"/>
                    <a:pt x="1011906" y="296902"/>
                    <a:pt x="1004267" y="388405"/>
                  </a:cubicBezTo>
                  <a:cubicBezTo>
                    <a:pt x="1095946" y="380780"/>
                    <a:pt x="1192717" y="413187"/>
                    <a:pt x="1265932" y="476730"/>
                  </a:cubicBezTo>
                  <a:cubicBezTo>
                    <a:pt x="1384350" y="579671"/>
                    <a:pt x="1453109" y="772207"/>
                    <a:pt x="1323231" y="952670"/>
                  </a:cubicBezTo>
                  <a:cubicBezTo>
                    <a:pt x="1303495" y="979994"/>
                    <a:pt x="1281849" y="1005411"/>
                    <a:pt x="1258293" y="1028922"/>
                  </a:cubicBezTo>
                  <a:cubicBezTo>
                    <a:pt x="1171708" y="1115342"/>
                    <a:pt x="1064113" y="1173801"/>
                    <a:pt x="945058" y="1199219"/>
                  </a:cubicBezTo>
                  <a:cubicBezTo>
                    <a:pt x="964157" y="1213198"/>
                    <a:pt x="979437" y="1222094"/>
                    <a:pt x="983257" y="1224001"/>
                  </a:cubicBezTo>
                  <a:cubicBezTo>
                    <a:pt x="993444" y="1229084"/>
                    <a:pt x="1004267" y="1234168"/>
                    <a:pt x="1015727" y="1238616"/>
                  </a:cubicBezTo>
                  <a:cubicBezTo>
                    <a:pt x="1035463" y="1246241"/>
                    <a:pt x="1050743" y="1260856"/>
                    <a:pt x="1059019" y="1280554"/>
                  </a:cubicBezTo>
                  <a:cubicBezTo>
                    <a:pt x="1067296" y="1299617"/>
                    <a:pt x="1067932" y="1321222"/>
                    <a:pt x="1060293" y="1340921"/>
                  </a:cubicBezTo>
                  <a:cubicBezTo>
                    <a:pt x="1052653" y="1360619"/>
                    <a:pt x="1038010" y="1375870"/>
                    <a:pt x="1018273" y="1384130"/>
                  </a:cubicBezTo>
                  <a:cubicBezTo>
                    <a:pt x="1006814" y="1389214"/>
                    <a:pt x="996627" y="1391755"/>
                    <a:pt x="985804" y="139175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8C433580-B1C4-CED8-8FBD-12552205E330}"/>
                </a:ext>
              </a:extLst>
            </p:cNvPr>
            <p:cNvSpPr/>
            <p:nvPr/>
          </p:nvSpPr>
          <p:spPr>
            <a:xfrm>
              <a:off x="2597096" y="4096783"/>
              <a:ext cx="527238" cy="234510"/>
            </a:xfrm>
            <a:custGeom>
              <a:avLst/>
              <a:gdLst>
                <a:gd name="connsiteX0" fmla="*/ 24873 w 527238"/>
                <a:gd name="connsiteY0" fmla="*/ 134748 h 234510"/>
                <a:gd name="connsiteX1" fmla="*/ 29330 w 527238"/>
                <a:gd name="connsiteY1" fmla="*/ 136654 h 234510"/>
                <a:gd name="connsiteX2" fmla="*/ 263619 w 527238"/>
                <a:gd name="connsiteY2" fmla="*/ 209729 h 234510"/>
                <a:gd name="connsiteX3" fmla="*/ 280172 w 527238"/>
                <a:gd name="connsiteY3" fmla="*/ 208458 h 234510"/>
                <a:gd name="connsiteX4" fmla="*/ 499182 w 527238"/>
                <a:gd name="connsiteY4" fmla="*/ 102976 h 234510"/>
                <a:gd name="connsiteX5" fmla="*/ 503002 w 527238"/>
                <a:gd name="connsiteY5" fmla="*/ 100434 h 234510"/>
                <a:gd name="connsiteX6" fmla="*/ 498545 w 527238"/>
                <a:gd name="connsiteY6" fmla="*/ 98528 h 234510"/>
                <a:gd name="connsiteX7" fmla="*/ 264256 w 527238"/>
                <a:gd name="connsiteY7" fmla="*/ 25453 h 234510"/>
                <a:gd name="connsiteX8" fmla="*/ 247703 w 527238"/>
                <a:gd name="connsiteY8" fmla="*/ 26724 h 234510"/>
                <a:gd name="connsiteX9" fmla="*/ 28693 w 527238"/>
                <a:gd name="connsiteY9" fmla="*/ 132206 h 234510"/>
                <a:gd name="connsiteX10" fmla="*/ 24873 w 527238"/>
                <a:gd name="connsiteY10" fmla="*/ 134748 h 234510"/>
                <a:gd name="connsiteX11" fmla="*/ 24873 w 527238"/>
                <a:gd name="connsiteY11" fmla="*/ 134748 h 234510"/>
                <a:gd name="connsiteX12" fmla="*/ 269986 w 527238"/>
                <a:gd name="connsiteY12" fmla="*/ 234511 h 234510"/>
                <a:gd name="connsiteX13" fmla="*/ 255979 w 527238"/>
                <a:gd name="connsiteY13" fmla="*/ 232605 h 234510"/>
                <a:gd name="connsiteX14" fmla="*/ 21690 w 527238"/>
                <a:gd name="connsiteY14" fmla="*/ 159530 h 234510"/>
                <a:gd name="connsiteX15" fmla="*/ 44 w 527238"/>
                <a:gd name="connsiteY15" fmla="*/ 136019 h 234510"/>
                <a:gd name="connsiteX16" fmla="*/ 17233 w 527238"/>
                <a:gd name="connsiteY16" fmla="*/ 109966 h 234510"/>
                <a:gd name="connsiteX17" fmla="*/ 236243 w 527238"/>
                <a:gd name="connsiteY17" fmla="*/ 4484 h 234510"/>
                <a:gd name="connsiteX18" fmla="*/ 271259 w 527238"/>
                <a:gd name="connsiteY18" fmla="*/ 1942 h 234510"/>
                <a:gd name="connsiteX19" fmla="*/ 505549 w 527238"/>
                <a:gd name="connsiteY19" fmla="*/ 75017 h 234510"/>
                <a:gd name="connsiteX20" fmla="*/ 527195 w 527238"/>
                <a:gd name="connsiteY20" fmla="*/ 98528 h 234510"/>
                <a:gd name="connsiteX21" fmla="*/ 510005 w 527238"/>
                <a:gd name="connsiteY21" fmla="*/ 124581 h 234510"/>
                <a:gd name="connsiteX22" fmla="*/ 290996 w 527238"/>
                <a:gd name="connsiteY22" fmla="*/ 230063 h 234510"/>
                <a:gd name="connsiteX23" fmla="*/ 269986 w 527238"/>
                <a:gd name="connsiteY23" fmla="*/ 234511 h 234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7238" h="234510">
                  <a:moveTo>
                    <a:pt x="24873" y="134748"/>
                  </a:moveTo>
                  <a:cubicBezTo>
                    <a:pt x="25510" y="134748"/>
                    <a:pt x="26783" y="135383"/>
                    <a:pt x="29330" y="136654"/>
                  </a:cubicBezTo>
                  <a:lnTo>
                    <a:pt x="263619" y="209729"/>
                  </a:lnTo>
                  <a:cubicBezTo>
                    <a:pt x="268713" y="211635"/>
                    <a:pt x="275716" y="211000"/>
                    <a:pt x="280172" y="208458"/>
                  </a:cubicBezTo>
                  <a:lnTo>
                    <a:pt x="499182" y="102976"/>
                  </a:lnTo>
                  <a:cubicBezTo>
                    <a:pt x="501729" y="101705"/>
                    <a:pt x="502365" y="100434"/>
                    <a:pt x="503002" y="100434"/>
                  </a:cubicBezTo>
                  <a:cubicBezTo>
                    <a:pt x="503002" y="100434"/>
                    <a:pt x="501092" y="99799"/>
                    <a:pt x="498545" y="98528"/>
                  </a:cubicBezTo>
                  <a:lnTo>
                    <a:pt x="264256" y="25453"/>
                  </a:lnTo>
                  <a:cubicBezTo>
                    <a:pt x="259163" y="23547"/>
                    <a:pt x="252159" y="24182"/>
                    <a:pt x="247703" y="26724"/>
                  </a:cubicBezTo>
                  <a:lnTo>
                    <a:pt x="28693" y="132206"/>
                  </a:lnTo>
                  <a:cubicBezTo>
                    <a:pt x="26147" y="132841"/>
                    <a:pt x="25510" y="134112"/>
                    <a:pt x="24873" y="134748"/>
                  </a:cubicBezTo>
                  <a:lnTo>
                    <a:pt x="24873" y="134748"/>
                  </a:lnTo>
                  <a:moveTo>
                    <a:pt x="269986" y="234511"/>
                  </a:moveTo>
                  <a:cubicBezTo>
                    <a:pt x="265529" y="234511"/>
                    <a:pt x="260436" y="233876"/>
                    <a:pt x="255979" y="232605"/>
                  </a:cubicBezTo>
                  <a:lnTo>
                    <a:pt x="21690" y="159530"/>
                  </a:lnTo>
                  <a:cubicBezTo>
                    <a:pt x="8957" y="155717"/>
                    <a:pt x="1317" y="146821"/>
                    <a:pt x="44" y="136019"/>
                  </a:cubicBezTo>
                  <a:cubicBezTo>
                    <a:pt x="-593" y="125216"/>
                    <a:pt x="5774" y="115685"/>
                    <a:pt x="17233" y="109966"/>
                  </a:cubicBezTo>
                  <a:lnTo>
                    <a:pt x="236243" y="4484"/>
                  </a:lnTo>
                  <a:cubicBezTo>
                    <a:pt x="246430" y="-600"/>
                    <a:pt x="259799" y="-1235"/>
                    <a:pt x="271259" y="1942"/>
                  </a:cubicBezTo>
                  <a:lnTo>
                    <a:pt x="505549" y="75017"/>
                  </a:lnTo>
                  <a:cubicBezTo>
                    <a:pt x="518282" y="78830"/>
                    <a:pt x="525922" y="87726"/>
                    <a:pt x="527195" y="98528"/>
                  </a:cubicBezTo>
                  <a:cubicBezTo>
                    <a:pt x="527832" y="109330"/>
                    <a:pt x="521465" y="118862"/>
                    <a:pt x="510005" y="124581"/>
                  </a:cubicBezTo>
                  <a:lnTo>
                    <a:pt x="290996" y="230063"/>
                  </a:lnTo>
                  <a:cubicBezTo>
                    <a:pt x="284629" y="232605"/>
                    <a:pt x="277626" y="234511"/>
                    <a:pt x="269986" y="2345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CC53A0E2-7E2F-93FE-AC7B-17263FC32373}"/>
                </a:ext>
              </a:extLst>
            </p:cNvPr>
            <p:cNvSpPr/>
            <p:nvPr/>
          </p:nvSpPr>
          <p:spPr>
            <a:xfrm>
              <a:off x="2598359" y="4184455"/>
              <a:ext cx="533115" cy="246602"/>
            </a:xfrm>
            <a:custGeom>
              <a:avLst/>
              <a:gdLst>
                <a:gd name="connsiteX0" fmla="*/ 276363 w 533115"/>
                <a:gd name="connsiteY0" fmla="*/ 246602 h 246602"/>
                <a:gd name="connsiteX1" fmla="*/ 258536 w 533115"/>
                <a:gd name="connsiteY1" fmla="*/ 244060 h 246602"/>
                <a:gd name="connsiteX2" fmla="*/ 49713 w 533115"/>
                <a:gd name="connsiteY2" fmla="*/ 179246 h 246602"/>
                <a:gd name="connsiteX3" fmla="*/ 6420 w 533115"/>
                <a:gd name="connsiteY3" fmla="*/ 127776 h 246602"/>
                <a:gd name="connsiteX4" fmla="*/ 54 w 533115"/>
                <a:gd name="connsiteY4" fmla="*/ 50888 h 246602"/>
                <a:gd name="connsiteX5" fmla="*/ 10877 w 533115"/>
                <a:gd name="connsiteY5" fmla="*/ 37544 h 246602"/>
                <a:gd name="connsiteX6" fmla="*/ 24247 w 533115"/>
                <a:gd name="connsiteY6" fmla="*/ 48347 h 246602"/>
                <a:gd name="connsiteX7" fmla="*/ 30613 w 533115"/>
                <a:gd name="connsiteY7" fmla="*/ 125234 h 246602"/>
                <a:gd name="connsiteX8" fmla="*/ 56716 w 533115"/>
                <a:gd name="connsiteY8" fmla="*/ 155735 h 246602"/>
                <a:gd name="connsiteX9" fmla="*/ 266176 w 533115"/>
                <a:gd name="connsiteY9" fmla="*/ 219914 h 246602"/>
                <a:gd name="connsiteX10" fmla="*/ 292279 w 533115"/>
                <a:gd name="connsiteY10" fmla="*/ 218008 h 246602"/>
                <a:gd name="connsiteX11" fmla="*/ 488369 w 533115"/>
                <a:gd name="connsiteY11" fmla="*/ 123963 h 246602"/>
                <a:gd name="connsiteX12" fmla="*/ 508742 w 533115"/>
                <a:gd name="connsiteY12" fmla="*/ 90285 h 246602"/>
                <a:gd name="connsiteX13" fmla="*/ 502375 w 533115"/>
                <a:gd name="connsiteY13" fmla="*/ 13398 h 246602"/>
                <a:gd name="connsiteX14" fmla="*/ 513199 w 533115"/>
                <a:gd name="connsiteY14" fmla="*/ 54 h 246602"/>
                <a:gd name="connsiteX15" fmla="*/ 526569 w 533115"/>
                <a:gd name="connsiteY15" fmla="*/ 10856 h 246602"/>
                <a:gd name="connsiteX16" fmla="*/ 532935 w 533115"/>
                <a:gd name="connsiteY16" fmla="*/ 87744 h 246602"/>
                <a:gd name="connsiteX17" fmla="*/ 498556 w 533115"/>
                <a:gd name="connsiteY17" fmla="*/ 144933 h 246602"/>
                <a:gd name="connsiteX18" fmla="*/ 302466 w 533115"/>
                <a:gd name="connsiteY18" fmla="*/ 238977 h 246602"/>
                <a:gd name="connsiteX19" fmla="*/ 276363 w 533115"/>
                <a:gd name="connsiteY19" fmla="*/ 246602 h 246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33115" h="246602">
                  <a:moveTo>
                    <a:pt x="276363" y="246602"/>
                  </a:moveTo>
                  <a:cubicBezTo>
                    <a:pt x="270633" y="246602"/>
                    <a:pt x="264266" y="245967"/>
                    <a:pt x="258536" y="244060"/>
                  </a:cubicBezTo>
                  <a:lnTo>
                    <a:pt x="49713" y="179246"/>
                  </a:lnTo>
                  <a:cubicBezTo>
                    <a:pt x="25520" y="171621"/>
                    <a:pt x="8330" y="151287"/>
                    <a:pt x="6420" y="127776"/>
                  </a:cubicBezTo>
                  <a:lnTo>
                    <a:pt x="54" y="50888"/>
                  </a:lnTo>
                  <a:cubicBezTo>
                    <a:pt x="-583" y="43899"/>
                    <a:pt x="4511" y="38180"/>
                    <a:pt x="10877" y="37544"/>
                  </a:cubicBezTo>
                  <a:cubicBezTo>
                    <a:pt x="17244" y="36909"/>
                    <a:pt x="23610" y="41992"/>
                    <a:pt x="24247" y="48347"/>
                  </a:cubicBezTo>
                  <a:lnTo>
                    <a:pt x="30613" y="125234"/>
                  </a:lnTo>
                  <a:cubicBezTo>
                    <a:pt x="31887" y="139214"/>
                    <a:pt x="42073" y="151287"/>
                    <a:pt x="56716" y="155735"/>
                  </a:cubicBezTo>
                  <a:lnTo>
                    <a:pt x="266176" y="219914"/>
                  </a:lnTo>
                  <a:cubicBezTo>
                    <a:pt x="274453" y="222456"/>
                    <a:pt x="284003" y="221820"/>
                    <a:pt x="292279" y="218008"/>
                  </a:cubicBezTo>
                  <a:lnTo>
                    <a:pt x="488369" y="123963"/>
                  </a:lnTo>
                  <a:cubicBezTo>
                    <a:pt x="501739" y="117609"/>
                    <a:pt x="510015" y="104265"/>
                    <a:pt x="508742" y="90285"/>
                  </a:cubicBezTo>
                  <a:lnTo>
                    <a:pt x="502375" y="13398"/>
                  </a:lnTo>
                  <a:cubicBezTo>
                    <a:pt x="501739" y="6408"/>
                    <a:pt x="506832" y="689"/>
                    <a:pt x="513199" y="54"/>
                  </a:cubicBezTo>
                  <a:cubicBezTo>
                    <a:pt x="519565" y="-582"/>
                    <a:pt x="525932" y="4502"/>
                    <a:pt x="526569" y="10856"/>
                  </a:cubicBezTo>
                  <a:lnTo>
                    <a:pt x="532935" y="87744"/>
                  </a:lnTo>
                  <a:cubicBezTo>
                    <a:pt x="534845" y="111890"/>
                    <a:pt x="521475" y="134130"/>
                    <a:pt x="498556" y="144933"/>
                  </a:cubicBezTo>
                  <a:lnTo>
                    <a:pt x="302466" y="238977"/>
                  </a:lnTo>
                  <a:cubicBezTo>
                    <a:pt x="294189" y="244696"/>
                    <a:pt x="285276" y="246602"/>
                    <a:pt x="276363" y="24660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A542D76D-7697-AA70-0B9D-F0143E9946CB}"/>
                </a:ext>
              </a:extLst>
            </p:cNvPr>
            <p:cNvSpPr/>
            <p:nvPr/>
          </p:nvSpPr>
          <p:spPr>
            <a:xfrm>
              <a:off x="2860078" y="4313502"/>
              <a:ext cx="28066" cy="117555"/>
            </a:xfrm>
            <a:custGeom>
              <a:avLst/>
              <a:gdLst>
                <a:gd name="connsiteX0" fmla="*/ 15916 w 28066"/>
                <a:gd name="connsiteY0" fmla="*/ 117555 h 117555"/>
                <a:gd name="connsiteX1" fmla="*/ 3820 w 28066"/>
                <a:gd name="connsiteY1" fmla="*/ 106118 h 117555"/>
                <a:gd name="connsiteX2" fmla="*/ 0 w 28066"/>
                <a:gd name="connsiteY2" fmla="*/ 12709 h 117555"/>
                <a:gd name="connsiteX3" fmla="*/ 11460 w 28066"/>
                <a:gd name="connsiteY3" fmla="*/ 0 h 117555"/>
                <a:gd name="connsiteX4" fmla="*/ 24193 w 28066"/>
                <a:gd name="connsiteY4" fmla="*/ 11438 h 117555"/>
                <a:gd name="connsiteX5" fmla="*/ 28013 w 28066"/>
                <a:gd name="connsiteY5" fmla="*/ 104847 h 117555"/>
                <a:gd name="connsiteX6" fmla="*/ 15916 w 28066"/>
                <a:gd name="connsiteY6" fmla="*/ 117555 h 117555"/>
                <a:gd name="connsiteX7" fmla="*/ 15916 w 28066"/>
                <a:gd name="connsiteY7" fmla="*/ 117555 h 11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066" h="117555">
                  <a:moveTo>
                    <a:pt x="15916" y="117555"/>
                  </a:moveTo>
                  <a:cubicBezTo>
                    <a:pt x="9550" y="117555"/>
                    <a:pt x="3820" y="112472"/>
                    <a:pt x="3820" y="106118"/>
                  </a:cubicBezTo>
                  <a:lnTo>
                    <a:pt x="0" y="12709"/>
                  </a:lnTo>
                  <a:cubicBezTo>
                    <a:pt x="0" y="5719"/>
                    <a:pt x="5093" y="0"/>
                    <a:pt x="11460" y="0"/>
                  </a:cubicBezTo>
                  <a:cubicBezTo>
                    <a:pt x="18463" y="0"/>
                    <a:pt x="24193" y="5083"/>
                    <a:pt x="24193" y="11438"/>
                  </a:cubicBezTo>
                  <a:lnTo>
                    <a:pt x="28013" y="104847"/>
                  </a:lnTo>
                  <a:cubicBezTo>
                    <a:pt x="28650" y="111201"/>
                    <a:pt x="23556" y="116920"/>
                    <a:pt x="15916" y="117555"/>
                  </a:cubicBezTo>
                  <a:cubicBezTo>
                    <a:pt x="16343" y="117555"/>
                    <a:pt x="16343" y="117555"/>
                    <a:pt x="15916" y="11755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655CF80B-D742-0F4A-CEFA-9566F7457F92}"/>
                </a:ext>
              </a:extLst>
            </p:cNvPr>
            <p:cNvSpPr/>
            <p:nvPr/>
          </p:nvSpPr>
          <p:spPr>
            <a:xfrm>
              <a:off x="2345660" y="3979891"/>
              <a:ext cx="967727" cy="817811"/>
            </a:xfrm>
            <a:custGeom>
              <a:avLst/>
              <a:gdLst>
                <a:gd name="connsiteX0" fmla="*/ 385177 w 967727"/>
                <a:gd name="connsiteY0" fmla="*/ 685005 h 817811"/>
                <a:gd name="connsiteX1" fmla="*/ 396000 w 967727"/>
                <a:gd name="connsiteY1" fmla="*/ 691995 h 817811"/>
                <a:gd name="connsiteX2" fmla="*/ 541794 w 967727"/>
                <a:gd name="connsiteY2" fmla="*/ 793665 h 817811"/>
                <a:gd name="connsiteX3" fmla="*/ 543068 w 967727"/>
                <a:gd name="connsiteY3" fmla="*/ 793665 h 817811"/>
                <a:gd name="connsiteX4" fmla="*/ 695229 w 967727"/>
                <a:gd name="connsiteY4" fmla="*/ 680557 h 817811"/>
                <a:gd name="connsiteX5" fmla="*/ 707325 w 967727"/>
                <a:gd name="connsiteY5" fmla="*/ 672932 h 817811"/>
                <a:gd name="connsiteX6" fmla="*/ 716238 w 967727"/>
                <a:gd name="connsiteY6" fmla="*/ 672932 h 817811"/>
                <a:gd name="connsiteX7" fmla="*/ 943524 w 967727"/>
                <a:gd name="connsiteY7" fmla="*/ 420665 h 817811"/>
                <a:gd name="connsiteX8" fmla="*/ 943524 w 967727"/>
                <a:gd name="connsiteY8" fmla="*/ 405414 h 817811"/>
                <a:gd name="connsiteX9" fmla="*/ 869036 w 967727"/>
                <a:gd name="connsiteY9" fmla="*/ 214784 h 817811"/>
                <a:gd name="connsiteX10" fmla="*/ 718785 w 967727"/>
                <a:gd name="connsiteY10" fmla="*/ 149334 h 817811"/>
                <a:gd name="connsiteX11" fmla="*/ 711782 w 967727"/>
                <a:gd name="connsiteY11" fmla="*/ 149334 h 817811"/>
                <a:gd name="connsiteX12" fmla="*/ 700322 w 967727"/>
                <a:gd name="connsiteY12" fmla="*/ 141074 h 817811"/>
                <a:gd name="connsiteX13" fmla="*/ 548798 w 967727"/>
                <a:gd name="connsiteY13" fmla="*/ 26060 h 817811"/>
                <a:gd name="connsiteX14" fmla="*/ 547524 w 967727"/>
                <a:gd name="connsiteY14" fmla="*/ 26060 h 817811"/>
                <a:gd name="connsiteX15" fmla="*/ 401093 w 967727"/>
                <a:gd name="connsiteY15" fmla="*/ 125188 h 817811"/>
                <a:gd name="connsiteX16" fmla="*/ 388360 w 967727"/>
                <a:gd name="connsiteY16" fmla="*/ 132178 h 817811"/>
                <a:gd name="connsiteX17" fmla="*/ 370534 w 967727"/>
                <a:gd name="connsiteY17" fmla="*/ 130907 h 817811"/>
                <a:gd name="connsiteX18" fmla="*/ 369261 w 967727"/>
                <a:gd name="connsiteY18" fmla="*/ 130907 h 817811"/>
                <a:gd name="connsiteX19" fmla="*/ 233016 w 967727"/>
                <a:gd name="connsiteY19" fmla="*/ 235753 h 817811"/>
                <a:gd name="connsiteX20" fmla="*/ 226650 w 967727"/>
                <a:gd name="connsiteY20" fmla="*/ 242743 h 817811"/>
                <a:gd name="connsiteX21" fmla="*/ 217100 w 967727"/>
                <a:gd name="connsiteY21" fmla="*/ 243379 h 817811"/>
                <a:gd name="connsiteX22" fmla="*/ 172534 w 967727"/>
                <a:gd name="connsiteY22" fmla="*/ 235118 h 817811"/>
                <a:gd name="connsiteX23" fmla="*/ 171261 w 967727"/>
                <a:gd name="connsiteY23" fmla="*/ 235118 h 817811"/>
                <a:gd name="connsiteX24" fmla="*/ 24193 w 967727"/>
                <a:gd name="connsiteY24" fmla="*/ 398425 h 817811"/>
                <a:gd name="connsiteX25" fmla="*/ 24193 w 967727"/>
                <a:gd name="connsiteY25" fmla="*/ 413675 h 817811"/>
                <a:gd name="connsiteX26" fmla="*/ 72579 w 967727"/>
                <a:gd name="connsiteY26" fmla="*/ 536949 h 817811"/>
                <a:gd name="connsiteX27" fmla="*/ 169351 w 967727"/>
                <a:gd name="connsiteY27" fmla="*/ 578888 h 817811"/>
                <a:gd name="connsiteX28" fmla="*/ 213916 w 967727"/>
                <a:gd name="connsiteY28" fmla="*/ 571263 h 817811"/>
                <a:gd name="connsiteX29" fmla="*/ 223466 w 967727"/>
                <a:gd name="connsiteY29" fmla="*/ 571898 h 817811"/>
                <a:gd name="connsiteX30" fmla="*/ 229833 w 967727"/>
                <a:gd name="connsiteY30" fmla="*/ 578888 h 817811"/>
                <a:gd name="connsiteX31" fmla="*/ 365441 w 967727"/>
                <a:gd name="connsiteY31" fmla="*/ 685641 h 817811"/>
                <a:gd name="connsiteX32" fmla="*/ 383267 w 967727"/>
                <a:gd name="connsiteY32" fmla="*/ 684370 h 817811"/>
                <a:gd name="connsiteX33" fmla="*/ 385177 w 967727"/>
                <a:gd name="connsiteY33" fmla="*/ 685005 h 817811"/>
                <a:gd name="connsiteX34" fmla="*/ 543068 w 967727"/>
                <a:gd name="connsiteY34" fmla="*/ 817811 h 817811"/>
                <a:gd name="connsiteX35" fmla="*/ 541794 w 967727"/>
                <a:gd name="connsiteY35" fmla="*/ 817811 h 817811"/>
                <a:gd name="connsiteX36" fmla="*/ 377537 w 967727"/>
                <a:gd name="connsiteY36" fmla="*/ 709787 h 817811"/>
                <a:gd name="connsiteX37" fmla="*/ 365441 w 967727"/>
                <a:gd name="connsiteY37" fmla="*/ 710423 h 817811"/>
                <a:gd name="connsiteX38" fmla="*/ 210733 w 967727"/>
                <a:gd name="connsiteY38" fmla="*/ 597951 h 817811"/>
                <a:gd name="connsiteX39" fmla="*/ 169351 w 967727"/>
                <a:gd name="connsiteY39" fmla="*/ 603034 h 817811"/>
                <a:gd name="connsiteX40" fmla="*/ 55389 w 967727"/>
                <a:gd name="connsiteY40" fmla="*/ 553471 h 817811"/>
                <a:gd name="connsiteX41" fmla="*/ 0 w 967727"/>
                <a:gd name="connsiteY41" fmla="*/ 412404 h 817811"/>
                <a:gd name="connsiteX42" fmla="*/ 0 w 967727"/>
                <a:gd name="connsiteY42" fmla="*/ 396518 h 817811"/>
                <a:gd name="connsiteX43" fmla="*/ 171261 w 967727"/>
                <a:gd name="connsiteY43" fmla="*/ 209065 h 817811"/>
                <a:gd name="connsiteX44" fmla="*/ 172534 w 967727"/>
                <a:gd name="connsiteY44" fmla="*/ 209065 h 817811"/>
                <a:gd name="connsiteX45" fmla="*/ 213916 w 967727"/>
                <a:gd name="connsiteY45" fmla="*/ 214784 h 817811"/>
                <a:gd name="connsiteX46" fmla="*/ 369261 w 967727"/>
                <a:gd name="connsiteY46" fmla="*/ 104854 h 817811"/>
                <a:gd name="connsiteX47" fmla="*/ 370534 w 967727"/>
                <a:gd name="connsiteY47" fmla="*/ 104854 h 817811"/>
                <a:gd name="connsiteX48" fmla="*/ 382630 w 967727"/>
                <a:gd name="connsiteY48" fmla="*/ 105489 h 817811"/>
                <a:gd name="connsiteX49" fmla="*/ 548798 w 967727"/>
                <a:gd name="connsiteY49" fmla="*/ 7 h 817811"/>
                <a:gd name="connsiteX50" fmla="*/ 720058 w 967727"/>
                <a:gd name="connsiteY50" fmla="*/ 123282 h 817811"/>
                <a:gd name="connsiteX51" fmla="*/ 886225 w 967727"/>
                <a:gd name="connsiteY51" fmla="*/ 196357 h 817811"/>
                <a:gd name="connsiteX52" fmla="*/ 967717 w 967727"/>
                <a:gd name="connsiteY52" fmla="*/ 404144 h 817811"/>
                <a:gd name="connsiteX53" fmla="*/ 967717 w 967727"/>
                <a:gd name="connsiteY53" fmla="*/ 420029 h 817811"/>
                <a:gd name="connsiteX54" fmla="*/ 715602 w 967727"/>
                <a:gd name="connsiteY54" fmla="*/ 696443 h 817811"/>
                <a:gd name="connsiteX55" fmla="*/ 714328 w 967727"/>
                <a:gd name="connsiteY55" fmla="*/ 696443 h 817811"/>
                <a:gd name="connsiteX56" fmla="*/ 543068 w 967727"/>
                <a:gd name="connsiteY56" fmla="*/ 817811 h 817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967727" h="817811">
                  <a:moveTo>
                    <a:pt x="385177" y="685005"/>
                  </a:moveTo>
                  <a:cubicBezTo>
                    <a:pt x="389634" y="685005"/>
                    <a:pt x="394090" y="687547"/>
                    <a:pt x="396000" y="691995"/>
                  </a:cubicBezTo>
                  <a:cubicBezTo>
                    <a:pt x="424013" y="754268"/>
                    <a:pt x="480039" y="793029"/>
                    <a:pt x="541794" y="793665"/>
                  </a:cubicBezTo>
                  <a:lnTo>
                    <a:pt x="543068" y="793665"/>
                  </a:lnTo>
                  <a:cubicBezTo>
                    <a:pt x="609280" y="793665"/>
                    <a:pt x="669126" y="749820"/>
                    <a:pt x="695229" y="680557"/>
                  </a:cubicBezTo>
                  <a:cubicBezTo>
                    <a:pt x="697138" y="675474"/>
                    <a:pt x="701595" y="672297"/>
                    <a:pt x="707325" y="672932"/>
                  </a:cubicBezTo>
                  <a:lnTo>
                    <a:pt x="716238" y="672932"/>
                  </a:lnTo>
                  <a:cubicBezTo>
                    <a:pt x="840386" y="672932"/>
                    <a:pt x="942251" y="559825"/>
                    <a:pt x="943524" y="420665"/>
                  </a:cubicBezTo>
                  <a:lnTo>
                    <a:pt x="943524" y="405414"/>
                  </a:lnTo>
                  <a:cubicBezTo>
                    <a:pt x="944161" y="332975"/>
                    <a:pt x="917422" y="263077"/>
                    <a:pt x="869036" y="214784"/>
                  </a:cubicBezTo>
                  <a:cubicBezTo>
                    <a:pt x="827653" y="172846"/>
                    <a:pt x="774811" y="149970"/>
                    <a:pt x="718785" y="149334"/>
                  </a:cubicBezTo>
                  <a:lnTo>
                    <a:pt x="711782" y="149334"/>
                  </a:lnTo>
                  <a:cubicBezTo>
                    <a:pt x="706052" y="149334"/>
                    <a:pt x="701595" y="146157"/>
                    <a:pt x="700322" y="141074"/>
                  </a:cubicBezTo>
                  <a:cubicBezTo>
                    <a:pt x="674856" y="71811"/>
                    <a:pt x="615647" y="26060"/>
                    <a:pt x="548798" y="26060"/>
                  </a:cubicBezTo>
                  <a:lnTo>
                    <a:pt x="547524" y="26060"/>
                  </a:lnTo>
                  <a:cubicBezTo>
                    <a:pt x="485769" y="26060"/>
                    <a:pt x="429743" y="64186"/>
                    <a:pt x="401093" y="125188"/>
                  </a:cubicBezTo>
                  <a:cubicBezTo>
                    <a:pt x="398547" y="130271"/>
                    <a:pt x="393454" y="132813"/>
                    <a:pt x="388360" y="132178"/>
                  </a:cubicBezTo>
                  <a:cubicBezTo>
                    <a:pt x="382630" y="131542"/>
                    <a:pt x="376264" y="130907"/>
                    <a:pt x="370534" y="130907"/>
                  </a:cubicBezTo>
                  <a:lnTo>
                    <a:pt x="369261" y="130907"/>
                  </a:lnTo>
                  <a:cubicBezTo>
                    <a:pt x="309415" y="130907"/>
                    <a:pt x="254662" y="172846"/>
                    <a:pt x="233016" y="235753"/>
                  </a:cubicBezTo>
                  <a:cubicBezTo>
                    <a:pt x="231743" y="238931"/>
                    <a:pt x="229833" y="241472"/>
                    <a:pt x="226650" y="242743"/>
                  </a:cubicBezTo>
                  <a:cubicBezTo>
                    <a:pt x="223466" y="244014"/>
                    <a:pt x="220283" y="244014"/>
                    <a:pt x="217100" y="243379"/>
                  </a:cubicBezTo>
                  <a:cubicBezTo>
                    <a:pt x="203093" y="238295"/>
                    <a:pt x="187814" y="235118"/>
                    <a:pt x="172534" y="235118"/>
                  </a:cubicBezTo>
                  <a:lnTo>
                    <a:pt x="171261" y="235118"/>
                  </a:lnTo>
                  <a:cubicBezTo>
                    <a:pt x="91042" y="235118"/>
                    <a:pt x="25466" y="308193"/>
                    <a:pt x="24193" y="398425"/>
                  </a:cubicBezTo>
                  <a:lnTo>
                    <a:pt x="24193" y="413675"/>
                  </a:lnTo>
                  <a:cubicBezTo>
                    <a:pt x="23556" y="460697"/>
                    <a:pt x="41383" y="505813"/>
                    <a:pt x="72579" y="536949"/>
                  </a:cubicBezTo>
                  <a:cubicBezTo>
                    <a:pt x="99318" y="563637"/>
                    <a:pt x="133698" y="578888"/>
                    <a:pt x="169351" y="578888"/>
                  </a:cubicBezTo>
                  <a:cubicBezTo>
                    <a:pt x="183994" y="578888"/>
                    <a:pt x="199273" y="576346"/>
                    <a:pt x="213916" y="571263"/>
                  </a:cubicBezTo>
                  <a:cubicBezTo>
                    <a:pt x="217100" y="569992"/>
                    <a:pt x="220283" y="570627"/>
                    <a:pt x="223466" y="571898"/>
                  </a:cubicBezTo>
                  <a:cubicBezTo>
                    <a:pt x="226650" y="573169"/>
                    <a:pt x="228560" y="575711"/>
                    <a:pt x="229833" y="578888"/>
                  </a:cubicBezTo>
                  <a:cubicBezTo>
                    <a:pt x="250843" y="642431"/>
                    <a:pt x="304958" y="685005"/>
                    <a:pt x="365441" y="685641"/>
                  </a:cubicBezTo>
                  <a:cubicBezTo>
                    <a:pt x="371171" y="685641"/>
                    <a:pt x="377537" y="685005"/>
                    <a:pt x="383267" y="684370"/>
                  </a:cubicBezTo>
                  <a:cubicBezTo>
                    <a:pt x="383904" y="685005"/>
                    <a:pt x="384540" y="685005"/>
                    <a:pt x="385177" y="685005"/>
                  </a:cubicBezTo>
                  <a:moveTo>
                    <a:pt x="543068" y="817811"/>
                  </a:moveTo>
                  <a:lnTo>
                    <a:pt x="541794" y="817811"/>
                  </a:lnTo>
                  <a:cubicBezTo>
                    <a:pt x="473036" y="817176"/>
                    <a:pt x="410643" y="775873"/>
                    <a:pt x="377537" y="709787"/>
                  </a:cubicBezTo>
                  <a:cubicBezTo>
                    <a:pt x="373717" y="709787"/>
                    <a:pt x="369261" y="710423"/>
                    <a:pt x="365441" y="710423"/>
                  </a:cubicBezTo>
                  <a:cubicBezTo>
                    <a:pt x="298592" y="709787"/>
                    <a:pt x="237473" y="665307"/>
                    <a:pt x="210733" y="597951"/>
                  </a:cubicBezTo>
                  <a:cubicBezTo>
                    <a:pt x="197363" y="601764"/>
                    <a:pt x="183357" y="603034"/>
                    <a:pt x="169351" y="603034"/>
                  </a:cubicBezTo>
                  <a:cubicBezTo>
                    <a:pt x="127331" y="602399"/>
                    <a:pt x="86585" y="585242"/>
                    <a:pt x="55389" y="553471"/>
                  </a:cubicBezTo>
                  <a:cubicBezTo>
                    <a:pt x="19736" y="517251"/>
                    <a:pt x="0" y="465781"/>
                    <a:pt x="0" y="412404"/>
                  </a:cubicBezTo>
                  <a:lnTo>
                    <a:pt x="0" y="396518"/>
                  </a:lnTo>
                  <a:cubicBezTo>
                    <a:pt x="1273" y="292943"/>
                    <a:pt x="77672" y="209065"/>
                    <a:pt x="171261" y="209065"/>
                  </a:cubicBezTo>
                  <a:lnTo>
                    <a:pt x="172534" y="209065"/>
                  </a:lnTo>
                  <a:cubicBezTo>
                    <a:pt x="186540" y="209065"/>
                    <a:pt x="199910" y="210972"/>
                    <a:pt x="213916" y="214784"/>
                  </a:cubicBezTo>
                  <a:cubicBezTo>
                    <a:pt x="241929" y="148699"/>
                    <a:pt x="303048" y="104854"/>
                    <a:pt x="369261" y="104854"/>
                  </a:cubicBezTo>
                  <a:lnTo>
                    <a:pt x="370534" y="104854"/>
                  </a:lnTo>
                  <a:cubicBezTo>
                    <a:pt x="374354" y="104854"/>
                    <a:pt x="378810" y="104854"/>
                    <a:pt x="382630" y="105489"/>
                  </a:cubicBezTo>
                  <a:cubicBezTo>
                    <a:pt x="417010" y="40040"/>
                    <a:pt x="480039" y="-628"/>
                    <a:pt x="548798" y="7"/>
                  </a:cubicBezTo>
                  <a:cubicBezTo>
                    <a:pt x="623287" y="643"/>
                    <a:pt x="689499" y="48936"/>
                    <a:pt x="720058" y="123282"/>
                  </a:cubicBezTo>
                  <a:cubicBezTo>
                    <a:pt x="781814" y="123917"/>
                    <a:pt x="841023" y="149970"/>
                    <a:pt x="886225" y="196357"/>
                  </a:cubicBezTo>
                  <a:cubicBezTo>
                    <a:pt x="938431" y="249733"/>
                    <a:pt x="968354" y="325350"/>
                    <a:pt x="967717" y="404144"/>
                  </a:cubicBezTo>
                  <a:lnTo>
                    <a:pt x="967717" y="420029"/>
                  </a:lnTo>
                  <a:cubicBezTo>
                    <a:pt x="966444" y="573169"/>
                    <a:pt x="853756" y="696443"/>
                    <a:pt x="715602" y="696443"/>
                  </a:cubicBezTo>
                  <a:lnTo>
                    <a:pt x="714328" y="696443"/>
                  </a:lnTo>
                  <a:cubicBezTo>
                    <a:pt x="683769" y="771425"/>
                    <a:pt x="616920" y="817811"/>
                    <a:pt x="543068" y="8178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38FBE1A1-92BB-3306-2D93-95E7AB992706}"/>
                </a:ext>
              </a:extLst>
            </p:cNvPr>
            <p:cNvSpPr/>
            <p:nvPr/>
          </p:nvSpPr>
          <p:spPr>
            <a:xfrm>
              <a:off x="2719960" y="4390336"/>
              <a:ext cx="259729" cy="307603"/>
            </a:xfrm>
            <a:custGeom>
              <a:avLst/>
              <a:gdLst>
                <a:gd name="connsiteX0" fmla="*/ 12150 w 259729"/>
                <a:gd name="connsiteY0" fmla="*/ 307604 h 307603"/>
                <a:gd name="connsiteX1" fmla="*/ 54 w 259729"/>
                <a:gd name="connsiteY1" fmla="*/ 296166 h 307603"/>
                <a:gd name="connsiteX2" fmla="*/ 11513 w 259729"/>
                <a:gd name="connsiteY2" fmla="*/ 282822 h 307603"/>
                <a:gd name="connsiteX3" fmla="*/ 182137 w 259729"/>
                <a:gd name="connsiteY3" fmla="*/ 198945 h 307603"/>
                <a:gd name="connsiteX4" fmla="*/ 233706 w 259729"/>
                <a:gd name="connsiteY4" fmla="*/ 13398 h 307603"/>
                <a:gd name="connsiteX5" fmla="*/ 245166 w 259729"/>
                <a:gd name="connsiteY5" fmla="*/ 54 h 307603"/>
                <a:gd name="connsiteX6" fmla="*/ 258536 w 259729"/>
                <a:gd name="connsiteY6" fmla="*/ 11491 h 307603"/>
                <a:gd name="connsiteX7" fmla="*/ 201237 w 259729"/>
                <a:gd name="connsiteY7" fmla="*/ 214830 h 307603"/>
                <a:gd name="connsiteX8" fmla="*/ 14060 w 259729"/>
                <a:gd name="connsiteY8" fmla="*/ 306968 h 307603"/>
                <a:gd name="connsiteX9" fmla="*/ 12150 w 259729"/>
                <a:gd name="connsiteY9" fmla="*/ 307604 h 307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9729" h="307603">
                  <a:moveTo>
                    <a:pt x="12150" y="307604"/>
                  </a:moveTo>
                  <a:cubicBezTo>
                    <a:pt x="5784" y="307604"/>
                    <a:pt x="690" y="302520"/>
                    <a:pt x="54" y="296166"/>
                  </a:cubicBezTo>
                  <a:cubicBezTo>
                    <a:pt x="-583" y="289176"/>
                    <a:pt x="4510" y="283457"/>
                    <a:pt x="11513" y="282822"/>
                  </a:cubicBezTo>
                  <a:cubicBezTo>
                    <a:pt x="12787" y="282822"/>
                    <a:pt x="117198" y="273926"/>
                    <a:pt x="182137" y="198945"/>
                  </a:cubicBezTo>
                  <a:cubicBezTo>
                    <a:pt x="222247" y="152558"/>
                    <a:pt x="239436" y="90285"/>
                    <a:pt x="233706" y="13398"/>
                  </a:cubicBezTo>
                  <a:cubicBezTo>
                    <a:pt x="233070" y="6408"/>
                    <a:pt x="238163" y="689"/>
                    <a:pt x="245166" y="54"/>
                  </a:cubicBezTo>
                  <a:cubicBezTo>
                    <a:pt x="252170" y="-582"/>
                    <a:pt x="257899" y="4502"/>
                    <a:pt x="258536" y="11491"/>
                  </a:cubicBezTo>
                  <a:cubicBezTo>
                    <a:pt x="264903" y="94733"/>
                    <a:pt x="245803" y="163360"/>
                    <a:pt x="201237" y="214830"/>
                  </a:cubicBezTo>
                  <a:cubicBezTo>
                    <a:pt x="129295" y="298072"/>
                    <a:pt x="18517" y="306968"/>
                    <a:pt x="14060" y="306968"/>
                  </a:cubicBezTo>
                  <a:cubicBezTo>
                    <a:pt x="13213" y="307394"/>
                    <a:pt x="12577" y="307604"/>
                    <a:pt x="12150" y="30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79CE4BE0-CF38-C591-BCBC-5057709B29F9}"/>
                </a:ext>
              </a:extLst>
            </p:cNvPr>
            <p:cNvSpPr/>
            <p:nvPr/>
          </p:nvSpPr>
          <p:spPr>
            <a:xfrm>
              <a:off x="2171884" y="4356373"/>
              <a:ext cx="1434087" cy="813694"/>
            </a:xfrm>
            <a:custGeom>
              <a:avLst/>
              <a:gdLst>
                <a:gd name="connsiteX0" fmla="*/ 655725 w 1434087"/>
                <a:gd name="connsiteY0" fmla="*/ 813694 h 813694"/>
                <a:gd name="connsiteX1" fmla="*/ 1242 w 1434087"/>
                <a:gd name="connsiteY1" fmla="*/ 446413 h 813694"/>
                <a:gd name="connsiteX2" fmla="*/ 192876 w 1434087"/>
                <a:gd name="connsiteY2" fmla="*/ 94383 h 813694"/>
                <a:gd name="connsiteX3" fmla="*/ 210066 w 1434087"/>
                <a:gd name="connsiteY3" fmla="*/ 96925 h 813694"/>
                <a:gd name="connsiteX4" fmla="*/ 207519 w 1434087"/>
                <a:gd name="connsiteY4" fmla="*/ 114081 h 813694"/>
                <a:gd name="connsiteX5" fmla="*/ 26072 w 1434087"/>
                <a:gd name="connsiteY5" fmla="*/ 444507 h 813694"/>
                <a:gd name="connsiteX6" fmla="*/ 655725 w 1434087"/>
                <a:gd name="connsiteY6" fmla="*/ 789548 h 813694"/>
                <a:gd name="connsiteX7" fmla="*/ 760136 w 1434087"/>
                <a:gd name="connsiteY7" fmla="*/ 786371 h 813694"/>
                <a:gd name="connsiteX8" fmla="*/ 1332490 w 1434087"/>
                <a:gd name="connsiteY8" fmla="*/ 581761 h 813694"/>
                <a:gd name="connsiteX9" fmla="*/ 1408253 w 1434087"/>
                <a:gd name="connsiteY9" fmla="*/ 342202 h 813694"/>
                <a:gd name="connsiteX10" fmla="*/ 1121121 w 1434087"/>
                <a:gd name="connsiteY10" fmla="*/ 23214 h 813694"/>
                <a:gd name="connsiteX11" fmla="*/ 1114754 w 1434087"/>
                <a:gd name="connsiteY11" fmla="*/ 7328 h 813694"/>
                <a:gd name="connsiteX12" fmla="*/ 1130670 w 1434087"/>
                <a:gd name="connsiteY12" fmla="*/ 974 h 813694"/>
                <a:gd name="connsiteX13" fmla="*/ 1432445 w 1434087"/>
                <a:gd name="connsiteY13" fmla="*/ 340296 h 813694"/>
                <a:gd name="connsiteX14" fmla="*/ 1350317 w 1434087"/>
                <a:gd name="connsiteY14" fmla="*/ 597647 h 813694"/>
                <a:gd name="connsiteX15" fmla="*/ 761410 w 1434087"/>
                <a:gd name="connsiteY15" fmla="*/ 810517 h 813694"/>
                <a:gd name="connsiteX16" fmla="*/ 655725 w 1434087"/>
                <a:gd name="connsiteY16" fmla="*/ 813694 h 813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4087" h="813694">
                  <a:moveTo>
                    <a:pt x="655725" y="813694"/>
                  </a:moveTo>
                  <a:cubicBezTo>
                    <a:pt x="259088" y="813694"/>
                    <a:pt x="22889" y="682160"/>
                    <a:pt x="1242" y="446413"/>
                  </a:cubicBezTo>
                  <a:cubicBezTo>
                    <a:pt x="-10217" y="319962"/>
                    <a:pt x="57905" y="194781"/>
                    <a:pt x="192876" y="94383"/>
                  </a:cubicBezTo>
                  <a:cubicBezTo>
                    <a:pt x="197969" y="90570"/>
                    <a:pt x="205609" y="91206"/>
                    <a:pt x="210066" y="96925"/>
                  </a:cubicBezTo>
                  <a:cubicBezTo>
                    <a:pt x="213886" y="102008"/>
                    <a:pt x="213249" y="109633"/>
                    <a:pt x="207519" y="114081"/>
                  </a:cubicBezTo>
                  <a:cubicBezTo>
                    <a:pt x="79551" y="209396"/>
                    <a:pt x="15249" y="326952"/>
                    <a:pt x="26072" y="444507"/>
                  </a:cubicBezTo>
                  <a:cubicBezTo>
                    <a:pt x="46445" y="666274"/>
                    <a:pt x="273731" y="789548"/>
                    <a:pt x="655725" y="789548"/>
                  </a:cubicBezTo>
                  <a:cubicBezTo>
                    <a:pt x="689468" y="789548"/>
                    <a:pt x="723847" y="788277"/>
                    <a:pt x="760136" y="786371"/>
                  </a:cubicBezTo>
                  <a:cubicBezTo>
                    <a:pt x="1030715" y="771756"/>
                    <a:pt x="1228715" y="701223"/>
                    <a:pt x="1332490" y="581761"/>
                  </a:cubicBezTo>
                  <a:cubicBezTo>
                    <a:pt x="1391063" y="514405"/>
                    <a:pt x="1416529" y="433705"/>
                    <a:pt x="1408253" y="342202"/>
                  </a:cubicBezTo>
                  <a:cubicBezTo>
                    <a:pt x="1396793" y="214480"/>
                    <a:pt x="1291745" y="98195"/>
                    <a:pt x="1121121" y="23214"/>
                  </a:cubicBezTo>
                  <a:cubicBezTo>
                    <a:pt x="1114754" y="20672"/>
                    <a:pt x="1112207" y="13047"/>
                    <a:pt x="1114754" y="7328"/>
                  </a:cubicBezTo>
                  <a:cubicBezTo>
                    <a:pt x="1117301" y="974"/>
                    <a:pt x="1124941" y="-1568"/>
                    <a:pt x="1130670" y="974"/>
                  </a:cubicBezTo>
                  <a:cubicBezTo>
                    <a:pt x="1310207" y="79768"/>
                    <a:pt x="1419712" y="203677"/>
                    <a:pt x="1432445" y="340296"/>
                  </a:cubicBezTo>
                  <a:cubicBezTo>
                    <a:pt x="1441359" y="438153"/>
                    <a:pt x="1413982" y="525207"/>
                    <a:pt x="1350317" y="597647"/>
                  </a:cubicBezTo>
                  <a:cubicBezTo>
                    <a:pt x="1242085" y="722192"/>
                    <a:pt x="1038355" y="795902"/>
                    <a:pt x="761410" y="810517"/>
                  </a:cubicBezTo>
                  <a:cubicBezTo>
                    <a:pt x="725120" y="812424"/>
                    <a:pt x="690104" y="813694"/>
                    <a:pt x="655725" y="8136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D07CFB96-A6CB-57FA-861F-39FA31CD659B}"/>
                </a:ext>
              </a:extLst>
            </p:cNvPr>
            <p:cNvSpPr/>
            <p:nvPr/>
          </p:nvSpPr>
          <p:spPr>
            <a:xfrm>
              <a:off x="3281323" y="4675570"/>
              <a:ext cx="41255" cy="42067"/>
            </a:xfrm>
            <a:custGeom>
              <a:avLst/>
              <a:gdLst>
                <a:gd name="connsiteX0" fmla="*/ 21232 w 41255"/>
                <a:gd name="connsiteY0" fmla="*/ 42067 h 42067"/>
                <a:gd name="connsiteX1" fmla="*/ 16775 w 41255"/>
                <a:gd name="connsiteY1" fmla="*/ 41432 h 42067"/>
                <a:gd name="connsiteX2" fmla="*/ 3405 w 41255"/>
                <a:gd name="connsiteY2" fmla="*/ 32536 h 42067"/>
                <a:gd name="connsiteX3" fmla="*/ 222 w 41255"/>
                <a:gd name="connsiteY3" fmla="*/ 16650 h 42067"/>
                <a:gd name="connsiteX4" fmla="*/ 9135 w 41255"/>
                <a:gd name="connsiteY4" fmla="*/ 3306 h 42067"/>
                <a:gd name="connsiteX5" fmla="*/ 37785 w 41255"/>
                <a:gd name="connsiteY5" fmla="*/ 9660 h 42067"/>
                <a:gd name="connsiteX6" fmla="*/ 31418 w 41255"/>
                <a:gd name="connsiteY6" fmla="*/ 38890 h 42067"/>
                <a:gd name="connsiteX7" fmla="*/ 31418 w 41255"/>
                <a:gd name="connsiteY7" fmla="*/ 38890 h 42067"/>
                <a:gd name="connsiteX8" fmla="*/ 21232 w 41255"/>
                <a:gd name="connsiteY8" fmla="*/ 42067 h 4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255" h="42067">
                  <a:moveTo>
                    <a:pt x="21232" y="42067"/>
                  </a:moveTo>
                  <a:cubicBezTo>
                    <a:pt x="19958" y="42067"/>
                    <a:pt x="18048" y="42067"/>
                    <a:pt x="16775" y="41432"/>
                  </a:cubicBezTo>
                  <a:cubicBezTo>
                    <a:pt x="11045" y="40161"/>
                    <a:pt x="6588" y="36984"/>
                    <a:pt x="3405" y="32536"/>
                  </a:cubicBezTo>
                  <a:cubicBezTo>
                    <a:pt x="222" y="28088"/>
                    <a:pt x="-415" y="22369"/>
                    <a:pt x="222" y="16650"/>
                  </a:cubicBezTo>
                  <a:cubicBezTo>
                    <a:pt x="1495" y="10931"/>
                    <a:pt x="4678" y="6483"/>
                    <a:pt x="9135" y="3306"/>
                  </a:cubicBezTo>
                  <a:cubicBezTo>
                    <a:pt x="18685" y="-3048"/>
                    <a:pt x="32055" y="129"/>
                    <a:pt x="37785" y="9660"/>
                  </a:cubicBezTo>
                  <a:cubicBezTo>
                    <a:pt x="44151" y="19192"/>
                    <a:pt x="41604" y="32536"/>
                    <a:pt x="31418" y="38890"/>
                  </a:cubicBezTo>
                  <a:lnTo>
                    <a:pt x="31418" y="38890"/>
                  </a:lnTo>
                  <a:cubicBezTo>
                    <a:pt x="28871" y="40796"/>
                    <a:pt x="25052" y="42067"/>
                    <a:pt x="21232" y="420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ECD7486C-850B-D56B-AD2C-1C20AE120E69}"/>
                </a:ext>
              </a:extLst>
            </p:cNvPr>
            <p:cNvSpPr/>
            <p:nvPr/>
          </p:nvSpPr>
          <p:spPr>
            <a:xfrm>
              <a:off x="3257064" y="4834271"/>
              <a:ext cx="42594" cy="42225"/>
            </a:xfrm>
            <a:custGeom>
              <a:avLst/>
              <a:gdLst>
                <a:gd name="connsiteX0" fmla="*/ 21297 w 42594"/>
                <a:gd name="connsiteY0" fmla="*/ 42226 h 42225"/>
                <a:gd name="connsiteX1" fmla="*/ 3471 w 42594"/>
                <a:gd name="connsiteY1" fmla="*/ 32694 h 42225"/>
                <a:gd name="connsiteX2" fmla="*/ 9838 w 42594"/>
                <a:gd name="connsiteY2" fmla="*/ 3464 h 42225"/>
                <a:gd name="connsiteX3" fmla="*/ 39124 w 42594"/>
                <a:gd name="connsiteY3" fmla="*/ 9819 h 42225"/>
                <a:gd name="connsiteX4" fmla="*/ 32757 w 42594"/>
                <a:gd name="connsiteY4" fmla="*/ 39049 h 42225"/>
                <a:gd name="connsiteX5" fmla="*/ 32757 w 42594"/>
                <a:gd name="connsiteY5" fmla="*/ 39049 h 42225"/>
                <a:gd name="connsiteX6" fmla="*/ 21297 w 42594"/>
                <a:gd name="connsiteY6" fmla="*/ 42226 h 4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594" h="42225">
                  <a:moveTo>
                    <a:pt x="21297" y="42226"/>
                  </a:moveTo>
                  <a:cubicBezTo>
                    <a:pt x="14294" y="42226"/>
                    <a:pt x="7928" y="39049"/>
                    <a:pt x="3471" y="32694"/>
                  </a:cubicBezTo>
                  <a:cubicBezTo>
                    <a:pt x="-2896" y="23163"/>
                    <a:pt x="-349" y="9819"/>
                    <a:pt x="9838" y="3464"/>
                  </a:cubicBezTo>
                  <a:cubicBezTo>
                    <a:pt x="19387" y="-2890"/>
                    <a:pt x="32757" y="-348"/>
                    <a:pt x="39124" y="9819"/>
                  </a:cubicBezTo>
                  <a:cubicBezTo>
                    <a:pt x="45490" y="19350"/>
                    <a:pt x="42944" y="32694"/>
                    <a:pt x="32757" y="39049"/>
                  </a:cubicBezTo>
                  <a:lnTo>
                    <a:pt x="32757" y="39049"/>
                  </a:lnTo>
                  <a:cubicBezTo>
                    <a:pt x="29574" y="40955"/>
                    <a:pt x="25754" y="42226"/>
                    <a:pt x="21297" y="422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82F87B6F-FB79-8F31-7E74-3928D27839EC}"/>
                </a:ext>
              </a:extLst>
            </p:cNvPr>
            <p:cNvSpPr/>
            <p:nvPr/>
          </p:nvSpPr>
          <p:spPr>
            <a:xfrm>
              <a:off x="3402858" y="4780324"/>
              <a:ext cx="42528" cy="42160"/>
            </a:xfrm>
            <a:custGeom>
              <a:avLst/>
              <a:gdLst>
                <a:gd name="connsiteX0" fmla="*/ 21297 w 42528"/>
                <a:gd name="connsiteY0" fmla="*/ 42160 h 42160"/>
                <a:gd name="connsiteX1" fmla="*/ 3471 w 42528"/>
                <a:gd name="connsiteY1" fmla="*/ 32629 h 42160"/>
                <a:gd name="connsiteX2" fmla="*/ 9838 w 42528"/>
                <a:gd name="connsiteY2" fmla="*/ 3399 h 42160"/>
                <a:gd name="connsiteX3" fmla="*/ 25754 w 42528"/>
                <a:gd name="connsiteY3" fmla="*/ 221 h 42160"/>
                <a:gd name="connsiteX4" fmla="*/ 39124 w 42528"/>
                <a:gd name="connsiteY4" fmla="*/ 9117 h 42160"/>
                <a:gd name="connsiteX5" fmla="*/ 42307 w 42528"/>
                <a:gd name="connsiteY5" fmla="*/ 25003 h 42160"/>
                <a:gd name="connsiteX6" fmla="*/ 33394 w 42528"/>
                <a:gd name="connsiteY6" fmla="*/ 38347 h 42160"/>
                <a:gd name="connsiteX7" fmla="*/ 21297 w 42528"/>
                <a:gd name="connsiteY7" fmla="*/ 42160 h 4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528" h="42160">
                  <a:moveTo>
                    <a:pt x="21297" y="42160"/>
                  </a:moveTo>
                  <a:cubicBezTo>
                    <a:pt x="14294" y="42160"/>
                    <a:pt x="7927" y="38983"/>
                    <a:pt x="3471" y="32629"/>
                  </a:cubicBezTo>
                  <a:cubicBezTo>
                    <a:pt x="-2895" y="23097"/>
                    <a:pt x="-349" y="9753"/>
                    <a:pt x="9838" y="3399"/>
                  </a:cubicBezTo>
                  <a:cubicBezTo>
                    <a:pt x="14294" y="221"/>
                    <a:pt x="20024" y="-414"/>
                    <a:pt x="25754" y="221"/>
                  </a:cubicBezTo>
                  <a:cubicBezTo>
                    <a:pt x="31484" y="1492"/>
                    <a:pt x="35940" y="4669"/>
                    <a:pt x="39124" y="9117"/>
                  </a:cubicBezTo>
                  <a:cubicBezTo>
                    <a:pt x="42307" y="13566"/>
                    <a:pt x="42943" y="19284"/>
                    <a:pt x="42307" y="25003"/>
                  </a:cubicBezTo>
                  <a:cubicBezTo>
                    <a:pt x="41034" y="30722"/>
                    <a:pt x="37850" y="35170"/>
                    <a:pt x="33394" y="38347"/>
                  </a:cubicBezTo>
                  <a:cubicBezTo>
                    <a:pt x="28937" y="40889"/>
                    <a:pt x="25117" y="42160"/>
                    <a:pt x="21297" y="421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16" name="Text Placeholder 3">
            <a:extLst>
              <a:ext uri="{FF2B5EF4-FFF2-40B4-BE49-F238E27FC236}">
                <a16:creationId xmlns:a16="http://schemas.microsoft.com/office/drawing/2014/main" id="{925101AA-B595-3504-7A95-8DF34010A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1291" y="2494314"/>
            <a:ext cx="3932237" cy="19389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935FED-C218-FF81-0A75-0A1CE31A42D9}"/>
              </a:ext>
            </a:extLst>
          </p:cNvPr>
          <p:cNvSpPr/>
          <p:nvPr/>
        </p:nvSpPr>
        <p:spPr>
          <a:xfrm>
            <a:off x="10664190" y="388620"/>
            <a:ext cx="1268730" cy="960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4C48490-AEC7-0D63-DDD0-3482989DCAC5}"/>
              </a:ext>
            </a:extLst>
          </p:cNvPr>
          <p:cNvGrpSpPr/>
          <p:nvPr/>
        </p:nvGrpSpPr>
        <p:grpSpPr>
          <a:xfrm>
            <a:off x="10895881" y="551438"/>
            <a:ext cx="751607" cy="578967"/>
            <a:chOff x="8537865" y="1319106"/>
            <a:chExt cx="921208" cy="709611"/>
          </a:xfrm>
          <a:solidFill>
            <a:schemeClr val="bg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6CC7DF2-3E68-0C51-9956-A4914CB19F45}"/>
                </a:ext>
              </a:extLst>
            </p:cNvPr>
            <p:cNvSpPr/>
            <p:nvPr/>
          </p:nvSpPr>
          <p:spPr>
            <a:xfrm>
              <a:off x="9313753" y="1915716"/>
              <a:ext cx="142919" cy="106441"/>
            </a:xfrm>
            <a:custGeom>
              <a:avLst/>
              <a:gdLst>
                <a:gd name="connsiteX0" fmla="*/ 0 w 142919"/>
                <a:gd name="connsiteY0" fmla="*/ 106442 h 106441"/>
                <a:gd name="connsiteX1" fmla="*/ 142919 w 142919"/>
                <a:gd name="connsiteY1" fmla="*/ 106442 h 106441"/>
                <a:gd name="connsiteX2" fmla="*/ 142919 w 142919"/>
                <a:gd name="connsiteY2" fmla="*/ 81397 h 106441"/>
                <a:gd name="connsiteX3" fmla="*/ 84914 w 142919"/>
                <a:gd name="connsiteY3" fmla="*/ 81397 h 106441"/>
                <a:gd name="connsiteX4" fmla="*/ 84914 w 142919"/>
                <a:gd name="connsiteY4" fmla="*/ 9243 h 106441"/>
                <a:gd name="connsiteX5" fmla="*/ 61892 w 142919"/>
                <a:gd name="connsiteY5" fmla="*/ 9243 h 106441"/>
                <a:gd name="connsiteX6" fmla="*/ 61892 w 142919"/>
                <a:gd name="connsiteY6" fmla="*/ 81397 h 106441"/>
                <a:gd name="connsiteX7" fmla="*/ 22724 w 142919"/>
                <a:gd name="connsiteY7" fmla="*/ 81397 h 106441"/>
                <a:gd name="connsiteX8" fmla="*/ 22724 w 142919"/>
                <a:gd name="connsiteY8" fmla="*/ 0 h 106441"/>
                <a:gd name="connsiteX9" fmla="*/ 0 w 142919"/>
                <a:gd name="connsiteY9" fmla="*/ 0 h 106441"/>
                <a:gd name="connsiteX10" fmla="*/ 0 w 142919"/>
                <a:gd name="connsiteY10" fmla="*/ 106442 h 10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19" h="106441">
                  <a:moveTo>
                    <a:pt x="0" y="106442"/>
                  </a:moveTo>
                  <a:lnTo>
                    <a:pt x="142919" y="106442"/>
                  </a:lnTo>
                  <a:lnTo>
                    <a:pt x="142919" y="81397"/>
                  </a:lnTo>
                  <a:lnTo>
                    <a:pt x="84914" y="81397"/>
                  </a:lnTo>
                  <a:lnTo>
                    <a:pt x="84914" y="9243"/>
                  </a:lnTo>
                  <a:lnTo>
                    <a:pt x="61892" y="9243"/>
                  </a:lnTo>
                  <a:lnTo>
                    <a:pt x="61892" y="81397"/>
                  </a:lnTo>
                  <a:lnTo>
                    <a:pt x="22724" y="81397"/>
                  </a:lnTo>
                  <a:lnTo>
                    <a:pt x="22724" y="0"/>
                  </a:lnTo>
                  <a:lnTo>
                    <a:pt x="0" y="0"/>
                  </a:lnTo>
                  <a:lnTo>
                    <a:pt x="0" y="1064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83EE0E1-C130-A961-E1DF-9EFB6134FA4F}"/>
                </a:ext>
              </a:extLst>
            </p:cNvPr>
            <p:cNvSpPr/>
            <p:nvPr/>
          </p:nvSpPr>
          <p:spPr>
            <a:xfrm>
              <a:off x="9311063" y="1755010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238 h 149674"/>
                <a:gd name="connsiteX9" fmla="*/ 74150 w 148003"/>
                <a:gd name="connsiteY9" fmla="*/ 26238 h 149674"/>
                <a:gd name="connsiteX10" fmla="*/ 23321 w 148003"/>
                <a:gd name="connsiteY10" fmla="*/ 74837 h 149674"/>
                <a:gd name="connsiteX11" fmla="*/ 73851 w 148003"/>
                <a:gd name="connsiteY11" fmla="*/ 123139 h 149674"/>
                <a:gd name="connsiteX12" fmla="*/ 74150 w 148003"/>
                <a:gd name="connsiteY12" fmla="*/ 123139 h 149674"/>
                <a:gd name="connsiteX13" fmla="*/ 124979 w 148003"/>
                <a:gd name="connsiteY13" fmla="*/ 74539 h 149674"/>
                <a:gd name="connsiteX14" fmla="*/ 74449 w 148003"/>
                <a:gd name="connsiteY14" fmla="*/ 26238 h 149674"/>
                <a:gd name="connsiteX15" fmla="*/ 74449 w 148003"/>
                <a:gd name="connsiteY15" fmla="*/ 26238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238"/>
                  </a:moveTo>
                  <a:lnTo>
                    <a:pt x="74150" y="26238"/>
                  </a:lnTo>
                  <a:cubicBezTo>
                    <a:pt x="46344" y="26238"/>
                    <a:pt x="23321" y="46512"/>
                    <a:pt x="23321" y="74837"/>
                  </a:cubicBezTo>
                  <a:cubicBezTo>
                    <a:pt x="23321" y="103162"/>
                    <a:pt x="46045" y="123139"/>
                    <a:pt x="73851" y="123139"/>
                  </a:cubicBezTo>
                  <a:lnTo>
                    <a:pt x="74150" y="123139"/>
                  </a:lnTo>
                  <a:cubicBezTo>
                    <a:pt x="101957" y="123139"/>
                    <a:pt x="124979" y="102864"/>
                    <a:pt x="124979" y="74539"/>
                  </a:cubicBezTo>
                  <a:cubicBezTo>
                    <a:pt x="124979" y="46214"/>
                    <a:pt x="102256" y="26238"/>
                    <a:pt x="74449" y="26238"/>
                  </a:cubicBezTo>
                  <a:lnTo>
                    <a:pt x="74449" y="2623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BD2A74C-B414-5458-858E-EAEF965FD47A}"/>
                </a:ext>
              </a:extLst>
            </p:cNvPr>
            <p:cNvSpPr/>
            <p:nvPr/>
          </p:nvSpPr>
          <p:spPr>
            <a:xfrm>
              <a:off x="9311063" y="1591024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536 h 149674"/>
                <a:gd name="connsiteX9" fmla="*/ 74150 w 148003"/>
                <a:gd name="connsiteY9" fmla="*/ 26536 h 149674"/>
                <a:gd name="connsiteX10" fmla="*/ 23321 w 148003"/>
                <a:gd name="connsiteY10" fmla="*/ 75135 h 149674"/>
                <a:gd name="connsiteX11" fmla="*/ 73851 w 148003"/>
                <a:gd name="connsiteY11" fmla="*/ 123437 h 149674"/>
                <a:gd name="connsiteX12" fmla="*/ 74150 w 148003"/>
                <a:gd name="connsiteY12" fmla="*/ 123437 h 149674"/>
                <a:gd name="connsiteX13" fmla="*/ 124979 w 148003"/>
                <a:gd name="connsiteY13" fmla="*/ 74837 h 149674"/>
                <a:gd name="connsiteX14" fmla="*/ 74449 w 148003"/>
                <a:gd name="connsiteY14" fmla="*/ 26536 h 149674"/>
                <a:gd name="connsiteX15" fmla="*/ 74449 w 148003"/>
                <a:gd name="connsiteY15" fmla="*/ 26536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536"/>
                  </a:moveTo>
                  <a:lnTo>
                    <a:pt x="74150" y="26536"/>
                  </a:lnTo>
                  <a:cubicBezTo>
                    <a:pt x="46344" y="26536"/>
                    <a:pt x="23321" y="46811"/>
                    <a:pt x="23321" y="75135"/>
                  </a:cubicBezTo>
                  <a:cubicBezTo>
                    <a:pt x="23321" y="103460"/>
                    <a:pt x="46045" y="123437"/>
                    <a:pt x="73851" y="123437"/>
                  </a:cubicBezTo>
                  <a:lnTo>
                    <a:pt x="74150" y="123437"/>
                  </a:lnTo>
                  <a:cubicBezTo>
                    <a:pt x="101957" y="123437"/>
                    <a:pt x="124979" y="103162"/>
                    <a:pt x="124979" y="74837"/>
                  </a:cubicBezTo>
                  <a:cubicBezTo>
                    <a:pt x="124979" y="46512"/>
                    <a:pt x="102256" y="26536"/>
                    <a:pt x="74449" y="26536"/>
                  </a:cubicBezTo>
                  <a:lnTo>
                    <a:pt x="74449" y="265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638FFE0-656E-CC56-A7EC-DE7332F05B05}"/>
                </a:ext>
              </a:extLst>
            </p:cNvPr>
            <p:cNvSpPr/>
            <p:nvPr/>
          </p:nvSpPr>
          <p:spPr>
            <a:xfrm>
              <a:off x="9313753" y="1441350"/>
              <a:ext cx="142919" cy="129399"/>
            </a:xfrm>
            <a:custGeom>
              <a:avLst/>
              <a:gdLst>
                <a:gd name="connsiteX0" fmla="*/ 0 w 142919"/>
                <a:gd name="connsiteY0" fmla="*/ 129400 h 129399"/>
                <a:gd name="connsiteX1" fmla="*/ 0 w 142919"/>
                <a:gd name="connsiteY1" fmla="*/ 76030 h 129399"/>
                <a:gd name="connsiteX2" fmla="*/ 71160 w 142919"/>
                <a:gd name="connsiteY2" fmla="*/ 0 h 129399"/>
                <a:gd name="connsiteX3" fmla="*/ 71460 w 142919"/>
                <a:gd name="connsiteY3" fmla="*/ 0 h 129399"/>
                <a:gd name="connsiteX4" fmla="*/ 142919 w 142919"/>
                <a:gd name="connsiteY4" fmla="*/ 76030 h 129399"/>
                <a:gd name="connsiteX5" fmla="*/ 142919 w 142919"/>
                <a:gd name="connsiteY5" fmla="*/ 129400 h 129399"/>
                <a:gd name="connsiteX6" fmla="*/ 0 w 142919"/>
                <a:gd name="connsiteY6" fmla="*/ 129400 h 129399"/>
                <a:gd name="connsiteX7" fmla="*/ 120196 w 142919"/>
                <a:gd name="connsiteY7" fmla="*/ 76030 h 129399"/>
                <a:gd name="connsiteX8" fmla="*/ 72058 w 142919"/>
                <a:gd name="connsiteY8" fmla="*/ 26238 h 129399"/>
                <a:gd name="connsiteX9" fmla="*/ 71759 w 142919"/>
                <a:gd name="connsiteY9" fmla="*/ 26238 h 129399"/>
                <a:gd name="connsiteX10" fmla="*/ 23023 w 142919"/>
                <a:gd name="connsiteY10" fmla="*/ 76030 h 129399"/>
                <a:gd name="connsiteX11" fmla="*/ 23023 w 142919"/>
                <a:gd name="connsiteY11" fmla="*/ 104355 h 129399"/>
                <a:gd name="connsiteX12" fmla="*/ 120494 w 142919"/>
                <a:gd name="connsiteY12" fmla="*/ 104355 h 129399"/>
                <a:gd name="connsiteX13" fmla="*/ 120494 w 142919"/>
                <a:gd name="connsiteY13" fmla="*/ 76030 h 129399"/>
                <a:gd name="connsiteX14" fmla="*/ 120196 w 142919"/>
                <a:gd name="connsiteY14" fmla="*/ 76030 h 12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919" h="129399">
                  <a:moveTo>
                    <a:pt x="0" y="129400"/>
                  </a:moveTo>
                  <a:lnTo>
                    <a:pt x="0" y="76030"/>
                  </a:lnTo>
                  <a:cubicBezTo>
                    <a:pt x="0" y="31008"/>
                    <a:pt x="30796" y="0"/>
                    <a:pt x="71160" y="0"/>
                  </a:cubicBezTo>
                  <a:lnTo>
                    <a:pt x="71460" y="0"/>
                  </a:lnTo>
                  <a:cubicBezTo>
                    <a:pt x="111824" y="0"/>
                    <a:pt x="142919" y="31008"/>
                    <a:pt x="142919" y="76030"/>
                  </a:cubicBezTo>
                  <a:lnTo>
                    <a:pt x="142919" y="129400"/>
                  </a:lnTo>
                  <a:lnTo>
                    <a:pt x="0" y="129400"/>
                  </a:lnTo>
                  <a:close/>
                  <a:moveTo>
                    <a:pt x="120196" y="76030"/>
                  </a:moveTo>
                  <a:cubicBezTo>
                    <a:pt x="120196" y="45916"/>
                    <a:pt x="99864" y="26238"/>
                    <a:pt x="72058" y="26238"/>
                  </a:cubicBezTo>
                  <a:lnTo>
                    <a:pt x="71759" y="26238"/>
                  </a:lnTo>
                  <a:cubicBezTo>
                    <a:pt x="43653" y="26238"/>
                    <a:pt x="23023" y="45916"/>
                    <a:pt x="23023" y="76030"/>
                  </a:cubicBezTo>
                  <a:lnTo>
                    <a:pt x="23023" y="104355"/>
                  </a:lnTo>
                  <a:lnTo>
                    <a:pt x="120494" y="104355"/>
                  </a:lnTo>
                  <a:lnTo>
                    <a:pt x="120494" y="76030"/>
                  </a:lnTo>
                  <a:lnTo>
                    <a:pt x="120196" y="7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68BB148-B384-7FE9-507E-948175B252A3}"/>
                </a:ext>
              </a:extLst>
            </p:cNvPr>
            <p:cNvSpPr/>
            <p:nvPr/>
          </p:nvSpPr>
          <p:spPr>
            <a:xfrm>
              <a:off x="9311063" y="1319702"/>
              <a:ext cx="148010" cy="110615"/>
            </a:xfrm>
            <a:custGeom>
              <a:avLst/>
              <a:gdLst>
                <a:gd name="connsiteX0" fmla="*/ 125278 w 148010"/>
                <a:gd name="connsiteY0" fmla="*/ 110616 h 110615"/>
                <a:gd name="connsiteX1" fmla="*/ 107040 w 148010"/>
                <a:gd name="connsiteY1" fmla="*/ 95410 h 110615"/>
                <a:gd name="connsiteX2" fmla="*/ 125876 w 148010"/>
                <a:gd name="connsiteY2" fmla="*/ 50090 h 110615"/>
                <a:gd name="connsiteX3" fmla="*/ 107638 w 148010"/>
                <a:gd name="connsiteY3" fmla="*/ 24747 h 110615"/>
                <a:gd name="connsiteX4" fmla="*/ 107339 w 148010"/>
                <a:gd name="connsiteY4" fmla="*/ 24747 h 110615"/>
                <a:gd name="connsiteX5" fmla="*/ 85213 w 148010"/>
                <a:gd name="connsiteY5" fmla="*/ 57246 h 110615"/>
                <a:gd name="connsiteX6" fmla="*/ 42158 w 148010"/>
                <a:gd name="connsiteY6" fmla="*/ 105249 h 110615"/>
                <a:gd name="connsiteX7" fmla="*/ 41859 w 148010"/>
                <a:gd name="connsiteY7" fmla="*/ 105249 h 110615"/>
                <a:gd name="connsiteX8" fmla="*/ 0 w 148010"/>
                <a:gd name="connsiteY8" fmla="*/ 56053 h 110615"/>
                <a:gd name="connsiteX9" fmla="*/ 18239 w 148010"/>
                <a:gd name="connsiteY9" fmla="*/ 3876 h 110615"/>
                <a:gd name="connsiteX10" fmla="*/ 37374 w 148010"/>
                <a:gd name="connsiteY10" fmla="*/ 17591 h 110615"/>
                <a:gd name="connsiteX11" fmla="*/ 22425 w 148010"/>
                <a:gd name="connsiteY11" fmla="*/ 56650 h 110615"/>
                <a:gd name="connsiteX12" fmla="*/ 39467 w 148010"/>
                <a:gd name="connsiteY12" fmla="*/ 80204 h 110615"/>
                <a:gd name="connsiteX13" fmla="*/ 39766 w 148010"/>
                <a:gd name="connsiteY13" fmla="*/ 80204 h 110615"/>
                <a:gd name="connsiteX14" fmla="*/ 62490 w 148010"/>
                <a:gd name="connsiteY14" fmla="*/ 46214 h 110615"/>
                <a:gd name="connsiteX15" fmla="*/ 104648 w 148010"/>
                <a:gd name="connsiteY15" fmla="*/ 0 h 110615"/>
                <a:gd name="connsiteX16" fmla="*/ 104947 w 148010"/>
                <a:gd name="connsiteY16" fmla="*/ 0 h 110615"/>
                <a:gd name="connsiteX17" fmla="*/ 148002 w 148010"/>
                <a:gd name="connsiteY17" fmla="*/ 51283 h 110615"/>
                <a:gd name="connsiteX18" fmla="*/ 125278 w 148010"/>
                <a:gd name="connsiteY18" fmla="*/ 110616 h 110615"/>
                <a:gd name="connsiteX19" fmla="*/ 125278 w 148010"/>
                <a:gd name="connsiteY19" fmla="*/ 110616 h 11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8010" h="110615">
                  <a:moveTo>
                    <a:pt x="125278" y="110616"/>
                  </a:moveTo>
                  <a:lnTo>
                    <a:pt x="107040" y="95410"/>
                  </a:lnTo>
                  <a:cubicBezTo>
                    <a:pt x="119000" y="81695"/>
                    <a:pt x="125876" y="67980"/>
                    <a:pt x="125876" y="50090"/>
                  </a:cubicBezTo>
                  <a:cubicBezTo>
                    <a:pt x="125876" y="34586"/>
                    <a:pt x="118701" y="24747"/>
                    <a:pt x="107638" y="24747"/>
                  </a:cubicBezTo>
                  <a:lnTo>
                    <a:pt x="107339" y="24747"/>
                  </a:lnTo>
                  <a:cubicBezTo>
                    <a:pt x="97173" y="24747"/>
                    <a:pt x="91492" y="30412"/>
                    <a:pt x="85213" y="57246"/>
                  </a:cubicBezTo>
                  <a:cubicBezTo>
                    <a:pt x="77738" y="87956"/>
                    <a:pt x="68769" y="105249"/>
                    <a:pt x="42158" y="105249"/>
                  </a:cubicBezTo>
                  <a:lnTo>
                    <a:pt x="41859" y="105249"/>
                  </a:lnTo>
                  <a:cubicBezTo>
                    <a:pt x="17043" y="105249"/>
                    <a:pt x="0" y="84676"/>
                    <a:pt x="0" y="56053"/>
                  </a:cubicBezTo>
                  <a:cubicBezTo>
                    <a:pt x="0" y="35182"/>
                    <a:pt x="6279" y="18486"/>
                    <a:pt x="18239" y="3876"/>
                  </a:cubicBezTo>
                  <a:lnTo>
                    <a:pt x="37374" y="17591"/>
                  </a:lnTo>
                  <a:cubicBezTo>
                    <a:pt x="27806" y="30412"/>
                    <a:pt x="22425" y="43531"/>
                    <a:pt x="22425" y="56650"/>
                  </a:cubicBezTo>
                  <a:cubicBezTo>
                    <a:pt x="22425" y="71558"/>
                    <a:pt x="29899" y="80204"/>
                    <a:pt x="39467" y="80204"/>
                  </a:cubicBezTo>
                  <a:lnTo>
                    <a:pt x="39766" y="80204"/>
                  </a:lnTo>
                  <a:cubicBezTo>
                    <a:pt x="50829" y="80204"/>
                    <a:pt x="55912" y="73645"/>
                    <a:pt x="62490" y="46214"/>
                  </a:cubicBezTo>
                  <a:cubicBezTo>
                    <a:pt x="69965" y="15802"/>
                    <a:pt x="80728" y="0"/>
                    <a:pt x="104648" y="0"/>
                  </a:cubicBezTo>
                  <a:lnTo>
                    <a:pt x="104947" y="0"/>
                  </a:lnTo>
                  <a:cubicBezTo>
                    <a:pt x="131856" y="0"/>
                    <a:pt x="148002" y="21169"/>
                    <a:pt x="148002" y="51283"/>
                  </a:cubicBezTo>
                  <a:cubicBezTo>
                    <a:pt x="148301" y="72750"/>
                    <a:pt x="140527" y="93323"/>
                    <a:pt x="125278" y="110616"/>
                  </a:cubicBezTo>
                  <a:lnTo>
                    <a:pt x="125278" y="1106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F7ED78A-5A0A-8823-FFF9-474C4A1167AC}"/>
                </a:ext>
              </a:extLst>
            </p:cNvPr>
            <p:cNvSpPr/>
            <p:nvPr/>
          </p:nvSpPr>
          <p:spPr>
            <a:xfrm>
              <a:off x="8537865" y="1319106"/>
              <a:ext cx="327996" cy="340494"/>
            </a:xfrm>
            <a:custGeom>
              <a:avLst/>
              <a:gdLst>
                <a:gd name="connsiteX0" fmla="*/ 0 w 327996"/>
                <a:gd name="connsiteY0" fmla="*/ 171142 h 340494"/>
                <a:gd name="connsiteX1" fmla="*/ 0 w 327996"/>
                <a:gd name="connsiteY1" fmla="*/ 170247 h 340494"/>
                <a:gd name="connsiteX2" fmla="*/ 180293 w 327996"/>
                <a:gd name="connsiteY2" fmla="*/ 0 h 340494"/>
                <a:gd name="connsiteX3" fmla="*/ 316933 w 327996"/>
                <a:gd name="connsiteY3" fmla="*/ 49494 h 340494"/>
                <a:gd name="connsiteX4" fmla="*/ 255939 w 327996"/>
                <a:gd name="connsiteY4" fmla="*/ 123139 h 340494"/>
                <a:gd name="connsiteX5" fmla="*/ 183582 w 327996"/>
                <a:gd name="connsiteY5" fmla="*/ 94814 h 340494"/>
                <a:gd name="connsiteX6" fmla="*/ 110329 w 327996"/>
                <a:gd name="connsiteY6" fmla="*/ 171738 h 340494"/>
                <a:gd name="connsiteX7" fmla="*/ 110329 w 327996"/>
                <a:gd name="connsiteY7" fmla="*/ 172633 h 340494"/>
                <a:gd name="connsiteX8" fmla="*/ 188366 w 327996"/>
                <a:gd name="connsiteY8" fmla="*/ 250451 h 340494"/>
                <a:gd name="connsiteX9" fmla="*/ 225740 w 327996"/>
                <a:gd name="connsiteY9" fmla="*/ 242997 h 340494"/>
                <a:gd name="connsiteX10" fmla="*/ 225740 w 327996"/>
                <a:gd name="connsiteY10" fmla="*/ 210200 h 340494"/>
                <a:gd name="connsiteX11" fmla="*/ 169829 w 327996"/>
                <a:gd name="connsiteY11" fmla="*/ 210200 h 340494"/>
                <a:gd name="connsiteX12" fmla="*/ 169829 w 327996"/>
                <a:gd name="connsiteY12" fmla="*/ 140133 h 340494"/>
                <a:gd name="connsiteX13" fmla="*/ 327996 w 327996"/>
                <a:gd name="connsiteY13" fmla="*/ 140133 h 340494"/>
                <a:gd name="connsiteX14" fmla="*/ 327996 w 327996"/>
                <a:gd name="connsiteY14" fmla="*/ 291597 h 340494"/>
                <a:gd name="connsiteX15" fmla="*/ 183881 w 327996"/>
                <a:gd name="connsiteY15" fmla="*/ 340495 h 340494"/>
                <a:gd name="connsiteX16" fmla="*/ 0 w 327996"/>
                <a:gd name="connsiteY16" fmla="*/ 171142 h 340494"/>
                <a:gd name="connsiteX17" fmla="*/ 0 w 327996"/>
                <a:gd name="connsiteY17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7996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2750"/>
                    <a:pt x="77140" y="0"/>
                    <a:pt x="180293" y="0"/>
                  </a:cubicBezTo>
                  <a:cubicBezTo>
                    <a:pt x="236205" y="0"/>
                    <a:pt x="281652" y="18784"/>
                    <a:pt x="316933" y="49494"/>
                  </a:cubicBezTo>
                  <a:lnTo>
                    <a:pt x="255939" y="123139"/>
                  </a:lnTo>
                  <a:cubicBezTo>
                    <a:pt x="234411" y="104951"/>
                    <a:pt x="210791" y="94814"/>
                    <a:pt x="183582" y="94814"/>
                  </a:cubicBezTo>
                  <a:cubicBezTo>
                    <a:pt x="141125" y="94814"/>
                    <a:pt x="110329" y="127611"/>
                    <a:pt x="110329" y="171738"/>
                  </a:cubicBezTo>
                  <a:lnTo>
                    <a:pt x="110329" y="172633"/>
                  </a:lnTo>
                  <a:cubicBezTo>
                    <a:pt x="110329" y="218847"/>
                    <a:pt x="142620" y="250451"/>
                    <a:pt x="188366" y="250451"/>
                  </a:cubicBezTo>
                  <a:cubicBezTo>
                    <a:pt x="206904" y="250451"/>
                    <a:pt x="217369" y="247768"/>
                    <a:pt x="225740" y="242997"/>
                  </a:cubicBezTo>
                  <a:lnTo>
                    <a:pt x="225740" y="210200"/>
                  </a:lnTo>
                  <a:lnTo>
                    <a:pt x="169829" y="210200"/>
                  </a:lnTo>
                  <a:lnTo>
                    <a:pt x="169829" y="140133"/>
                  </a:lnTo>
                  <a:lnTo>
                    <a:pt x="327996" y="140133"/>
                  </a:lnTo>
                  <a:lnTo>
                    <a:pt x="327996" y="291597"/>
                  </a:lnTo>
                  <a:cubicBezTo>
                    <a:pt x="292416" y="320518"/>
                    <a:pt x="243082" y="340495"/>
                    <a:pt x="183881" y="340495"/>
                  </a:cubicBezTo>
                  <a:cubicBezTo>
                    <a:pt x="81625" y="340495"/>
                    <a:pt x="0" y="272217"/>
                    <a:pt x="0" y="171142"/>
                  </a:cubicBezTo>
                  <a:lnTo>
                    <a:pt x="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9751C892-6A21-8961-1692-94EC30BC0907}"/>
                </a:ext>
              </a:extLst>
            </p:cNvPr>
            <p:cNvSpPr/>
            <p:nvPr/>
          </p:nvSpPr>
          <p:spPr>
            <a:xfrm>
              <a:off x="8897255" y="1319106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B6B9EECB-64BA-AE5C-65C8-32662E25EC31}"/>
                </a:ext>
              </a:extLst>
            </p:cNvPr>
            <p:cNvSpPr/>
            <p:nvPr/>
          </p:nvSpPr>
          <p:spPr>
            <a:xfrm>
              <a:off x="8897255" y="1688223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68A8DF15-A0C5-1923-7BD7-30176FDF412C}"/>
                </a:ext>
              </a:extLst>
            </p:cNvPr>
            <p:cNvSpPr/>
            <p:nvPr/>
          </p:nvSpPr>
          <p:spPr>
            <a:xfrm>
              <a:off x="8550721" y="1694782"/>
              <a:ext cx="327398" cy="327375"/>
            </a:xfrm>
            <a:custGeom>
              <a:avLst/>
              <a:gdLst>
                <a:gd name="connsiteX0" fmla="*/ 327398 w 327398"/>
                <a:gd name="connsiteY0" fmla="*/ 0 h 327375"/>
                <a:gd name="connsiteX1" fmla="*/ 0 w 327398"/>
                <a:gd name="connsiteY1" fmla="*/ 0 h 327375"/>
                <a:gd name="connsiteX2" fmla="*/ 0 w 327398"/>
                <a:gd name="connsiteY2" fmla="*/ 93323 h 327375"/>
                <a:gd name="connsiteX3" fmla="*/ 109731 w 327398"/>
                <a:gd name="connsiteY3" fmla="*/ 93323 h 327375"/>
                <a:gd name="connsiteX4" fmla="*/ 109731 w 327398"/>
                <a:gd name="connsiteY4" fmla="*/ 327376 h 327375"/>
                <a:gd name="connsiteX5" fmla="*/ 217369 w 327398"/>
                <a:gd name="connsiteY5" fmla="*/ 327376 h 327375"/>
                <a:gd name="connsiteX6" fmla="*/ 217369 w 327398"/>
                <a:gd name="connsiteY6" fmla="*/ 93323 h 327375"/>
                <a:gd name="connsiteX7" fmla="*/ 327398 w 327398"/>
                <a:gd name="connsiteY7" fmla="*/ 93323 h 327375"/>
                <a:gd name="connsiteX8" fmla="*/ 327398 w 327398"/>
                <a:gd name="connsiteY8" fmla="*/ 0 h 3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398" h="327375">
                  <a:moveTo>
                    <a:pt x="327398" y="0"/>
                  </a:moveTo>
                  <a:lnTo>
                    <a:pt x="0" y="0"/>
                  </a:lnTo>
                  <a:lnTo>
                    <a:pt x="0" y="93323"/>
                  </a:lnTo>
                  <a:lnTo>
                    <a:pt x="109731" y="93323"/>
                  </a:lnTo>
                  <a:lnTo>
                    <a:pt x="109731" y="327376"/>
                  </a:lnTo>
                  <a:lnTo>
                    <a:pt x="217369" y="327376"/>
                  </a:lnTo>
                  <a:lnTo>
                    <a:pt x="217369" y="93323"/>
                  </a:lnTo>
                  <a:lnTo>
                    <a:pt x="327398" y="93323"/>
                  </a:lnTo>
                  <a:lnTo>
                    <a:pt x="327398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51672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 B | Extra Subhead |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D098-B447-79ED-27D6-0983AC947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689" y="1497522"/>
            <a:ext cx="11095036" cy="443198"/>
          </a:xfrm>
        </p:spPr>
        <p:txBody>
          <a:bodyPr wrap="square" anchor="b">
            <a:sp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E6154-9CAB-42A6-DF23-0071FD3E6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689" y="2073118"/>
            <a:ext cx="11095036" cy="249299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3" name="Graphic 11">
            <a:extLst>
              <a:ext uri="{FF2B5EF4-FFF2-40B4-BE49-F238E27FC236}">
                <a16:creationId xmlns:a16="http://schemas.microsoft.com/office/drawing/2014/main" id="{87F434DA-A3C6-3C69-F53B-85DC5D9AB9DA}"/>
              </a:ext>
            </a:extLst>
          </p:cNvPr>
          <p:cNvGrpSpPr/>
          <p:nvPr/>
        </p:nvGrpSpPr>
        <p:grpSpPr>
          <a:xfrm>
            <a:off x="54620" y="2993667"/>
            <a:ext cx="12098727" cy="3313413"/>
            <a:chOff x="54620" y="2826325"/>
            <a:chExt cx="12098727" cy="3313413"/>
          </a:xfrm>
          <a:solidFill>
            <a:schemeClr val="bg1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E09FB0B-3809-0792-1CF1-80286201DCFD}"/>
                </a:ext>
              </a:extLst>
            </p:cNvPr>
            <p:cNvSpPr/>
            <p:nvPr/>
          </p:nvSpPr>
          <p:spPr>
            <a:xfrm>
              <a:off x="2815353" y="3078059"/>
              <a:ext cx="1349074" cy="1346643"/>
            </a:xfrm>
            <a:custGeom>
              <a:avLst/>
              <a:gdLst>
                <a:gd name="connsiteX0" fmla="*/ 942410 w 1349074"/>
                <a:gd name="connsiteY0" fmla="*/ 1346644 h 1346643"/>
                <a:gd name="connsiteX1" fmla="*/ 654642 w 1349074"/>
                <a:gd name="connsiteY1" fmla="*/ 1227818 h 1346643"/>
                <a:gd name="connsiteX2" fmla="*/ 3343 w 1349074"/>
                <a:gd name="connsiteY2" fmla="*/ 577769 h 1346643"/>
                <a:gd name="connsiteX3" fmla="*/ 3343 w 1349074"/>
                <a:gd name="connsiteY3" fmla="*/ 560612 h 1346643"/>
                <a:gd name="connsiteX4" fmla="*/ 20532 w 1349074"/>
                <a:gd name="connsiteY4" fmla="*/ 560612 h 1346643"/>
                <a:gd name="connsiteX5" fmla="*/ 671831 w 1349074"/>
                <a:gd name="connsiteY5" fmla="*/ 1210661 h 1346643"/>
                <a:gd name="connsiteX6" fmla="*/ 942410 w 1349074"/>
                <a:gd name="connsiteY6" fmla="*/ 1322497 h 1346643"/>
                <a:gd name="connsiteX7" fmla="*/ 1212989 w 1349074"/>
                <a:gd name="connsiteY7" fmla="*/ 1210661 h 1346643"/>
                <a:gd name="connsiteX8" fmla="*/ 1213626 w 1349074"/>
                <a:gd name="connsiteY8" fmla="*/ 670542 h 1346643"/>
                <a:gd name="connsiteX9" fmla="*/ 561690 w 1349074"/>
                <a:gd name="connsiteY9" fmla="*/ 20493 h 1346643"/>
                <a:gd name="connsiteX10" fmla="*/ 561690 w 1349074"/>
                <a:gd name="connsiteY10" fmla="*/ 3336 h 1346643"/>
                <a:gd name="connsiteX11" fmla="*/ 578880 w 1349074"/>
                <a:gd name="connsiteY11" fmla="*/ 3336 h 1346643"/>
                <a:gd name="connsiteX12" fmla="*/ 1230179 w 1349074"/>
                <a:gd name="connsiteY12" fmla="*/ 653385 h 1346643"/>
                <a:gd name="connsiteX13" fmla="*/ 1230179 w 1349074"/>
                <a:gd name="connsiteY13" fmla="*/ 1227182 h 1346643"/>
                <a:gd name="connsiteX14" fmla="*/ 942410 w 1349074"/>
                <a:gd name="connsiteY14" fmla="*/ 1346644 h 1346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49074" h="1346643">
                  <a:moveTo>
                    <a:pt x="942410" y="1346644"/>
                  </a:moveTo>
                  <a:cubicBezTo>
                    <a:pt x="833542" y="1346644"/>
                    <a:pt x="731677" y="1304705"/>
                    <a:pt x="654642" y="1227818"/>
                  </a:cubicBezTo>
                  <a:lnTo>
                    <a:pt x="3343" y="577769"/>
                  </a:lnTo>
                  <a:cubicBezTo>
                    <a:pt x="-1114" y="573320"/>
                    <a:pt x="-1114" y="565060"/>
                    <a:pt x="3343" y="560612"/>
                  </a:cubicBezTo>
                  <a:cubicBezTo>
                    <a:pt x="7799" y="556164"/>
                    <a:pt x="16076" y="556164"/>
                    <a:pt x="20532" y="560612"/>
                  </a:cubicBezTo>
                  <a:lnTo>
                    <a:pt x="671831" y="1210661"/>
                  </a:lnTo>
                  <a:cubicBezTo>
                    <a:pt x="743774" y="1282465"/>
                    <a:pt x="839909" y="1322497"/>
                    <a:pt x="942410" y="1322497"/>
                  </a:cubicBezTo>
                  <a:cubicBezTo>
                    <a:pt x="1044912" y="1322497"/>
                    <a:pt x="1140410" y="1283100"/>
                    <a:pt x="1212989" y="1210661"/>
                  </a:cubicBezTo>
                  <a:cubicBezTo>
                    <a:pt x="1362603" y="1061334"/>
                    <a:pt x="1362603" y="819233"/>
                    <a:pt x="1213626" y="670542"/>
                  </a:cubicBezTo>
                  <a:lnTo>
                    <a:pt x="561690" y="20493"/>
                  </a:lnTo>
                  <a:cubicBezTo>
                    <a:pt x="557233" y="16045"/>
                    <a:pt x="557233" y="7784"/>
                    <a:pt x="561690" y="3336"/>
                  </a:cubicBezTo>
                  <a:cubicBezTo>
                    <a:pt x="566146" y="-1112"/>
                    <a:pt x="574423" y="-1112"/>
                    <a:pt x="578880" y="3336"/>
                  </a:cubicBezTo>
                  <a:lnTo>
                    <a:pt x="1230179" y="653385"/>
                  </a:lnTo>
                  <a:cubicBezTo>
                    <a:pt x="1388706" y="811608"/>
                    <a:pt x="1388706" y="1068959"/>
                    <a:pt x="1230179" y="1227182"/>
                  </a:cubicBezTo>
                  <a:cubicBezTo>
                    <a:pt x="1153144" y="1304070"/>
                    <a:pt x="1050642" y="1346644"/>
                    <a:pt x="942410" y="13466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9917970-6276-98FC-FC58-7552DF704EE6}"/>
                </a:ext>
              </a:extLst>
            </p:cNvPr>
            <p:cNvSpPr/>
            <p:nvPr/>
          </p:nvSpPr>
          <p:spPr>
            <a:xfrm>
              <a:off x="2815990" y="3077423"/>
              <a:ext cx="666841" cy="666093"/>
            </a:xfrm>
            <a:custGeom>
              <a:avLst/>
              <a:gdLst>
                <a:gd name="connsiteX0" fmla="*/ 227445 w 666841"/>
                <a:gd name="connsiteY0" fmla="*/ 666094 h 666093"/>
                <a:gd name="connsiteX1" fmla="*/ 3343 w 666841"/>
                <a:gd name="connsiteY1" fmla="*/ 577769 h 666093"/>
                <a:gd name="connsiteX2" fmla="*/ 3343 w 666841"/>
                <a:gd name="connsiteY2" fmla="*/ 560612 h 666093"/>
                <a:gd name="connsiteX3" fmla="*/ 20532 w 666841"/>
                <a:gd name="connsiteY3" fmla="*/ 560612 h 666093"/>
                <a:gd name="connsiteX4" fmla="*/ 515851 w 666841"/>
                <a:gd name="connsiteY4" fmla="*/ 515496 h 666093"/>
                <a:gd name="connsiteX5" fmla="*/ 639362 w 666841"/>
                <a:gd name="connsiteY5" fmla="*/ 274031 h 666093"/>
                <a:gd name="connsiteX6" fmla="*/ 561053 w 666841"/>
                <a:gd name="connsiteY6" fmla="*/ 20493 h 666093"/>
                <a:gd name="connsiteX7" fmla="*/ 561053 w 666841"/>
                <a:gd name="connsiteY7" fmla="*/ 3336 h 666093"/>
                <a:gd name="connsiteX8" fmla="*/ 578243 w 666841"/>
                <a:gd name="connsiteY8" fmla="*/ 3336 h 666093"/>
                <a:gd name="connsiteX9" fmla="*/ 663555 w 666841"/>
                <a:gd name="connsiteY9" fmla="*/ 277208 h 666093"/>
                <a:gd name="connsiteX10" fmla="*/ 533040 w 666841"/>
                <a:gd name="connsiteY10" fmla="*/ 532653 h 666093"/>
                <a:gd name="connsiteX11" fmla="*/ 227445 w 666841"/>
                <a:gd name="connsiteY11" fmla="*/ 666094 h 666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6841" h="666093">
                  <a:moveTo>
                    <a:pt x="227445" y="666094"/>
                  </a:moveTo>
                  <a:cubicBezTo>
                    <a:pt x="142770" y="666094"/>
                    <a:pt x="63188" y="636864"/>
                    <a:pt x="3343" y="577769"/>
                  </a:cubicBezTo>
                  <a:cubicBezTo>
                    <a:pt x="-1114" y="573321"/>
                    <a:pt x="-1114" y="565060"/>
                    <a:pt x="3343" y="560612"/>
                  </a:cubicBezTo>
                  <a:cubicBezTo>
                    <a:pt x="7799" y="556164"/>
                    <a:pt x="16076" y="556164"/>
                    <a:pt x="20532" y="560612"/>
                  </a:cubicBezTo>
                  <a:cubicBezTo>
                    <a:pt x="144680" y="684522"/>
                    <a:pt x="366873" y="664188"/>
                    <a:pt x="515851" y="515496"/>
                  </a:cubicBezTo>
                  <a:cubicBezTo>
                    <a:pt x="583973" y="447505"/>
                    <a:pt x="627266" y="362356"/>
                    <a:pt x="639362" y="274031"/>
                  </a:cubicBezTo>
                  <a:cubicBezTo>
                    <a:pt x="652732" y="176174"/>
                    <a:pt x="624082" y="83401"/>
                    <a:pt x="561053" y="20493"/>
                  </a:cubicBezTo>
                  <a:cubicBezTo>
                    <a:pt x="556596" y="16045"/>
                    <a:pt x="556596" y="7784"/>
                    <a:pt x="561053" y="3336"/>
                  </a:cubicBezTo>
                  <a:cubicBezTo>
                    <a:pt x="565510" y="-1112"/>
                    <a:pt x="573786" y="-1112"/>
                    <a:pt x="578243" y="3336"/>
                  </a:cubicBezTo>
                  <a:cubicBezTo>
                    <a:pt x="646365" y="71327"/>
                    <a:pt x="677561" y="171091"/>
                    <a:pt x="663555" y="277208"/>
                  </a:cubicBezTo>
                  <a:cubicBezTo>
                    <a:pt x="650822" y="370617"/>
                    <a:pt x="604983" y="460849"/>
                    <a:pt x="533040" y="532653"/>
                  </a:cubicBezTo>
                  <a:cubicBezTo>
                    <a:pt x="445182" y="620978"/>
                    <a:pt x="333130" y="666094"/>
                    <a:pt x="227445" y="6660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0685573-621B-14C1-901A-51AF9E0A6519}"/>
                </a:ext>
              </a:extLst>
            </p:cNvPr>
            <p:cNvSpPr/>
            <p:nvPr/>
          </p:nvSpPr>
          <p:spPr>
            <a:xfrm>
              <a:off x="2774766" y="3036914"/>
              <a:ext cx="621535" cy="620819"/>
            </a:xfrm>
            <a:custGeom>
              <a:avLst/>
              <a:gdLst>
                <a:gd name="connsiteX0" fmla="*/ 52206 w 621535"/>
                <a:gd name="connsiteY0" fmla="*/ 620819 h 620819"/>
                <a:gd name="connsiteX1" fmla="*/ 43293 w 621535"/>
                <a:gd name="connsiteY1" fmla="*/ 617007 h 620819"/>
                <a:gd name="connsiteX2" fmla="*/ 0 w 621535"/>
                <a:gd name="connsiteY2" fmla="*/ 513431 h 620819"/>
                <a:gd name="connsiteX3" fmla="*/ 43293 w 621535"/>
                <a:gd name="connsiteY3" fmla="*/ 409855 h 620819"/>
                <a:gd name="connsiteX4" fmla="*/ 189723 w 621535"/>
                <a:gd name="connsiteY4" fmla="*/ 373000 h 620819"/>
                <a:gd name="connsiteX5" fmla="*/ 226649 w 621535"/>
                <a:gd name="connsiteY5" fmla="*/ 226850 h 620819"/>
                <a:gd name="connsiteX6" fmla="*/ 374354 w 621535"/>
                <a:gd name="connsiteY6" fmla="*/ 190630 h 620819"/>
                <a:gd name="connsiteX7" fmla="*/ 410643 w 621535"/>
                <a:gd name="connsiteY7" fmla="*/ 43210 h 620819"/>
                <a:gd name="connsiteX8" fmla="*/ 514418 w 621535"/>
                <a:gd name="connsiteY8" fmla="*/ 0 h 620819"/>
                <a:gd name="connsiteX9" fmla="*/ 618193 w 621535"/>
                <a:gd name="connsiteY9" fmla="*/ 43210 h 620819"/>
                <a:gd name="connsiteX10" fmla="*/ 618193 w 621535"/>
                <a:gd name="connsiteY10" fmla="*/ 60366 h 620819"/>
                <a:gd name="connsiteX11" fmla="*/ 601003 w 621535"/>
                <a:gd name="connsiteY11" fmla="*/ 60366 h 620819"/>
                <a:gd name="connsiteX12" fmla="*/ 427833 w 621535"/>
                <a:gd name="connsiteY12" fmla="*/ 60366 h 620819"/>
                <a:gd name="connsiteX13" fmla="*/ 408096 w 621535"/>
                <a:gd name="connsiteY13" fmla="*/ 207787 h 620819"/>
                <a:gd name="connsiteX14" fmla="*/ 406187 w 621535"/>
                <a:gd name="connsiteY14" fmla="*/ 222402 h 620819"/>
                <a:gd name="connsiteX15" fmla="*/ 391544 w 621535"/>
                <a:gd name="connsiteY15" fmla="*/ 224308 h 620819"/>
                <a:gd name="connsiteX16" fmla="*/ 243839 w 621535"/>
                <a:gd name="connsiteY16" fmla="*/ 244007 h 620819"/>
                <a:gd name="connsiteX17" fmla="*/ 223466 w 621535"/>
                <a:gd name="connsiteY17" fmla="*/ 390157 h 620819"/>
                <a:gd name="connsiteX18" fmla="*/ 221556 w 621535"/>
                <a:gd name="connsiteY18" fmla="*/ 404772 h 620819"/>
                <a:gd name="connsiteX19" fmla="*/ 206913 w 621535"/>
                <a:gd name="connsiteY19" fmla="*/ 406678 h 620819"/>
                <a:gd name="connsiteX20" fmla="*/ 60482 w 621535"/>
                <a:gd name="connsiteY20" fmla="*/ 427012 h 620819"/>
                <a:gd name="connsiteX21" fmla="*/ 60482 w 621535"/>
                <a:gd name="connsiteY21" fmla="*/ 599850 h 620819"/>
                <a:gd name="connsiteX22" fmla="*/ 60482 w 621535"/>
                <a:gd name="connsiteY22" fmla="*/ 617007 h 620819"/>
                <a:gd name="connsiteX23" fmla="*/ 52206 w 621535"/>
                <a:gd name="connsiteY23" fmla="*/ 620819 h 620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1535" h="620819">
                  <a:moveTo>
                    <a:pt x="52206" y="620819"/>
                  </a:moveTo>
                  <a:cubicBezTo>
                    <a:pt x="49022" y="620819"/>
                    <a:pt x="45839" y="619548"/>
                    <a:pt x="43293" y="617007"/>
                  </a:cubicBezTo>
                  <a:cubicBezTo>
                    <a:pt x="15280" y="589047"/>
                    <a:pt x="0" y="552192"/>
                    <a:pt x="0" y="513431"/>
                  </a:cubicBezTo>
                  <a:cubicBezTo>
                    <a:pt x="0" y="474669"/>
                    <a:pt x="15280" y="437179"/>
                    <a:pt x="43293" y="409855"/>
                  </a:cubicBezTo>
                  <a:cubicBezTo>
                    <a:pt x="82129" y="371094"/>
                    <a:pt x="138791" y="357749"/>
                    <a:pt x="189723" y="373000"/>
                  </a:cubicBezTo>
                  <a:cubicBezTo>
                    <a:pt x="174444" y="322165"/>
                    <a:pt x="187814" y="264976"/>
                    <a:pt x="226649" y="226850"/>
                  </a:cubicBezTo>
                  <a:cubicBezTo>
                    <a:pt x="265485" y="188089"/>
                    <a:pt x="322785" y="174744"/>
                    <a:pt x="374354" y="190630"/>
                  </a:cubicBezTo>
                  <a:cubicBezTo>
                    <a:pt x="358437" y="139160"/>
                    <a:pt x="371807" y="82606"/>
                    <a:pt x="410643" y="43210"/>
                  </a:cubicBezTo>
                  <a:cubicBezTo>
                    <a:pt x="438656" y="15250"/>
                    <a:pt x="475582" y="0"/>
                    <a:pt x="514418" y="0"/>
                  </a:cubicBezTo>
                  <a:cubicBezTo>
                    <a:pt x="553254" y="0"/>
                    <a:pt x="590817" y="15250"/>
                    <a:pt x="618193" y="43210"/>
                  </a:cubicBezTo>
                  <a:cubicBezTo>
                    <a:pt x="622650" y="47658"/>
                    <a:pt x="622650" y="55918"/>
                    <a:pt x="618193" y="60366"/>
                  </a:cubicBezTo>
                  <a:cubicBezTo>
                    <a:pt x="613736" y="64814"/>
                    <a:pt x="605460" y="64814"/>
                    <a:pt x="601003" y="60366"/>
                  </a:cubicBezTo>
                  <a:cubicBezTo>
                    <a:pt x="553254" y="12709"/>
                    <a:pt x="475582" y="12709"/>
                    <a:pt x="427833" y="60366"/>
                  </a:cubicBezTo>
                  <a:cubicBezTo>
                    <a:pt x="388997" y="99128"/>
                    <a:pt x="380720" y="160129"/>
                    <a:pt x="408096" y="207787"/>
                  </a:cubicBezTo>
                  <a:cubicBezTo>
                    <a:pt x="410643" y="212870"/>
                    <a:pt x="410007" y="218589"/>
                    <a:pt x="406187" y="222402"/>
                  </a:cubicBezTo>
                  <a:cubicBezTo>
                    <a:pt x="402367" y="226215"/>
                    <a:pt x="396000" y="226850"/>
                    <a:pt x="391544" y="224308"/>
                  </a:cubicBezTo>
                  <a:cubicBezTo>
                    <a:pt x="343794" y="196985"/>
                    <a:pt x="282675" y="204610"/>
                    <a:pt x="243839" y="244007"/>
                  </a:cubicBezTo>
                  <a:cubicBezTo>
                    <a:pt x="205640" y="282133"/>
                    <a:pt x="196727" y="342499"/>
                    <a:pt x="223466" y="390157"/>
                  </a:cubicBezTo>
                  <a:cubicBezTo>
                    <a:pt x="226013" y="395240"/>
                    <a:pt x="225376" y="400959"/>
                    <a:pt x="221556" y="404772"/>
                  </a:cubicBezTo>
                  <a:cubicBezTo>
                    <a:pt x="217736" y="408584"/>
                    <a:pt x="212006" y="409220"/>
                    <a:pt x="206913" y="406678"/>
                  </a:cubicBezTo>
                  <a:cubicBezTo>
                    <a:pt x="159164" y="379990"/>
                    <a:pt x="99318" y="388886"/>
                    <a:pt x="60482" y="427012"/>
                  </a:cubicBezTo>
                  <a:cubicBezTo>
                    <a:pt x="12733" y="474669"/>
                    <a:pt x="12733" y="552192"/>
                    <a:pt x="60482" y="599850"/>
                  </a:cubicBezTo>
                  <a:cubicBezTo>
                    <a:pt x="64939" y="604298"/>
                    <a:pt x="64939" y="612559"/>
                    <a:pt x="60482" y="617007"/>
                  </a:cubicBezTo>
                  <a:cubicBezTo>
                    <a:pt x="58572" y="619548"/>
                    <a:pt x="55389" y="620819"/>
                    <a:pt x="52206" y="6208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6C6D531D-7DAD-4913-F66E-D8736661052D}"/>
                </a:ext>
              </a:extLst>
            </p:cNvPr>
            <p:cNvSpPr/>
            <p:nvPr/>
          </p:nvSpPr>
          <p:spPr>
            <a:xfrm>
              <a:off x="3166143" y="3257556"/>
              <a:ext cx="315586" cy="457366"/>
            </a:xfrm>
            <a:custGeom>
              <a:avLst/>
              <a:gdLst>
                <a:gd name="connsiteX0" fmla="*/ 22450 w 315586"/>
                <a:gd name="connsiteY0" fmla="*/ 457366 h 457366"/>
                <a:gd name="connsiteX1" fmla="*/ 10990 w 315586"/>
                <a:gd name="connsiteY1" fmla="*/ 448470 h 457366"/>
                <a:gd name="connsiteX2" fmla="*/ 45370 w 315586"/>
                <a:gd name="connsiteY2" fmla="*/ 177140 h 457366"/>
                <a:gd name="connsiteX3" fmla="*/ 300669 w 315586"/>
                <a:gd name="connsiteY3" fmla="*/ 489 h 457366"/>
                <a:gd name="connsiteX4" fmla="*/ 315312 w 315586"/>
                <a:gd name="connsiteY4" fmla="*/ 9385 h 457366"/>
                <a:gd name="connsiteX5" fmla="*/ 306399 w 315586"/>
                <a:gd name="connsiteY5" fmla="*/ 24000 h 457366"/>
                <a:gd name="connsiteX6" fmla="*/ 66379 w 315586"/>
                <a:gd name="connsiteY6" fmla="*/ 189213 h 457366"/>
                <a:gd name="connsiteX7" fmla="*/ 34547 w 315586"/>
                <a:gd name="connsiteY7" fmla="*/ 442116 h 457366"/>
                <a:gd name="connsiteX8" fmla="*/ 26270 w 315586"/>
                <a:gd name="connsiteY8" fmla="*/ 457366 h 457366"/>
                <a:gd name="connsiteX9" fmla="*/ 22450 w 315586"/>
                <a:gd name="connsiteY9" fmla="*/ 457366 h 457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86" h="457366">
                  <a:moveTo>
                    <a:pt x="22450" y="457366"/>
                  </a:moveTo>
                  <a:cubicBezTo>
                    <a:pt x="17357" y="457366"/>
                    <a:pt x="12264" y="453554"/>
                    <a:pt x="10990" y="448470"/>
                  </a:cubicBezTo>
                  <a:cubicBezTo>
                    <a:pt x="9080" y="442751"/>
                    <a:pt x="-27846" y="304862"/>
                    <a:pt x="45370" y="177140"/>
                  </a:cubicBezTo>
                  <a:cubicBezTo>
                    <a:pt x="93756" y="91992"/>
                    <a:pt x="179704" y="32896"/>
                    <a:pt x="300669" y="489"/>
                  </a:cubicBezTo>
                  <a:cubicBezTo>
                    <a:pt x="307036" y="-1417"/>
                    <a:pt x="314039" y="2395"/>
                    <a:pt x="315312" y="9385"/>
                  </a:cubicBezTo>
                  <a:cubicBezTo>
                    <a:pt x="316585" y="16375"/>
                    <a:pt x="313402" y="22729"/>
                    <a:pt x="306399" y="24000"/>
                  </a:cubicBezTo>
                  <a:cubicBezTo>
                    <a:pt x="192438" y="54501"/>
                    <a:pt x="111582" y="109784"/>
                    <a:pt x="66379" y="189213"/>
                  </a:cubicBezTo>
                  <a:cubicBezTo>
                    <a:pt x="-1743" y="308039"/>
                    <a:pt x="33910" y="440845"/>
                    <a:pt x="34547" y="442116"/>
                  </a:cubicBezTo>
                  <a:cubicBezTo>
                    <a:pt x="36457" y="448470"/>
                    <a:pt x="32637" y="455460"/>
                    <a:pt x="26270" y="457366"/>
                  </a:cubicBezTo>
                  <a:cubicBezTo>
                    <a:pt x="24360" y="457366"/>
                    <a:pt x="23723" y="457366"/>
                    <a:pt x="22450" y="45736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BF21F5F-1B95-F075-2D56-ED04F1E83E86}"/>
                </a:ext>
              </a:extLst>
            </p:cNvPr>
            <p:cNvSpPr/>
            <p:nvPr/>
          </p:nvSpPr>
          <p:spPr>
            <a:xfrm>
              <a:off x="2888485" y="3515604"/>
              <a:ext cx="309818" cy="195505"/>
            </a:xfrm>
            <a:custGeom>
              <a:avLst/>
              <a:gdLst>
                <a:gd name="connsiteX0" fmla="*/ 12339 w 309818"/>
                <a:gd name="connsiteY0" fmla="*/ 195506 h 195505"/>
                <a:gd name="connsiteX1" fmla="*/ 7882 w 309818"/>
                <a:gd name="connsiteY1" fmla="*/ 194870 h 195505"/>
                <a:gd name="connsiteX2" fmla="*/ 879 w 309818"/>
                <a:gd name="connsiteY2" fmla="*/ 178984 h 195505"/>
                <a:gd name="connsiteX3" fmla="*/ 301381 w 309818"/>
                <a:gd name="connsiteY3" fmla="*/ 9959 h 195505"/>
                <a:gd name="connsiteX4" fmla="*/ 309021 w 309818"/>
                <a:gd name="connsiteY4" fmla="*/ 25209 h 195505"/>
                <a:gd name="connsiteX5" fmla="*/ 293741 w 309818"/>
                <a:gd name="connsiteY5" fmla="*/ 32835 h 195505"/>
                <a:gd name="connsiteX6" fmla="*/ 23799 w 309818"/>
                <a:gd name="connsiteY6" fmla="*/ 187245 h 195505"/>
                <a:gd name="connsiteX7" fmla="*/ 12339 w 309818"/>
                <a:gd name="connsiteY7" fmla="*/ 195506 h 19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9818" h="195505">
                  <a:moveTo>
                    <a:pt x="12339" y="195506"/>
                  </a:moveTo>
                  <a:cubicBezTo>
                    <a:pt x="11066" y="195506"/>
                    <a:pt x="9792" y="195506"/>
                    <a:pt x="7882" y="194870"/>
                  </a:cubicBezTo>
                  <a:cubicBezTo>
                    <a:pt x="1516" y="192329"/>
                    <a:pt x="-1668" y="185339"/>
                    <a:pt x="879" y="178984"/>
                  </a:cubicBezTo>
                  <a:cubicBezTo>
                    <a:pt x="70911" y="-9104"/>
                    <a:pt x="228165" y="-13552"/>
                    <a:pt x="301381" y="9959"/>
                  </a:cubicBezTo>
                  <a:cubicBezTo>
                    <a:pt x="307747" y="11865"/>
                    <a:pt x="311567" y="18855"/>
                    <a:pt x="309021" y="25209"/>
                  </a:cubicBezTo>
                  <a:cubicBezTo>
                    <a:pt x="307111" y="31564"/>
                    <a:pt x="300108" y="35376"/>
                    <a:pt x="293741" y="32835"/>
                  </a:cubicBezTo>
                  <a:cubicBezTo>
                    <a:pt x="286101" y="30293"/>
                    <a:pt x="102744" y="-25625"/>
                    <a:pt x="23799" y="187245"/>
                  </a:cubicBezTo>
                  <a:cubicBezTo>
                    <a:pt x="21889" y="192329"/>
                    <a:pt x="17432" y="195506"/>
                    <a:pt x="12339" y="19550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0CFB817-16F7-044B-D553-C43968BBCA69}"/>
                </a:ext>
              </a:extLst>
            </p:cNvPr>
            <p:cNvSpPr/>
            <p:nvPr/>
          </p:nvSpPr>
          <p:spPr>
            <a:xfrm>
              <a:off x="3243328" y="3378536"/>
              <a:ext cx="147963" cy="211841"/>
            </a:xfrm>
            <a:custGeom>
              <a:avLst/>
              <a:gdLst>
                <a:gd name="connsiteX0" fmla="*/ 12114 w 147963"/>
                <a:gd name="connsiteY0" fmla="*/ 211842 h 211841"/>
                <a:gd name="connsiteX1" fmla="*/ 17 w 147963"/>
                <a:gd name="connsiteY1" fmla="*/ 200404 h 211841"/>
                <a:gd name="connsiteX2" fmla="*/ 131168 w 147963"/>
                <a:gd name="connsiteY2" fmla="*/ 877 h 211841"/>
                <a:gd name="connsiteX3" fmla="*/ 147085 w 147963"/>
                <a:gd name="connsiteY3" fmla="*/ 7867 h 211841"/>
                <a:gd name="connsiteX4" fmla="*/ 140081 w 147963"/>
                <a:gd name="connsiteY4" fmla="*/ 23753 h 211841"/>
                <a:gd name="connsiteX5" fmla="*/ 24210 w 147963"/>
                <a:gd name="connsiteY5" fmla="*/ 199133 h 211841"/>
                <a:gd name="connsiteX6" fmla="*/ 12114 w 147963"/>
                <a:gd name="connsiteY6" fmla="*/ 211842 h 211841"/>
                <a:gd name="connsiteX7" fmla="*/ 12114 w 147963"/>
                <a:gd name="connsiteY7" fmla="*/ 211842 h 211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7963" h="211841">
                  <a:moveTo>
                    <a:pt x="12114" y="211842"/>
                  </a:moveTo>
                  <a:cubicBezTo>
                    <a:pt x="5747" y="211842"/>
                    <a:pt x="17" y="206758"/>
                    <a:pt x="17" y="200404"/>
                  </a:cubicBezTo>
                  <a:cubicBezTo>
                    <a:pt x="17" y="199133"/>
                    <a:pt x="-4440" y="55525"/>
                    <a:pt x="131168" y="877"/>
                  </a:cubicBezTo>
                  <a:cubicBezTo>
                    <a:pt x="137535" y="-1664"/>
                    <a:pt x="144538" y="1513"/>
                    <a:pt x="147085" y="7867"/>
                  </a:cubicBezTo>
                  <a:cubicBezTo>
                    <a:pt x="149631" y="14222"/>
                    <a:pt x="146448" y="21211"/>
                    <a:pt x="140081" y="23753"/>
                  </a:cubicBezTo>
                  <a:cubicBezTo>
                    <a:pt x="19753" y="72046"/>
                    <a:pt x="24210" y="197862"/>
                    <a:pt x="24210" y="199133"/>
                  </a:cubicBezTo>
                  <a:cubicBezTo>
                    <a:pt x="24210" y="206123"/>
                    <a:pt x="19117" y="211206"/>
                    <a:pt x="12114" y="211842"/>
                  </a:cubicBezTo>
                  <a:lnTo>
                    <a:pt x="12114" y="2118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049BC44-613E-161C-8E52-BBDB172AE751}"/>
                </a:ext>
              </a:extLst>
            </p:cNvPr>
            <p:cNvSpPr/>
            <p:nvPr/>
          </p:nvSpPr>
          <p:spPr>
            <a:xfrm>
              <a:off x="4724682" y="3964648"/>
              <a:ext cx="637454" cy="688810"/>
            </a:xfrm>
            <a:custGeom>
              <a:avLst/>
              <a:gdLst>
                <a:gd name="connsiteX0" fmla="*/ 26265 w 637454"/>
                <a:gd name="connsiteY0" fmla="*/ 24147 h 688810"/>
                <a:gd name="connsiteX1" fmla="*/ 91204 w 637454"/>
                <a:gd name="connsiteY1" fmla="*/ 554734 h 688810"/>
                <a:gd name="connsiteX2" fmla="*/ 221718 w 637454"/>
                <a:gd name="connsiteY2" fmla="*/ 664029 h 688810"/>
                <a:gd name="connsiteX3" fmla="*/ 416535 w 637454"/>
                <a:gd name="connsiteY3" fmla="*/ 664029 h 688810"/>
                <a:gd name="connsiteX4" fmla="*/ 547050 w 637454"/>
                <a:gd name="connsiteY4" fmla="*/ 554734 h 688810"/>
                <a:gd name="connsiteX5" fmla="*/ 611989 w 637454"/>
                <a:gd name="connsiteY5" fmla="*/ 24147 h 688810"/>
                <a:gd name="connsiteX6" fmla="*/ 26265 w 637454"/>
                <a:gd name="connsiteY6" fmla="*/ 24147 h 688810"/>
                <a:gd name="connsiteX7" fmla="*/ 221718 w 637454"/>
                <a:gd name="connsiteY7" fmla="*/ 688811 h 688810"/>
                <a:gd name="connsiteX8" fmla="*/ 67011 w 637454"/>
                <a:gd name="connsiteY8" fmla="*/ 557911 h 688810"/>
                <a:gd name="connsiteX9" fmla="*/ 162 w 637454"/>
                <a:gd name="connsiteY9" fmla="*/ 13344 h 688810"/>
                <a:gd name="connsiteX10" fmla="*/ 3345 w 637454"/>
                <a:gd name="connsiteY10" fmla="*/ 3813 h 688810"/>
                <a:gd name="connsiteX11" fmla="*/ 12259 w 637454"/>
                <a:gd name="connsiteY11" fmla="*/ 0 h 688810"/>
                <a:gd name="connsiteX12" fmla="*/ 625359 w 637454"/>
                <a:gd name="connsiteY12" fmla="*/ 0 h 688810"/>
                <a:gd name="connsiteX13" fmla="*/ 634272 w 637454"/>
                <a:gd name="connsiteY13" fmla="*/ 3813 h 688810"/>
                <a:gd name="connsiteX14" fmla="*/ 637455 w 637454"/>
                <a:gd name="connsiteY14" fmla="*/ 13344 h 688810"/>
                <a:gd name="connsiteX15" fmla="*/ 570606 w 637454"/>
                <a:gd name="connsiteY15" fmla="*/ 557911 h 688810"/>
                <a:gd name="connsiteX16" fmla="*/ 415899 w 637454"/>
                <a:gd name="connsiteY16" fmla="*/ 688811 h 688810"/>
                <a:gd name="connsiteX17" fmla="*/ 221718 w 637454"/>
                <a:gd name="connsiteY17" fmla="*/ 688811 h 688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7454" h="688810">
                  <a:moveTo>
                    <a:pt x="26265" y="24147"/>
                  </a:moveTo>
                  <a:lnTo>
                    <a:pt x="91204" y="554734"/>
                  </a:lnTo>
                  <a:cubicBezTo>
                    <a:pt x="98844" y="617007"/>
                    <a:pt x="154870" y="664029"/>
                    <a:pt x="221718" y="664029"/>
                  </a:cubicBezTo>
                  <a:lnTo>
                    <a:pt x="416535" y="664029"/>
                  </a:lnTo>
                  <a:cubicBezTo>
                    <a:pt x="483384" y="664029"/>
                    <a:pt x="539410" y="617007"/>
                    <a:pt x="547050" y="554734"/>
                  </a:cubicBezTo>
                  <a:lnTo>
                    <a:pt x="611989" y="24147"/>
                  </a:lnTo>
                  <a:lnTo>
                    <a:pt x="26265" y="24147"/>
                  </a:lnTo>
                  <a:close/>
                  <a:moveTo>
                    <a:pt x="221718" y="688811"/>
                  </a:moveTo>
                  <a:cubicBezTo>
                    <a:pt x="142773" y="688811"/>
                    <a:pt x="75924" y="632892"/>
                    <a:pt x="67011" y="557911"/>
                  </a:cubicBezTo>
                  <a:lnTo>
                    <a:pt x="162" y="13344"/>
                  </a:lnTo>
                  <a:cubicBezTo>
                    <a:pt x="-474" y="10167"/>
                    <a:pt x="799" y="6354"/>
                    <a:pt x="3345" y="3813"/>
                  </a:cubicBezTo>
                  <a:cubicBezTo>
                    <a:pt x="5892" y="1271"/>
                    <a:pt x="9076" y="0"/>
                    <a:pt x="12259" y="0"/>
                  </a:cubicBezTo>
                  <a:lnTo>
                    <a:pt x="625359" y="0"/>
                  </a:lnTo>
                  <a:cubicBezTo>
                    <a:pt x="628542" y="0"/>
                    <a:pt x="632362" y="1271"/>
                    <a:pt x="634272" y="3813"/>
                  </a:cubicBezTo>
                  <a:cubicBezTo>
                    <a:pt x="636818" y="6354"/>
                    <a:pt x="637455" y="10167"/>
                    <a:pt x="637455" y="13344"/>
                  </a:cubicBezTo>
                  <a:lnTo>
                    <a:pt x="570606" y="557911"/>
                  </a:lnTo>
                  <a:cubicBezTo>
                    <a:pt x="561693" y="632257"/>
                    <a:pt x="494844" y="688811"/>
                    <a:pt x="415899" y="688811"/>
                  </a:cubicBezTo>
                  <a:lnTo>
                    <a:pt x="221718" y="68881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65DA89D-EAC2-3B8A-BDE9-95D0B6B1A778}"/>
                </a:ext>
              </a:extLst>
            </p:cNvPr>
            <p:cNvSpPr/>
            <p:nvPr/>
          </p:nvSpPr>
          <p:spPr>
            <a:xfrm>
              <a:off x="4613996" y="3704120"/>
              <a:ext cx="860819" cy="284674"/>
            </a:xfrm>
            <a:custGeom>
              <a:avLst/>
              <a:gdLst>
                <a:gd name="connsiteX0" fmla="*/ 429813 w 860819"/>
                <a:gd name="connsiteY0" fmla="*/ 260528 h 284674"/>
                <a:gd name="connsiteX1" fmla="*/ 788250 w 860819"/>
                <a:gd name="connsiteY1" fmla="*/ 260528 h 284674"/>
                <a:gd name="connsiteX2" fmla="*/ 788887 w 860819"/>
                <a:gd name="connsiteY2" fmla="*/ 258622 h 284674"/>
                <a:gd name="connsiteX3" fmla="*/ 835363 w 860819"/>
                <a:gd name="connsiteY3" fmla="*/ 32407 h 284674"/>
                <a:gd name="connsiteX4" fmla="*/ 834726 w 860819"/>
                <a:gd name="connsiteY4" fmla="*/ 24147 h 284674"/>
                <a:gd name="connsiteX5" fmla="*/ 25536 w 860819"/>
                <a:gd name="connsiteY5" fmla="*/ 24147 h 284674"/>
                <a:gd name="connsiteX6" fmla="*/ 24899 w 860819"/>
                <a:gd name="connsiteY6" fmla="*/ 32407 h 284674"/>
                <a:gd name="connsiteX7" fmla="*/ 71375 w 860819"/>
                <a:gd name="connsiteY7" fmla="*/ 258622 h 284674"/>
                <a:gd name="connsiteX8" fmla="*/ 72012 w 860819"/>
                <a:gd name="connsiteY8" fmla="*/ 260528 h 284674"/>
                <a:gd name="connsiteX9" fmla="*/ 429813 w 860819"/>
                <a:gd name="connsiteY9" fmla="*/ 260528 h 284674"/>
                <a:gd name="connsiteX10" fmla="*/ 790797 w 860819"/>
                <a:gd name="connsiteY10" fmla="*/ 284675 h 284674"/>
                <a:gd name="connsiteX11" fmla="*/ 68829 w 860819"/>
                <a:gd name="connsiteY11" fmla="*/ 284675 h 284674"/>
                <a:gd name="connsiteX12" fmla="*/ 47182 w 860819"/>
                <a:gd name="connsiteY12" fmla="*/ 263070 h 284674"/>
                <a:gd name="connsiteX13" fmla="*/ 707 w 860819"/>
                <a:gd name="connsiteY13" fmla="*/ 36855 h 284674"/>
                <a:gd name="connsiteX14" fmla="*/ 7073 w 860819"/>
                <a:gd name="connsiteY14" fmla="*/ 7625 h 284674"/>
                <a:gd name="connsiteX15" fmla="*/ 22990 w 860819"/>
                <a:gd name="connsiteY15" fmla="*/ 0 h 284674"/>
                <a:gd name="connsiteX16" fmla="*/ 837909 w 860819"/>
                <a:gd name="connsiteY16" fmla="*/ 0 h 284674"/>
                <a:gd name="connsiteX17" fmla="*/ 853826 w 860819"/>
                <a:gd name="connsiteY17" fmla="*/ 7625 h 284674"/>
                <a:gd name="connsiteX18" fmla="*/ 860192 w 860819"/>
                <a:gd name="connsiteY18" fmla="*/ 36855 h 284674"/>
                <a:gd name="connsiteX19" fmla="*/ 813717 w 860819"/>
                <a:gd name="connsiteY19" fmla="*/ 263070 h 284674"/>
                <a:gd name="connsiteX20" fmla="*/ 790797 w 860819"/>
                <a:gd name="connsiteY20" fmla="*/ 284675 h 284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60819" h="284674">
                  <a:moveTo>
                    <a:pt x="429813" y="260528"/>
                  </a:moveTo>
                  <a:lnTo>
                    <a:pt x="788250" y="260528"/>
                  </a:lnTo>
                  <a:cubicBezTo>
                    <a:pt x="788250" y="259893"/>
                    <a:pt x="788887" y="259257"/>
                    <a:pt x="788887" y="258622"/>
                  </a:cubicBezTo>
                  <a:lnTo>
                    <a:pt x="835363" y="32407"/>
                  </a:lnTo>
                  <a:cubicBezTo>
                    <a:pt x="835999" y="29230"/>
                    <a:pt x="835363" y="26053"/>
                    <a:pt x="834726" y="24147"/>
                  </a:cubicBezTo>
                  <a:lnTo>
                    <a:pt x="25536" y="24147"/>
                  </a:lnTo>
                  <a:cubicBezTo>
                    <a:pt x="24899" y="26053"/>
                    <a:pt x="24263" y="28595"/>
                    <a:pt x="24899" y="32407"/>
                  </a:cubicBezTo>
                  <a:lnTo>
                    <a:pt x="71375" y="258622"/>
                  </a:lnTo>
                  <a:cubicBezTo>
                    <a:pt x="71375" y="259257"/>
                    <a:pt x="72012" y="259893"/>
                    <a:pt x="72012" y="260528"/>
                  </a:cubicBezTo>
                  <a:lnTo>
                    <a:pt x="429813" y="260528"/>
                  </a:lnTo>
                  <a:close/>
                  <a:moveTo>
                    <a:pt x="790797" y="284675"/>
                  </a:moveTo>
                  <a:lnTo>
                    <a:pt x="68829" y="284675"/>
                  </a:lnTo>
                  <a:cubicBezTo>
                    <a:pt x="58642" y="284675"/>
                    <a:pt x="49729" y="275778"/>
                    <a:pt x="47182" y="263070"/>
                  </a:cubicBezTo>
                  <a:lnTo>
                    <a:pt x="707" y="36855"/>
                  </a:lnTo>
                  <a:cubicBezTo>
                    <a:pt x="-1203" y="26053"/>
                    <a:pt x="707" y="14615"/>
                    <a:pt x="7073" y="7625"/>
                  </a:cubicBezTo>
                  <a:cubicBezTo>
                    <a:pt x="11530" y="2542"/>
                    <a:pt x="16623" y="0"/>
                    <a:pt x="22990" y="0"/>
                  </a:cubicBezTo>
                  <a:lnTo>
                    <a:pt x="837909" y="0"/>
                  </a:lnTo>
                  <a:cubicBezTo>
                    <a:pt x="843639" y="0"/>
                    <a:pt x="849369" y="2542"/>
                    <a:pt x="853826" y="7625"/>
                  </a:cubicBezTo>
                  <a:cubicBezTo>
                    <a:pt x="859555" y="15250"/>
                    <a:pt x="862102" y="26053"/>
                    <a:pt x="860192" y="36855"/>
                  </a:cubicBezTo>
                  <a:lnTo>
                    <a:pt x="813717" y="263070"/>
                  </a:lnTo>
                  <a:cubicBezTo>
                    <a:pt x="809896" y="275778"/>
                    <a:pt x="800983" y="284675"/>
                    <a:pt x="790797" y="28467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A8A3A45-866D-267D-0C80-F62777DD6E84}"/>
                </a:ext>
              </a:extLst>
            </p:cNvPr>
            <p:cNvSpPr/>
            <p:nvPr/>
          </p:nvSpPr>
          <p:spPr>
            <a:xfrm>
              <a:off x="4644495" y="2826325"/>
              <a:ext cx="795443" cy="902118"/>
            </a:xfrm>
            <a:custGeom>
              <a:avLst/>
              <a:gdLst>
                <a:gd name="connsiteX0" fmla="*/ 729738 w 795443"/>
                <a:gd name="connsiteY0" fmla="*/ 901941 h 902118"/>
                <a:gd name="connsiteX1" fmla="*/ 720188 w 795443"/>
                <a:gd name="connsiteY1" fmla="*/ 897493 h 902118"/>
                <a:gd name="connsiteX2" fmla="*/ 722098 w 795443"/>
                <a:gd name="connsiteY2" fmla="*/ 880337 h 902118"/>
                <a:gd name="connsiteX3" fmla="*/ 771757 w 795443"/>
                <a:gd name="connsiteY3" fmla="*/ 784386 h 902118"/>
                <a:gd name="connsiteX4" fmla="*/ 683899 w 795443"/>
                <a:gd name="connsiteY4" fmla="*/ 657299 h 902118"/>
                <a:gd name="connsiteX5" fmla="*/ 676259 w 795443"/>
                <a:gd name="connsiteY5" fmla="*/ 648403 h 902118"/>
                <a:gd name="connsiteX6" fmla="*/ 679442 w 795443"/>
                <a:gd name="connsiteY6" fmla="*/ 636965 h 902118"/>
                <a:gd name="connsiteX7" fmla="*/ 705545 w 795443"/>
                <a:gd name="connsiteY7" fmla="*/ 566432 h 902118"/>
                <a:gd name="connsiteX8" fmla="*/ 611320 w 795443"/>
                <a:gd name="connsiteY8" fmla="*/ 482555 h 902118"/>
                <a:gd name="connsiteX9" fmla="*/ 601770 w 795443"/>
                <a:gd name="connsiteY9" fmla="*/ 482555 h 902118"/>
                <a:gd name="connsiteX10" fmla="*/ 590310 w 795443"/>
                <a:gd name="connsiteY10" fmla="*/ 474930 h 902118"/>
                <a:gd name="connsiteX11" fmla="*/ 593493 w 795443"/>
                <a:gd name="connsiteY11" fmla="*/ 461585 h 902118"/>
                <a:gd name="connsiteX12" fmla="*/ 622780 w 795443"/>
                <a:gd name="connsiteY12" fmla="*/ 390417 h 902118"/>
                <a:gd name="connsiteX13" fmla="*/ 550201 w 795443"/>
                <a:gd name="connsiteY13" fmla="*/ 305904 h 902118"/>
                <a:gd name="connsiteX14" fmla="*/ 485899 w 795443"/>
                <a:gd name="connsiteY14" fmla="*/ 275403 h 902118"/>
                <a:gd name="connsiteX15" fmla="*/ 373211 w 795443"/>
                <a:gd name="connsiteY15" fmla="*/ 44105 h 902118"/>
                <a:gd name="connsiteX16" fmla="*/ 301905 w 795443"/>
                <a:gd name="connsiteY16" fmla="*/ 261424 h 902118"/>
                <a:gd name="connsiteX17" fmla="*/ 294902 w 795443"/>
                <a:gd name="connsiteY17" fmla="*/ 290654 h 902118"/>
                <a:gd name="connsiteX18" fmla="*/ 268162 w 795443"/>
                <a:gd name="connsiteY18" fmla="*/ 303362 h 902118"/>
                <a:gd name="connsiteX19" fmla="*/ 173937 w 795443"/>
                <a:gd name="connsiteY19" fmla="*/ 390417 h 902118"/>
                <a:gd name="connsiteX20" fmla="*/ 203223 w 795443"/>
                <a:gd name="connsiteY20" fmla="*/ 461585 h 902118"/>
                <a:gd name="connsiteX21" fmla="*/ 206407 w 795443"/>
                <a:gd name="connsiteY21" fmla="*/ 474930 h 902118"/>
                <a:gd name="connsiteX22" fmla="*/ 194947 w 795443"/>
                <a:gd name="connsiteY22" fmla="*/ 482555 h 902118"/>
                <a:gd name="connsiteX23" fmla="*/ 185397 w 795443"/>
                <a:gd name="connsiteY23" fmla="*/ 482555 h 902118"/>
                <a:gd name="connsiteX24" fmla="*/ 91172 w 795443"/>
                <a:gd name="connsiteY24" fmla="*/ 566432 h 902118"/>
                <a:gd name="connsiteX25" fmla="*/ 117275 w 795443"/>
                <a:gd name="connsiteY25" fmla="*/ 636965 h 902118"/>
                <a:gd name="connsiteX26" fmla="*/ 120458 w 795443"/>
                <a:gd name="connsiteY26" fmla="*/ 648403 h 902118"/>
                <a:gd name="connsiteX27" fmla="*/ 112818 w 795443"/>
                <a:gd name="connsiteY27" fmla="*/ 657299 h 902118"/>
                <a:gd name="connsiteX28" fmla="*/ 24960 w 795443"/>
                <a:gd name="connsiteY28" fmla="*/ 784386 h 902118"/>
                <a:gd name="connsiteX29" fmla="*/ 74619 w 795443"/>
                <a:gd name="connsiteY29" fmla="*/ 880337 h 902118"/>
                <a:gd name="connsiteX30" fmla="*/ 76529 w 795443"/>
                <a:gd name="connsiteY30" fmla="*/ 897493 h 902118"/>
                <a:gd name="connsiteX31" fmla="*/ 59339 w 795443"/>
                <a:gd name="connsiteY31" fmla="*/ 899400 h 902118"/>
                <a:gd name="connsiteX32" fmla="*/ 130 w 795443"/>
                <a:gd name="connsiteY32" fmla="*/ 785657 h 902118"/>
                <a:gd name="connsiteX33" fmla="*/ 87989 w 795443"/>
                <a:gd name="connsiteY33" fmla="*/ 640778 h 902118"/>
                <a:gd name="connsiteX34" fmla="*/ 66342 w 795443"/>
                <a:gd name="connsiteY34" fmla="*/ 565161 h 902118"/>
                <a:gd name="connsiteX35" fmla="*/ 168844 w 795443"/>
                <a:gd name="connsiteY35" fmla="*/ 459679 h 902118"/>
                <a:gd name="connsiteX36" fmla="*/ 149107 w 795443"/>
                <a:gd name="connsiteY36" fmla="*/ 389781 h 902118"/>
                <a:gd name="connsiteX37" fmla="*/ 268162 w 795443"/>
                <a:gd name="connsiteY37" fmla="*/ 279851 h 902118"/>
                <a:gd name="connsiteX38" fmla="*/ 275802 w 795443"/>
                <a:gd name="connsiteY38" fmla="*/ 276039 h 902118"/>
                <a:gd name="connsiteX39" fmla="*/ 277712 w 795443"/>
                <a:gd name="connsiteY39" fmla="*/ 267143 h 902118"/>
                <a:gd name="connsiteX40" fmla="*/ 376394 w 795443"/>
                <a:gd name="connsiteY40" fmla="*/ 3437 h 902118"/>
                <a:gd name="connsiteX41" fmla="*/ 389763 w 795443"/>
                <a:gd name="connsiteY41" fmla="*/ 896 h 902118"/>
                <a:gd name="connsiteX42" fmla="*/ 396767 w 795443"/>
                <a:gd name="connsiteY42" fmla="*/ 12333 h 902118"/>
                <a:gd name="connsiteX43" fmla="*/ 501178 w 795443"/>
                <a:gd name="connsiteY43" fmla="*/ 256976 h 902118"/>
                <a:gd name="connsiteX44" fmla="*/ 554658 w 795443"/>
                <a:gd name="connsiteY44" fmla="*/ 282393 h 902118"/>
                <a:gd name="connsiteX45" fmla="*/ 646336 w 795443"/>
                <a:gd name="connsiteY45" fmla="*/ 389146 h 902118"/>
                <a:gd name="connsiteX46" fmla="*/ 626600 w 795443"/>
                <a:gd name="connsiteY46" fmla="*/ 459044 h 902118"/>
                <a:gd name="connsiteX47" fmla="*/ 729101 w 795443"/>
                <a:gd name="connsiteY47" fmla="*/ 564526 h 902118"/>
                <a:gd name="connsiteX48" fmla="*/ 707455 w 795443"/>
                <a:gd name="connsiteY48" fmla="*/ 640142 h 902118"/>
                <a:gd name="connsiteX49" fmla="*/ 795313 w 795443"/>
                <a:gd name="connsiteY49" fmla="*/ 785021 h 902118"/>
                <a:gd name="connsiteX50" fmla="*/ 736105 w 795443"/>
                <a:gd name="connsiteY50" fmla="*/ 898764 h 902118"/>
                <a:gd name="connsiteX51" fmla="*/ 729738 w 795443"/>
                <a:gd name="connsiteY51" fmla="*/ 901941 h 90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95443" h="902118">
                  <a:moveTo>
                    <a:pt x="729738" y="901941"/>
                  </a:moveTo>
                  <a:cubicBezTo>
                    <a:pt x="725918" y="901941"/>
                    <a:pt x="722735" y="900035"/>
                    <a:pt x="720188" y="897493"/>
                  </a:cubicBezTo>
                  <a:cubicBezTo>
                    <a:pt x="715731" y="892410"/>
                    <a:pt x="717005" y="884785"/>
                    <a:pt x="722098" y="880337"/>
                  </a:cubicBezTo>
                  <a:cubicBezTo>
                    <a:pt x="752657" y="856825"/>
                    <a:pt x="770484" y="821877"/>
                    <a:pt x="771757" y="784386"/>
                  </a:cubicBezTo>
                  <a:cubicBezTo>
                    <a:pt x="773667" y="727197"/>
                    <a:pt x="738651" y="675727"/>
                    <a:pt x="683899" y="657299"/>
                  </a:cubicBezTo>
                  <a:cubicBezTo>
                    <a:pt x="680079" y="656028"/>
                    <a:pt x="676896" y="652851"/>
                    <a:pt x="676259" y="648403"/>
                  </a:cubicBezTo>
                  <a:cubicBezTo>
                    <a:pt x="674986" y="644591"/>
                    <a:pt x="676259" y="640142"/>
                    <a:pt x="679442" y="636965"/>
                  </a:cubicBezTo>
                  <a:cubicBezTo>
                    <a:pt x="697905" y="618538"/>
                    <a:pt x="707455" y="592485"/>
                    <a:pt x="705545" y="566432"/>
                  </a:cubicBezTo>
                  <a:cubicBezTo>
                    <a:pt x="702362" y="519410"/>
                    <a:pt x="660979" y="482555"/>
                    <a:pt x="611320" y="482555"/>
                  </a:cubicBezTo>
                  <a:lnTo>
                    <a:pt x="601770" y="482555"/>
                  </a:lnTo>
                  <a:cubicBezTo>
                    <a:pt x="596677" y="482555"/>
                    <a:pt x="592220" y="479378"/>
                    <a:pt x="590310" y="474930"/>
                  </a:cubicBezTo>
                  <a:cubicBezTo>
                    <a:pt x="588400" y="470482"/>
                    <a:pt x="589674" y="464763"/>
                    <a:pt x="593493" y="461585"/>
                  </a:cubicBezTo>
                  <a:cubicBezTo>
                    <a:pt x="613230" y="443158"/>
                    <a:pt x="624053" y="417740"/>
                    <a:pt x="622780" y="390417"/>
                  </a:cubicBezTo>
                  <a:cubicBezTo>
                    <a:pt x="620870" y="350384"/>
                    <a:pt x="590947" y="315436"/>
                    <a:pt x="550201" y="305904"/>
                  </a:cubicBezTo>
                  <a:cubicBezTo>
                    <a:pt x="524098" y="300185"/>
                    <a:pt x="502452" y="289383"/>
                    <a:pt x="485899" y="275403"/>
                  </a:cubicBezTo>
                  <a:cubicBezTo>
                    <a:pt x="445153" y="239819"/>
                    <a:pt x="378941" y="164838"/>
                    <a:pt x="373211" y="44105"/>
                  </a:cubicBezTo>
                  <a:cubicBezTo>
                    <a:pt x="340741" y="84138"/>
                    <a:pt x="282169" y="171192"/>
                    <a:pt x="301905" y="261424"/>
                  </a:cubicBezTo>
                  <a:cubicBezTo>
                    <a:pt x="304452" y="271591"/>
                    <a:pt x="301905" y="282393"/>
                    <a:pt x="294902" y="290654"/>
                  </a:cubicBezTo>
                  <a:cubicBezTo>
                    <a:pt x="288535" y="298914"/>
                    <a:pt x="278349" y="303362"/>
                    <a:pt x="268162" y="303362"/>
                  </a:cubicBezTo>
                  <a:cubicBezTo>
                    <a:pt x="217866" y="303362"/>
                    <a:pt x="175847" y="342124"/>
                    <a:pt x="173937" y="390417"/>
                  </a:cubicBezTo>
                  <a:cubicBezTo>
                    <a:pt x="172664" y="417105"/>
                    <a:pt x="183487" y="443158"/>
                    <a:pt x="203223" y="461585"/>
                  </a:cubicBezTo>
                  <a:cubicBezTo>
                    <a:pt x="207043" y="464763"/>
                    <a:pt x="208316" y="470482"/>
                    <a:pt x="206407" y="474930"/>
                  </a:cubicBezTo>
                  <a:cubicBezTo>
                    <a:pt x="204497" y="479378"/>
                    <a:pt x="200040" y="482555"/>
                    <a:pt x="194947" y="482555"/>
                  </a:cubicBezTo>
                  <a:lnTo>
                    <a:pt x="185397" y="482555"/>
                  </a:lnTo>
                  <a:cubicBezTo>
                    <a:pt x="136374" y="482555"/>
                    <a:pt x="94992" y="519410"/>
                    <a:pt x="91172" y="566432"/>
                  </a:cubicBezTo>
                  <a:cubicBezTo>
                    <a:pt x="89262" y="592485"/>
                    <a:pt x="98812" y="618538"/>
                    <a:pt x="117275" y="636965"/>
                  </a:cubicBezTo>
                  <a:cubicBezTo>
                    <a:pt x="120458" y="640142"/>
                    <a:pt x="121731" y="643955"/>
                    <a:pt x="120458" y="648403"/>
                  </a:cubicBezTo>
                  <a:cubicBezTo>
                    <a:pt x="119185" y="652216"/>
                    <a:pt x="116638" y="656028"/>
                    <a:pt x="112818" y="657299"/>
                  </a:cubicBezTo>
                  <a:cubicBezTo>
                    <a:pt x="58066" y="675727"/>
                    <a:pt x="23050" y="727197"/>
                    <a:pt x="24960" y="784386"/>
                  </a:cubicBezTo>
                  <a:cubicBezTo>
                    <a:pt x="26233" y="821877"/>
                    <a:pt x="44696" y="856190"/>
                    <a:pt x="74619" y="880337"/>
                  </a:cubicBezTo>
                  <a:cubicBezTo>
                    <a:pt x="79712" y="884149"/>
                    <a:pt x="80985" y="892410"/>
                    <a:pt x="76529" y="897493"/>
                  </a:cubicBezTo>
                  <a:cubicBezTo>
                    <a:pt x="72709" y="902577"/>
                    <a:pt x="64432" y="903848"/>
                    <a:pt x="59339" y="899400"/>
                  </a:cubicBezTo>
                  <a:cubicBezTo>
                    <a:pt x="23050" y="871441"/>
                    <a:pt x="1403" y="830137"/>
                    <a:pt x="130" y="785657"/>
                  </a:cubicBezTo>
                  <a:cubicBezTo>
                    <a:pt x="-2417" y="723384"/>
                    <a:pt x="32599" y="666831"/>
                    <a:pt x="87989" y="640778"/>
                  </a:cubicBezTo>
                  <a:cubicBezTo>
                    <a:pt x="72072" y="619173"/>
                    <a:pt x="64432" y="591849"/>
                    <a:pt x="66342" y="565161"/>
                  </a:cubicBezTo>
                  <a:cubicBezTo>
                    <a:pt x="70162" y="510514"/>
                    <a:pt x="114091" y="466669"/>
                    <a:pt x="168844" y="459679"/>
                  </a:cubicBezTo>
                  <a:cubicBezTo>
                    <a:pt x="154838" y="439345"/>
                    <a:pt x="147834" y="415199"/>
                    <a:pt x="149107" y="389781"/>
                  </a:cubicBezTo>
                  <a:cubicBezTo>
                    <a:pt x="151654" y="328780"/>
                    <a:pt x="205133" y="279851"/>
                    <a:pt x="268162" y="279851"/>
                  </a:cubicBezTo>
                  <a:cubicBezTo>
                    <a:pt x="272619" y="279851"/>
                    <a:pt x="275165" y="277310"/>
                    <a:pt x="275802" y="276039"/>
                  </a:cubicBezTo>
                  <a:cubicBezTo>
                    <a:pt x="277712" y="273497"/>
                    <a:pt x="278349" y="270320"/>
                    <a:pt x="277712" y="267143"/>
                  </a:cubicBezTo>
                  <a:cubicBezTo>
                    <a:pt x="247789" y="131160"/>
                    <a:pt x="370664" y="9156"/>
                    <a:pt x="376394" y="3437"/>
                  </a:cubicBezTo>
                  <a:cubicBezTo>
                    <a:pt x="380214" y="260"/>
                    <a:pt x="385307" y="-1011"/>
                    <a:pt x="389763" y="896"/>
                  </a:cubicBezTo>
                  <a:cubicBezTo>
                    <a:pt x="394220" y="2802"/>
                    <a:pt x="397403" y="7250"/>
                    <a:pt x="396767" y="12333"/>
                  </a:cubicBezTo>
                  <a:cubicBezTo>
                    <a:pt x="391674" y="142597"/>
                    <a:pt x="459796" y="221391"/>
                    <a:pt x="501178" y="256976"/>
                  </a:cubicBezTo>
                  <a:cubicBezTo>
                    <a:pt x="515185" y="269049"/>
                    <a:pt x="533011" y="277310"/>
                    <a:pt x="554658" y="282393"/>
                  </a:cubicBezTo>
                  <a:cubicBezTo>
                    <a:pt x="606227" y="294466"/>
                    <a:pt x="643789" y="338311"/>
                    <a:pt x="646336" y="389146"/>
                  </a:cubicBezTo>
                  <a:cubicBezTo>
                    <a:pt x="647609" y="413928"/>
                    <a:pt x="640606" y="438710"/>
                    <a:pt x="626600" y="459044"/>
                  </a:cubicBezTo>
                  <a:cubicBezTo>
                    <a:pt x="681352" y="466033"/>
                    <a:pt x="724645" y="509878"/>
                    <a:pt x="729101" y="564526"/>
                  </a:cubicBezTo>
                  <a:cubicBezTo>
                    <a:pt x="731011" y="591849"/>
                    <a:pt x="723371" y="618538"/>
                    <a:pt x="707455" y="640142"/>
                  </a:cubicBezTo>
                  <a:cubicBezTo>
                    <a:pt x="762844" y="666195"/>
                    <a:pt x="797860" y="722113"/>
                    <a:pt x="795313" y="785021"/>
                  </a:cubicBezTo>
                  <a:cubicBezTo>
                    <a:pt x="793404" y="829502"/>
                    <a:pt x="771757" y="870805"/>
                    <a:pt x="736105" y="898764"/>
                  </a:cubicBezTo>
                  <a:cubicBezTo>
                    <a:pt x="734831" y="901306"/>
                    <a:pt x="732285" y="901941"/>
                    <a:pt x="729738" y="9019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DAA941B-6C3A-2E88-CF38-EDCA76F7BB01}"/>
                </a:ext>
              </a:extLst>
            </p:cNvPr>
            <p:cNvSpPr/>
            <p:nvPr/>
          </p:nvSpPr>
          <p:spPr>
            <a:xfrm>
              <a:off x="4239075" y="4457269"/>
              <a:ext cx="460004" cy="389362"/>
            </a:xfrm>
            <a:custGeom>
              <a:avLst/>
              <a:gdLst>
                <a:gd name="connsiteX0" fmla="*/ 226013 w 460004"/>
                <a:gd name="connsiteY0" fmla="*/ 389362 h 389362"/>
                <a:gd name="connsiteX1" fmla="*/ 56662 w 460004"/>
                <a:gd name="connsiteY1" fmla="*/ 319465 h 389362"/>
                <a:gd name="connsiteX2" fmla="*/ 0 w 460004"/>
                <a:gd name="connsiteY2" fmla="*/ 182846 h 389362"/>
                <a:gd name="connsiteX3" fmla="*/ 56662 w 460004"/>
                <a:gd name="connsiteY3" fmla="*/ 46228 h 389362"/>
                <a:gd name="connsiteX4" fmla="*/ 279492 w 460004"/>
                <a:gd name="connsiteY4" fmla="*/ 46228 h 389362"/>
                <a:gd name="connsiteX5" fmla="*/ 279492 w 460004"/>
                <a:gd name="connsiteY5" fmla="*/ 63385 h 389362"/>
                <a:gd name="connsiteX6" fmla="*/ 262302 w 460004"/>
                <a:gd name="connsiteY6" fmla="*/ 63385 h 389362"/>
                <a:gd name="connsiteX7" fmla="*/ 73852 w 460004"/>
                <a:gd name="connsiteY7" fmla="*/ 63385 h 389362"/>
                <a:gd name="connsiteX8" fmla="*/ 24193 w 460004"/>
                <a:gd name="connsiteY8" fmla="*/ 182846 h 389362"/>
                <a:gd name="connsiteX9" fmla="*/ 73852 w 460004"/>
                <a:gd name="connsiteY9" fmla="*/ 302308 h 389362"/>
                <a:gd name="connsiteX10" fmla="*/ 226013 w 460004"/>
                <a:gd name="connsiteY10" fmla="*/ 365216 h 389362"/>
                <a:gd name="connsiteX11" fmla="*/ 378174 w 460004"/>
                <a:gd name="connsiteY11" fmla="*/ 302308 h 389362"/>
                <a:gd name="connsiteX12" fmla="*/ 436746 w 460004"/>
                <a:gd name="connsiteY12" fmla="*/ 215889 h 389362"/>
                <a:gd name="connsiteX13" fmla="*/ 452662 w 460004"/>
                <a:gd name="connsiteY13" fmla="*/ 209534 h 389362"/>
                <a:gd name="connsiteX14" fmla="*/ 459029 w 460004"/>
                <a:gd name="connsiteY14" fmla="*/ 225420 h 389362"/>
                <a:gd name="connsiteX15" fmla="*/ 395363 w 460004"/>
                <a:gd name="connsiteY15" fmla="*/ 319465 h 389362"/>
                <a:gd name="connsiteX16" fmla="*/ 226013 w 460004"/>
                <a:gd name="connsiteY16" fmla="*/ 389362 h 38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60004" h="389362">
                  <a:moveTo>
                    <a:pt x="226013" y="389362"/>
                  </a:moveTo>
                  <a:cubicBezTo>
                    <a:pt x="162347" y="389362"/>
                    <a:pt x="101865" y="364580"/>
                    <a:pt x="56662" y="319465"/>
                  </a:cubicBezTo>
                  <a:cubicBezTo>
                    <a:pt x="19736" y="282609"/>
                    <a:pt x="0" y="234316"/>
                    <a:pt x="0" y="182846"/>
                  </a:cubicBezTo>
                  <a:cubicBezTo>
                    <a:pt x="0" y="131376"/>
                    <a:pt x="20373" y="82448"/>
                    <a:pt x="56662" y="46228"/>
                  </a:cubicBezTo>
                  <a:cubicBezTo>
                    <a:pt x="118418" y="-15409"/>
                    <a:pt x="218373" y="-15409"/>
                    <a:pt x="279492" y="46228"/>
                  </a:cubicBezTo>
                  <a:cubicBezTo>
                    <a:pt x="283948" y="50676"/>
                    <a:pt x="283948" y="58937"/>
                    <a:pt x="279492" y="63385"/>
                  </a:cubicBezTo>
                  <a:cubicBezTo>
                    <a:pt x="275036" y="67833"/>
                    <a:pt x="266759" y="67833"/>
                    <a:pt x="262302" y="63385"/>
                  </a:cubicBezTo>
                  <a:cubicBezTo>
                    <a:pt x="210097" y="11279"/>
                    <a:pt x="126058" y="11279"/>
                    <a:pt x="73852" y="63385"/>
                  </a:cubicBezTo>
                  <a:cubicBezTo>
                    <a:pt x="42019" y="95156"/>
                    <a:pt x="24193" y="137730"/>
                    <a:pt x="24193" y="182846"/>
                  </a:cubicBezTo>
                  <a:cubicBezTo>
                    <a:pt x="24193" y="227962"/>
                    <a:pt x="42019" y="270536"/>
                    <a:pt x="73852" y="302308"/>
                  </a:cubicBezTo>
                  <a:cubicBezTo>
                    <a:pt x="114598" y="342976"/>
                    <a:pt x="168714" y="365216"/>
                    <a:pt x="226013" y="365216"/>
                  </a:cubicBezTo>
                  <a:cubicBezTo>
                    <a:pt x="283312" y="365216"/>
                    <a:pt x="337428" y="342976"/>
                    <a:pt x="378174" y="302308"/>
                  </a:cubicBezTo>
                  <a:cubicBezTo>
                    <a:pt x="403003" y="277526"/>
                    <a:pt x="422739" y="248296"/>
                    <a:pt x="436746" y="215889"/>
                  </a:cubicBezTo>
                  <a:cubicBezTo>
                    <a:pt x="439293" y="209534"/>
                    <a:pt x="446296" y="206993"/>
                    <a:pt x="452662" y="209534"/>
                  </a:cubicBezTo>
                  <a:cubicBezTo>
                    <a:pt x="459029" y="212076"/>
                    <a:pt x="461576" y="219066"/>
                    <a:pt x="459029" y="225420"/>
                  </a:cubicBezTo>
                  <a:cubicBezTo>
                    <a:pt x="444386" y="261004"/>
                    <a:pt x="422739" y="292776"/>
                    <a:pt x="395363" y="319465"/>
                  </a:cubicBezTo>
                  <a:cubicBezTo>
                    <a:pt x="350161" y="364580"/>
                    <a:pt x="290315" y="389362"/>
                    <a:pt x="226013" y="38936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A84A268E-EBD7-D98C-BD75-8E7B12DDE248}"/>
                </a:ext>
              </a:extLst>
            </p:cNvPr>
            <p:cNvSpPr/>
            <p:nvPr/>
          </p:nvSpPr>
          <p:spPr>
            <a:xfrm>
              <a:off x="3722747" y="3995784"/>
              <a:ext cx="1334431" cy="1411934"/>
            </a:xfrm>
            <a:custGeom>
              <a:avLst/>
              <a:gdLst>
                <a:gd name="connsiteX0" fmla="*/ 749344 w 1334431"/>
                <a:gd name="connsiteY0" fmla="*/ 1411935 h 1411934"/>
                <a:gd name="connsiteX1" fmla="*/ 167441 w 1334431"/>
                <a:gd name="connsiteY1" fmla="*/ 1128531 h 1411934"/>
                <a:gd name="connsiteX2" fmla="*/ 0 w 1334431"/>
                <a:gd name="connsiteY2" fmla="*/ 665935 h 1411934"/>
                <a:gd name="connsiteX3" fmla="*/ 667216 w 1334431"/>
                <a:gd name="connsiteY3" fmla="*/ 0 h 1411934"/>
                <a:gd name="connsiteX4" fmla="*/ 1334431 w 1334431"/>
                <a:gd name="connsiteY4" fmla="*/ 665935 h 1411934"/>
                <a:gd name="connsiteX5" fmla="*/ 1251666 w 1334431"/>
                <a:gd name="connsiteY5" fmla="*/ 953151 h 1411934"/>
                <a:gd name="connsiteX6" fmla="*/ 1234476 w 1334431"/>
                <a:gd name="connsiteY6" fmla="*/ 953151 h 1411934"/>
                <a:gd name="connsiteX7" fmla="*/ 1234476 w 1334431"/>
                <a:gd name="connsiteY7" fmla="*/ 935995 h 1411934"/>
                <a:gd name="connsiteX8" fmla="*/ 1310239 w 1334431"/>
                <a:gd name="connsiteY8" fmla="*/ 665935 h 1411934"/>
                <a:gd name="connsiteX9" fmla="*/ 667216 w 1334431"/>
                <a:gd name="connsiteY9" fmla="*/ 24147 h 1411934"/>
                <a:gd name="connsiteX10" fmla="*/ 24193 w 1334431"/>
                <a:gd name="connsiteY10" fmla="*/ 665935 h 1411934"/>
                <a:gd name="connsiteX11" fmla="*/ 185904 w 1334431"/>
                <a:gd name="connsiteY11" fmla="*/ 1112645 h 1411934"/>
                <a:gd name="connsiteX12" fmla="*/ 919968 w 1334431"/>
                <a:gd name="connsiteY12" fmla="*/ 1369361 h 1411934"/>
                <a:gd name="connsiteX13" fmla="*/ 1230657 w 1334431"/>
                <a:gd name="connsiteY13" fmla="*/ 1160303 h 1411934"/>
                <a:gd name="connsiteX14" fmla="*/ 1206463 w 1334431"/>
                <a:gd name="connsiteY14" fmla="*/ 1072613 h 1411934"/>
                <a:gd name="connsiteX15" fmla="*/ 1118605 w 1334431"/>
                <a:gd name="connsiteY15" fmla="*/ 1068800 h 1411934"/>
                <a:gd name="connsiteX16" fmla="*/ 1117332 w 1334431"/>
                <a:gd name="connsiteY16" fmla="*/ 1069436 h 1411934"/>
                <a:gd name="connsiteX17" fmla="*/ 391544 w 1334431"/>
                <a:gd name="connsiteY17" fmla="*/ 1005892 h 1411934"/>
                <a:gd name="connsiteX18" fmla="*/ 257846 w 1334431"/>
                <a:gd name="connsiteY18" fmla="*/ 683727 h 1411934"/>
                <a:gd name="connsiteX19" fmla="*/ 391544 w 1334431"/>
                <a:gd name="connsiteY19" fmla="*/ 361562 h 1411934"/>
                <a:gd name="connsiteX20" fmla="*/ 651300 w 1334431"/>
                <a:gd name="connsiteY20" fmla="*/ 254174 h 1411934"/>
                <a:gd name="connsiteX21" fmla="*/ 911055 w 1334431"/>
                <a:gd name="connsiteY21" fmla="*/ 361562 h 1411934"/>
                <a:gd name="connsiteX22" fmla="*/ 974721 w 1334431"/>
                <a:gd name="connsiteY22" fmla="*/ 685634 h 1411934"/>
                <a:gd name="connsiteX23" fmla="*/ 958804 w 1334431"/>
                <a:gd name="connsiteY23" fmla="*/ 691988 h 1411934"/>
                <a:gd name="connsiteX24" fmla="*/ 952438 w 1334431"/>
                <a:gd name="connsiteY24" fmla="*/ 676102 h 1411934"/>
                <a:gd name="connsiteX25" fmla="*/ 893865 w 1334431"/>
                <a:gd name="connsiteY25" fmla="*/ 378719 h 1411934"/>
                <a:gd name="connsiteX26" fmla="*/ 651300 w 1334431"/>
                <a:gd name="connsiteY26" fmla="*/ 278320 h 1411934"/>
                <a:gd name="connsiteX27" fmla="*/ 408733 w 1334431"/>
                <a:gd name="connsiteY27" fmla="*/ 378719 h 1411934"/>
                <a:gd name="connsiteX28" fmla="*/ 282039 w 1334431"/>
                <a:gd name="connsiteY28" fmla="*/ 683092 h 1411934"/>
                <a:gd name="connsiteX29" fmla="*/ 408733 w 1334431"/>
                <a:gd name="connsiteY29" fmla="*/ 987465 h 1411934"/>
                <a:gd name="connsiteX30" fmla="*/ 1103325 w 1334431"/>
                <a:gd name="connsiteY30" fmla="*/ 1048467 h 1411934"/>
                <a:gd name="connsiteX31" fmla="*/ 1104598 w 1334431"/>
                <a:gd name="connsiteY31" fmla="*/ 1047831 h 1411934"/>
                <a:gd name="connsiteX32" fmla="*/ 1221107 w 1334431"/>
                <a:gd name="connsiteY32" fmla="*/ 1052279 h 1411934"/>
                <a:gd name="connsiteX33" fmla="*/ 1252940 w 1334431"/>
                <a:gd name="connsiteY33" fmla="*/ 1167928 h 1411934"/>
                <a:gd name="connsiteX34" fmla="*/ 924425 w 1334431"/>
                <a:gd name="connsiteY34" fmla="*/ 1392236 h 1411934"/>
                <a:gd name="connsiteX35" fmla="*/ 749344 w 1334431"/>
                <a:gd name="connsiteY35" fmla="*/ 1411935 h 1411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34431" h="1411934">
                  <a:moveTo>
                    <a:pt x="749344" y="1411935"/>
                  </a:moveTo>
                  <a:cubicBezTo>
                    <a:pt x="563441" y="1411935"/>
                    <a:pt x="348251" y="1349662"/>
                    <a:pt x="167441" y="1128531"/>
                  </a:cubicBezTo>
                  <a:cubicBezTo>
                    <a:pt x="64303" y="1000809"/>
                    <a:pt x="0" y="824158"/>
                    <a:pt x="0" y="665935"/>
                  </a:cubicBezTo>
                  <a:cubicBezTo>
                    <a:pt x="0" y="298654"/>
                    <a:pt x="299228" y="0"/>
                    <a:pt x="667216" y="0"/>
                  </a:cubicBezTo>
                  <a:cubicBezTo>
                    <a:pt x="1035203" y="0"/>
                    <a:pt x="1334431" y="298654"/>
                    <a:pt x="1334431" y="665935"/>
                  </a:cubicBezTo>
                  <a:cubicBezTo>
                    <a:pt x="1334431" y="867368"/>
                    <a:pt x="1254849" y="949974"/>
                    <a:pt x="1251666" y="953151"/>
                  </a:cubicBezTo>
                  <a:cubicBezTo>
                    <a:pt x="1247210" y="957599"/>
                    <a:pt x="1238933" y="958235"/>
                    <a:pt x="1234476" y="953151"/>
                  </a:cubicBezTo>
                  <a:cubicBezTo>
                    <a:pt x="1230020" y="948703"/>
                    <a:pt x="1229383" y="940443"/>
                    <a:pt x="1234476" y="935995"/>
                  </a:cubicBezTo>
                  <a:cubicBezTo>
                    <a:pt x="1235750" y="934724"/>
                    <a:pt x="1310239" y="855930"/>
                    <a:pt x="1310239" y="665935"/>
                  </a:cubicBezTo>
                  <a:cubicBezTo>
                    <a:pt x="1310239" y="311998"/>
                    <a:pt x="1021833" y="24147"/>
                    <a:pt x="667216" y="24147"/>
                  </a:cubicBezTo>
                  <a:cubicBezTo>
                    <a:pt x="312598" y="24147"/>
                    <a:pt x="24193" y="311998"/>
                    <a:pt x="24193" y="665935"/>
                  </a:cubicBezTo>
                  <a:cubicBezTo>
                    <a:pt x="24193" y="818439"/>
                    <a:pt x="85949" y="989371"/>
                    <a:pt x="185904" y="1112645"/>
                  </a:cubicBezTo>
                  <a:cubicBezTo>
                    <a:pt x="420193" y="1398591"/>
                    <a:pt x="714965" y="1410029"/>
                    <a:pt x="919968" y="1369361"/>
                  </a:cubicBezTo>
                  <a:cubicBezTo>
                    <a:pt x="1127518" y="1323609"/>
                    <a:pt x="1203280" y="1230201"/>
                    <a:pt x="1230657" y="1160303"/>
                  </a:cubicBezTo>
                  <a:cubicBezTo>
                    <a:pt x="1245936" y="1121541"/>
                    <a:pt x="1226836" y="1089134"/>
                    <a:pt x="1206463" y="1072613"/>
                  </a:cubicBezTo>
                  <a:cubicBezTo>
                    <a:pt x="1185454" y="1056092"/>
                    <a:pt x="1151711" y="1046560"/>
                    <a:pt x="1118605" y="1068800"/>
                  </a:cubicBezTo>
                  <a:lnTo>
                    <a:pt x="1117332" y="1069436"/>
                  </a:lnTo>
                  <a:cubicBezTo>
                    <a:pt x="891955" y="1227024"/>
                    <a:pt x="586361" y="1200335"/>
                    <a:pt x="391544" y="1005892"/>
                  </a:cubicBezTo>
                  <a:cubicBezTo>
                    <a:pt x="305595" y="920109"/>
                    <a:pt x="257846" y="805731"/>
                    <a:pt x="257846" y="683727"/>
                  </a:cubicBezTo>
                  <a:cubicBezTo>
                    <a:pt x="257846" y="561724"/>
                    <a:pt x="305595" y="447981"/>
                    <a:pt x="391544" y="361562"/>
                  </a:cubicBezTo>
                  <a:cubicBezTo>
                    <a:pt x="460939" y="292300"/>
                    <a:pt x="553254" y="254174"/>
                    <a:pt x="651300" y="254174"/>
                  </a:cubicBezTo>
                  <a:cubicBezTo>
                    <a:pt x="749344" y="254174"/>
                    <a:pt x="841659" y="292300"/>
                    <a:pt x="911055" y="361562"/>
                  </a:cubicBezTo>
                  <a:cubicBezTo>
                    <a:pt x="996367" y="446710"/>
                    <a:pt x="1021833" y="574433"/>
                    <a:pt x="974721" y="685634"/>
                  </a:cubicBezTo>
                  <a:cubicBezTo>
                    <a:pt x="972174" y="691988"/>
                    <a:pt x="965171" y="694530"/>
                    <a:pt x="958804" y="691988"/>
                  </a:cubicBezTo>
                  <a:cubicBezTo>
                    <a:pt x="952438" y="689446"/>
                    <a:pt x="949891" y="682456"/>
                    <a:pt x="952438" y="676102"/>
                  </a:cubicBezTo>
                  <a:cubicBezTo>
                    <a:pt x="995730" y="573797"/>
                    <a:pt x="972811" y="457513"/>
                    <a:pt x="893865" y="378719"/>
                  </a:cubicBezTo>
                  <a:cubicBezTo>
                    <a:pt x="828926" y="313905"/>
                    <a:pt x="742978" y="278320"/>
                    <a:pt x="651300" y="278320"/>
                  </a:cubicBezTo>
                  <a:cubicBezTo>
                    <a:pt x="559621" y="278320"/>
                    <a:pt x="473672" y="313905"/>
                    <a:pt x="408733" y="378719"/>
                  </a:cubicBezTo>
                  <a:cubicBezTo>
                    <a:pt x="327241" y="460054"/>
                    <a:pt x="282039" y="568078"/>
                    <a:pt x="282039" y="683092"/>
                  </a:cubicBezTo>
                  <a:cubicBezTo>
                    <a:pt x="282039" y="798105"/>
                    <a:pt x="327241" y="906129"/>
                    <a:pt x="408733" y="987465"/>
                  </a:cubicBezTo>
                  <a:cubicBezTo>
                    <a:pt x="595273" y="1173647"/>
                    <a:pt x="887499" y="1199700"/>
                    <a:pt x="1103325" y="1048467"/>
                  </a:cubicBezTo>
                  <a:lnTo>
                    <a:pt x="1104598" y="1047831"/>
                  </a:lnTo>
                  <a:cubicBezTo>
                    <a:pt x="1140888" y="1023049"/>
                    <a:pt x="1186727" y="1024955"/>
                    <a:pt x="1221107" y="1052279"/>
                  </a:cubicBezTo>
                  <a:cubicBezTo>
                    <a:pt x="1256759" y="1080874"/>
                    <a:pt x="1269492" y="1125989"/>
                    <a:pt x="1252940" y="1167928"/>
                  </a:cubicBezTo>
                  <a:cubicBezTo>
                    <a:pt x="1223653" y="1243545"/>
                    <a:pt x="1142798" y="1343308"/>
                    <a:pt x="924425" y="1392236"/>
                  </a:cubicBezTo>
                  <a:cubicBezTo>
                    <a:pt x="872219" y="1404945"/>
                    <a:pt x="812373" y="1411935"/>
                    <a:pt x="749344" y="14119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28DA3ED-72E4-6878-FEFD-34DB257A1F76}"/>
                </a:ext>
              </a:extLst>
            </p:cNvPr>
            <p:cNvSpPr/>
            <p:nvPr/>
          </p:nvSpPr>
          <p:spPr>
            <a:xfrm>
              <a:off x="6114664" y="3710475"/>
              <a:ext cx="1403190" cy="292935"/>
            </a:xfrm>
            <a:custGeom>
              <a:avLst/>
              <a:gdLst>
                <a:gd name="connsiteX0" fmla="*/ 1319788 w 1403190"/>
                <a:gd name="connsiteY0" fmla="*/ 292935 h 292935"/>
                <a:gd name="connsiteX1" fmla="*/ 1308328 w 1403190"/>
                <a:gd name="connsiteY1" fmla="*/ 284675 h 292935"/>
                <a:gd name="connsiteX2" fmla="*/ 1315969 w 1403190"/>
                <a:gd name="connsiteY2" fmla="*/ 269424 h 292935"/>
                <a:gd name="connsiteX3" fmla="*/ 1378997 w 1403190"/>
                <a:gd name="connsiteY3" fmla="*/ 189359 h 292935"/>
                <a:gd name="connsiteX4" fmla="*/ 1378997 w 1403190"/>
                <a:gd name="connsiteY4" fmla="*/ 86419 h 292935"/>
                <a:gd name="connsiteX5" fmla="*/ 1317242 w 1403190"/>
                <a:gd name="connsiteY5" fmla="*/ 24782 h 292935"/>
                <a:gd name="connsiteX6" fmla="*/ 85949 w 1403190"/>
                <a:gd name="connsiteY6" fmla="*/ 24782 h 292935"/>
                <a:gd name="connsiteX7" fmla="*/ 24193 w 1403190"/>
                <a:gd name="connsiteY7" fmla="*/ 86419 h 292935"/>
                <a:gd name="connsiteX8" fmla="*/ 24193 w 1403190"/>
                <a:gd name="connsiteY8" fmla="*/ 189359 h 292935"/>
                <a:gd name="connsiteX9" fmla="*/ 87222 w 1403190"/>
                <a:gd name="connsiteY9" fmla="*/ 269424 h 292935"/>
                <a:gd name="connsiteX10" fmla="*/ 94862 w 1403190"/>
                <a:gd name="connsiteY10" fmla="*/ 284675 h 292935"/>
                <a:gd name="connsiteX11" fmla="*/ 79582 w 1403190"/>
                <a:gd name="connsiteY11" fmla="*/ 292300 h 292935"/>
                <a:gd name="connsiteX12" fmla="*/ 0 w 1403190"/>
                <a:gd name="connsiteY12" fmla="*/ 189359 h 292935"/>
                <a:gd name="connsiteX13" fmla="*/ 0 w 1403190"/>
                <a:gd name="connsiteY13" fmla="*/ 86419 h 292935"/>
                <a:gd name="connsiteX14" fmla="*/ 86585 w 1403190"/>
                <a:gd name="connsiteY14" fmla="*/ 0 h 292935"/>
                <a:gd name="connsiteX15" fmla="*/ 1316605 w 1403190"/>
                <a:gd name="connsiteY15" fmla="*/ 0 h 292935"/>
                <a:gd name="connsiteX16" fmla="*/ 1403190 w 1403190"/>
                <a:gd name="connsiteY16" fmla="*/ 86419 h 292935"/>
                <a:gd name="connsiteX17" fmla="*/ 1403190 w 1403190"/>
                <a:gd name="connsiteY17" fmla="*/ 189359 h 292935"/>
                <a:gd name="connsiteX18" fmla="*/ 1323608 w 1403190"/>
                <a:gd name="connsiteY18" fmla="*/ 292300 h 292935"/>
                <a:gd name="connsiteX19" fmla="*/ 1319788 w 1403190"/>
                <a:gd name="connsiteY19" fmla="*/ 292935 h 292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03190" h="292935">
                  <a:moveTo>
                    <a:pt x="1319788" y="292935"/>
                  </a:moveTo>
                  <a:cubicBezTo>
                    <a:pt x="1314695" y="292935"/>
                    <a:pt x="1310239" y="289758"/>
                    <a:pt x="1308328" y="284675"/>
                  </a:cubicBezTo>
                  <a:cubicBezTo>
                    <a:pt x="1306419" y="278320"/>
                    <a:pt x="1309602" y="271330"/>
                    <a:pt x="1315969" y="269424"/>
                  </a:cubicBezTo>
                  <a:cubicBezTo>
                    <a:pt x="1377724" y="248455"/>
                    <a:pt x="1378997" y="189995"/>
                    <a:pt x="1378997" y="189359"/>
                  </a:cubicBezTo>
                  <a:lnTo>
                    <a:pt x="1378997" y="86419"/>
                  </a:lnTo>
                  <a:cubicBezTo>
                    <a:pt x="1378997" y="52106"/>
                    <a:pt x="1350985" y="24782"/>
                    <a:pt x="1317242" y="24782"/>
                  </a:cubicBezTo>
                  <a:lnTo>
                    <a:pt x="85949" y="24782"/>
                  </a:lnTo>
                  <a:cubicBezTo>
                    <a:pt x="51569" y="24782"/>
                    <a:pt x="24193" y="52741"/>
                    <a:pt x="24193" y="86419"/>
                  </a:cubicBezTo>
                  <a:lnTo>
                    <a:pt x="24193" y="189359"/>
                  </a:lnTo>
                  <a:cubicBezTo>
                    <a:pt x="24193" y="191901"/>
                    <a:pt x="25466" y="248455"/>
                    <a:pt x="87222" y="269424"/>
                  </a:cubicBezTo>
                  <a:cubicBezTo>
                    <a:pt x="93589" y="271330"/>
                    <a:pt x="96772" y="278320"/>
                    <a:pt x="94862" y="284675"/>
                  </a:cubicBezTo>
                  <a:cubicBezTo>
                    <a:pt x="92952" y="291029"/>
                    <a:pt x="85949" y="294206"/>
                    <a:pt x="79582" y="292300"/>
                  </a:cubicBezTo>
                  <a:cubicBezTo>
                    <a:pt x="17190" y="270695"/>
                    <a:pt x="0" y="215412"/>
                    <a:pt x="0" y="189359"/>
                  </a:cubicBezTo>
                  <a:lnTo>
                    <a:pt x="0" y="86419"/>
                  </a:lnTo>
                  <a:cubicBezTo>
                    <a:pt x="0" y="38762"/>
                    <a:pt x="38836" y="0"/>
                    <a:pt x="86585" y="0"/>
                  </a:cubicBezTo>
                  <a:lnTo>
                    <a:pt x="1316605" y="0"/>
                  </a:lnTo>
                  <a:cubicBezTo>
                    <a:pt x="1364354" y="0"/>
                    <a:pt x="1403190" y="38762"/>
                    <a:pt x="1403190" y="86419"/>
                  </a:cubicBezTo>
                  <a:lnTo>
                    <a:pt x="1403190" y="189359"/>
                  </a:lnTo>
                  <a:cubicBezTo>
                    <a:pt x="1403190" y="215412"/>
                    <a:pt x="1386637" y="270695"/>
                    <a:pt x="1323608" y="292300"/>
                  </a:cubicBezTo>
                  <a:cubicBezTo>
                    <a:pt x="1322335" y="292935"/>
                    <a:pt x="1321061" y="292935"/>
                    <a:pt x="1319788" y="2929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EB3930E2-3E08-5218-C89B-845D544BE408}"/>
                </a:ext>
              </a:extLst>
            </p:cNvPr>
            <p:cNvSpPr/>
            <p:nvPr/>
          </p:nvSpPr>
          <p:spPr>
            <a:xfrm>
              <a:off x="6114028" y="4603734"/>
              <a:ext cx="1401946" cy="289918"/>
            </a:xfrm>
            <a:custGeom>
              <a:avLst/>
              <a:gdLst>
                <a:gd name="connsiteX0" fmla="*/ 1317242 w 1401946"/>
                <a:gd name="connsiteY0" fmla="*/ 289919 h 289918"/>
                <a:gd name="connsiteX1" fmla="*/ 86585 w 1401946"/>
                <a:gd name="connsiteY1" fmla="*/ 289919 h 289918"/>
                <a:gd name="connsiteX2" fmla="*/ 0 w 1401946"/>
                <a:gd name="connsiteY2" fmla="*/ 203500 h 289918"/>
                <a:gd name="connsiteX3" fmla="*/ 0 w 1401946"/>
                <a:gd name="connsiteY3" fmla="*/ 82767 h 289918"/>
                <a:gd name="connsiteX4" fmla="*/ 59845 w 1401946"/>
                <a:gd name="connsiteY4" fmla="*/ 796 h 289918"/>
                <a:gd name="connsiteX5" fmla="*/ 75125 w 1401946"/>
                <a:gd name="connsiteY5" fmla="*/ 8421 h 289918"/>
                <a:gd name="connsiteX6" fmla="*/ 67485 w 1401946"/>
                <a:gd name="connsiteY6" fmla="*/ 23672 h 289918"/>
                <a:gd name="connsiteX7" fmla="*/ 24193 w 1401946"/>
                <a:gd name="connsiteY7" fmla="*/ 82767 h 289918"/>
                <a:gd name="connsiteX8" fmla="*/ 24193 w 1401946"/>
                <a:gd name="connsiteY8" fmla="*/ 203500 h 289918"/>
                <a:gd name="connsiteX9" fmla="*/ 85949 w 1401946"/>
                <a:gd name="connsiteY9" fmla="*/ 265137 h 289918"/>
                <a:gd name="connsiteX10" fmla="*/ 1315968 w 1401946"/>
                <a:gd name="connsiteY10" fmla="*/ 265137 h 289918"/>
                <a:gd name="connsiteX11" fmla="*/ 1377724 w 1401946"/>
                <a:gd name="connsiteY11" fmla="*/ 203500 h 289918"/>
                <a:gd name="connsiteX12" fmla="*/ 1377724 w 1401946"/>
                <a:gd name="connsiteY12" fmla="*/ 82767 h 289918"/>
                <a:gd name="connsiteX13" fmla="*/ 1334431 w 1401946"/>
                <a:gd name="connsiteY13" fmla="*/ 23672 h 289918"/>
                <a:gd name="connsiteX14" fmla="*/ 1326792 w 1401946"/>
                <a:gd name="connsiteY14" fmla="*/ 8421 h 289918"/>
                <a:gd name="connsiteX15" fmla="*/ 1342071 w 1401946"/>
                <a:gd name="connsiteY15" fmla="*/ 796 h 289918"/>
                <a:gd name="connsiteX16" fmla="*/ 1401916 w 1401946"/>
                <a:gd name="connsiteY16" fmla="*/ 82767 h 289918"/>
                <a:gd name="connsiteX17" fmla="*/ 1401916 w 1401946"/>
                <a:gd name="connsiteY17" fmla="*/ 203500 h 289918"/>
                <a:gd name="connsiteX18" fmla="*/ 1317242 w 1401946"/>
                <a:gd name="connsiteY18" fmla="*/ 289919 h 289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01946" h="289918">
                  <a:moveTo>
                    <a:pt x="1317242" y="289919"/>
                  </a:moveTo>
                  <a:lnTo>
                    <a:pt x="86585" y="289919"/>
                  </a:lnTo>
                  <a:cubicBezTo>
                    <a:pt x="38836" y="289919"/>
                    <a:pt x="0" y="251157"/>
                    <a:pt x="0" y="203500"/>
                  </a:cubicBezTo>
                  <a:lnTo>
                    <a:pt x="0" y="82767"/>
                  </a:lnTo>
                  <a:cubicBezTo>
                    <a:pt x="0" y="45277"/>
                    <a:pt x="24193" y="12234"/>
                    <a:pt x="59845" y="796"/>
                  </a:cubicBezTo>
                  <a:cubicBezTo>
                    <a:pt x="66212" y="-1110"/>
                    <a:pt x="73215" y="2067"/>
                    <a:pt x="75125" y="8421"/>
                  </a:cubicBezTo>
                  <a:cubicBezTo>
                    <a:pt x="77035" y="14776"/>
                    <a:pt x="73852" y="21766"/>
                    <a:pt x="67485" y="23672"/>
                  </a:cubicBezTo>
                  <a:cubicBezTo>
                    <a:pt x="42019" y="31932"/>
                    <a:pt x="24193" y="55444"/>
                    <a:pt x="24193" y="82767"/>
                  </a:cubicBezTo>
                  <a:lnTo>
                    <a:pt x="24193" y="203500"/>
                  </a:lnTo>
                  <a:cubicBezTo>
                    <a:pt x="24193" y="237813"/>
                    <a:pt x="52206" y="265137"/>
                    <a:pt x="85949" y="265137"/>
                  </a:cubicBezTo>
                  <a:lnTo>
                    <a:pt x="1315968" y="265137"/>
                  </a:lnTo>
                  <a:cubicBezTo>
                    <a:pt x="1350348" y="265137"/>
                    <a:pt x="1377724" y="237178"/>
                    <a:pt x="1377724" y="203500"/>
                  </a:cubicBezTo>
                  <a:lnTo>
                    <a:pt x="1377724" y="82767"/>
                  </a:lnTo>
                  <a:cubicBezTo>
                    <a:pt x="1377724" y="55444"/>
                    <a:pt x="1360534" y="31932"/>
                    <a:pt x="1334431" y="23672"/>
                  </a:cubicBezTo>
                  <a:cubicBezTo>
                    <a:pt x="1328065" y="21766"/>
                    <a:pt x="1324245" y="14776"/>
                    <a:pt x="1326792" y="8421"/>
                  </a:cubicBezTo>
                  <a:cubicBezTo>
                    <a:pt x="1328701" y="2067"/>
                    <a:pt x="1335705" y="-1746"/>
                    <a:pt x="1342071" y="796"/>
                  </a:cubicBezTo>
                  <a:cubicBezTo>
                    <a:pt x="1377724" y="12234"/>
                    <a:pt x="1401916" y="45277"/>
                    <a:pt x="1401916" y="82767"/>
                  </a:cubicBezTo>
                  <a:lnTo>
                    <a:pt x="1401916" y="203500"/>
                  </a:lnTo>
                  <a:cubicBezTo>
                    <a:pt x="1403190" y="251157"/>
                    <a:pt x="1364354" y="289919"/>
                    <a:pt x="1317242" y="28991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589DC180-41B8-2CFF-203B-39FB826F2A4E}"/>
                </a:ext>
              </a:extLst>
            </p:cNvPr>
            <p:cNvSpPr/>
            <p:nvPr/>
          </p:nvSpPr>
          <p:spPr>
            <a:xfrm>
              <a:off x="6113391" y="4431057"/>
              <a:ext cx="1405736" cy="245436"/>
            </a:xfrm>
            <a:custGeom>
              <a:avLst/>
              <a:gdLst>
                <a:gd name="connsiteX0" fmla="*/ 978541 w 1405736"/>
                <a:gd name="connsiteY0" fmla="*/ 245278 h 245436"/>
                <a:gd name="connsiteX1" fmla="*/ 900869 w 1405736"/>
                <a:gd name="connsiteY1" fmla="*/ 213506 h 245436"/>
                <a:gd name="connsiteX2" fmla="*/ 780541 w 1405736"/>
                <a:gd name="connsiteY2" fmla="*/ 213506 h 245436"/>
                <a:gd name="connsiteX3" fmla="*/ 702869 w 1405736"/>
                <a:gd name="connsiteY3" fmla="*/ 245278 h 245436"/>
                <a:gd name="connsiteX4" fmla="*/ 625196 w 1405736"/>
                <a:gd name="connsiteY4" fmla="*/ 213506 h 245436"/>
                <a:gd name="connsiteX5" fmla="*/ 564714 w 1405736"/>
                <a:gd name="connsiteY5" fmla="*/ 188724 h 245436"/>
                <a:gd name="connsiteX6" fmla="*/ 504232 w 1405736"/>
                <a:gd name="connsiteY6" fmla="*/ 213506 h 245436"/>
                <a:gd name="connsiteX7" fmla="*/ 426560 w 1405736"/>
                <a:gd name="connsiteY7" fmla="*/ 245278 h 245436"/>
                <a:gd name="connsiteX8" fmla="*/ 348888 w 1405736"/>
                <a:gd name="connsiteY8" fmla="*/ 213506 h 245436"/>
                <a:gd name="connsiteX9" fmla="*/ 288406 w 1405736"/>
                <a:gd name="connsiteY9" fmla="*/ 188724 h 245436"/>
                <a:gd name="connsiteX10" fmla="*/ 227923 w 1405736"/>
                <a:gd name="connsiteY10" fmla="*/ 213506 h 245436"/>
                <a:gd name="connsiteX11" fmla="*/ 150251 w 1405736"/>
                <a:gd name="connsiteY11" fmla="*/ 245278 h 245436"/>
                <a:gd name="connsiteX12" fmla="*/ 72579 w 1405736"/>
                <a:gd name="connsiteY12" fmla="*/ 213506 h 245436"/>
                <a:gd name="connsiteX13" fmla="*/ 0 w 1405736"/>
                <a:gd name="connsiteY13" fmla="*/ 38762 h 245436"/>
                <a:gd name="connsiteX14" fmla="*/ 0 w 1405736"/>
                <a:gd name="connsiteY14" fmla="*/ 12073 h 245436"/>
                <a:gd name="connsiteX15" fmla="*/ 12097 w 1405736"/>
                <a:gd name="connsiteY15" fmla="*/ 0 h 245436"/>
                <a:gd name="connsiteX16" fmla="*/ 1000187 w 1405736"/>
                <a:gd name="connsiteY16" fmla="*/ 0 h 245436"/>
                <a:gd name="connsiteX17" fmla="*/ 1012284 w 1405736"/>
                <a:gd name="connsiteY17" fmla="*/ 12073 h 245436"/>
                <a:gd name="connsiteX18" fmla="*/ 1000187 w 1405736"/>
                <a:gd name="connsiteY18" fmla="*/ 24147 h 245436"/>
                <a:gd name="connsiteX19" fmla="*/ 25466 w 1405736"/>
                <a:gd name="connsiteY19" fmla="*/ 24147 h 245436"/>
                <a:gd name="connsiteX20" fmla="*/ 25466 w 1405736"/>
                <a:gd name="connsiteY20" fmla="*/ 38762 h 245436"/>
                <a:gd name="connsiteX21" fmla="*/ 91042 w 1405736"/>
                <a:gd name="connsiteY21" fmla="*/ 196349 h 245436"/>
                <a:gd name="connsiteX22" fmla="*/ 211370 w 1405736"/>
                <a:gd name="connsiteY22" fmla="*/ 196349 h 245436"/>
                <a:gd name="connsiteX23" fmla="*/ 289042 w 1405736"/>
                <a:gd name="connsiteY23" fmla="*/ 164578 h 245436"/>
                <a:gd name="connsiteX24" fmla="*/ 366714 w 1405736"/>
                <a:gd name="connsiteY24" fmla="*/ 196349 h 245436"/>
                <a:gd name="connsiteX25" fmla="*/ 427196 w 1405736"/>
                <a:gd name="connsiteY25" fmla="*/ 221131 h 245436"/>
                <a:gd name="connsiteX26" fmla="*/ 487679 w 1405736"/>
                <a:gd name="connsiteY26" fmla="*/ 196349 h 245436"/>
                <a:gd name="connsiteX27" fmla="*/ 565351 w 1405736"/>
                <a:gd name="connsiteY27" fmla="*/ 164578 h 245436"/>
                <a:gd name="connsiteX28" fmla="*/ 643023 w 1405736"/>
                <a:gd name="connsiteY28" fmla="*/ 196349 h 245436"/>
                <a:gd name="connsiteX29" fmla="*/ 703505 w 1405736"/>
                <a:gd name="connsiteY29" fmla="*/ 221131 h 245436"/>
                <a:gd name="connsiteX30" fmla="*/ 763988 w 1405736"/>
                <a:gd name="connsiteY30" fmla="*/ 196349 h 245436"/>
                <a:gd name="connsiteX31" fmla="*/ 919332 w 1405736"/>
                <a:gd name="connsiteY31" fmla="*/ 196349 h 245436"/>
                <a:gd name="connsiteX32" fmla="*/ 979814 w 1405736"/>
                <a:gd name="connsiteY32" fmla="*/ 221131 h 245436"/>
                <a:gd name="connsiteX33" fmla="*/ 1040297 w 1405736"/>
                <a:gd name="connsiteY33" fmla="*/ 196349 h 245436"/>
                <a:gd name="connsiteX34" fmla="*/ 1117968 w 1405736"/>
                <a:gd name="connsiteY34" fmla="*/ 164578 h 245436"/>
                <a:gd name="connsiteX35" fmla="*/ 1195640 w 1405736"/>
                <a:gd name="connsiteY35" fmla="*/ 196349 h 245436"/>
                <a:gd name="connsiteX36" fmla="*/ 1315968 w 1405736"/>
                <a:gd name="connsiteY36" fmla="*/ 196349 h 245436"/>
                <a:gd name="connsiteX37" fmla="*/ 1381544 w 1405736"/>
                <a:gd name="connsiteY37" fmla="*/ 38762 h 245436"/>
                <a:gd name="connsiteX38" fmla="*/ 1381544 w 1405736"/>
                <a:gd name="connsiteY38" fmla="*/ 24147 h 245436"/>
                <a:gd name="connsiteX39" fmla="*/ 1289866 w 1405736"/>
                <a:gd name="connsiteY39" fmla="*/ 24147 h 245436"/>
                <a:gd name="connsiteX40" fmla="*/ 1277769 w 1405736"/>
                <a:gd name="connsiteY40" fmla="*/ 12073 h 245436"/>
                <a:gd name="connsiteX41" fmla="*/ 1289866 w 1405736"/>
                <a:gd name="connsiteY41" fmla="*/ 0 h 245436"/>
                <a:gd name="connsiteX42" fmla="*/ 1393641 w 1405736"/>
                <a:gd name="connsiteY42" fmla="*/ 0 h 245436"/>
                <a:gd name="connsiteX43" fmla="*/ 1405737 w 1405736"/>
                <a:gd name="connsiteY43" fmla="*/ 12073 h 245436"/>
                <a:gd name="connsiteX44" fmla="*/ 1405737 w 1405736"/>
                <a:gd name="connsiteY44" fmla="*/ 38762 h 245436"/>
                <a:gd name="connsiteX45" fmla="*/ 1333158 w 1405736"/>
                <a:gd name="connsiteY45" fmla="*/ 213506 h 245436"/>
                <a:gd name="connsiteX46" fmla="*/ 1177814 w 1405736"/>
                <a:gd name="connsiteY46" fmla="*/ 213506 h 245436"/>
                <a:gd name="connsiteX47" fmla="*/ 1117332 w 1405736"/>
                <a:gd name="connsiteY47" fmla="*/ 188724 h 245436"/>
                <a:gd name="connsiteX48" fmla="*/ 1056850 w 1405736"/>
                <a:gd name="connsiteY48" fmla="*/ 213506 h 245436"/>
                <a:gd name="connsiteX49" fmla="*/ 978541 w 1405736"/>
                <a:gd name="connsiteY49" fmla="*/ 245278 h 24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405736" h="245436">
                  <a:moveTo>
                    <a:pt x="978541" y="245278"/>
                  </a:moveTo>
                  <a:cubicBezTo>
                    <a:pt x="949255" y="245278"/>
                    <a:pt x="921878" y="233840"/>
                    <a:pt x="900869" y="213506"/>
                  </a:cubicBezTo>
                  <a:cubicBezTo>
                    <a:pt x="867762" y="180463"/>
                    <a:pt x="813646" y="180463"/>
                    <a:pt x="780541" y="213506"/>
                  </a:cubicBezTo>
                  <a:cubicBezTo>
                    <a:pt x="759531" y="234475"/>
                    <a:pt x="732155" y="245278"/>
                    <a:pt x="702869" y="245278"/>
                  </a:cubicBezTo>
                  <a:cubicBezTo>
                    <a:pt x="673582" y="245278"/>
                    <a:pt x="646206" y="233840"/>
                    <a:pt x="625196" y="213506"/>
                  </a:cubicBezTo>
                  <a:cubicBezTo>
                    <a:pt x="609280" y="197620"/>
                    <a:pt x="587634" y="188724"/>
                    <a:pt x="564714" y="188724"/>
                  </a:cubicBezTo>
                  <a:cubicBezTo>
                    <a:pt x="541795" y="188724"/>
                    <a:pt x="520785" y="197620"/>
                    <a:pt x="504232" y="213506"/>
                  </a:cubicBezTo>
                  <a:cubicBezTo>
                    <a:pt x="483223" y="234475"/>
                    <a:pt x="455846" y="245278"/>
                    <a:pt x="426560" y="245278"/>
                  </a:cubicBezTo>
                  <a:cubicBezTo>
                    <a:pt x="397274" y="245278"/>
                    <a:pt x="369897" y="233840"/>
                    <a:pt x="348888" y="213506"/>
                  </a:cubicBezTo>
                  <a:cubicBezTo>
                    <a:pt x="332971" y="197620"/>
                    <a:pt x="311325" y="188724"/>
                    <a:pt x="288406" y="188724"/>
                  </a:cubicBezTo>
                  <a:cubicBezTo>
                    <a:pt x="265486" y="188724"/>
                    <a:pt x="244476" y="197620"/>
                    <a:pt x="227923" y="213506"/>
                  </a:cubicBezTo>
                  <a:cubicBezTo>
                    <a:pt x="206913" y="234475"/>
                    <a:pt x="179537" y="245278"/>
                    <a:pt x="150251" y="245278"/>
                  </a:cubicBezTo>
                  <a:cubicBezTo>
                    <a:pt x="120965" y="245278"/>
                    <a:pt x="93589" y="233840"/>
                    <a:pt x="72579" y="213506"/>
                  </a:cubicBezTo>
                  <a:cubicBezTo>
                    <a:pt x="26103" y="167119"/>
                    <a:pt x="0" y="104847"/>
                    <a:pt x="0" y="38762"/>
                  </a:cubicBezTo>
                  <a:lnTo>
                    <a:pt x="0" y="12073"/>
                  </a:lnTo>
                  <a:cubicBezTo>
                    <a:pt x="0" y="5083"/>
                    <a:pt x="5730" y="0"/>
                    <a:pt x="12097" y="0"/>
                  </a:cubicBezTo>
                  <a:lnTo>
                    <a:pt x="1000187" y="0"/>
                  </a:lnTo>
                  <a:cubicBezTo>
                    <a:pt x="1007190" y="0"/>
                    <a:pt x="1012284" y="5719"/>
                    <a:pt x="1012284" y="12073"/>
                  </a:cubicBezTo>
                  <a:cubicBezTo>
                    <a:pt x="1012284" y="19063"/>
                    <a:pt x="1006554" y="24147"/>
                    <a:pt x="1000187" y="24147"/>
                  </a:cubicBezTo>
                  <a:lnTo>
                    <a:pt x="25466" y="24147"/>
                  </a:lnTo>
                  <a:lnTo>
                    <a:pt x="25466" y="38762"/>
                  </a:lnTo>
                  <a:cubicBezTo>
                    <a:pt x="25466" y="98492"/>
                    <a:pt x="48386" y="154411"/>
                    <a:pt x="91042" y="196349"/>
                  </a:cubicBezTo>
                  <a:cubicBezTo>
                    <a:pt x="124148" y="229392"/>
                    <a:pt x="178264" y="229392"/>
                    <a:pt x="211370" y="196349"/>
                  </a:cubicBezTo>
                  <a:cubicBezTo>
                    <a:pt x="232379" y="175380"/>
                    <a:pt x="259756" y="164578"/>
                    <a:pt x="289042" y="164578"/>
                  </a:cubicBezTo>
                  <a:cubicBezTo>
                    <a:pt x="318328" y="164578"/>
                    <a:pt x="345705" y="176015"/>
                    <a:pt x="366714" y="196349"/>
                  </a:cubicBezTo>
                  <a:cubicBezTo>
                    <a:pt x="382631" y="212235"/>
                    <a:pt x="404277" y="221131"/>
                    <a:pt x="427196" y="221131"/>
                  </a:cubicBezTo>
                  <a:cubicBezTo>
                    <a:pt x="450116" y="221131"/>
                    <a:pt x="471126" y="212235"/>
                    <a:pt x="487679" y="196349"/>
                  </a:cubicBezTo>
                  <a:cubicBezTo>
                    <a:pt x="508689" y="175380"/>
                    <a:pt x="536065" y="164578"/>
                    <a:pt x="565351" y="164578"/>
                  </a:cubicBezTo>
                  <a:cubicBezTo>
                    <a:pt x="594637" y="164578"/>
                    <a:pt x="622013" y="176015"/>
                    <a:pt x="643023" y="196349"/>
                  </a:cubicBezTo>
                  <a:cubicBezTo>
                    <a:pt x="658939" y="212235"/>
                    <a:pt x="680586" y="221131"/>
                    <a:pt x="703505" y="221131"/>
                  </a:cubicBezTo>
                  <a:cubicBezTo>
                    <a:pt x="726425" y="221131"/>
                    <a:pt x="747435" y="212235"/>
                    <a:pt x="763988" y="196349"/>
                  </a:cubicBezTo>
                  <a:cubicBezTo>
                    <a:pt x="806643" y="153775"/>
                    <a:pt x="876676" y="153775"/>
                    <a:pt x="919332" y="196349"/>
                  </a:cubicBezTo>
                  <a:cubicBezTo>
                    <a:pt x="935248" y="212235"/>
                    <a:pt x="956894" y="221131"/>
                    <a:pt x="979814" y="221131"/>
                  </a:cubicBezTo>
                  <a:cubicBezTo>
                    <a:pt x="1002734" y="221131"/>
                    <a:pt x="1023743" y="212235"/>
                    <a:pt x="1040297" y="196349"/>
                  </a:cubicBezTo>
                  <a:cubicBezTo>
                    <a:pt x="1061306" y="175380"/>
                    <a:pt x="1088682" y="164578"/>
                    <a:pt x="1117968" y="164578"/>
                  </a:cubicBezTo>
                  <a:cubicBezTo>
                    <a:pt x="1147254" y="164578"/>
                    <a:pt x="1174631" y="176015"/>
                    <a:pt x="1195640" y="196349"/>
                  </a:cubicBezTo>
                  <a:cubicBezTo>
                    <a:pt x="1228747" y="229392"/>
                    <a:pt x="1282863" y="229392"/>
                    <a:pt x="1315968" y="196349"/>
                  </a:cubicBezTo>
                  <a:cubicBezTo>
                    <a:pt x="1357987" y="154411"/>
                    <a:pt x="1381544" y="98492"/>
                    <a:pt x="1381544" y="38762"/>
                  </a:cubicBezTo>
                  <a:lnTo>
                    <a:pt x="1381544" y="24147"/>
                  </a:lnTo>
                  <a:lnTo>
                    <a:pt x="1289866" y="24147"/>
                  </a:lnTo>
                  <a:cubicBezTo>
                    <a:pt x="1282863" y="24147"/>
                    <a:pt x="1277769" y="18428"/>
                    <a:pt x="1277769" y="12073"/>
                  </a:cubicBezTo>
                  <a:cubicBezTo>
                    <a:pt x="1277769" y="5083"/>
                    <a:pt x="1283499" y="0"/>
                    <a:pt x="1289866" y="0"/>
                  </a:cubicBezTo>
                  <a:lnTo>
                    <a:pt x="1393641" y="0"/>
                  </a:lnTo>
                  <a:cubicBezTo>
                    <a:pt x="1400644" y="0"/>
                    <a:pt x="1405737" y="5719"/>
                    <a:pt x="1405737" y="12073"/>
                  </a:cubicBezTo>
                  <a:lnTo>
                    <a:pt x="1405737" y="38762"/>
                  </a:lnTo>
                  <a:cubicBezTo>
                    <a:pt x="1405737" y="104847"/>
                    <a:pt x="1380270" y="166484"/>
                    <a:pt x="1333158" y="213506"/>
                  </a:cubicBezTo>
                  <a:cubicBezTo>
                    <a:pt x="1290502" y="256080"/>
                    <a:pt x="1221106" y="256080"/>
                    <a:pt x="1177814" y="213506"/>
                  </a:cubicBezTo>
                  <a:cubicBezTo>
                    <a:pt x="1161898" y="197620"/>
                    <a:pt x="1140251" y="188724"/>
                    <a:pt x="1117332" y="188724"/>
                  </a:cubicBezTo>
                  <a:cubicBezTo>
                    <a:pt x="1094412" y="188724"/>
                    <a:pt x="1073402" y="197620"/>
                    <a:pt x="1056850" y="213506"/>
                  </a:cubicBezTo>
                  <a:cubicBezTo>
                    <a:pt x="1035203" y="233840"/>
                    <a:pt x="1007827" y="245278"/>
                    <a:pt x="978541" y="2452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2BDC45C-A7CF-369F-C7C3-3154B39C43F9}"/>
                </a:ext>
              </a:extLst>
            </p:cNvPr>
            <p:cNvSpPr/>
            <p:nvPr/>
          </p:nvSpPr>
          <p:spPr>
            <a:xfrm>
              <a:off x="6114028" y="3978628"/>
              <a:ext cx="1403190" cy="514701"/>
            </a:xfrm>
            <a:custGeom>
              <a:avLst/>
              <a:gdLst>
                <a:gd name="connsiteX0" fmla="*/ 83402 w 1403190"/>
                <a:gd name="connsiteY0" fmla="*/ 24782 h 514701"/>
                <a:gd name="connsiteX1" fmla="*/ 24829 w 1403190"/>
                <a:gd name="connsiteY1" fmla="*/ 83242 h 514701"/>
                <a:gd name="connsiteX2" fmla="*/ 83402 w 1403190"/>
                <a:gd name="connsiteY2" fmla="*/ 141702 h 514701"/>
                <a:gd name="connsiteX3" fmla="*/ 730244 w 1403190"/>
                <a:gd name="connsiteY3" fmla="*/ 141702 h 514701"/>
                <a:gd name="connsiteX4" fmla="*/ 1031383 w 1403190"/>
                <a:gd name="connsiteY4" fmla="*/ 303738 h 514701"/>
                <a:gd name="connsiteX5" fmla="*/ 1147891 w 1403190"/>
                <a:gd name="connsiteY5" fmla="*/ 480388 h 514701"/>
                <a:gd name="connsiteX6" fmla="*/ 1342708 w 1403190"/>
                <a:gd name="connsiteY6" fmla="*/ 201433 h 514701"/>
                <a:gd name="connsiteX7" fmla="*/ 1378361 w 1403190"/>
                <a:gd name="connsiteY7" fmla="*/ 88325 h 514701"/>
                <a:gd name="connsiteX8" fmla="*/ 1378361 w 1403190"/>
                <a:gd name="connsiteY8" fmla="*/ 83242 h 514701"/>
                <a:gd name="connsiteX9" fmla="*/ 1319788 w 1403190"/>
                <a:gd name="connsiteY9" fmla="*/ 24782 h 514701"/>
                <a:gd name="connsiteX10" fmla="*/ 83402 w 1403190"/>
                <a:gd name="connsiteY10" fmla="*/ 24782 h 514701"/>
                <a:gd name="connsiteX11" fmla="*/ 1147891 w 1403190"/>
                <a:gd name="connsiteY11" fmla="*/ 514702 h 514701"/>
                <a:gd name="connsiteX12" fmla="*/ 1147891 w 1403190"/>
                <a:gd name="connsiteY12" fmla="*/ 514702 h 514701"/>
                <a:gd name="connsiteX13" fmla="*/ 1137704 w 1403190"/>
                <a:gd name="connsiteY13" fmla="*/ 508983 h 514701"/>
                <a:gd name="connsiteX14" fmla="*/ 1011647 w 1403190"/>
                <a:gd name="connsiteY14" fmla="*/ 317717 h 514701"/>
                <a:gd name="connsiteX15" fmla="*/ 730882 w 1403190"/>
                <a:gd name="connsiteY15" fmla="*/ 166484 h 514701"/>
                <a:gd name="connsiteX16" fmla="*/ 83402 w 1403190"/>
                <a:gd name="connsiteY16" fmla="*/ 166484 h 514701"/>
                <a:gd name="connsiteX17" fmla="*/ 0 w 1403190"/>
                <a:gd name="connsiteY17" fmla="*/ 83242 h 514701"/>
                <a:gd name="connsiteX18" fmla="*/ 83402 w 1403190"/>
                <a:gd name="connsiteY18" fmla="*/ 0 h 514701"/>
                <a:gd name="connsiteX19" fmla="*/ 1319788 w 1403190"/>
                <a:gd name="connsiteY19" fmla="*/ 0 h 514701"/>
                <a:gd name="connsiteX20" fmla="*/ 1403190 w 1403190"/>
                <a:gd name="connsiteY20" fmla="*/ 83242 h 514701"/>
                <a:gd name="connsiteX21" fmla="*/ 1403190 w 1403190"/>
                <a:gd name="connsiteY21" fmla="*/ 88325 h 514701"/>
                <a:gd name="connsiteX22" fmla="*/ 1363081 w 1403190"/>
                <a:gd name="connsiteY22" fmla="*/ 215412 h 514701"/>
                <a:gd name="connsiteX23" fmla="*/ 1158078 w 1403190"/>
                <a:gd name="connsiteY23" fmla="*/ 509618 h 514701"/>
                <a:gd name="connsiteX24" fmla="*/ 1147891 w 1403190"/>
                <a:gd name="connsiteY24" fmla="*/ 514702 h 514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3190" h="514701">
                  <a:moveTo>
                    <a:pt x="83402" y="24782"/>
                  </a:moveTo>
                  <a:cubicBezTo>
                    <a:pt x="50932" y="24782"/>
                    <a:pt x="24829" y="50835"/>
                    <a:pt x="24829" y="83242"/>
                  </a:cubicBezTo>
                  <a:cubicBezTo>
                    <a:pt x="24829" y="115649"/>
                    <a:pt x="50932" y="141702"/>
                    <a:pt x="83402" y="141702"/>
                  </a:cubicBezTo>
                  <a:lnTo>
                    <a:pt x="730244" y="141702"/>
                  </a:lnTo>
                  <a:cubicBezTo>
                    <a:pt x="851846" y="141702"/>
                    <a:pt x="964534" y="202068"/>
                    <a:pt x="1031383" y="303738"/>
                  </a:cubicBezTo>
                  <a:lnTo>
                    <a:pt x="1147891" y="480388"/>
                  </a:lnTo>
                  <a:lnTo>
                    <a:pt x="1342708" y="201433"/>
                  </a:lnTo>
                  <a:cubicBezTo>
                    <a:pt x="1366264" y="168390"/>
                    <a:pt x="1378361" y="128993"/>
                    <a:pt x="1378361" y="88325"/>
                  </a:cubicBezTo>
                  <a:lnTo>
                    <a:pt x="1378361" y="83242"/>
                  </a:lnTo>
                  <a:cubicBezTo>
                    <a:pt x="1378361" y="50835"/>
                    <a:pt x="1352258" y="24782"/>
                    <a:pt x="1319788" y="24782"/>
                  </a:cubicBezTo>
                  <a:lnTo>
                    <a:pt x="83402" y="24782"/>
                  </a:lnTo>
                  <a:close/>
                  <a:moveTo>
                    <a:pt x="1147891" y="514702"/>
                  </a:moveTo>
                  <a:lnTo>
                    <a:pt x="1147891" y="514702"/>
                  </a:lnTo>
                  <a:cubicBezTo>
                    <a:pt x="1143434" y="514702"/>
                    <a:pt x="1140251" y="512795"/>
                    <a:pt x="1137704" y="508983"/>
                  </a:cubicBezTo>
                  <a:lnTo>
                    <a:pt x="1011647" y="317717"/>
                  </a:lnTo>
                  <a:cubicBezTo>
                    <a:pt x="949254" y="223037"/>
                    <a:pt x="844206" y="166484"/>
                    <a:pt x="730882" y="166484"/>
                  </a:cubicBezTo>
                  <a:lnTo>
                    <a:pt x="83402" y="166484"/>
                  </a:lnTo>
                  <a:cubicBezTo>
                    <a:pt x="37562" y="166484"/>
                    <a:pt x="0" y="128993"/>
                    <a:pt x="0" y="83242"/>
                  </a:cubicBezTo>
                  <a:cubicBezTo>
                    <a:pt x="0" y="37491"/>
                    <a:pt x="37562" y="0"/>
                    <a:pt x="83402" y="0"/>
                  </a:cubicBezTo>
                  <a:lnTo>
                    <a:pt x="1319788" y="0"/>
                  </a:lnTo>
                  <a:cubicBezTo>
                    <a:pt x="1365627" y="0"/>
                    <a:pt x="1403190" y="37491"/>
                    <a:pt x="1403190" y="83242"/>
                  </a:cubicBezTo>
                  <a:lnTo>
                    <a:pt x="1403190" y="88325"/>
                  </a:lnTo>
                  <a:cubicBezTo>
                    <a:pt x="1403190" y="134077"/>
                    <a:pt x="1389183" y="177922"/>
                    <a:pt x="1363081" y="215412"/>
                  </a:cubicBezTo>
                  <a:lnTo>
                    <a:pt x="1158078" y="509618"/>
                  </a:lnTo>
                  <a:cubicBezTo>
                    <a:pt x="1156167" y="512795"/>
                    <a:pt x="1152348" y="514702"/>
                    <a:pt x="1147891" y="51470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EA275D58-1FFC-6B1C-C511-1FADF960327C}"/>
                </a:ext>
              </a:extLst>
            </p:cNvPr>
            <p:cNvSpPr/>
            <p:nvPr/>
          </p:nvSpPr>
          <p:spPr>
            <a:xfrm>
              <a:off x="6114028" y="4248052"/>
              <a:ext cx="492771" cy="85783"/>
            </a:xfrm>
            <a:custGeom>
              <a:avLst/>
              <a:gdLst>
                <a:gd name="connsiteX0" fmla="*/ 480675 w 492771"/>
                <a:gd name="connsiteY0" fmla="*/ 85784 h 85783"/>
                <a:gd name="connsiteX1" fmla="*/ 468579 w 492771"/>
                <a:gd name="connsiteY1" fmla="*/ 73710 h 85783"/>
                <a:gd name="connsiteX2" fmla="*/ 418920 w 492771"/>
                <a:gd name="connsiteY2" fmla="*/ 24146 h 85783"/>
                <a:gd name="connsiteX3" fmla="*/ 73852 w 492771"/>
                <a:gd name="connsiteY3" fmla="*/ 24146 h 85783"/>
                <a:gd name="connsiteX4" fmla="*/ 24193 w 492771"/>
                <a:gd name="connsiteY4" fmla="*/ 73710 h 85783"/>
                <a:gd name="connsiteX5" fmla="*/ 12096 w 492771"/>
                <a:gd name="connsiteY5" fmla="*/ 85784 h 85783"/>
                <a:gd name="connsiteX6" fmla="*/ 0 w 492771"/>
                <a:gd name="connsiteY6" fmla="*/ 73710 h 85783"/>
                <a:gd name="connsiteX7" fmla="*/ 73852 w 492771"/>
                <a:gd name="connsiteY7" fmla="*/ 0 h 85783"/>
                <a:gd name="connsiteX8" fmla="*/ 418920 w 492771"/>
                <a:gd name="connsiteY8" fmla="*/ 0 h 85783"/>
                <a:gd name="connsiteX9" fmla="*/ 492772 w 492771"/>
                <a:gd name="connsiteY9" fmla="*/ 73710 h 85783"/>
                <a:gd name="connsiteX10" fmla="*/ 480675 w 492771"/>
                <a:gd name="connsiteY10" fmla="*/ 85784 h 85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92771" h="85783">
                  <a:moveTo>
                    <a:pt x="480675" y="85784"/>
                  </a:moveTo>
                  <a:cubicBezTo>
                    <a:pt x="473672" y="85784"/>
                    <a:pt x="468579" y="80065"/>
                    <a:pt x="468579" y="73710"/>
                  </a:cubicBezTo>
                  <a:cubicBezTo>
                    <a:pt x="468579" y="46387"/>
                    <a:pt x="446296" y="24146"/>
                    <a:pt x="418920" y="24146"/>
                  </a:cubicBezTo>
                  <a:lnTo>
                    <a:pt x="73852" y="24146"/>
                  </a:lnTo>
                  <a:cubicBezTo>
                    <a:pt x="46476" y="24146"/>
                    <a:pt x="24193" y="46387"/>
                    <a:pt x="24193" y="73710"/>
                  </a:cubicBezTo>
                  <a:cubicBezTo>
                    <a:pt x="24193" y="80700"/>
                    <a:pt x="18463" y="85784"/>
                    <a:pt x="12096" y="85784"/>
                  </a:cubicBezTo>
                  <a:cubicBezTo>
                    <a:pt x="5093" y="85784"/>
                    <a:pt x="0" y="80065"/>
                    <a:pt x="0" y="73710"/>
                  </a:cubicBezTo>
                  <a:cubicBezTo>
                    <a:pt x="0" y="33043"/>
                    <a:pt x="33106" y="0"/>
                    <a:pt x="73852" y="0"/>
                  </a:cubicBezTo>
                  <a:lnTo>
                    <a:pt x="418920" y="0"/>
                  </a:lnTo>
                  <a:cubicBezTo>
                    <a:pt x="459666" y="0"/>
                    <a:pt x="492772" y="33043"/>
                    <a:pt x="492772" y="73710"/>
                  </a:cubicBezTo>
                  <a:cubicBezTo>
                    <a:pt x="492772" y="80065"/>
                    <a:pt x="487678" y="85784"/>
                    <a:pt x="480675" y="8578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38A97E30-FB57-AC1E-3259-C11C7B820E4D}"/>
                </a:ext>
              </a:extLst>
            </p:cNvPr>
            <p:cNvSpPr/>
            <p:nvPr/>
          </p:nvSpPr>
          <p:spPr>
            <a:xfrm>
              <a:off x="6662825" y="4248052"/>
              <a:ext cx="358437" cy="85783"/>
            </a:xfrm>
            <a:custGeom>
              <a:avLst/>
              <a:gdLst>
                <a:gd name="connsiteX0" fmla="*/ 12097 w 358437"/>
                <a:gd name="connsiteY0" fmla="*/ 85784 h 85783"/>
                <a:gd name="connsiteX1" fmla="*/ 0 w 358437"/>
                <a:gd name="connsiteY1" fmla="*/ 73710 h 85783"/>
                <a:gd name="connsiteX2" fmla="*/ 73853 w 358437"/>
                <a:gd name="connsiteY2" fmla="*/ 0 h 85783"/>
                <a:gd name="connsiteX3" fmla="*/ 346341 w 358437"/>
                <a:gd name="connsiteY3" fmla="*/ 0 h 85783"/>
                <a:gd name="connsiteX4" fmla="*/ 358438 w 358437"/>
                <a:gd name="connsiteY4" fmla="*/ 12073 h 85783"/>
                <a:gd name="connsiteX5" fmla="*/ 346341 w 358437"/>
                <a:gd name="connsiteY5" fmla="*/ 24146 h 85783"/>
                <a:gd name="connsiteX6" fmla="*/ 73853 w 358437"/>
                <a:gd name="connsiteY6" fmla="*/ 24146 h 85783"/>
                <a:gd name="connsiteX7" fmla="*/ 24193 w 358437"/>
                <a:gd name="connsiteY7" fmla="*/ 73710 h 85783"/>
                <a:gd name="connsiteX8" fmla="*/ 12097 w 358437"/>
                <a:gd name="connsiteY8" fmla="*/ 85784 h 85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8437" h="85783">
                  <a:moveTo>
                    <a:pt x="12097" y="85784"/>
                  </a:moveTo>
                  <a:cubicBezTo>
                    <a:pt x="5094" y="85784"/>
                    <a:pt x="0" y="80065"/>
                    <a:pt x="0" y="73710"/>
                  </a:cubicBezTo>
                  <a:cubicBezTo>
                    <a:pt x="0" y="33043"/>
                    <a:pt x="33107" y="0"/>
                    <a:pt x="73853" y="0"/>
                  </a:cubicBezTo>
                  <a:lnTo>
                    <a:pt x="346341" y="0"/>
                  </a:lnTo>
                  <a:cubicBezTo>
                    <a:pt x="353344" y="0"/>
                    <a:pt x="358438" y="5719"/>
                    <a:pt x="358438" y="12073"/>
                  </a:cubicBezTo>
                  <a:cubicBezTo>
                    <a:pt x="358438" y="18428"/>
                    <a:pt x="352708" y="24146"/>
                    <a:pt x="346341" y="24146"/>
                  </a:cubicBezTo>
                  <a:lnTo>
                    <a:pt x="73853" y="24146"/>
                  </a:lnTo>
                  <a:cubicBezTo>
                    <a:pt x="46476" y="24146"/>
                    <a:pt x="24193" y="46387"/>
                    <a:pt x="24193" y="73710"/>
                  </a:cubicBezTo>
                  <a:cubicBezTo>
                    <a:pt x="24193" y="80065"/>
                    <a:pt x="19100" y="85784"/>
                    <a:pt x="12097" y="8578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8883A76-22ED-C2BD-384B-0895F4F9283E}"/>
                </a:ext>
              </a:extLst>
            </p:cNvPr>
            <p:cNvSpPr/>
            <p:nvPr/>
          </p:nvSpPr>
          <p:spPr>
            <a:xfrm>
              <a:off x="7385112" y="4442495"/>
              <a:ext cx="1452848" cy="1460863"/>
            </a:xfrm>
            <a:custGeom>
              <a:avLst/>
              <a:gdLst>
                <a:gd name="connsiteX0" fmla="*/ 183675 w 1452848"/>
                <a:gd name="connsiteY0" fmla="*/ 1196523 h 1460863"/>
                <a:gd name="connsiteX1" fmla="*/ 195135 w 1452848"/>
                <a:gd name="connsiteY1" fmla="*/ 1204148 h 1460863"/>
                <a:gd name="connsiteX2" fmla="*/ 191315 w 1452848"/>
                <a:gd name="connsiteY2" fmla="*/ 1218127 h 1460863"/>
                <a:gd name="connsiteX3" fmla="*/ 182402 w 1452848"/>
                <a:gd name="connsiteY3" fmla="*/ 1226388 h 1460863"/>
                <a:gd name="connsiteX4" fmla="*/ 182402 w 1452848"/>
                <a:gd name="connsiteY4" fmla="*/ 1400497 h 1460863"/>
                <a:gd name="connsiteX5" fmla="*/ 268987 w 1452848"/>
                <a:gd name="connsiteY5" fmla="*/ 1436717 h 1460863"/>
                <a:gd name="connsiteX6" fmla="*/ 355572 w 1452848"/>
                <a:gd name="connsiteY6" fmla="*/ 1400497 h 1460863"/>
                <a:gd name="connsiteX7" fmla="*/ 388042 w 1452848"/>
                <a:gd name="connsiteY7" fmla="*/ 1285483 h 1460863"/>
                <a:gd name="connsiteX8" fmla="*/ 393772 w 1452848"/>
                <a:gd name="connsiteY8" fmla="*/ 1272139 h 1460863"/>
                <a:gd name="connsiteX9" fmla="*/ 428788 w 1452848"/>
                <a:gd name="connsiteY9" fmla="*/ 1251805 h 1460863"/>
                <a:gd name="connsiteX10" fmla="*/ 898640 w 1452848"/>
                <a:gd name="connsiteY10" fmla="*/ 903587 h 1460863"/>
                <a:gd name="connsiteX11" fmla="*/ 1244981 w 1452848"/>
                <a:gd name="connsiteY11" fmla="*/ 430824 h 1460863"/>
                <a:gd name="connsiteX12" fmla="*/ 1265354 w 1452848"/>
                <a:gd name="connsiteY12" fmla="*/ 395876 h 1460863"/>
                <a:gd name="connsiteX13" fmla="*/ 1278724 w 1452848"/>
                <a:gd name="connsiteY13" fmla="*/ 390157 h 1460863"/>
                <a:gd name="connsiteX14" fmla="*/ 1392685 w 1452848"/>
                <a:gd name="connsiteY14" fmla="*/ 357750 h 1460863"/>
                <a:gd name="connsiteX15" fmla="*/ 1392685 w 1452848"/>
                <a:gd name="connsiteY15" fmla="*/ 183640 h 1460863"/>
                <a:gd name="connsiteX16" fmla="*/ 1306100 w 1452848"/>
                <a:gd name="connsiteY16" fmla="*/ 147421 h 1460863"/>
                <a:gd name="connsiteX17" fmla="*/ 1219514 w 1452848"/>
                <a:gd name="connsiteY17" fmla="*/ 183640 h 1460863"/>
                <a:gd name="connsiteX18" fmla="*/ 1219514 w 1452848"/>
                <a:gd name="connsiteY18" fmla="*/ 183640 h 1460863"/>
                <a:gd name="connsiteX19" fmla="*/ 1211238 w 1452848"/>
                <a:gd name="connsiteY19" fmla="*/ 193172 h 1460863"/>
                <a:gd name="connsiteX20" fmla="*/ 1197231 w 1452848"/>
                <a:gd name="connsiteY20" fmla="*/ 196985 h 1460863"/>
                <a:gd name="connsiteX21" fmla="*/ 1189592 w 1452848"/>
                <a:gd name="connsiteY21" fmla="*/ 184911 h 1460863"/>
                <a:gd name="connsiteX22" fmla="*/ 1153939 w 1452848"/>
                <a:gd name="connsiteY22" fmla="*/ 91502 h 1460863"/>
                <a:gd name="connsiteX23" fmla="*/ 1067354 w 1452848"/>
                <a:gd name="connsiteY23" fmla="*/ 55283 h 1460863"/>
                <a:gd name="connsiteX24" fmla="*/ 980768 w 1452848"/>
                <a:gd name="connsiteY24" fmla="*/ 91502 h 1460863"/>
                <a:gd name="connsiteX25" fmla="*/ 959759 w 1452848"/>
                <a:gd name="connsiteY25" fmla="*/ 120097 h 1460863"/>
                <a:gd name="connsiteX26" fmla="*/ 947662 w 1452848"/>
                <a:gd name="connsiteY26" fmla="*/ 126451 h 1460863"/>
                <a:gd name="connsiteX27" fmla="*/ 937476 w 1452848"/>
                <a:gd name="connsiteY27" fmla="*/ 117555 h 1460863"/>
                <a:gd name="connsiteX28" fmla="*/ 905643 w 1452848"/>
                <a:gd name="connsiteY28" fmla="*/ 61637 h 1460863"/>
                <a:gd name="connsiteX29" fmla="*/ 819058 w 1452848"/>
                <a:gd name="connsiteY29" fmla="*/ 25417 h 1460863"/>
                <a:gd name="connsiteX30" fmla="*/ 732472 w 1452848"/>
                <a:gd name="connsiteY30" fmla="*/ 61637 h 1460863"/>
                <a:gd name="connsiteX31" fmla="*/ 696820 w 1452848"/>
                <a:gd name="connsiteY31" fmla="*/ 146785 h 1460863"/>
                <a:gd name="connsiteX32" fmla="*/ 687906 w 1452848"/>
                <a:gd name="connsiteY32" fmla="*/ 158223 h 1460863"/>
                <a:gd name="connsiteX33" fmla="*/ 674537 w 1452848"/>
                <a:gd name="connsiteY33" fmla="*/ 153775 h 1460863"/>
                <a:gd name="connsiteX34" fmla="*/ 661167 w 1452848"/>
                <a:gd name="connsiteY34" fmla="*/ 137889 h 1460863"/>
                <a:gd name="connsiteX35" fmla="*/ 574582 w 1452848"/>
                <a:gd name="connsiteY35" fmla="*/ 101669 h 1460863"/>
                <a:gd name="connsiteX36" fmla="*/ 487997 w 1452848"/>
                <a:gd name="connsiteY36" fmla="*/ 137889 h 1460863"/>
                <a:gd name="connsiteX37" fmla="*/ 457437 w 1452848"/>
                <a:gd name="connsiteY37" fmla="*/ 260528 h 1460863"/>
                <a:gd name="connsiteX38" fmla="*/ 452981 w 1452848"/>
                <a:gd name="connsiteY38" fmla="*/ 273872 h 1460863"/>
                <a:gd name="connsiteX39" fmla="*/ 438974 w 1452848"/>
                <a:gd name="connsiteY39" fmla="*/ 273872 h 1460863"/>
                <a:gd name="connsiteX40" fmla="*/ 284904 w 1452848"/>
                <a:gd name="connsiteY40" fmla="*/ 289123 h 1460863"/>
                <a:gd name="connsiteX41" fmla="*/ 269624 w 1452848"/>
                <a:gd name="connsiteY41" fmla="*/ 444168 h 1460863"/>
                <a:gd name="connsiteX42" fmla="*/ 268987 w 1452848"/>
                <a:gd name="connsiteY42" fmla="*/ 458148 h 1460863"/>
                <a:gd name="connsiteX43" fmla="*/ 255618 w 1452848"/>
                <a:gd name="connsiteY43" fmla="*/ 462596 h 1460863"/>
                <a:gd name="connsiteX44" fmla="*/ 134016 w 1452848"/>
                <a:gd name="connsiteY44" fmla="*/ 493097 h 1460863"/>
                <a:gd name="connsiteX45" fmla="*/ 134016 w 1452848"/>
                <a:gd name="connsiteY45" fmla="*/ 667206 h 1460863"/>
                <a:gd name="connsiteX46" fmla="*/ 149932 w 1452848"/>
                <a:gd name="connsiteY46" fmla="*/ 680550 h 1460863"/>
                <a:gd name="connsiteX47" fmla="*/ 154389 w 1452848"/>
                <a:gd name="connsiteY47" fmla="*/ 693894 h 1460863"/>
                <a:gd name="connsiteX48" fmla="*/ 142929 w 1452848"/>
                <a:gd name="connsiteY48" fmla="*/ 702155 h 1460863"/>
                <a:gd name="connsiteX49" fmla="*/ 58254 w 1452848"/>
                <a:gd name="connsiteY49" fmla="*/ 737739 h 1460863"/>
                <a:gd name="connsiteX50" fmla="*/ 58254 w 1452848"/>
                <a:gd name="connsiteY50" fmla="*/ 911848 h 1460863"/>
                <a:gd name="connsiteX51" fmla="*/ 113643 w 1452848"/>
                <a:gd name="connsiteY51" fmla="*/ 943620 h 1460863"/>
                <a:gd name="connsiteX52" fmla="*/ 122556 w 1452848"/>
                <a:gd name="connsiteY52" fmla="*/ 953787 h 1460863"/>
                <a:gd name="connsiteX53" fmla="*/ 116190 w 1452848"/>
                <a:gd name="connsiteY53" fmla="*/ 965860 h 1460863"/>
                <a:gd name="connsiteX54" fmla="*/ 88177 w 1452848"/>
                <a:gd name="connsiteY54" fmla="*/ 986829 h 1460863"/>
                <a:gd name="connsiteX55" fmla="*/ 88177 w 1452848"/>
                <a:gd name="connsiteY55" fmla="*/ 1160938 h 1460863"/>
                <a:gd name="connsiteX56" fmla="*/ 181128 w 1452848"/>
                <a:gd name="connsiteY56" fmla="*/ 1196523 h 1460863"/>
                <a:gd name="connsiteX57" fmla="*/ 183675 w 1452848"/>
                <a:gd name="connsiteY57" fmla="*/ 1196523 h 1460863"/>
                <a:gd name="connsiteX58" fmla="*/ 268987 w 1452848"/>
                <a:gd name="connsiteY58" fmla="*/ 1460863 h 1460863"/>
                <a:gd name="connsiteX59" fmla="*/ 165212 w 1452848"/>
                <a:gd name="connsiteY59" fmla="*/ 1417654 h 1460863"/>
                <a:gd name="connsiteX60" fmla="*/ 155662 w 1452848"/>
                <a:gd name="connsiteY60" fmla="*/ 1220034 h 1460863"/>
                <a:gd name="connsiteX61" fmla="*/ 72897 w 1452848"/>
                <a:gd name="connsiteY61" fmla="*/ 1178730 h 1460863"/>
                <a:gd name="connsiteX62" fmla="*/ 72897 w 1452848"/>
                <a:gd name="connsiteY62" fmla="*/ 970308 h 1460863"/>
                <a:gd name="connsiteX63" fmla="*/ 85630 w 1452848"/>
                <a:gd name="connsiteY63" fmla="*/ 958870 h 1460863"/>
                <a:gd name="connsiteX64" fmla="*/ 42974 w 1452848"/>
                <a:gd name="connsiteY64" fmla="*/ 929005 h 1460863"/>
                <a:gd name="connsiteX65" fmla="*/ 42974 w 1452848"/>
                <a:gd name="connsiteY65" fmla="*/ 720582 h 1460863"/>
                <a:gd name="connsiteX66" fmla="*/ 116190 w 1452848"/>
                <a:gd name="connsiteY66" fmla="*/ 680550 h 1460863"/>
                <a:gd name="connsiteX67" fmla="*/ 118737 w 1452848"/>
                <a:gd name="connsiteY67" fmla="*/ 475305 h 1460863"/>
                <a:gd name="connsiteX68" fmla="*/ 238427 w 1452848"/>
                <a:gd name="connsiteY68" fmla="*/ 432731 h 1460863"/>
                <a:gd name="connsiteX69" fmla="*/ 269624 w 1452848"/>
                <a:gd name="connsiteY69" fmla="*/ 270695 h 1460863"/>
                <a:gd name="connsiteX70" fmla="*/ 430698 w 1452848"/>
                <a:gd name="connsiteY70" fmla="*/ 239559 h 1460863"/>
                <a:gd name="connsiteX71" fmla="*/ 472717 w 1452848"/>
                <a:gd name="connsiteY71" fmla="*/ 119462 h 1460863"/>
                <a:gd name="connsiteX72" fmla="*/ 576492 w 1452848"/>
                <a:gd name="connsiteY72" fmla="*/ 76252 h 1460863"/>
                <a:gd name="connsiteX73" fmla="*/ 576492 w 1452848"/>
                <a:gd name="connsiteY73" fmla="*/ 76252 h 1460863"/>
                <a:gd name="connsiteX74" fmla="*/ 677084 w 1452848"/>
                <a:gd name="connsiteY74" fmla="*/ 116285 h 1460863"/>
                <a:gd name="connsiteX75" fmla="*/ 716556 w 1452848"/>
                <a:gd name="connsiteY75" fmla="*/ 43210 h 1460863"/>
                <a:gd name="connsiteX76" fmla="*/ 820331 w 1452848"/>
                <a:gd name="connsiteY76" fmla="*/ 0 h 1460863"/>
                <a:gd name="connsiteX77" fmla="*/ 924107 w 1452848"/>
                <a:gd name="connsiteY77" fmla="*/ 43210 h 1460863"/>
                <a:gd name="connsiteX78" fmla="*/ 953393 w 1452848"/>
                <a:gd name="connsiteY78" fmla="*/ 85784 h 1460863"/>
                <a:gd name="connsiteX79" fmla="*/ 964215 w 1452848"/>
                <a:gd name="connsiteY79" fmla="*/ 73075 h 1460863"/>
                <a:gd name="connsiteX80" fmla="*/ 1067991 w 1452848"/>
                <a:gd name="connsiteY80" fmla="*/ 29865 h 1460863"/>
                <a:gd name="connsiteX81" fmla="*/ 1171765 w 1452848"/>
                <a:gd name="connsiteY81" fmla="*/ 73075 h 1460863"/>
                <a:gd name="connsiteX82" fmla="*/ 1213148 w 1452848"/>
                <a:gd name="connsiteY82" fmla="*/ 156317 h 1460863"/>
                <a:gd name="connsiteX83" fmla="*/ 1306100 w 1452848"/>
                <a:gd name="connsiteY83" fmla="*/ 122639 h 1460863"/>
                <a:gd name="connsiteX84" fmla="*/ 1409875 w 1452848"/>
                <a:gd name="connsiteY84" fmla="*/ 165848 h 1460863"/>
                <a:gd name="connsiteX85" fmla="*/ 1409875 w 1452848"/>
                <a:gd name="connsiteY85" fmla="*/ 374271 h 1460863"/>
                <a:gd name="connsiteX86" fmla="*/ 1281907 w 1452848"/>
                <a:gd name="connsiteY86" fmla="*/ 415574 h 1460863"/>
                <a:gd name="connsiteX87" fmla="*/ 1265991 w 1452848"/>
                <a:gd name="connsiteY87" fmla="*/ 442898 h 1460863"/>
                <a:gd name="connsiteX88" fmla="*/ 915830 w 1452848"/>
                <a:gd name="connsiteY88" fmla="*/ 920744 h 1460863"/>
                <a:gd name="connsiteX89" fmla="*/ 440884 w 1452848"/>
                <a:gd name="connsiteY89" fmla="*/ 1272775 h 1460863"/>
                <a:gd name="connsiteX90" fmla="*/ 413508 w 1452848"/>
                <a:gd name="connsiteY90" fmla="*/ 1288661 h 1460863"/>
                <a:gd name="connsiteX91" fmla="*/ 372762 w 1452848"/>
                <a:gd name="connsiteY91" fmla="*/ 1417018 h 1460863"/>
                <a:gd name="connsiteX92" fmla="*/ 268987 w 1452848"/>
                <a:gd name="connsiteY92" fmla="*/ 1460863 h 1460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452848" h="1460863">
                  <a:moveTo>
                    <a:pt x="183675" y="1196523"/>
                  </a:moveTo>
                  <a:cubicBezTo>
                    <a:pt x="188769" y="1196523"/>
                    <a:pt x="193225" y="1199700"/>
                    <a:pt x="195135" y="1204148"/>
                  </a:cubicBezTo>
                  <a:cubicBezTo>
                    <a:pt x="197045" y="1209231"/>
                    <a:pt x="195772" y="1214950"/>
                    <a:pt x="191315" y="1218127"/>
                  </a:cubicBezTo>
                  <a:cubicBezTo>
                    <a:pt x="188131" y="1220669"/>
                    <a:pt x="184948" y="1223211"/>
                    <a:pt x="182402" y="1226388"/>
                  </a:cubicBezTo>
                  <a:cubicBezTo>
                    <a:pt x="134653" y="1274046"/>
                    <a:pt x="134653" y="1352204"/>
                    <a:pt x="182402" y="1400497"/>
                  </a:cubicBezTo>
                  <a:cubicBezTo>
                    <a:pt x="205322" y="1424008"/>
                    <a:pt x="235881" y="1436717"/>
                    <a:pt x="268987" y="1436717"/>
                  </a:cubicBezTo>
                  <a:cubicBezTo>
                    <a:pt x="302093" y="1436717"/>
                    <a:pt x="332016" y="1424008"/>
                    <a:pt x="355572" y="1400497"/>
                  </a:cubicBezTo>
                  <a:cubicBezTo>
                    <a:pt x="385495" y="1370632"/>
                    <a:pt x="397591" y="1327422"/>
                    <a:pt x="388042" y="1285483"/>
                  </a:cubicBezTo>
                  <a:cubicBezTo>
                    <a:pt x="386769" y="1280400"/>
                    <a:pt x="389315" y="1274681"/>
                    <a:pt x="393772" y="1272139"/>
                  </a:cubicBezTo>
                  <a:cubicBezTo>
                    <a:pt x="404595" y="1265785"/>
                    <a:pt x="416055" y="1258795"/>
                    <a:pt x="428788" y="1251805"/>
                  </a:cubicBezTo>
                  <a:cubicBezTo>
                    <a:pt x="536383" y="1190168"/>
                    <a:pt x="717193" y="1085957"/>
                    <a:pt x="898640" y="903587"/>
                  </a:cubicBezTo>
                  <a:cubicBezTo>
                    <a:pt x="1080087" y="720582"/>
                    <a:pt x="1183225" y="538848"/>
                    <a:pt x="1244981" y="430824"/>
                  </a:cubicBezTo>
                  <a:cubicBezTo>
                    <a:pt x="1251984" y="418116"/>
                    <a:pt x="1258988" y="406678"/>
                    <a:pt x="1265354" y="395876"/>
                  </a:cubicBezTo>
                  <a:cubicBezTo>
                    <a:pt x="1267901" y="391428"/>
                    <a:pt x="1273630" y="388886"/>
                    <a:pt x="1278724" y="390157"/>
                  </a:cubicBezTo>
                  <a:cubicBezTo>
                    <a:pt x="1320106" y="399688"/>
                    <a:pt x="1362762" y="387615"/>
                    <a:pt x="1392685" y="357750"/>
                  </a:cubicBezTo>
                  <a:cubicBezTo>
                    <a:pt x="1440435" y="310092"/>
                    <a:pt x="1440435" y="231933"/>
                    <a:pt x="1392685" y="183640"/>
                  </a:cubicBezTo>
                  <a:cubicBezTo>
                    <a:pt x="1369766" y="160129"/>
                    <a:pt x="1339206" y="147421"/>
                    <a:pt x="1306100" y="147421"/>
                  </a:cubicBezTo>
                  <a:cubicBezTo>
                    <a:pt x="1272994" y="147421"/>
                    <a:pt x="1243071" y="160129"/>
                    <a:pt x="1219514" y="183640"/>
                  </a:cubicBezTo>
                  <a:lnTo>
                    <a:pt x="1219514" y="183640"/>
                  </a:lnTo>
                  <a:cubicBezTo>
                    <a:pt x="1216331" y="186818"/>
                    <a:pt x="1213785" y="189995"/>
                    <a:pt x="1211238" y="193172"/>
                  </a:cubicBezTo>
                  <a:cubicBezTo>
                    <a:pt x="1208055" y="196985"/>
                    <a:pt x="1202325" y="198891"/>
                    <a:pt x="1197231" y="196985"/>
                  </a:cubicBezTo>
                  <a:cubicBezTo>
                    <a:pt x="1192139" y="195078"/>
                    <a:pt x="1188955" y="189995"/>
                    <a:pt x="1189592" y="184911"/>
                  </a:cubicBezTo>
                  <a:cubicBezTo>
                    <a:pt x="1191502" y="149963"/>
                    <a:pt x="1178769" y="115649"/>
                    <a:pt x="1153939" y="91502"/>
                  </a:cubicBezTo>
                  <a:cubicBezTo>
                    <a:pt x="1131020" y="68627"/>
                    <a:pt x="1100460" y="55283"/>
                    <a:pt x="1067354" y="55283"/>
                  </a:cubicBezTo>
                  <a:cubicBezTo>
                    <a:pt x="1034248" y="55283"/>
                    <a:pt x="1004325" y="67992"/>
                    <a:pt x="980768" y="91502"/>
                  </a:cubicBezTo>
                  <a:cubicBezTo>
                    <a:pt x="972492" y="99763"/>
                    <a:pt x="965489" y="109295"/>
                    <a:pt x="959759" y="120097"/>
                  </a:cubicBezTo>
                  <a:cubicBezTo>
                    <a:pt x="957212" y="124545"/>
                    <a:pt x="952756" y="127087"/>
                    <a:pt x="947662" y="126451"/>
                  </a:cubicBezTo>
                  <a:cubicBezTo>
                    <a:pt x="942569" y="125816"/>
                    <a:pt x="938749" y="122003"/>
                    <a:pt x="937476" y="117555"/>
                  </a:cubicBezTo>
                  <a:cubicBezTo>
                    <a:pt x="931746" y="96586"/>
                    <a:pt x="920923" y="76888"/>
                    <a:pt x="905643" y="61637"/>
                  </a:cubicBezTo>
                  <a:cubicBezTo>
                    <a:pt x="882724" y="38126"/>
                    <a:pt x="852164" y="25417"/>
                    <a:pt x="819058" y="25417"/>
                  </a:cubicBezTo>
                  <a:cubicBezTo>
                    <a:pt x="785952" y="25417"/>
                    <a:pt x="756029" y="38126"/>
                    <a:pt x="732472" y="61637"/>
                  </a:cubicBezTo>
                  <a:cubicBezTo>
                    <a:pt x="709553" y="84513"/>
                    <a:pt x="697456" y="114378"/>
                    <a:pt x="696820" y="146785"/>
                  </a:cubicBezTo>
                  <a:cubicBezTo>
                    <a:pt x="696820" y="151869"/>
                    <a:pt x="693000" y="156952"/>
                    <a:pt x="687906" y="158223"/>
                  </a:cubicBezTo>
                  <a:cubicBezTo>
                    <a:pt x="682814" y="159494"/>
                    <a:pt x="677084" y="158223"/>
                    <a:pt x="674537" y="153775"/>
                  </a:cubicBezTo>
                  <a:cubicBezTo>
                    <a:pt x="670081" y="147421"/>
                    <a:pt x="665624" y="142337"/>
                    <a:pt x="661167" y="137889"/>
                  </a:cubicBezTo>
                  <a:cubicBezTo>
                    <a:pt x="638248" y="114378"/>
                    <a:pt x="607688" y="101669"/>
                    <a:pt x="574582" y="101669"/>
                  </a:cubicBezTo>
                  <a:cubicBezTo>
                    <a:pt x="541476" y="101669"/>
                    <a:pt x="511553" y="114378"/>
                    <a:pt x="487997" y="137889"/>
                  </a:cubicBezTo>
                  <a:cubicBezTo>
                    <a:pt x="456164" y="170296"/>
                    <a:pt x="444704" y="217319"/>
                    <a:pt x="457437" y="260528"/>
                  </a:cubicBezTo>
                  <a:cubicBezTo>
                    <a:pt x="458710" y="265612"/>
                    <a:pt x="457437" y="270695"/>
                    <a:pt x="452981" y="273872"/>
                  </a:cubicBezTo>
                  <a:cubicBezTo>
                    <a:pt x="448524" y="277049"/>
                    <a:pt x="443431" y="277049"/>
                    <a:pt x="438974" y="273872"/>
                  </a:cubicBezTo>
                  <a:cubicBezTo>
                    <a:pt x="390588" y="241465"/>
                    <a:pt x="326286" y="247819"/>
                    <a:pt x="284904" y="289123"/>
                  </a:cubicBezTo>
                  <a:cubicBezTo>
                    <a:pt x="243521" y="330426"/>
                    <a:pt x="237154" y="395876"/>
                    <a:pt x="269624" y="444168"/>
                  </a:cubicBezTo>
                  <a:cubicBezTo>
                    <a:pt x="272171" y="448617"/>
                    <a:pt x="272171" y="454335"/>
                    <a:pt x="268987" y="458148"/>
                  </a:cubicBezTo>
                  <a:cubicBezTo>
                    <a:pt x="265804" y="462596"/>
                    <a:pt x="260710" y="463867"/>
                    <a:pt x="255618" y="462596"/>
                  </a:cubicBezTo>
                  <a:cubicBezTo>
                    <a:pt x="212325" y="449252"/>
                    <a:pt x="165848" y="461325"/>
                    <a:pt x="134016" y="493097"/>
                  </a:cubicBezTo>
                  <a:cubicBezTo>
                    <a:pt x="86266" y="540755"/>
                    <a:pt x="86266" y="618913"/>
                    <a:pt x="134016" y="667206"/>
                  </a:cubicBezTo>
                  <a:cubicBezTo>
                    <a:pt x="138473" y="671654"/>
                    <a:pt x="143565" y="676102"/>
                    <a:pt x="149932" y="680550"/>
                  </a:cubicBezTo>
                  <a:cubicBezTo>
                    <a:pt x="154389" y="683727"/>
                    <a:pt x="156299" y="688811"/>
                    <a:pt x="154389" y="693894"/>
                  </a:cubicBezTo>
                  <a:cubicBezTo>
                    <a:pt x="153115" y="698978"/>
                    <a:pt x="148023" y="702155"/>
                    <a:pt x="142929" y="702155"/>
                  </a:cubicBezTo>
                  <a:cubicBezTo>
                    <a:pt x="111096" y="702790"/>
                    <a:pt x="80537" y="715499"/>
                    <a:pt x="58254" y="737739"/>
                  </a:cubicBezTo>
                  <a:cubicBezTo>
                    <a:pt x="10505" y="785397"/>
                    <a:pt x="10505" y="863555"/>
                    <a:pt x="58254" y="911848"/>
                  </a:cubicBezTo>
                  <a:cubicBezTo>
                    <a:pt x="73533" y="927098"/>
                    <a:pt x="92633" y="937901"/>
                    <a:pt x="113643" y="943620"/>
                  </a:cubicBezTo>
                  <a:cubicBezTo>
                    <a:pt x="118737" y="944891"/>
                    <a:pt x="121920" y="948703"/>
                    <a:pt x="122556" y="953787"/>
                  </a:cubicBezTo>
                  <a:cubicBezTo>
                    <a:pt x="123193" y="958870"/>
                    <a:pt x="120646" y="963318"/>
                    <a:pt x="116190" y="965860"/>
                  </a:cubicBezTo>
                  <a:cubicBezTo>
                    <a:pt x="106003" y="971579"/>
                    <a:pt x="96454" y="978569"/>
                    <a:pt x="88177" y="986829"/>
                  </a:cubicBezTo>
                  <a:cubicBezTo>
                    <a:pt x="40428" y="1034487"/>
                    <a:pt x="40428" y="1112645"/>
                    <a:pt x="88177" y="1160938"/>
                  </a:cubicBezTo>
                  <a:cubicBezTo>
                    <a:pt x="112370" y="1185720"/>
                    <a:pt x="146749" y="1198429"/>
                    <a:pt x="181128" y="1196523"/>
                  </a:cubicBezTo>
                  <a:lnTo>
                    <a:pt x="183675" y="1196523"/>
                  </a:lnTo>
                  <a:moveTo>
                    <a:pt x="268987" y="1460863"/>
                  </a:moveTo>
                  <a:cubicBezTo>
                    <a:pt x="230151" y="1460863"/>
                    <a:pt x="193225" y="1445613"/>
                    <a:pt x="165212" y="1417654"/>
                  </a:cubicBezTo>
                  <a:cubicBezTo>
                    <a:pt x="111733" y="1363642"/>
                    <a:pt x="108549" y="1277858"/>
                    <a:pt x="155662" y="1220034"/>
                  </a:cubicBezTo>
                  <a:cubicBezTo>
                    <a:pt x="124466" y="1215586"/>
                    <a:pt x="95180" y="1200971"/>
                    <a:pt x="72897" y="1178730"/>
                  </a:cubicBezTo>
                  <a:cubicBezTo>
                    <a:pt x="15598" y="1121541"/>
                    <a:pt x="15598" y="1028133"/>
                    <a:pt x="72897" y="970308"/>
                  </a:cubicBezTo>
                  <a:cubicBezTo>
                    <a:pt x="76717" y="966495"/>
                    <a:pt x="81174" y="962683"/>
                    <a:pt x="85630" y="958870"/>
                  </a:cubicBezTo>
                  <a:cubicBezTo>
                    <a:pt x="69714" y="951881"/>
                    <a:pt x="55071" y="941714"/>
                    <a:pt x="42974" y="929005"/>
                  </a:cubicBezTo>
                  <a:cubicBezTo>
                    <a:pt x="-14325" y="871816"/>
                    <a:pt x="-14325" y="778407"/>
                    <a:pt x="42974" y="720582"/>
                  </a:cubicBezTo>
                  <a:cubicBezTo>
                    <a:pt x="63347" y="700249"/>
                    <a:pt x="88177" y="686269"/>
                    <a:pt x="116190" y="680550"/>
                  </a:cubicBezTo>
                  <a:cubicBezTo>
                    <a:pt x="62074" y="622726"/>
                    <a:pt x="62710" y="531859"/>
                    <a:pt x="118737" y="475305"/>
                  </a:cubicBezTo>
                  <a:cubicBezTo>
                    <a:pt x="150569" y="443533"/>
                    <a:pt x="194498" y="428283"/>
                    <a:pt x="238427" y="432731"/>
                  </a:cubicBezTo>
                  <a:cubicBezTo>
                    <a:pt x="215508" y="378083"/>
                    <a:pt x="226968" y="313904"/>
                    <a:pt x="269624" y="270695"/>
                  </a:cubicBezTo>
                  <a:cubicBezTo>
                    <a:pt x="312279" y="227486"/>
                    <a:pt x="376582" y="216048"/>
                    <a:pt x="430698" y="239559"/>
                  </a:cubicBezTo>
                  <a:cubicBezTo>
                    <a:pt x="425604" y="195714"/>
                    <a:pt x="440884" y="151233"/>
                    <a:pt x="472717" y="119462"/>
                  </a:cubicBezTo>
                  <a:cubicBezTo>
                    <a:pt x="500093" y="91502"/>
                    <a:pt x="537019" y="76252"/>
                    <a:pt x="576492" y="76252"/>
                  </a:cubicBezTo>
                  <a:lnTo>
                    <a:pt x="576492" y="76252"/>
                  </a:lnTo>
                  <a:cubicBezTo>
                    <a:pt x="614055" y="76252"/>
                    <a:pt x="649707" y="90232"/>
                    <a:pt x="677084" y="116285"/>
                  </a:cubicBezTo>
                  <a:cubicBezTo>
                    <a:pt x="682814" y="88961"/>
                    <a:pt x="696183" y="63543"/>
                    <a:pt x="716556" y="43210"/>
                  </a:cubicBezTo>
                  <a:cubicBezTo>
                    <a:pt x="743933" y="15250"/>
                    <a:pt x="780859" y="0"/>
                    <a:pt x="820331" y="0"/>
                  </a:cubicBezTo>
                  <a:cubicBezTo>
                    <a:pt x="859804" y="0"/>
                    <a:pt x="896093" y="15250"/>
                    <a:pt x="924107" y="43210"/>
                  </a:cubicBezTo>
                  <a:cubicBezTo>
                    <a:pt x="936202" y="55283"/>
                    <a:pt x="946389" y="69898"/>
                    <a:pt x="953393" y="85784"/>
                  </a:cubicBezTo>
                  <a:cubicBezTo>
                    <a:pt x="956576" y="81336"/>
                    <a:pt x="960396" y="76888"/>
                    <a:pt x="964215" y="73075"/>
                  </a:cubicBezTo>
                  <a:cubicBezTo>
                    <a:pt x="991592" y="45116"/>
                    <a:pt x="1028518" y="29865"/>
                    <a:pt x="1067991" y="29865"/>
                  </a:cubicBezTo>
                  <a:cubicBezTo>
                    <a:pt x="1107463" y="29865"/>
                    <a:pt x="1143753" y="45116"/>
                    <a:pt x="1171765" y="73075"/>
                  </a:cubicBezTo>
                  <a:cubicBezTo>
                    <a:pt x="1194048" y="95951"/>
                    <a:pt x="1208692" y="125181"/>
                    <a:pt x="1213148" y="156317"/>
                  </a:cubicBezTo>
                  <a:cubicBezTo>
                    <a:pt x="1239251" y="134712"/>
                    <a:pt x="1271721" y="122639"/>
                    <a:pt x="1306100" y="122639"/>
                  </a:cubicBezTo>
                  <a:cubicBezTo>
                    <a:pt x="1344936" y="122639"/>
                    <a:pt x="1381862" y="137889"/>
                    <a:pt x="1409875" y="165848"/>
                  </a:cubicBezTo>
                  <a:cubicBezTo>
                    <a:pt x="1467174" y="223037"/>
                    <a:pt x="1467174" y="316446"/>
                    <a:pt x="1409875" y="374271"/>
                  </a:cubicBezTo>
                  <a:cubicBezTo>
                    <a:pt x="1376132" y="407949"/>
                    <a:pt x="1329020" y="423199"/>
                    <a:pt x="1281907" y="415574"/>
                  </a:cubicBezTo>
                  <a:cubicBezTo>
                    <a:pt x="1276813" y="424470"/>
                    <a:pt x="1271721" y="433366"/>
                    <a:pt x="1265991" y="442898"/>
                  </a:cubicBezTo>
                  <a:cubicBezTo>
                    <a:pt x="1203598" y="552192"/>
                    <a:pt x="1099823" y="735833"/>
                    <a:pt x="915830" y="920744"/>
                  </a:cubicBezTo>
                  <a:cubicBezTo>
                    <a:pt x="731836" y="1105656"/>
                    <a:pt x="549752" y="1210502"/>
                    <a:pt x="440884" y="1272775"/>
                  </a:cubicBezTo>
                  <a:cubicBezTo>
                    <a:pt x="431335" y="1278494"/>
                    <a:pt x="421785" y="1283577"/>
                    <a:pt x="413508" y="1288661"/>
                  </a:cubicBezTo>
                  <a:cubicBezTo>
                    <a:pt x="421148" y="1335683"/>
                    <a:pt x="406505" y="1383340"/>
                    <a:pt x="372762" y="1417018"/>
                  </a:cubicBezTo>
                  <a:cubicBezTo>
                    <a:pt x="344749" y="1445613"/>
                    <a:pt x="307823" y="1460863"/>
                    <a:pt x="268987" y="146086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4A3E76E-899C-55CA-7F0B-920D86ED8357}"/>
                </a:ext>
              </a:extLst>
            </p:cNvPr>
            <p:cNvSpPr/>
            <p:nvPr/>
          </p:nvSpPr>
          <p:spPr>
            <a:xfrm>
              <a:off x="7556473" y="5511734"/>
              <a:ext cx="138568" cy="152700"/>
            </a:xfrm>
            <a:custGeom>
              <a:avLst/>
              <a:gdLst>
                <a:gd name="connsiteX0" fmla="*/ 12314 w 138568"/>
                <a:gd name="connsiteY0" fmla="*/ 152065 h 152700"/>
                <a:gd name="connsiteX1" fmla="*/ 218 w 138568"/>
                <a:gd name="connsiteY1" fmla="*/ 141898 h 152700"/>
                <a:gd name="connsiteX2" fmla="*/ 9768 w 138568"/>
                <a:gd name="connsiteY2" fmla="*/ 127918 h 152700"/>
                <a:gd name="connsiteX3" fmla="*/ 114179 w 138568"/>
                <a:gd name="connsiteY3" fmla="*/ 10363 h 152700"/>
                <a:gd name="connsiteX4" fmla="*/ 128185 w 138568"/>
                <a:gd name="connsiteY4" fmla="*/ 196 h 152700"/>
                <a:gd name="connsiteX5" fmla="*/ 138373 w 138568"/>
                <a:gd name="connsiteY5" fmla="*/ 14176 h 152700"/>
                <a:gd name="connsiteX6" fmla="*/ 14225 w 138568"/>
                <a:gd name="connsiteY6" fmla="*/ 152700 h 152700"/>
                <a:gd name="connsiteX7" fmla="*/ 12314 w 138568"/>
                <a:gd name="connsiteY7" fmla="*/ 152065 h 15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568" h="152700">
                  <a:moveTo>
                    <a:pt x="12314" y="152065"/>
                  </a:moveTo>
                  <a:cubicBezTo>
                    <a:pt x="6584" y="152065"/>
                    <a:pt x="1491" y="148252"/>
                    <a:pt x="218" y="141898"/>
                  </a:cubicBezTo>
                  <a:cubicBezTo>
                    <a:pt x="-1055" y="135543"/>
                    <a:pt x="3401" y="129189"/>
                    <a:pt x="9768" y="127918"/>
                  </a:cubicBezTo>
                  <a:cubicBezTo>
                    <a:pt x="13587" y="127283"/>
                    <a:pt x="100173" y="109491"/>
                    <a:pt x="114179" y="10363"/>
                  </a:cubicBezTo>
                  <a:cubicBezTo>
                    <a:pt x="114816" y="4009"/>
                    <a:pt x="121182" y="-1075"/>
                    <a:pt x="128185" y="196"/>
                  </a:cubicBezTo>
                  <a:cubicBezTo>
                    <a:pt x="134552" y="831"/>
                    <a:pt x="139646" y="7186"/>
                    <a:pt x="138373" y="14176"/>
                  </a:cubicBezTo>
                  <a:cubicBezTo>
                    <a:pt x="121819" y="131095"/>
                    <a:pt x="15498" y="152065"/>
                    <a:pt x="14225" y="152700"/>
                  </a:cubicBezTo>
                  <a:cubicBezTo>
                    <a:pt x="13587" y="152065"/>
                    <a:pt x="12951" y="152065"/>
                    <a:pt x="12314" y="15206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9ACAD3AB-A62A-F854-8D40-54AD7302E378}"/>
                </a:ext>
              </a:extLst>
            </p:cNvPr>
            <p:cNvSpPr/>
            <p:nvPr/>
          </p:nvSpPr>
          <p:spPr>
            <a:xfrm>
              <a:off x="7485325" y="5294698"/>
              <a:ext cx="165504" cy="116833"/>
            </a:xfrm>
            <a:custGeom>
              <a:avLst/>
              <a:gdLst>
                <a:gd name="connsiteX0" fmla="*/ 19796 w 165504"/>
                <a:gd name="connsiteY0" fmla="*/ 116834 h 116833"/>
                <a:gd name="connsiteX1" fmla="*/ 10883 w 165504"/>
                <a:gd name="connsiteY1" fmla="*/ 116198 h 116833"/>
                <a:gd name="connsiteX2" fmla="*/ 60 w 165504"/>
                <a:gd name="connsiteY2" fmla="*/ 102854 h 116833"/>
                <a:gd name="connsiteX3" fmla="*/ 13430 w 165504"/>
                <a:gd name="connsiteY3" fmla="*/ 92052 h 116833"/>
                <a:gd name="connsiteX4" fmla="*/ 142034 w 165504"/>
                <a:gd name="connsiteY4" fmla="*/ 8175 h 116833"/>
                <a:gd name="connsiteX5" fmla="*/ 157314 w 165504"/>
                <a:gd name="connsiteY5" fmla="*/ 549 h 116833"/>
                <a:gd name="connsiteX6" fmla="*/ 164954 w 165504"/>
                <a:gd name="connsiteY6" fmla="*/ 15800 h 116833"/>
                <a:gd name="connsiteX7" fmla="*/ 19796 w 165504"/>
                <a:gd name="connsiteY7" fmla="*/ 116834 h 11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5504" h="116833">
                  <a:moveTo>
                    <a:pt x="19796" y="116834"/>
                  </a:moveTo>
                  <a:cubicBezTo>
                    <a:pt x="14066" y="116834"/>
                    <a:pt x="10883" y="116834"/>
                    <a:pt x="10883" y="116198"/>
                  </a:cubicBezTo>
                  <a:cubicBezTo>
                    <a:pt x="3880" y="115563"/>
                    <a:pt x="-576" y="109209"/>
                    <a:pt x="60" y="102854"/>
                  </a:cubicBezTo>
                  <a:cubicBezTo>
                    <a:pt x="697" y="95865"/>
                    <a:pt x="6427" y="91416"/>
                    <a:pt x="13430" y="92052"/>
                  </a:cubicBezTo>
                  <a:cubicBezTo>
                    <a:pt x="17250" y="92687"/>
                    <a:pt x="110201" y="100948"/>
                    <a:pt x="142034" y="8175"/>
                  </a:cubicBezTo>
                  <a:cubicBezTo>
                    <a:pt x="143944" y="1820"/>
                    <a:pt x="150947" y="-1357"/>
                    <a:pt x="157314" y="549"/>
                  </a:cubicBezTo>
                  <a:cubicBezTo>
                    <a:pt x="163681" y="2456"/>
                    <a:pt x="166864" y="9446"/>
                    <a:pt x="164954" y="15800"/>
                  </a:cubicBezTo>
                  <a:cubicBezTo>
                    <a:pt x="133122" y="108573"/>
                    <a:pt x="47810" y="116834"/>
                    <a:pt x="19796" y="1168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432B9A4B-E194-4C5A-283D-AD36D0F2C192}"/>
                </a:ext>
              </a:extLst>
            </p:cNvPr>
            <p:cNvSpPr/>
            <p:nvPr/>
          </p:nvSpPr>
          <p:spPr>
            <a:xfrm>
              <a:off x="7690714" y="5000146"/>
              <a:ext cx="1072700" cy="1004881"/>
            </a:xfrm>
            <a:custGeom>
              <a:avLst/>
              <a:gdLst>
                <a:gd name="connsiteX0" fmla="*/ 91989 w 1072700"/>
                <a:gd name="connsiteY0" fmla="*/ 1004881 h 1004881"/>
                <a:gd name="connsiteX1" fmla="*/ 4768 w 1072700"/>
                <a:gd name="connsiteY1" fmla="*/ 975651 h 1004881"/>
                <a:gd name="connsiteX2" fmla="*/ 2221 w 1072700"/>
                <a:gd name="connsiteY2" fmla="*/ 958494 h 1004881"/>
                <a:gd name="connsiteX3" fmla="*/ 19410 w 1072700"/>
                <a:gd name="connsiteY3" fmla="*/ 955953 h 1004881"/>
                <a:gd name="connsiteX4" fmla="*/ 178574 w 1072700"/>
                <a:gd name="connsiteY4" fmla="*/ 944515 h 1004881"/>
                <a:gd name="connsiteX5" fmla="*/ 211045 w 1072700"/>
                <a:gd name="connsiteY5" fmla="*/ 829501 h 1004881"/>
                <a:gd name="connsiteX6" fmla="*/ 216774 w 1072700"/>
                <a:gd name="connsiteY6" fmla="*/ 816157 h 1004881"/>
                <a:gd name="connsiteX7" fmla="*/ 251790 w 1072700"/>
                <a:gd name="connsiteY7" fmla="*/ 795823 h 1004881"/>
                <a:gd name="connsiteX8" fmla="*/ 722279 w 1072700"/>
                <a:gd name="connsiteY8" fmla="*/ 446970 h 1004881"/>
                <a:gd name="connsiteX9" fmla="*/ 1050157 w 1072700"/>
                <a:gd name="connsiteY9" fmla="*/ 5979 h 1004881"/>
                <a:gd name="connsiteX10" fmla="*/ 1066710 w 1072700"/>
                <a:gd name="connsiteY10" fmla="*/ 1531 h 1004881"/>
                <a:gd name="connsiteX11" fmla="*/ 1071167 w 1072700"/>
                <a:gd name="connsiteY11" fmla="*/ 18052 h 1004881"/>
                <a:gd name="connsiteX12" fmla="*/ 739469 w 1072700"/>
                <a:gd name="connsiteY12" fmla="*/ 464127 h 1004881"/>
                <a:gd name="connsiteX13" fmla="*/ 263887 w 1072700"/>
                <a:gd name="connsiteY13" fmla="*/ 816793 h 1004881"/>
                <a:gd name="connsiteX14" fmla="*/ 236511 w 1072700"/>
                <a:gd name="connsiteY14" fmla="*/ 832679 h 1004881"/>
                <a:gd name="connsiteX15" fmla="*/ 195765 w 1072700"/>
                <a:gd name="connsiteY15" fmla="*/ 961036 h 1004881"/>
                <a:gd name="connsiteX16" fmla="*/ 91989 w 1072700"/>
                <a:gd name="connsiteY16" fmla="*/ 1004881 h 1004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72700" h="1004881">
                  <a:moveTo>
                    <a:pt x="91989" y="1004881"/>
                  </a:moveTo>
                  <a:cubicBezTo>
                    <a:pt x="61430" y="1004881"/>
                    <a:pt x="30234" y="995350"/>
                    <a:pt x="4768" y="975651"/>
                  </a:cubicBezTo>
                  <a:cubicBezTo>
                    <a:pt x="-326" y="971839"/>
                    <a:pt x="-1599" y="964213"/>
                    <a:pt x="2221" y="958494"/>
                  </a:cubicBezTo>
                  <a:cubicBezTo>
                    <a:pt x="6041" y="953411"/>
                    <a:pt x="13681" y="952140"/>
                    <a:pt x="19410" y="955953"/>
                  </a:cubicBezTo>
                  <a:cubicBezTo>
                    <a:pt x="67797" y="992172"/>
                    <a:pt x="135919" y="987089"/>
                    <a:pt x="178574" y="944515"/>
                  </a:cubicBezTo>
                  <a:cubicBezTo>
                    <a:pt x="208498" y="914650"/>
                    <a:pt x="220594" y="871440"/>
                    <a:pt x="211045" y="829501"/>
                  </a:cubicBezTo>
                  <a:cubicBezTo>
                    <a:pt x="209771" y="824418"/>
                    <a:pt x="212318" y="818699"/>
                    <a:pt x="216774" y="816157"/>
                  </a:cubicBezTo>
                  <a:cubicBezTo>
                    <a:pt x="227597" y="809803"/>
                    <a:pt x="239057" y="803449"/>
                    <a:pt x="251790" y="795823"/>
                  </a:cubicBezTo>
                  <a:cubicBezTo>
                    <a:pt x="360021" y="733551"/>
                    <a:pt x="540195" y="629975"/>
                    <a:pt x="722279" y="446970"/>
                  </a:cubicBezTo>
                  <a:cubicBezTo>
                    <a:pt x="879534" y="288747"/>
                    <a:pt x="976305" y="135607"/>
                    <a:pt x="1050157" y="5979"/>
                  </a:cubicBezTo>
                  <a:cubicBezTo>
                    <a:pt x="1053340" y="260"/>
                    <a:pt x="1060981" y="-1647"/>
                    <a:pt x="1066710" y="1531"/>
                  </a:cubicBezTo>
                  <a:cubicBezTo>
                    <a:pt x="1072440" y="4708"/>
                    <a:pt x="1074350" y="12333"/>
                    <a:pt x="1071167" y="18052"/>
                  </a:cubicBezTo>
                  <a:cubicBezTo>
                    <a:pt x="996678" y="148316"/>
                    <a:pt x="898633" y="303362"/>
                    <a:pt x="739469" y="464127"/>
                  </a:cubicBezTo>
                  <a:cubicBezTo>
                    <a:pt x="555475" y="649673"/>
                    <a:pt x="372755" y="753885"/>
                    <a:pt x="263887" y="816793"/>
                  </a:cubicBezTo>
                  <a:cubicBezTo>
                    <a:pt x="254337" y="822512"/>
                    <a:pt x="245423" y="827595"/>
                    <a:pt x="236511" y="832679"/>
                  </a:cubicBezTo>
                  <a:cubicBezTo>
                    <a:pt x="244150" y="879701"/>
                    <a:pt x="229507" y="927358"/>
                    <a:pt x="195765" y="961036"/>
                  </a:cubicBezTo>
                  <a:cubicBezTo>
                    <a:pt x="167752" y="990266"/>
                    <a:pt x="130189" y="1004881"/>
                    <a:pt x="91989" y="100488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C71E89E0-DF45-019C-08D6-C14CA51D9F30}"/>
                </a:ext>
              </a:extLst>
            </p:cNvPr>
            <p:cNvSpPr/>
            <p:nvPr/>
          </p:nvSpPr>
          <p:spPr>
            <a:xfrm>
              <a:off x="8172448" y="4785386"/>
              <a:ext cx="101998" cy="143851"/>
            </a:xfrm>
            <a:custGeom>
              <a:avLst/>
              <a:gdLst>
                <a:gd name="connsiteX0" fmla="*/ 15169 w 101998"/>
                <a:gd name="connsiteY0" fmla="*/ 143852 h 143851"/>
                <a:gd name="connsiteX1" fmla="*/ 3073 w 101998"/>
                <a:gd name="connsiteY1" fmla="*/ 134320 h 143851"/>
                <a:gd name="connsiteX2" fmla="*/ 17079 w 101998"/>
                <a:gd name="connsiteY2" fmla="*/ 49807 h 143851"/>
                <a:gd name="connsiteX3" fmla="*/ 87111 w 101998"/>
                <a:gd name="connsiteY3" fmla="*/ 243 h 143851"/>
                <a:gd name="connsiteX4" fmla="*/ 101755 w 101998"/>
                <a:gd name="connsiteY4" fmla="*/ 9140 h 143851"/>
                <a:gd name="connsiteX5" fmla="*/ 92841 w 101998"/>
                <a:gd name="connsiteY5" fmla="*/ 23755 h 143851"/>
                <a:gd name="connsiteX6" fmla="*/ 38089 w 101998"/>
                <a:gd name="connsiteY6" fmla="*/ 62516 h 143851"/>
                <a:gd name="connsiteX7" fmla="*/ 27265 w 101998"/>
                <a:gd name="connsiteY7" fmla="*/ 128601 h 143851"/>
                <a:gd name="connsiteX8" fmla="*/ 18352 w 101998"/>
                <a:gd name="connsiteY8" fmla="*/ 143216 h 143851"/>
                <a:gd name="connsiteX9" fmla="*/ 15169 w 101998"/>
                <a:gd name="connsiteY9" fmla="*/ 143852 h 143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998" h="143851">
                  <a:moveTo>
                    <a:pt x="15169" y="143852"/>
                  </a:moveTo>
                  <a:cubicBezTo>
                    <a:pt x="9439" y="143852"/>
                    <a:pt x="4346" y="140039"/>
                    <a:pt x="3073" y="134320"/>
                  </a:cubicBezTo>
                  <a:cubicBezTo>
                    <a:pt x="-3931" y="105090"/>
                    <a:pt x="1163" y="75225"/>
                    <a:pt x="17079" y="49807"/>
                  </a:cubicBezTo>
                  <a:cubicBezTo>
                    <a:pt x="32995" y="24390"/>
                    <a:pt x="57825" y="6598"/>
                    <a:pt x="87111" y="243"/>
                  </a:cubicBezTo>
                  <a:cubicBezTo>
                    <a:pt x="93478" y="-1027"/>
                    <a:pt x="100481" y="2785"/>
                    <a:pt x="101755" y="9140"/>
                  </a:cubicBezTo>
                  <a:cubicBezTo>
                    <a:pt x="103028" y="15494"/>
                    <a:pt x="99208" y="22484"/>
                    <a:pt x="92841" y="23755"/>
                  </a:cubicBezTo>
                  <a:cubicBezTo>
                    <a:pt x="69922" y="28838"/>
                    <a:pt x="50822" y="42818"/>
                    <a:pt x="38089" y="62516"/>
                  </a:cubicBezTo>
                  <a:cubicBezTo>
                    <a:pt x="25356" y="82214"/>
                    <a:pt x="21535" y="105726"/>
                    <a:pt x="27265" y="128601"/>
                  </a:cubicBezTo>
                  <a:cubicBezTo>
                    <a:pt x="28539" y="134956"/>
                    <a:pt x="24719" y="141945"/>
                    <a:pt x="18352" y="143216"/>
                  </a:cubicBezTo>
                  <a:cubicBezTo>
                    <a:pt x="16442" y="143852"/>
                    <a:pt x="15806" y="143852"/>
                    <a:pt x="15169" y="1438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58BDE07F-746C-F3E6-42C3-D43FC12FA3A0}"/>
                </a:ext>
              </a:extLst>
            </p:cNvPr>
            <p:cNvSpPr/>
            <p:nvPr/>
          </p:nvSpPr>
          <p:spPr>
            <a:xfrm>
              <a:off x="7890409" y="4874982"/>
              <a:ext cx="101998" cy="143851"/>
            </a:xfrm>
            <a:custGeom>
              <a:avLst/>
              <a:gdLst>
                <a:gd name="connsiteX0" fmla="*/ 15169 w 101998"/>
                <a:gd name="connsiteY0" fmla="*/ 143852 h 143851"/>
                <a:gd name="connsiteX1" fmla="*/ 3072 w 101998"/>
                <a:gd name="connsiteY1" fmla="*/ 134320 h 143851"/>
                <a:gd name="connsiteX2" fmla="*/ 17079 w 101998"/>
                <a:gd name="connsiteY2" fmla="*/ 49807 h 143851"/>
                <a:gd name="connsiteX3" fmla="*/ 87111 w 101998"/>
                <a:gd name="connsiteY3" fmla="*/ 244 h 143851"/>
                <a:gd name="connsiteX4" fmla="*/ 101754 w 101998"/>
                <a:gd name="connsiteY4" fmla="*/ 9140 h 143851"/>
                <a:gd name="connsiteX5" fmla="*/ 92841 w 101998"/>
                <a:gd name="connsiteY5" fmla="*/ 23755 h 143851"/>
                <a:gd name="connsiteX6" fmla="*/ 38089 w 101998"/>
                <a:gd name="connsiteY6" fmla="*/ 62516 h 143851"/>
                <a:gd name="connsiteX7" fmla="*/ 27266 w 101998"/>
                <a:gd name="connsiteY7" fmla="*/ 128601 h 143851"/>
                <a:gd name="connsiteX8" fmla="*/ 18352 w 101998"/>
                <a:gd name="connsiteY8" fmla="*/ 143216 h 143851"/>
                <a:gd name="connsiteX9" fmla="*/ 15169 w 101998"/>
                <a:gd name="connsiteY9" fmla="*/ 143852 h 143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998" h="143851">
                  <a:moveTo>
                    <a:pt x="15169" y="143852"/>
                  </a:moveTo>
                  <a:cubicBezTo>
                    <a:pt x="9439" y="143852"/>
                    <a:pt x="4345" y="140039"/>
                    <a:pt x="3072" y="134320"/>
                  </a:cubicBezTo>
                  <a:cubicBezTo>
                    <a:pt x="-3931" y="105090"/>
                    <a:pt x="1162" y="75225"/>
                    <a:pt x="17079" y="49807"/>
                  </a:cubicBezTo>
                  <a:cubicBezTo>
                    <a:pt x="32995" y="24390"/>
                    <a:pt x="57825" y="6598"/>
                    <a:pt x="87111" y="244"/>
                  </a:cubicBezTo>
                  <a:cubicBezTo>
                    <a:pt x="93477" y="-1027"/>
                    <a:pt x="100481" y="2785"/>
                    <a:pt x="101754" y="9140"/>
                  </a:cubicBezTo>
                  <a:cubicBezTo>
                    <a:pt x="103027" y="15494"/>
                    <a:pt x="99207" y="22484"/>
                    <a:pt x="92841" y="23755"/>
                  </a:cubicBezTo>
                  <a:cubicBezTo>
                    <a:pt x="69921" y="28838"/>
                    <a:pt x="50822" y="42818"/>
                    <a:pt x="38089" y="62516"/>
                  </a:cubicBezTo>
                  <a:cubicBezTo>
                    <a:pt x="25355" y="82214"/>
                    <a:pt x="21536" y="105726"/>
                    <a:pt x="27266" y="128601"/>
                  </a:cubicBezTo>
                  <a:cubicBezTo>
                    <a:pt x="28539" y="134956"/>
                    <a:pt x="24719" y="141945"/>
                    <a:pt x="18352" y="143216"/>
                  </a:cubicBezTo>
                  <a:cubicBezTo>
                    <a:pt x="17079" y="143852"/>
                    <a:pt x="15806" y="143852"/>
                    <a:pt x="15169" y="1438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8ADFE3CC-4F2E-D17C-F559-6765F7A117D5}"/>
                </a:ext>
              </a:extLst>
            </p:cNvPr>
            <p:cNvSpPr/>
            <p:nvPr/>
          </p:nvSpPr>
          <p:spPr>
            <a:xfrm>
              <a:off x="8032383" y="5122801"/>
              <a:ext cx="101998" cy="143851"/>
            </a:xfrm>
            <a:custGeom>
              <a:avLst/>
              <a:gdLst>
                <a:gd name="connsiteX0" fmla="*/ 15169 w 101998"/>
                <a:gd name="connsiteY0" fmla="*/ 143852 h 143851"/>
                <a:gd name="connsiteX1" fmla="*/ 3073 w 101998"/>
                <a:gd name="connsiteY1" fmla="*/ 134320 h 143851"/>
                <a:gd name="connsiteX2" fmla="*/ 17079 w 101998"/>
                <a:gd name="connsiteY2" fmla="*/ 49807 h 143851"/>
                <a:gd name="connsiteX3" fmla="*/ 87111 w 101998"/>
                <a:gd name="connsiteY3" fmla="*/ 244 h 143851"/>
                <a:gd name="connsiteX4" fmla="*/ 101755 w 101998"/>
                <a:gd name="connsiteY4" fmla="*/ 9140 h 143851"/>
                <a:gd name="connsiteX5" fmla="*/ 92841 w 101998"/>
                <a:gd name="connsiteY5" fmla="*/ 23755 h 143851"/>
                <a:gd name="connsiteX6" fmla="*/ 38089 w 101998"/>
                <a:gd name="connsiteY6" fmla="*/ 62516 h 143851"/>
                <a:gd name="connsiteX7" fmla="*/ 27265 w 101998"/>
                <a:gd name="connsiteY7" fmla="*/ 128601 h 143851"/>
                <a:gd name="connsiteX8" fmla="*/ 18352 w 101998"/>
                <a:gd name="connsiteY8" fmla="*/ 143216 h 143851"/>
                <a:gd name="connsiteX9" fmla="*/ 15169 w 101998"/>
                <a:gd name="connsiteY9" fmla="*/ 143852 h 143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998" h="143851">
                  <a:moveTo>
                    <a:pt x="15169" y="143852"/>
                  </a:moveTo>
                  <a:cubicBezTo>
                    <a:pt x="9439" y="143852"/>
                    <a:pt x="4346" y="140039"/>
                    <a:pt x="3073" y="134320"/>
                  </a:cubicBezTo>
                  <a:cubicBezTo>
                    <a:pt x="-3931" y="105090"/>
                    <a:pt x="1163" y="75225"/>
                    <a:pt x="17079" y="49807"/>
                  </a:cubicBezTo>
                  <a:cubicBezTo>
                    <a:pt x="32995" y="24390"/>
                    <a:pt x="57825" y="6598"/>
                    <a:pt x="87111" y="244"/>
                  </a:cubicBezTo>
                  <a:cubicBezTo>
                    <a:pt x="93478" y="-1027"/>
                    <a:pt x="100481" y="2785"/>
                    <a:pt x="101755" y="9140"/>
                  </a:cubicBezTo>
                  <a:cubicBezTo>
                    <a:pt x="103028" y="15494"/>
                    <a:pt x="99208" y="22484"/>
                    <a:pt x="92841" y="23755"/>
                  </a:cubicBezTo>
                  <a:cubicBezTo>
                    <a:pt x="69922" y="28838"/>
                    <a:pt x="50822" y="42818"/>
                    <a:pt x="38089" y="62516"/>
                  </a:cubicBezTo>
                  <a:cubicBezTo>
                    <a:pt x="25356" y="82214"/>
                    <a:pt x="21535" y="105726"/>
                    <a:pt x="27265" y="128601"/>
                  </a:cubicBezTo>
                  <a:cubicBezTo>
                    <a:pt x="28539" y="134956"/>
                    <a:pt x="24719" y="141945"/>
                    <a:pt x="18352" y="143216"/>
                  </a:cubicBezTo>
                  <a:cubicBezTo>
                    <a:pt x="16442" y="143852"/>
                    <a:pt x="15806" y="143852"/>
                    <a:pt x="15169" y="1438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C088EBE6-50D6-62DC-688D-57967BC281C0}"/>
                </a:ext>
              </a:extLst>
            </p:cNvPr>
            <p:cNvSpPr/>
            <p:nvPr/>
          </p:nvSpPr>
          <p:spPr>
            <a:xfrm>
              <a:off x="4864272" y="5415344"/>
              <a:ext cx="1364990" cy="724394"/>
            </a:xfrm>
            <a:custGeom>
              <a:avLst/>
              <a:gdLst>
                <a:gd name="connsiteX0" fmla="*/ 682495 w 1364990"/>
                <a:gd name="connsiteY0" fmla="*/ 724395 h 724394"/>
                <a:gd name="connsiteX1" fmla="*/ 130515 w 1364990"/>
                <a:gd name="connsiteY1" fmla="*/ 653862 h 724394"/>
                <a:gd name="connsiteX2" fmla="*/ 0 w 1364990"/>
                <a:gd name="connsiteY2" fmla="*/ 485472 h 724394"/>
                <a:gd name="connsiteX3" fmla="*/ 0 w 1364990"/>
                <a:gd name="connsiteY3" fmla="*/ 12073 h 724394"/>
                <a:gd name="connsiteX4" fmla="*/ 12096 w 1364990"/>
                <a:gd name="connsiteY4" fmla="*/ 0 h 724394"/>
                <a:gd name="connsiteX5" fmla="*/ 24193 w 1364990"/>
                <a:gd name="connsiteY5" fmla="*/ 12073 h 724394"/>
                <a:gd name="connsiteX6" fmla="*/ 24193 w 1364990"/>
                <a:gd name="connsiteY6" fmla="*/ 485472 h 724394"/>
                <a:gd name="connsiteX7" fmla="*/ 136881 w 1364990"/>
                <a:gd name="connsiteY7" fmla="*/ 630351 h 724394"/>
                <a:gd name="connsiteX8" fmla="*/ 1228109 w 1364990"/>
                <a:gd name="connsiteY8" fmla="*/ 630351 h 724394"/>
                <a:gd name="connsiteX9" fmla="*/ 1340798 w 1364990"/>
                <a:gd name="connsiteY9" fmla="*/ 485472 h 724394"/>
                <a:gd name="connsiteX10" fmla="*/ 1340798 w 1364990"/>
                <a:gd name="connsiteY10" fmla="*/ 12073 h 724394"/>
                <a:gd name="connsiteX11" fmla="*/ 1352894 w 1364990"/>
                <a:gd name="connsiteY11" fmla="*/ 0 h 724394"/>
                <a:gd name="connsiteX12" fmla="*/ 1364991 w 1364990"/>
                <a:gd name="connsiteY12" fmla="*/ 12073 h 724394"/>
                <a:gd name="connsiteX13" fmla="*/ 1364991 w 1364990"/>
                <a:gd name="connsiteY13" fmla="*/ 485472 h 724394"/>
                <a:gd name="connsiteX14" fmla="*/ 1234476 w 1364990"/>
                <a:gd name="connsiteY14" fmla="*/ 653862 h 724394"/>
                <a:gd name="connsiteX15" fmla="*/ 682495 w 1364990"/>
                <a:gd name="connsiteY15" fmla="*/ 724395 h 72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64990" h="724394">
                  <a:moveTo>
                    <a:pt x="682495" y="724395"/>
                  </a:moveTo>
                  <a:cubicBezTo>
                    <a:pt x="496592" y="724395"/>
                    <a:pt x="311325" y="700884"/>
                    <a:pt x="130515" y="653862"/>
                  </a:cubicBezTo>
                  <a:cubicBezTo>
                    <a:pt x="53479" y="633528"/>
                    <a:pt x="0" y="564265"/>
                    <a:pt x="0" y="485472"/>
                  </a:cubicBezTo>
                  <a:lnTo>
                    <a:pt x="0" y="12073"/>
                  </a:lnTo>
                  <a:cubicBezTo>
                    <a:pt x="0" y="5083"/>
                    <a:pt x="5730" y="0"/>
                    <a:pt x="12096" y="0"/>
                  </a:cubicBezTo>
                  <a:cubicBezTo>
                    <a:pt x="19100" y="0"/>
                    <a:pt x="24193" y="5719"/>
                    <a:pt x="24193" y="12073"/>
                  </a:cubicBezTo>
                  <a:lnTo>
                    <a:pt x="24193" y="485472"/>
                  </a:lnTo>
                  <a:cubicBezTo>
                    <a:pt x="24193" y="553463"/>
                    <a:pt x="70669" y="613194"/>
                    <a:pt x="136881" y="630351"/>
                  </a:cubicBezTo>
                  <a:cubicBezTo>
                    <a:pt x="494045" y="723760"/>
                    <a:pt x="870946" y="723760"/>
                    <a:pt x="1228109" y="630351"/>
                  </a:cubicBezTo>
                  <a:cubicBezTo>
                    <a:pt x="1294322" y="613194"/>
                    <a:pt x="1340798" y="553463"/>
                    <a:pt x="1340798" y="485472"/>
                  </a:cubicBezTo>
                  <a:lnTo>
                    <a:pt x="1340798" y="12073"/>
                  </a:lnTo>
                  <a:cubicBezTo>
                    <a:pt x="1340798" y="5083"/>
                    <a:pt x="1346528" y="0"/>
                    <a:pt x="1352894" y="0"/>
                  </a:cubicBezTo>
                  <a:cubicBezTo>
                    <a:pt x="1359897" y="0"/>
                    <a:pt x="1364991" y="5719"/>
                    <a:pt x="1364991" y="12073"/>
                  </a:cubicBezTo>
                  <a:lnTo>
                    <a:pt x="1364991" y="485472"/>
                  </a:lnTo>
                  <a:cubicBezTo>
                    <a:pt x="1364991" y="564901"/>
                    <a:pt x="1311512" y="634163"/>
                    <a:pt x="1234476" y="653862"/>
                  </a:cubicBezTo>
                  <a:cubicBezTo>
                    <a:pt x="1053666" y="700884"/>
                    <a:pt x="868399" y="724395"/>
                    <a:pt x="682495" y="72439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CF58BF3F-9833-EDA7-91B0-CE910F341346}"/>
                </a:ext>
              </a:extLst>
            </p:cNvPr>
            <p:cNvSpPr/>
            <p:nvPr/>
          </p:nvSpPr>
          <p:spPr>
            <a:xfrm>
              <a:off x="4863635" y="5295194"/>
              <a:ext cx="1364353" cy="562412"/>
            </a:xfrm>
            <a:custGeom>
              <a:avLst/>
              <a:gdLst>
                <a:gd name="connsiteX0" fmla="*/ 1161261 w 1364353"/>
                <a:gd name="connsiteY0" fmla="*/ 561777 h 562412"/>
                <a:gd name="connsiteX1" fmla="*/ 1104598 w 1364353"/>
                <a:gd name="connsiteY1" fmla="*/ 538902 h 562412"/>
                <a:gd name="connsiteX2" fmla="*/ 1079769 w 1364353"/>
                <a:gd name="connsiteY2" fmla="*/ 480442 h 562412"/>
                <a:gd name="connsiteX3" fmla="*/ 1079769 w 1364353"/>
                <a:gd name="connsiteY3" fmla="*/ 281551 h 562412"/>
                <a:gd name="connsiteX4" fmla="*/ 1069582 w 1364353"/>
                <a:gd name="connsiteY4" fmla="*/ 259946 h 562412"/>
                <a:gd name="connsiteX5" fmla="*/ 1046663 w 1364353"/>
                <a:gd name="connsiteY5" fmla="*/ 252956 h 562412"/>
                <a:gd name="connsiteX6" fmla="*/ 1019923 w 1364353"/>
                <a:gd name="connsiteY6" fmla="*/ 282186 h 562412"/>
                <a:gd name="connsiteX7" fmla="*/ 1019923 w 1364353"/>
                <a:gd name="connsiteY7" fmla="*/ 394023 h 562412"/>
                <a:gd name="connsiteX8" fmla="*/ 996367 w 1364353"/>
                <a:gd name="connsiteY8" fmla="*/ 449941 h 562412"/>
                <a:gd name="connsiteX9" fmla="*/ 939705 w 1364353"/>
                <a:gd name="connsiteY9" fmla="*/ 472181 h 562412"/>
                <a:gd name="connsiteX10" fmla="*/ 863942 w 1364353"/>
                <a:gd name="connsiteY10" fmla="*/ 391481 h 562412"/>
                <a:gd name="connsiteX11" fmla="*/ 863942 w 1364353"/>
                <a:gd name="connsiteY11" fmla="*/ 299978 h 562412"/>
                <a:gd name="connsiteX12" fmla="*/ 855029 w 1364353"/>
                <a:gd name="connsiteY12" fmla="*/ 279009 h 562412"/>
                <a:gd name="connsiteX13" fmla="*/ 833383 w 1364353"/>
                <a:gd name="connsiteY13" fmla="*/ 270749 h 562412"/>
                <a:gd name="connsiteX14" fmla="*/ 682495 w 1364353"/>
                <a:gd name="connsiteY14" fmla="*/ 273926 h 562412"/>
                <a:gd name="connsiteX15" fmla="*/ 0 w 1364353"/>
                <a:gd name="connsiteY15" fmla="*/ 132859 h 562412"/>
                <a:gd name="connsiteX16" fmla="*/ 439293 w 1364353"/>
                <a:gd name="connsiteY16" fmla="*/ 54 h 562412"/>
                <a:gd name="connsiteX17" fmla="*/ 452663 w 1364353"/>
                <a:gd name="connsiteY17" fmla="*/ 11491 h 562412"/>
                <a:gd name="connsiteX18" fmla="*/ 441203 w 1364353"/>
                <a:gd name="connsiteY18" fmla="*/ 24836 h 562412"/>
                <a:gd name="connsiteX19" fmla="*/ 24193 w 1364353"/>
                <a:gd name="connsiteY19" fmla="*/ 132859 h 562412"/>
                <a:gd name="connsiteX20" fmla="*/ 681859 w 1364353"/>
                <a:gd name="connsiteY20" fmla="*/ 249779 h 562412"/>
                <a:gd name="connsiteX21" fmla="*/ 831473 w 1364353"/>
                <a:gd name="connsiteY21" fmla="*/ 246602 h 562412"/>
                <a:gd name="connsiteX22" fmla="*/ 870946 w 1364353"/>
                <a:gd name="connsiteY22" fmla="*/ 261217 h 562412"/>
                <a:gd name="connsiteX23" fmla="*/ 887499 w 1364353"/>
                <a:gd name="connsiteY23" fmla="*/ 299978 h 562412"/>
                <a:gd name="connsiteX24" fmla="*/ 887499 w 1364353"/>
                <a:gd name="connsiteY24" fmla="*/ 391481 h 562412"/>
                <a:gd name="connsiteX25" fmla="*/ 939705 w 1364353"/>
                <a:gd name="connsiteY25" fmla="*/ 448035 h 562412"/>
                <a:gd name="connsiteX26" fmla="*/ 978541 w 1364353"/>
                <a:gd name="connsiteY26" fmla="*/ 432784 h 562412"/>
                <a:gd name="connsiteX27" fmla="*/ 995093 w 1364353"/>
                <a:gd name="connsiteY27" fmla="*/ 394658 h 562412"/>
                <a:gd name="connsiteX28" fmla="*/ 995093 w 1364353"/>
                <a:gd name="connsiteY28" fmla="*/ 282822 h 562412"/>
                <a:gd name="connsiteX29" fmla="*/ 1042206 w 1364353"/>
                <a:gd name="connsiteY29" fmla="*/ 229445 h 562412"/>
                <a:gd name="connsiteX30" fmla="*/ 1084862 w 1364353"/>
                <a:gd name="connsiteY30" fmla="*/ 242154 h 562412"/>
                <a:gd name="connsiteX31" fmla="*/ 1102689 w 1364353"/>
                <a:gd name="connsiteY31" fmla="*/ 282186 h 562412"/>
                <a:gd name="connsiteX32" fmla="*/ 1102689 w 1364353"/>
                <a:gd name="connsiteY32" fmla="*/ 481077 h 562412"/>
                <a:gd name="connsiteX33" fmla="*/ 1119878 w 1364353"/>
                <a:gd name="connsiteY33" fmla="*/ 521745 h 562412"/>
                <a:gd name="connsiteX34" fmla="*/ 1161261 w 1364353"/>
                <a:gd name="connsiteY34" fmla="*/ 537631 h 562412"/>
                <a:gd name="connsiteX35" fmla="*/ 1216650 w 1364353"/>
                <a:gd name="connsiteY35" fmla="*/ 477900 h 562412"/>
                <a:gd name="connsiteX36" fmla="*/ 1216650 w 1364353"/>
                <a:gd name="connsiteY36" fmla="*/ 237706 h 562412"/>
                <a:gd name="connsiteX37" fmla="*/ 1253576 w 1364353"/>
                <a:gd name="connsiteY37" fmla="*/ 186871 h 562412"/>
                <a:gd name="connsiteX38" fmla="*/ 1339525 w 1364353"/>
                <a:gd name="connsiteY38" fmla="*/ 132224 h 562412"/>
                <a:gd name="connsiteX39" fmla="*/ 961988 w 1364353"/>
                <a:gd name="connsiteY39" fmla="*/ 27377 h 562412"/>
                <a:gd name="connsiteX40" fmla="*/ 951164 w 1364353"/>
                <a:gd name="connsiteY40" fmla="*/ 14033 h 562412"/>
                <a:gd name="connsiteX41" fmla="*/ 964534 w 1364353"/>
                <a:gd name="connsiteY41" fmla="*/ 3231 h 562412"/>
                <a:gd name="connsiteX42" fmla="*/ 1364354 w 1364353"/>
                <a:gd name="connsiteY42" fmla="*/ 132224 h 562412"/>
                <a:gd name="connsiteX43" fmla="*/ 1261216 w 1364353"/>
                <a:gd name="connsiteY43" fmla="*/ 209747 h 562412"/>
                <a:gd name="connsiteX44" fmla="*/ 1240843 w 1364353"/>
                <a:gd name="connsiteY44" fmla="*/ 237706 h 562412"/>
                <a:gd name="connsiteX45" fmla="*/ 1240843 w 1364353"/>
                <a:gd name="connsiteY45" fmla="*/ 477900 h 562412"/>
                <a:gd name="connsiteX46" fmla="*/ 1161897 w 1364353"/>
                <a:gd name="connsiteY46" fmla="*/ 562413 h 562412"/>
                <a:gd name="connsiteX47" fmla="*/ 1161261 w 1364353"/>
                <a:gd name="connsiteY47" fmla="*/ 561777 h 562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364353" h="562412">
                  <a:moveTo>
                    <a:pt x="1161261" y="561777"/>
                  </a:moveTo>
                  <a:cubicBezTo>
                    <a:pt x="1139614" y="561777"/>
                    <a:pt x="1119878" y="553517"/>
                    <a:pt x="1104598" y="538902"/>
                  </a:cubicBezTo>
                  <a:cubicBezTo>
                    <a:pt x="1088682" y="523651"/>
                    <a:pt x="1079769" y="502682"/>
                    <a:pt x="1079769" y="480442"/>
                  </a:cubicBezTo>
                  <a:lnTo>
                    <a:pt x="1079769" y="281551"/>
                  </a:lnTo>
                  <a:cubicBezTo>
                    <a:pt x="1079769" y="273290"/>
                    <a:pt x="1075949" y="265030"/>
                    <a:pt x="1069582" y="259946"/>
                  </a:cubicBezTo>
                  <a:cubicBezTo>
                    <a:pt x="1063216" y="254227"/>
                    <a:pt x="1054939" y="251686"/>
                    <a:pt x="1046663" y="252956"/>
                  </a:cubicBezTo>
                  <a:cubicBezTo>
                    <a:pt x="1031383" y="254863"/>
                    <a:pt x="1019923" y="267571"/>
                    <a:pt x="1019923" y="282186"/>
                  </a:cubicBezTo>
                  <a:lnTo>
                    <a:pt x="1019923" y="394023"/>
                  </a:lnTo>
                  <a:cubicBezTo>
                    <a:pt x="1019923" y="414992"/>
                    <a:pt x="1011647" y="435326"/>
                    <a:pt x="996367" y="449941"/>
                  </a:cubicBezTo>
                  <a:cubicBezTo>
                    <a:pt x="981087" y="464556"/>
                    <a:pt x="960714" y="472181"/>
                    <a:pt x="939705" y="472181"/>
                  </a:cubicBezTo>
                  <a:cubicBezTo>
                    <a:pt x="897685" y="470910"/>
                    <a:pt x="863942" y="434691"/>
                    <a:pt x="863942" y="391481"/>
                  </a:cubicBezTo>
                  <a:lnTo>
                    <a:pt x="863942" y="299978"/>
                  </a:lnTo>
                  <a:cubicBezTo>
                    <a:pt x="863942" y="291718"/>
                    <a:pt x="860759" y="284728"/>
                    <a:pt x="855029" y="279009"/>
                  </a:cubicBezTo>
                  <a:cubicBezTo>
                    <a:pt x="849299" y="273290"/>
                    <a:pt x="841659" y="270749"/>
                    <a:pt x="833383" y="270749"/>
                  </a:cubicBezTo>
                  <a:cubicBezTo>
                    <a:pt x="784360" y="272655"/>
                    <a:pt x="733428" y="273926"/>
                    <a:pt x="682495" y="273926"/>
                  </a:cubicBezTo>
                  <a:cubicBezTo>
                    <a:pt x="351434" y="273926"/>
                    <a:pt x="0" y="224362"/>
                    <a:pt x="0" y="132859"/>
                  </a:cubicBezTo>
                  <a:cubicBezTo>
                    <a:pt x="0" y="41357"/>
                    <a:pt x="336154" y="8314"/>
                    <a:pt x="439293" y="54"/>
                  </a:cubicBezTo>
                  <a:cubicBezTo>
                    <a:pt x="446296" y="-582"/>
                    <a:pt x="452026" y="4502"/>
                    <a:pt x="452663" y="11491"/>
                  </a:cubicBezTo>
                  <a:cubicBezTo>
                    <a:pt x="453299" y="18481"/>
                    <a:pt x="448206" y="24200"/>
                    <a:pt x="441203" y="24836"/>
                  </a:cubicBezTo>
                  <a:cubicBezTo>
                    <a:pt x="170624" y="45169"/>
                    <a:pt x="24193" y="95369"/>
                    <a:pt x="24193" y="132859"/>
                  </a:cubicBezTo>
                  <a:cubicBezTo>
                    <a:pt x="24193" y="180517"/>
                    <a:pt x="258483" y="249779"/>
                    <a:pt x="681859" y="249779"/>
                  </a:cubicBezTo>
                  <a:cubicBezTo>
                    <a:pt x="732155" y="249779"/>
                    <a:pt x="782451" y="248508"/>
                    <a:pt x="831473" y="246602"/>
                  </a:cubicBezTo>
                  <a:cubicBezTo>
                    <a:pt x="846116" y="245967"/>
                    <a:pt x="860123" y="251050"/>
                    <a:pt x="870946" y="261217"/>
                  </a:cubicBezTo>
                  <a:cubicBezTo>
                    <a:pt x="881769" y="271384"/>
                    <a:pt x="887499" y="285364"/>
                    <a:pt x="887499" y="299978"/>
                  </a:cubicBezTo>
                  <a:lnTo>
                    <a:pt x="887499" y="391481"/>
                  </a:lnTo>
                  <a:cubicBezTo>
                    <a:pt x="887499" y="421346"/>
                    <a:pt x="911055" y="446764"/>
                    <a:pt x="939705" y="448035"/>
                  </a:cubicBezTo>
                  <a:cubicBezTo>
                    <a:pt x="954348" y="448670"/>
                    <a:pt x="968354" y="442951"/>
                    <a:pt x="978541" y="432784"/>
                  </a:cubicBezTo>
                  <a:cubicBezTo>
                    <a:pt x="989364" y="422617"/>
                    <a:pt x="995093" y="409273"/>
                    <a:pt x="995093" y="394658"/>
                  </a:cubicBezTo>
                  <a:lnTo>
                    <a:pt x="995093" y="282822"/>
                  </a:lnTo>
                  <a:cubicBezTo>
                    <a:pt x="995093" y="256134"/>
                    <a:pt x="1015467" y="233258"/>
                    <a:pt x="1042206" y="229445"/>
                  </a:cubicBezTo>
                  <a:cubicBezTo>
                    <a:pt x="1058123" y="227539"/>
                    <a:pt x="1073402" y="231987"/>
                    <a:pt x="1084862" y="242154"/>
                  </a:cubicBezTo>
                  <a:cubicBezTo>
                    <a:pt x="1096322" y="252321"/>
                    <a:pt x="1102689" y="266936"/>
                    <a:pt x="1102689" y="282186"/>
                  </a:cubicBezTo>
                  <a:lnTo>
                    <a:pt x="1102689" y="481077"/>
                  </a:lnTo>
                  <a:cubicBezTo>
                    <a:pt x="1102689" y="496328"/>
                    <a:pt x="1109055" y="510943"/>
                    <a:pt x="1119878" y="521745"/>
                  </a:cubicBezTo>
                  <a:cubicBezTo>
                    <a:pt x="1131338" y="532547"/>
                    <a:pt x="1145981" y="538266"/>
                    <a:pt x="1161261" y="537631"/>
                  </a:cubicBezTo>
                  <a:cubicBezTo>
                    <a:pt x="1191820" y="536996"/>
                    <a:pt x="1216650" y="509672"/>
                    <a:pt x="1216650" y="477900"/>
                  </a:cubicBezTo>
                  <a:lnTo>
                    <a:pt x="1216650" y="237706"/>
                  </a:lnTo>
                  <a:cubicBezTo>
                    <a:pt x="1216650" y="214195"/>
                    <a:pt x="1231293" y="193861"/>
                    <a:pt x="1253576" y="186871"/>
                  </a:cubicBezTo>
                  <a:cubicBezTo>
                    <a:pt x="1333158" y="161454"/>
                    <a:pt x="1339525" y="138578"/>
                    <a:pt x="1339525" y="132224"/>
                  </a:cubicBezTo>
                  <a:cubicBezTo>
                    <a:pt x="1339525" y="96640"/>
                    <a:pt x="1209647" y="49617"/>
                    <a:pt x="961988" y="27377"/>
                  </a:cubicBezTo>
                  <a:cubicBezTo>
                    <a:pt x="954984" y="26742"/>
                    <a:pt x="950528" y="21023"/>
                    <a:pt x="951164" y="14033"/>
                  </a:cubicBezTo>
                  <a:cubicBezTo>
                    <a:pt x="951801" y="7043"/>
                    <a:pt x="957531" y="2595"/>
                    <a:pt x="964534" y="3231"/>
                  </a:cubicBezTo>
                  <a:cubicBezTo>
                    <a:pt x="1084862" y="14033"/>
                    <a:pt x="1364354" y="47711"/>
                    <a:pt x="1364354" y="132224"/>
                  </a:cubicBezTo>
                  <a:cubicBezTo>
                    <a:pt x="1364354" y="162089"/>
                    <a:pt x="1330611" y="187507"/>
                    <a:pt x="1261216" y="209747"/>
                  </a:cubicBezTo>
                  <a:cubicBezTo>
                    <a:pt x="1249119" y="213560"/>
                    <a:pt x="1240843" y="224997"/>
                    <a:pt x="1240843" y="237706"/>
                  </a:cubicBezTo>
                  <a:lnTo>
                    <a:pt x="1240843" y="477900"/>
                  </a:lnTo>
                  <a:cubicBezTo>
                    <a:pt x="1240843" y="523016"/>
                    <a:pt x="1205190" y="561142"/>
                    <a:pt x="1161897" y="562413"/>
                  </a:cubicBezTo>
                  <a:cubicBezTo>
                    <a:pt x="1162534" y="561777"/>
                    <a:pt x="1161897" y="561777"/>
                    <a:pt x="1161261" y="56177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89CBC20F-655D-75EE-4A7B-E6D0E243FDDC}"/>
                </a:ext>
              </a:extLst>
            </p:cNvPr>
            <p:cNvSpPr/>
            <p:nvPr/>
          </p:nvSpPr>
          <p:spPr>
            <a:xfrm>
              <a:off x="5274158" y="4321127"/>
              <a:ext cx="799384" cy="1040205"/>
            </a:xfrm>
            <a:custGeom>
              <a:avLst/>
              <a:gdLst>
                <a:gd name="connsiteX0" fmla="*/ 108989 w 799384"/>
                <a:gd name="connsiteY0" fmla="*/ 832419 h 1040205"/>
                <a:gd name="connsiteX1" fmla="*/ 129362 w 799384"/>
                <a:gd name="connsiteY1" fmla="*/ 834961 h 1040205"/>
                <a:gd name="connsiteX2" fmla="*/ 173291 w 799384"/>
                <a:gd name="connsiteY2" fmla="*/ 869909 h 1040205"/>
                <a:gd name="connsiteX3" fmla="*/ 191117 w 799384"/>
                <a:gd name="connsiteY3" fmla="*/ 902316 h 1040205"/>
                <a:gd name="connsiteX4" fmla="*/ 200667 w 799384"/>
                <a:gd name="connsiteY4" fmla="*/ 958870 h 1040205"/>
                <a:gd name="connsiteX5" fmla="*/ 212127 w 799384"/>
                <a:gd name="connsiteY5" fmla="*/ 997632 h 1040205"/>
                <a:gd name="connsiteX6" fmla="*/ 266880 w 799384"/>
                <a:gd name="connsiteY6" fmla="*/ 1013517 h 1040205"/>
                <a:gd name="connsiteX7" fmla="*/ 299349 w 799384"/>
                <a:gd name="connsiteY7" fmla="*/ 983652 h 1040205"/>
                <a:gd name="connsiteX8" fmla="*/ 296803 w 799384"/>
                <a:gd name="connsiteY8" fmla="*/ 940442 h 1040205"/>
                <a:gd name="connsiteX9" fmla="*/ 271973 w 799384"/>
                <a:gd name="connsiteY9" fmla="*/ 918202 h 1040205"/>
                <a:gd name="connsiteX10" fmla="*/ 230590 w 799384"/>
                <a:gd name="connsiteY10" fmla="*/ 880712 h 1040205"/>
                <a:gd name="connsiteX11" fmla="*/ 212764 w 799384"/>
                <a:gd name="connsiteY11" fmla="*/ 848305 h 1040205"/>
                <a:gd name="connsiteX12" fmla="*/ 241413 w 799384"/>
                <a:gd name="connsiteY12" fmla="*/ 749177 h 1040205"/>
                <a:gd name="connsiteX13" fmla="*/ 268153 w 799384"/>
                <a:gd name="connsiteY13" fmla="*/ 734562 h 1040205"/>
                <a:gd name="connsiteX14" fmla="*/ 303806 w 799384"/>
                <a:gd name="connsiteY14" fmla="*/ 730749 h 1040205"/>
                <a:gd name="connsiteX15" fmla="*/ 331819 w 799384"/>
                <a:gd name="connsiteY15" fmla="*/ 752989 h 1040205"/>
                <a:gd name="connsiteX16" fmla="*/ 341369 w 799384"/>
                <a:gd name="connsiteY16" fmla="*/ 809543 h 1040205"/>
                <a:gd name="connsiteX17" fmla="*/ 352828 w 799384"/>
                <a:gd name="connsiteY17" fmla="*/ 848305 h 1040205"/>
                <a:gd name="connsiteX18" fmla="*/ 407581 w 799384"/>
                <a:gd name="connsiteY18" fmla="*/ 864190 h 1040205"/>
                <a:gd name="connsiteX19" fmla="*/ 440050 w 799384"/>
                <a:gd name="connsiteY19" fmla="*/ 834325 h 1040205"/>
                <a:gd name="connsiteX20" fmla="*/ 437503 w 799384"/>
                <a:gd name="connsiteY20" fmla="*/ 791115 h 1040205"/>
                <a:gd name="connsiteX21" fmla="*/ 415857 w 799384"/>
                <a:gd name="connsiteY21" fmla="*/ 770146 h 1040205"/>
                <a:gd name="connsiteX22" fmla="*/ 370018 w 799384"/>
                <a:gd name="connsiteY22" fmla="*/ 728208 h 1040205"/>
                <a:gd name="connsiteX23" fmla="*/ 366198 w 799384"/>
                <a:gd name="connsiteY23" fmla="*/ 695800 h 1040205"/>
                <a:gd name="connsiteX24" fmla="*/ 386571 w 799384"/>
                <a:gd name="connsiteY24" fmla="*/ 670383 h 1040205"/>
                <a:gd name="connsiteX25" fmla="*/ 436867 w 799384"/>
                <a:gd name="connsiteY25" fmla="*/ 642424 h 1040205"/>
                <a:gd name="connsiteX26" fmla="*/ 527909 w 799384"/>
                <a:gd name="connsiteY26" fmla="*/ 668477 h 1040205"/>
                <a:gd name="connsiteX27" fmla="*/ 566108 w 799384"/>
                <a:gd name="connsiteY27" fmla="*/ 789209 h 1040205"/>
                <a:gd name="connsiteX28" fmla="*/ 576931 w 799384"/>
                <a:gd name="connsiteY28" fmla="*/ 813991 h 1040205"/>
                <a:gd name="connsiteX29" fmla="*/ 631684 w 799384"/>
                <a:gd name="connsiteY29" fmla="*/ 829877 h 1040205"/>
                <a:gd name="connsiteX30" fmla="*/ 664153 w 799384"/>
                <a:gd name="connsiteY30" fmla="*/ 800012 h 1040205"/>
                <a:gd name="connsiteX31" fmla="*/ 661606 w 799384"/>
                <a:gd name="connsiteY31" fmla="*/ 756802 h 1040205"/>
                <a:gd name="connsiteX32" fmla="*/ 649510 w 799384"/>
                <a:gd name="connsiteY32" fmla="*/ 742187 h 1040205"/>
                <a:gd name="connsiteX33" fmla="*/ 560378 w 799384"/>
                <a:gd name="connsiteY33" fmla="*/ 633528 h 1040205"/>
                <a:gd name="connsiteX34" fmla="*/ 555921 w 799384"/>
                <a:gd name="connsiteY34" fmla="*/ 594131 h 1040205"/>
                <a:gd name="connsiteX35" fmla="*/ 580751 w 799384"/>
                <a:gd name="connsiteY35" fmla="*/ 562995 h 1040205"/>
                <a:gd name="connsiteX36" fmla="*/ 774931 w 799384"/>
                <a:gd name="connsiteY36" fmla="*/ 455606 h 1040205"/>
                <a:gd name="connsiteX37" fmla="*/ 139548 w 799384"/>
                <a:gd name="connsiteY37" fmla="*/ 25417 h 1040205"/>
                <a:gd name="connsiteX38" fmla="*/ 31317 w 799384"/>
                <a:gd name="connsiteY38" fmla="*/ 867368 h 1040205"/>
                <a:gd name="connsiteX39" fmla="*/ 77793 w 799384"/>
                <a:gd name="connsiteY39" fmla="*/ 841950 h 1040205"/>
                <a:gd name="connsiteX40" fmla="*/ 108989 w 799384"/>
                <a:gd name="connsiteY40" fmla="*/ 832419 h 1040205"/>
                <a:gd name="connsiteX41" fmla="*/ 250963 w 799384"/>
                <a:gd name="connsiteY41" fmla="*/ 1040206 h 1040205"/>
                <a:gd name="connsiteX42" fmla="*/ 193027 w 799384"/>
                <a:gd name="connsiteY42" fmla="*/ 1012882 h 1040205"/>
                <a:gd name="connsiteX43" fmla="*/ 176474 w 799384"/>
                <a:gd name="connsiteY43" fmla="*/ 955693 h 1040205"/>
                <a:gd name="connsiteX44" fmla="*/ 169471 w 799384"/>
                <a:gd name="connsiteY44" fmla="*/ 914390 h 1040205"/>
                <a:gd name="connsiteX45" fmla="*/ 151645 w 799384"/>
                <a:gd name="connsiteY45" fmla="*/ 881983 h 1040205"/>
                <a:gd name="connsiteX46" fmla="*/ 122359 w 799384"/>
                <a:gd name="connsiteY46" fmla="*/ 859107 h 1040205"/>
                <a:gd name="connsiteX47" fmla="*/ 85433 w 799384"/>
                <a:gd name="connsiteY47" fmla="*/ 863555 h 1040205"/>
                <a:gd name="connsiteX48" fmla="*/ 17947 w 799384"/>
                <a:gd name="connsiteY48" fmla="*/ 901046 h 1040205"/>
                <a:gd name="connsiteX49" fmla="*/ 5214 w 799384"/>
                <a:gd name="connsiteY49" fmla="*/ 900410 h 1040205"/>
                <a:gd name="connsiteX50" fmla="*/ 121 w 799384"/>
                <a:gd name="connsiteY50" fmla="*/ 888972 h 1040205"/>
                <a:gd name="connsiteX51" fmla="*/ 112809 w 799384"/>
                <a:gd name="connsiteY51" fmla="*/ 10802 h 1040205"/>
                <a:gd name="connsiteX52" fmla="*/ 117265 w 799384"/>
                <a:gd name="connsiteY52" fmla="*/ 2542 h 1040205"/>
                <a:gd name="connsiteX53" fmla="*/ 126178 w 799384"/>
                <a:gd name="connsiteY53" fmla="*/ 0 h 1040205"/>
                <a:gd name="connsiteX54" fmla="*/ 797851 w 799384"/>
                <a:gd name="connsiteY54" fmla="*/ 454971 h 1040205"/>
                <a:gd name="connsiteX55" fmla="*/ 793394 w 799384"/>
                <a:gd name="connsiteY55" fmla="*/ 471492 h 1040205"/>
                <a:gd name="connsiteX56" fmla="*/ 588391 w 799384"/>
                <a:gd name="connsiteY56" fmla="*/ 585235 h 1040205"/>
                <a:gd name="connsiteX57" fmla="*/ 575021 w 799384"/>
                <a:gd name="connsiteY57" fmla="*/ 601756 h 1040205"/>
                <a:gd name="connsiteX58" fmla="*/ 577568 w 799384"/>
                <a:gd name="connsiteY58" fmla="*/ 622725 h 1040205"/>
                <a:gd name="connsiteX59" fmla="*/ 660970 w 799384"/>
                <a:gd name="connsiteY59" fmla="*/ 724395 h 1040205"/>
                <a:gd name="connsiteX60" fmla="*/ 679433 w 799384"/>
                <a:gd name="connsiteY60" fmla="*/ 746000 h 1040205"/>
                <a:gd name="connsiteX61" fmla="*/ 683889 w 799384"/>
                <a:gd name="connsiteY61" fmla="*/ 810178 h 1040205"/>
                <a:gd name="connsiteX62" fmla="*/ 636777 w 799384"/>
                <a:gd name="connsiteY62" fmla="*/ 854659 h 1040205"/>
                <a:gd name="connsiteX63" fmla="*/ 555921 w 799384"/>
                <a:gd name="connsiteY63" fmla="*/ 830512 h 1040205"/>
                <a:gd name="connsiteX64" fmla="*/ 539368 w 799384"/>
                <a:gd name="connsiteY64" fmla="*/ 793657 h 1040205"/>
                <a:gd name="connsiteX65" fmla="*/ 504352 w 799384"/>
                <a:gd name="connsiteY65" fmla="*/ 681185 h 1040205"/>
                <a:gd name="connsiteX66" fmla="*/ 446417 w 799384"/>
                <a:gd name="connsiteY66" fmla="*/ 664664 h 1040205"/>
                <a:gd name="connsiteX67" fmla="*/ 396121 w 799384"/>
                <a:gd name="connsiteY67" fmla="*/ 692623 h 1040205"/>
                <a:gd name="connsiteX68" fmla="*/ 387207 w 799384"/>
                <a:gd name="connsiteY68" fmla="*/ 704061 h 1040205"/>
                <a:gd name="connsiteX69" fmla="*/ 389118 w 799384"/>
                <a:gd name="connsiteY69" fmla="*/ 718041 h 1040205"/>
                <a:gd name="connsiteX70" fmla="*/ 424134 w 799384"/>
                <a:gd name="connsiteY70" fmla="*/ 749812 h 1040205"/>
                <a:gd name="connsiteX71" fmla="*/ 456603 w 799384"/>
                <a:gd name="connsiteY71" fmla="*/ 780949 h 1040205"/>
                <a:gd name="connsiteX72" fmla="*/ 461060 w 799384"/>
                <a:gd name="connsiteY72" fmla="*/ 845127 h 1040205"/>
                <a:gd name="connsiteX73" fmla="*/ 413311 w 799384"/>
                <a:gd name="connsiteY73" fmla="*/ 889608 h 1040205"/>
                <a:gd name="connsiteX74" fmla="*/ 332455 w 799384"/>
                <a:gd name="connsiteY74" fmla="*/ 865461 h 1040205"/>
                <a:gd name="connsiteX75" fmla="*/ 315902 w 799384"/>
                <a:gd name="connsiteY75" fmla="*/ 808272 h 1040205"/>
                <a:gd name="connsiteX76" fmla="*/ 308899 w 799384"/>
                <a:gd name="connsiteY76" fmla="*/ 766969 h 1040205"/>
                <a:gd name="connsiteX77" fmla="*/ 295529 w 799384"/>
                <a:gd name="connsiteY77" fmla="*/ 756167 h 1040205"/>
                <a:gd name="connsiteX78" fmla="*/ 278339 w 799384"/>
                <a:gd name="connsiteY78" fmla="*/ 758073 h 1040205"/>
                <a:gd name="connsiteX79" fmla="*/ 251600 w 799384"/>
                <a:gd name="connsiteY79" fmla="*/ 772688 h 1040205"/>
                <a:gd name="connsiteX80" fmla="*/ 232500 w 799384"/>
                <a:gd name="connsiteY80" fmla="*/ 838773 h 1040205"/>
                <a:gd name="connsiteX81" fmla="*/ 250326 w 799384"/>
                <a:gd name="connsiteY81" fmla="*/ 871180 h 1040205"/>
                <a:gd name="connsiteX82" fmla="*/ 279613 w 799384"/>
                <a:gd name="connsiteY82" fmla="*/ 897869 h 1040205"/>
                <a:gd name="connsiteX83" fmla="*/ 315902 w 799384"/>
                <a:gd name="connsiteY83" fmla="*/ 930276 h 1040205"/>
                <a:gd name="connsiteX84" fmla="*/ 320359 w 799384"/>
                <a:gd name="connsiteY84" fmla="*/ 994454 h 1040205"/>
                <a:gd name="connsiteX85" fmla="*/ 273246 w 799384"/>
                <a:gd name="connsiteY85" fmla="*/ 1038935 h 1040205"/>
                <a:gd name="connsiteX86" fmla="*/ 250963 w 799384"/>
                <a:gd name="connsiteY86" fmla="*/ 1040206 h 1040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799384" h="1040205">
                  <a:moveTo>
                    <a:pt x="108989" y="832419"/>
                  </a:moveTo>
                  <a:cubicBezTo>
                    <a:pt x="115992" y="832419"/>
                    <a:pt x="122359" y="833054"/>
                    <a:pt x="129362" y="834961"/>
                  </a:cubicBezTo>
                  <a:cubicBezTo>
                    <a:pt x="147825" y="840044"/>
                    <a:pt x="163741" y="852753"/>
                    <a:pt x="173291" y="869909"/>
                  </a:cubicBezTo>
                  <a:lnTo>
                    <a:pt x="191117" y="902316"/>
                  </a:lnTo>
                  <a:cubicBezTo>
                    <a:pt x="200031" y="918202"/>
                    <a:pt x="203214" y="937901"/>
                    <a:pt x="200667" y="958870"/>
                  </a:cubicBezTo>
                  <a:cubicBezTo>
                    <a:pt x="198757" y="972850"/>
                    <a:pt x="202577" y="986829"/>
                    <a:pt x="212127" y="997632"/>
                  </a:cubicBezTo>
                  <a:cubicBezTo>
                    <a:pt x="224860" y="1013517"/>
                    <a:pt x="247143" y="1019872"/>
                    <a:pt x="266880" y="1013517"/>
                  </a:cubicBezTo>
                  <a:cubicBezTo>
                    <a:pt x="282159" y="1008434"/>
                    <a:pt x="293619" y="998267"/>
                    <a:pt x="299349" y="983652"/>
                  </a:cubicBezTo>
                  <a:cubicBezTo>
                    <a:pt x="305079" y="969673"/>
                    <a:pt x="303806" y="953787"/>
                    <a:pt x="296803" y="940442"/>
                  </a:cubicBezTo>
                  <a:cubicBezTo>
                    <a:pt x="291073" y="930276"/>
                    <a:pt x="282796" y="922650"/>
                    <a:pt x="271973" y="918202"/>
                  </a:cubicBezTo>
                  <a:cubicBezTo>
                    <a:pt x="254783" y="910577"/>
                    <a:pt x="240140" y="897869"/>
                    <a:pt x="230590" y="880712"/>
                  </a:cubicBezTo>
                  <a:lnTo>
                    <a:pt x="212764" y="848305"/>
                  </a:lnTo>
                  <a:cubicBezTo>
                    <a:pt x="193027" y="813356"/>
                    <a:pt x="205760" y="768875"/>
                    <a:pt x="241413" y="749177"/>
                  </a:cubicBezTo>
                  <a:lnTo>
                    <a:pt x="268153" y="734562"/>
                  </a:lnTo>
                  <a:cubicBezTo>
                    <a:pt x="278976" y="728843"/>
                    <a:pt x="291709" y="726937"/>
                    <a:pt x="303806" y="730749"/>
                  </a:cubicBezTo>
                  <a:cubicBezTo>
                    <a:pt x="315902" y="733926"/>
                    <a:pt x="325452" y="742187"/>
                    <a:pt x="331819" y="752989"/>
                  </a:cubicBezTo>
                  <a:cubicBezTo>
                    <a:pt x="340732" y="768875"/>
                    <a:pt x="343915" y="788574"/>
                    <a:pt x="341369" y="809543"/>
                  </a:cubicBezTo>
                  <a:cubicBezTo>
                    <a:pt x="339458" y="823523"/>
                    <a:pt x="343278" y="837502"/>
                    <a:pt x="352828" y="848305"/>
                  </a:cubicBezTo>
                  <a:cubicBezTo>
                    <a:pt x="365561" y="864190"/>
                    <a:pt x="387844" y="870545"/>
                    <a:pt x="407581" y="864190"/>
                  </a:cubicBezTo>
                  <a:cubicBezTo>
                    <a:pt x="422860" y="859107"/>
                    <a:pt x="434320" y="848940"/>
                    <a:pt x="440050" y="834325"/>
                  </a:cubicBezTo>
                  <a:cubicBezTo>
                    <a:pt x="445780" y="820345"/>
                    <a:pt x="444506" y="804460"/>
                    <a:pt x="437503" y="791115"/>
                  </a:cubicBezTo>
                  <a:cubicBezTo>
                    <a:pt x="432410" y="782219"/>
                    <a:pt x="424770" y="774594"/>
                    <a:pt x="415857" y="770146"/>
                  </a:cubicBezTo>
                  <a:cubicBezTo>
                    <a:pt x="395484" y="759979"/>
                    <a:pt x="379568" y="745364"/>
                    <a:pt x="370018" y="728208"/>
                  </a:cubicBezTo>
                  <a:cubicBezTo>
                    <a:pt x="364288" y="718041"/>
                    <a:pt x="363015" y="706603"/>
                    <a:pt x="366198" y="695800"/>
                  </a:cubicBezTo>
                  <a:cubicBezTo>
                    <a:pt x="369381" y="684998"/>
                    <a:pt x="376385" y="675467"/>
                    <a:pt x="386571" y="670383"/>
                  </a:cubicBezTo>
                  <a:lnTo>
                    <a:pt x="436867" y="642424"/>
                  </a:lnTo>
                  <a:cubicBezTo>
                    <a:pt x="469336" y="624632"/>
                    <a:pt x="510082" y="636070"/>
                    <a:pt x="527909" y="668477"/>
                  </a:cubicBezTo>
                  <a:cubicBezTo>
                    <a:pt x="546371" y="701519"/>
                    <a:pt x="559105" y="741552"/>
                    <a:pt x="566108" y="789209"/>
                  </a:cubicBezTo>
                  <a:cubicBezTo>
                    <a:pt x="567381" y="798105"/>
                    <a:pt x="571201" y="807001"/>
                    <a:pt x="576931" y="813991"/>
                  </a:cubicBezTo>
                  <a:cubicBezTo>
                    <a:pt x="589664" y="829877"/>
                    <a:pt x="611947" y="836231"/>
                    <a:pt x="631684" y="829877"/>
                  </a:cubicBezTo>
                  <a:cubicBezTo>
                    <a:pt x="646963" y="824794"/>
                    <a:pt x="658423" y="814627"/>
                    <a:pt x="664153" y="800012"/>
                  </a:cubicBezTo>
                  <a:cubicBezTo>
                    <a:pt x="669883" y="786032"/>
                    <a:pt x="668610" y="770146"/>
                    <a:pt x="661606" y="756802"/>
                  </a:cubicBezTo>
                  <a:cubicBezTo>
                    <a:pt x="658423" y="751083"/>
                    <a:pt x="654603" y="746000"/>
                    <a:pt x="649510" y="742187"/>
                  </a:cubicBezTo>
                  <a:cubicBezTo>
                    <a:pt x="614494" y="713593"/>
                    <a:pt x="584571" y="677373"/>
                    <a:pt x="560378" y="633528"/>
                  </a:cubicBezTo>
                  <a:cubicBezTo>
                    <a:pt x="553375" y="621455"/>
                    <a:pt x="552102" y="607475"/>
                    <a:pt x="555921" y="594131"/>
                  </a:cubicBezTo>
                  <a:cubicBezTo>
                    <a:pt x="559742" y="580787"/>
                    <a:pt x="568654" y="569984"/>
                    <a:pt x="580751" y="562995"/>
                  </a:cubicBezTo>
                  <a:lnTo>
                    <a:pt x="774931" y="455606"/>
                  </a:lnTo>
                  <a:cubicBezTo>
                    <a:pt x="641233" y="223037"/>
                    <a:pt x="405671" y="63543"/>
                    <a:pt x="139548" y="25417"/>
                  </a:cubicBezTo>
                  <a:lnTo>
                    <a:pt x="31317" y="867368"/>
                  </a:lnTo>
                  <a:lnTo>
                    <a:pt x="77793" y="841950"/>
                  </a:lnTo>
                  <a:cubicBezTo>
                    <a:pt x="84796" y="834961"/>
                    <a:pt x="96892" y="832419"/>
                    <a:pt x="108989" y="832419"/>
                  </a:cubicBezTo>
                  <a:moveTo>
                    <a:pt x="250963" y="1040206"/>
                  </a:moveTo>
                  <a:cubicBezTo>
                    <a:pt x="228680" y="1040206"/>
                    <a:pt x="207034" y="1030039"/>
                    <a:pt x="193027" y="1012882"/>
                  </a:cubicBezTo>
                  <a:cubicBezTo>
                    <a:pt x="179658" y="996361"/>
                    <a:pt x="173928" y="976027"/>
                    <a:pt x="176474" y="955693"/>
                  </a:cubicBezTo>
                  <a:cubicBezTo>
                    <a:pt x="178384" y="940442"/>
                    <a:pt x="175838" y="925828"/>
                    <a:pt x="169471" y="914390"/>
                  </a:cubicBezTo>
                  <a:lnTo>
                    <a:pt x="151645" y="881983"/>
                  </a:lnTo>
                  <a:cubicBezTo>
                    <a:pt x="145278" y="870545"/>
                    <a:pt x="135092" y="862284"/>
                    <a:pt x="122359" y="859107"/>
                  </a:cubicBezTo>
                  <a:cubicBezTo>
                    <a:pt x="109626" y="855294"/>
                    <a:pt x="96892" y="857201"/>
                    <a:pt x="85433" y="863555"/>
                  </a:cubicBezTo>
                  <a:lnTo>
                    <a:pt x="17947" y="901046"/>
                  </a:lnTo>
                  <a:cubicBezTo>
                    <a:pt x="14127" y="903587"/>
                    <a:pt x="9034" y="902952"/>
                    <a:pt x="5214" y="900410"/>
                  </a:cubicBezTo>
                  <a:cubicBezTo>
                    <a:pt x="1394" y="897869"/>
                    <a:pt x="-516" y="893420"/>
                    <a:pt x="121" y="888972"/>
                  </a:cubicBezTo>
                  <a:lnTo>
                    <a:pt x="112809" y="10802"/>
                  </a:lnTo>
                  <a:cubicBezTo>
                    <a:pt x="113445" y="7625"/>
                    <a:pt x="114719" y="4448"/>
                    <a:pt x="117265" y="2542"/>
                  </a:cubicBezTo>
                  <a:cubicBezTo>
                    <a:pt x="119812" y="635"/>
                    <a:pt x="122995" y="0"/>
                    <a:pt x="126178" y="0"/>
                  </a:cubicBezTo>
                  <a:cubicBezTo>
                    <a:pt x="408854" y="36220"/>
                    <a:pt x="660333" y="206516"/>
                    <a:pt x="797851" y="454971"/>
                  </a:cubicBezTo>
                  <a:cubicBezTo>
                    <a:pt x="801034" y="460690"/>
                    <a:pt x="799124" y="468315"/>
                    <a:pt x="793394" y="471492"/>
                  </a:cubicBezTo>
                  <a:lnTo>
                    <a:pt x="588391" y="585235"/>
                  </a:lnTo>
                  <a:cubicBezTo>
                    <a:pt x="582024" y="589047"/>
                    <a:pt x="577568" y="594766"/>
                    <a:pt x="575021" y="601756"/>
                  </a:cubicBezTo>
                  <a:cubicBezTo>
                    <a:pt x="573111" y="608746"/>
                    <a:pt x="573748" y="616371"/>
                    <a:pt x="577568" y="622725"/>
                  </a:cubicBezTo>
                  <a:cubicBezTo>
                    <a:pt x="600487" y="664029"/>
                    <a:pt x="628500" y="697707"/>
                    <a:pt x="660970" y="724395"/>
                  </a:cubicBezTo>
                  <a:cubicBezTo>
                    <a:pt x="668610" y="730114"/>
                    <a:pt x="674340" y="737739"/>
                    <a:pt x="679433" y="746000"/>
                  </a:cubicBezTo>
                  <a:cubicBezTo>
                    <a:pt x="690256" y="765698"/>
                    <a:pt x="692166" y="789209"/>
                    <a:pt x="683889" y="810178"/>
                  </a:cubicBezTo>
                  <a:cubicBezTo>
                    <a:pt x="675613" y="831148"/>
                    <a:pt x="658423" y="847034"/>
                    <a:pt x="636777" y="854659"/>
                  </a:cubicBezTo>
                  <a:cubicBezTo>
                    <a:pt x="607491" y="864190"/>
                    <a:pt x="575021" y="854659"/>
                    <a:pt x="555921" y="830512"/>
                  </a:cubicBezTo>
                  <a:cubicBezTo>
                    <a:pt x="547008" y="819710"/>
                    <a:pt x="541278" y="807001"/>
                    <a:pt x="539368" y="793657"/>
                  </a:cubicBezTo>
                  <a:cubicBezTo>
                    <a:pt x="533002" y="748541"/>
                    <a:pt x="520905" y="711686"/>
                    <a:pt x="504352" y="681185"/>
                  </a:cubicBezTo>
                  <a:cubicBezTo>
                    <a:pt x="492893" y="660851"/>
                    <a:pt x="466789" y="653226"/>
                    <a:pt x="446417" y="664664"/>
                  </a:cubicBezTo>
                  <a:lnTo>
                    <a:pt x="396121" y="692623"/>
                  </a:lnTo>
                  <a:cubicBezTo>
                    <a:pt x="391664" y="695165"/>
                    <a:pt x="388481" y="698978"/>
                    <a:pt x="387207" y="704061"/>
                  </a:cubicBezTo>
                  <a:cubicBezTo>
                    <a:pt x="385934" y="709145"/>
                    <a:pt x="386571" y="713593"/>
                    <a:pt x="389118" y="718041"/>
                  </a:cubicBezTo>
                  <a:cubicBezTo>
                    <a:pt x="396121" y="731385"/>
                    <a:pt x="408217" y="741552"/>
                    <a:pt x="424134" y="749812"/>
                  </a:cubicBezTo>
                  <a:cubicBezTo>
                    <a:pt x="438140" y="756802"/>
                    <a:pt x="448963" y="766969"/>
                    <a:pt x="456603" y="780949"/>
                  </a:cubicBezTo>
                  <a:cubicBezTo>
                    <a:pt x="467426" y="800647"/>
                    <a:pt x="469336" y="824158"/>
                    <a:pt x="461060" y="845127"/>
                  </a:cubicBezTo>
                  <a:cubicBezTo>
                    <a:pt x="452783" y="866097"/>
                    <a:pt x="435594" y="881983"/>
                    <a:pt x="413311" y="889608"/>
                  </a:cubicBezTo>
                  <a:cubicBezTo>
                    <a:pt x="384024" y="899139"/>
                    <a:pt x="351555" y="889608"/>
                    <a:pt x="332455" y="865461"/>
                  </a:cubicBezTo>
                  <a:cubicBezTo>
                    <a:pt x="319086" y="848940"/>
                    <a:pt x="313355" y="828606"/>
                    <a:pt x="315902" y="808272"/>
                  </a:cubicBezTo>
                  <a:cubicBezTo>
                    <a:pt x="317812" y="793022"/>
                    <a:pt x="315265" y="778407"/>
                    <a:pt x="308899" y="766969"/>
                  </a:cubicBezTo>
                  <a:cubicBezTo>
                    <a:pt x="305716" y="761886"/>
                    <a:pt x="301259" y="758073"/>
                    <a:pt x="295529" y="756167"/>
                  </a:cubicBezTo>
                  <a:cubicBezTo>
                    <a:pt x="289799" y="754260"/>
                    <a:pt x="284069" y="754896"/>
                    <a:pt x="278339" y="758073"/>
                  </a:cubicBezTo>
                  <a:lnTo>
                    <a:pt x="251600" y="772688"/>
                  </a:lnTo>
                  <a:cubicBezTo>
                    <a:pt x="228043" y="785397"/>
                    <a:pt x="219767" y="815262"/>
                    <a:pt x="232500" y="838773"/>
                  </a:cubicBezTo>
                  <a:lnTo>
                    <a:pt x="250326" y="871180"/>
                  </a:lnTo>
                  <a:cubicBezTo>
                    <a:pt x="256693" y="883253"/>
                    <a:pt x="267516" y="892785"/>
                    <a:pt x="279613" y="897869"/>
                  </a:cubicBezTo>
                  <a:cubicBezTo>
                    <a:pt x="294892" y="904223"/>
                    <a:pt x="307625" y="915661"/>
                    <a:pt x="315902" y="930276"/>
                  </a:cubicBezTo>
                  <a:cubicBezTo>
                    <a:pt x="326725" y="949974"/>
                    <a:pt x="328635" y="973485"/>
                    <a:pt x="320359" y="994454"/>
                  </a:cubicBezTo>
                  <a:cubicBezTo>
                    <a:pt x="312082" y="1015424"/>
                    <a:pt x="294892" y="1031310"/>
                    <a:pt x="273246" y="1038935"/>
                  </a:cubicBezTo>
                  <a:cubicBezTo>
                    <a:pt x="266243" y="1038935"/>
                    <a:pt x="258603" y="1040206"/>
                    <a:pt x="250963" y="104020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724A1EB-D050-124D-7B1B-E89C4D275B4B}"/>
                </a:ext>
              </a:extLst>
            </p:cNvPr>
            <p:cNvSpPr/>
            <p:nvPr/>
          </p:nvSpPr>
          <p:spPr>
            <a:xfrm>
              <a:off x="5576468" y="4589628"/>
              <a:ext cx="41892" cy="42225"/>
            </a:xfrm>
            <a:custGeom>
              <a:avLst/>
              <a:gdLst>
                <a:gd name="connsiteX0" fmla="*/ 21231 w 41892"/>
                <a:gd name="connsiteY0" fmla="*/ 42226 h 42225"/>
                <a:gd name="connsiteX1" fmla="*/ 16775 w 41892"/>
                <a:gd name="connsiteY1" fmla="*/ 41590 h 42225"/>
                <a:gd name="connsiteX2" fmla="*/ 3405 w 41892"/>
                <a:gd name="connsiteY2" fmla="*/ 32694 h 42225"/>
                <a:gd name="connsiteX3" fmla="*/ 222 w 41892"/>
                <a:gd name="connsiteY3" fmla="*/ 16809 h 42225"/>
                <a:gd name="connsiteX4" fmla="*/ 9135 w 41892"/>
                <a:gd name="connsiteY4" fmla="*/ 3464 h 42225"/>
                <a:gd name="connsiteX5" fmla="*/ 38421 w 41892"/>
                <a:gd name="connsiteY5" fmla="*/ 9819 h 42225"/>
                <a:gd name="connsiteX6" fmla="*/ 32055 w 41892"/>
                <a:gd name="connsiteY6" fmla="*/ 39049 h 42225"/>
                <a:gd name="connsiteX7" fmla="*/ 32055 w 41892"/>
                <a:gd name="connsiteY7" fmla="*/ 39049 h 42225"/>
                <a:gd name="connsiteX8" fmla="*/ 21231 w 41892"/>
                <a:gd name="connsiteY8" fmla="*/ 42226 h 4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892" h="42225">
                  <a:moveTo>
                    <a:pt x="21231" y="42226"/>
                  </a:moveTo>
                  <a:cubicBezTo>
                    <a:pt x="19958" y="42226"/>
                    <a:pt x="18048" y="42226"/>
                    <a:pt x="16775" y="41590"/>
                  </a:cubicBezTo>
                  <a:cubicBezTo>
                    <a:pt x="11045" y="40319"/>
                    <a:pt x="6588" y="37142"/>
                    <a:pt x="3405" y="32694"/>
                  </a:cubicBezTo>
                  <a:cubicBezTo>
                    <a:pt x="222" y="28246"/>
                    <a:pt x="-415" y="22527"/>
                    <a:pt x="222" y="16809"/>
                  </a:cubicBezTo>
                  <a:cubicBezTo>
                    <a:pt x="1495" y="11089"/>
                    <a:pt x="4678" y="6642"/>
                    <a:pt x="9135" y="3464"/>
                  </a:cubicBezTo>
                  <a:cubicBezTo>
                    <a:pt x="18685" y="-2890"/>
                    <a:pt x="32055" y="-348"/>
                    <a:pt x="38421" y="9819"/>
                  </a:cubicBezTo>
                  <a:cubicBezTo>
                    <a:pt x="44788" y="19350"/>
                    <a:pt x="42241" y="32694"/>
                    <a:pt x="32055" y="39049"/>
                  </a:cubicBezTo>
                  <a:lnTo>
                    <a:pt x="32055" y="39049"/>
                  </a:lnTo>
                  <a:cubicBezTo>
                    <a:pt x="28871" y="40955"/>
                    <a:pt x="25052" y="42226"/>
                    <a:pt x="21231" y="422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52EA7F2B-F50C-5C42-60C4-3F9E45D3CC28}"/>
                </a:ext>
              </a:extLst>
            </p:cNvPr>
            <p:cNvSpPr/>
            <p:nvPr/>
          </p:nvSpPr>
          <p:spPr>
            <a:xfrm>
              <a:off x="5552846" y="4748487"/>
              <a:ext cx="42594" cy="42225"/>
            </a:xfrm>
            <a:custGeom>
              <a:avLst/>
              <a:gdLst>
                <a:gd name="connsiteX0" fmla="*/ 21298 w 42594"/>
                <a:gd name="connsiteY0" fmla="*/ 42226 h 42225"/>
                <a:gd name="connsiteX1" fmla="*/ 3471 w 42594"/>
                <a:gd name="connsiteY1" fmla="*/ 32694 h 42225"/>
                <a:gd name="connsiteX2" fmla="*/ 9838 w 42594"/>
                <a:gd name="connsiteY2" fmla="*/ 3464 h 42225"/>
                <a:gd name="connsiteX3" fmla="*/ 39124 w 42594"/>
                <a:gd name="connsiteY3" fmla="*/ 9819 h 42225"/>
                <a:gd name="connsiteX4" fmla="*/ 32757 w 42594"/>
                <a:gd name="connsiteY4" fmla="*/ 39049 h 42225"/>
                <a:gd name="connsiteX5" fmla="*/ 32757 w 42594"/>
                <a:gd name="connsiteY5" fmla="*/ 39049 h 42225"/>
                <a:gd name="connsiteX6" fmla="*/ 21298 w 42594"/>
                <a:gd name="connsiteY6" fmla="*/ 42226 h 4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594" h="42225">
                  <a:moveTo>
                    <a:pt x="21298" y="42226"/>
                  </a:moveTo>
                  <a:cubicBezTo>
                    <a:pt x="14294" y="42226"/>
                    <a:pt x="7928" y="39049"/>
                    <a:pt x="3471" y="32694"/>
                  </a:cubicBezTo>
                  <a:cubicBezTo>
                    <a:pt x="-2896" y="23163"/>
                    <a:pt x="-349" y="9819"/>
                    <a:pt x="9838" y="3464"/>
                  </a:cubicBezTo>
                  <a:cubicBezTo>
                    <a:pt x="19387" y="-2890"/>
                    <a:pt x="32757" y="-348"/>
                    <a:pt x="39124" y="9819"/>
                  </a:cubicBezTo>
                  <a:cubicBezTo>
                    <a:pt x="45491" y="19350"/>
                    <a:pt x="42944" y="32694"/>
                    <a:pt x="32757" y="39049"/>
                  </a:cubicBezTo>
                  <a:lnTo>
                    <a:pt x="32757" y="39049"/>
                  </a:lnTo>
                  <a:cubicBezTo>
                    <a:pt x="28937" y="40955"/>
                    <a:pt x="25117" y="42226"/>
                    <a:pt x="21298" y="422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71C9B944-05D7-AA95-0ABB-9BEC0ABA8045}"/>
                </a:ext>
              </a:extLst>
            </p:cNvPr>
            <p:cNvSpPr/>
            <p:nvPr/>
          </p:nvSpPr>
          <p:spPr>
            <a:xfrm>
              <a:off x="5698004" y="4694541"/>
              <a:ext cx="42528" cy="42160"/>
            </a:xfrm>
            <a:custGeom>
              <a:avLst/>
              <a:gdLst>
                <a:gd name="connsiteX0" fmla="*/ 21297 w 42528"/>
                <a:gd name="connsiteY0" fmla="*/ 42160 h 42160"/>
                <a:gd name="connsiteX1" fmla="*/ 3471 w 42528"/>
                <a:gd name="connsiteY1" fmla="*/ 32629 h 42160"/>
                <a:gd name="connsiteX2" fmla="*/ 9838 w 42528"/>
                <a:gd name="connsiteY2" fmla="*/ 3399 h 42160"/>
                <a:gd name="connsiteX3" fmla="*/ 25754 w 42528"/>
                <a:gd name="connsiteY3" fmla="*/ 221 h 42160"/>
                <a:gd name="connsiteX4" fmla="*/ 39124 w 42528"/>
                <a:gd name="connsiteY4" fmla="*/ 9117 h 42160"/>
                <a:gd name="connsiteX5" fmla="*/ 42307 w 42528"/>
                <a:gd name="connsiteY5" fmla="*/ 25003 h 42160"/>
                <a:gd name="connsiteX6" fmla="*/ 33394 w 42528"/>
                <a:gd name="connsiteY6" fmla="*/ 38347 h 42160"/>
                <a:gd name="connsiteX7" fmla="*/ 33394 w 42528"/>
                <a:gd name="connsiteY7" fmla="*/ 38347 h 42160"/>
                <a:gd name="connsiteX8" fmla="*/ 21297 w 42528"/>
                <a:gd name="connsiteY8" fmla="*/ 42160 h 4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28" h="42160">
                  <a:moveTo>
                    <a:pt x="21297" y="42160"/>
                  </a:moveTo>
                  <a:cubicBezTo>
                    <a:pt x="14294" y="42160"/>
                    <a:pt x="7927" y="38983"/>
                    <a:pt x="3471" y="32629"/>
                  </a:cubicBezTo>
                  <a:cubicBezTo>
                    <a:pt x="-2895" y="23097"/>
                    <a:pt x="-349" y="9753"/>
                    <a:pt x="9838" y="3399"/>
                  </a:cubicBezTo>
                  <a:cubicBezTo>
                    <a:pt x="14294" y="221"/>
                    <a:pt x="20024" y="-414"/>
                    <a:pt x="25754" y="221"/>
                  </a:cubicBezTo>
                  <a:cubicBezTo>
                    <a:pt x="31484" y="1492"/>
                    <a:pt x="35940" y="4669"/>
                    <a:pt x="39124" y="9117"/>
                  </a:cubicBezTo>
                  <a:cubicBezTo>
                    <a:pt x="42307" y="13566"/>
                    <a:pt x="42943" y="19284"/>
                    <a:pt x="42307" y="25003"/>
                  </a:cubicBezTo>
                  <a:cubicBezTo>
                    <a:pt x="41034" y="30722"/>
                    <a:pt x="37850" y="35170"/>
                    <a:pt x="33394" y="38347"/>
                  </a:cubicBezTo>
                  <a:lnTo>
                    <a:pt x="33394" y="38347"/>
                  </a:lnTo>
                  <a:cubicBezTo>
                    <a:pt x="28937" y="40889"/>
                    <a:pt x="25117" y="42160"/>
                    <a:pt x="21297" y="421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B4E86E35-224A-C3D6-397D-984818737729}"/>
                </a:ext>
              </a:extLst>
            </p:cNvPr>
            <p:cNvSpPr/>
            <p:nvPr/>
          </p:nvSpPr>
          <p:spPr>
            <a:xfrm>
              <a:off x="8871882" y="4514299"/>
              <a:ext cx="1127160" cy="751083"/>
            </a:xfrm>
            <a:custGeom>
              <a:avLst/>
              <a:gdLst>
                <a:gd name="connsiteX0" fmla="*/ 68899 w 1127160"/>
                <a:gd name="connsiteY0" fmla="*/ 24782 h 751083"/>
                <a:gd name="connsiteX1" fmla="*/ 33246 w 1127160"/>
                <a:gd name="connsiteY1" fmla="*/ 41939 h 751083"/>
                <a:gd name="connsiteX2" fmla="*/ 24969 w 1127160"/>
                <a:gd name="connsiteY2" fmla="*/ 80065 h 751083"/>
                <a:gd name="connsiteX3" fmla="*/ 175857 w 1127160"/>
                <a:gd name="connsiteY3" fmla="*/ 690081 h 751083"/>
                <a:gd name="connsiteX4" fmla="*/ 223606 w 1127160"/>
                <a:gd name="connsiteY4" fmla="*/ 726937 h 751083"/>
                <a:gd name="connsiteX5" fmla="*/ 901645 w 1127160"/>
                <a:gd name="connsiteY5" fmla="*/ 726937 h 751083"/>
                <a:gd name="connsiteX6" fmla="*/ 949394 w 1127160"/>
                <a:gd name="connsiteY6" fmla="*/ 690081 h 751083"/>
                <a:gd name="connsiteX7" fmla="*/ 1100281 w 1127160"/>
                <a:gd name="connsiteY7" fmla="*/ 80065 h 751083"/>
                <a:gd name="connsiteX8" fmla="*/ 1092005 w 1127160"/>
                <a:gd name="connsiteY8" fmla="*/ 41939 h 751083"/>
                <a:gd name="connsiteX9" fmla="*/ 1056352 w 1127160"/>
                <a:gd name="connsiteY9" fmla="*/ 24782 h 751083"/>
                <a:gd name="connsiteX10" fmla="*/ 932204 w 1127160"/>
                <a:gd name="connsiteY10" fmla="*/ 24782 h 751083"/>
                <a:gd name="connsiteX11" fmla="*/ 885091 w 1127160"/>
                <a:gd name="connsiteY11" fmla="*/ 61002 h 751083"/>
                <a:gd name="connsiteX12" fmla="*/ 562307 w 1127160"/>
                <a:gd name="connsiteY12" fmla="*/ 284039 h 751083"/>
                <a:gd name="connsiteX13" fmla="*/ 239523 w 1127160"/>
                <a:gd name="connsiteY13" fmla="*/ 61002 h 751083"/>
                <a:gd name="connsiteX14" fmla="*/ 192410 w 1127160"/>
                <a:gd name="connsiteY14" fmla="*/ 24782 h 751083"/>
                <a:gd name="connsiteX15" fmla="*/ 68899 w 1127160"/>
                <a:gd name="connsiteY15" fmla="*/ 24782 h 751083"/>
                <a:gd name="connsiteX16" fmla="*/ 902282 w 1127160"/>
                <a:gd name="connsiteY16" fmla="*/ 751083 h 751083"/>
                <a:gd name="connsiteX17" fmla="*/ 224243 w 1127160"/>
                <a:gd name="connsiteY17" fmla="*/ 751083 h 751083"/>
                <a:gd name="connsiteX18" fmla="*/ 152937 w 1127160"/>
                <a:gd name="connsiteY18" fmla="*/ 695800 h 751083"/>
                <a:gd name="connsiteX19" fmla="*/ 2050 w 1127160"/>
                <a:gd name="connsiteY19" fmla="*/ 85784 h 751083"/>
                <a:gd name="connsiteX20" fmla="*/ 14783 w 1127160"/>
                <a:gd name="connsiteY20" fmla="*/ 26688 h 751083"/>
                <a:gd name="connsiteX21" fmla="*/ 69535 w 1127160"/>
                <a:gd name="connsiteY21" fmla="*/ 0 h 751083"/>
                <a:gd name="connsiteX22" fmla="*/ 193683 w 1127160"/>
                <a:gd name="connsiteY22" fmla="*/ 0 h 751083"/>
                <a:gd name="connsiteX23" fmla="*/ 264352 w 1127160"/>
                <a:gd name="connsiteY23" fmla="*/ 53376 h 751083"/>
                <a:gd name="connsiteX24" fmla="*/ 563580 w 1127160"/>
                <a:gd name="connsiteY24" fmla="*/ 259257 h 751083"/>
                <a:gd name="connsiteX25" fmla="*/ 862808 w 1127160"/>
                <a:gd name="connsiteY25" fmla="*/ 53376 h 751083"/>
                <a:gd name="connsiteX26" fmla="*/ 933478 w 1127160"/>
                <a:gd name="connsiteY26" fmla="*/ 0 h 751083"/>
                <a:gd name="connsiteX27" fmla="*/ 1057626 w 1127160"/>
                <a:gd name="connsiteY27" fmla="*/ 0 h 751083"/>
                <a:gd name="connsiteX28" fmla="*/ 1112378 w 1127160"/>
                <a:gd name="connsiteY28" fmla="*/ 26688 h 751083"/>
                <a:gd name="connsiteX29" fmla="*/ 1125111 w 1127160"/>
                <a:gd name="connsiteY29" fmla="*/ 85784 h 751083"/>
                <a:gd name="connsiteX30" fmla="*/ 974223 w 1127160"/>
                <a:gd name="connsiteY30" fmla="*/ 695800 h 751083"/>
                <a:gd name="connsiteX31" fmla="*/ 902282 w 1127160"/>
                <a:gd name="connsiteY31" fmla="*/ 751083 h 75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27160" h="751083">
                  <a:moveTo>
                    <a:pt x="68899" y="24782"/>
                  </a:moveTo>
                  <a:cubicBezTo>
                    <a:pt x="54892" y="24782"/>
                    <a:pt x="41522" y="31136"/>
                    <a:pt x="33246" y="41939"/>
                  </a:cubicBezTo>
                  <a:cubicBezTo>
                    <a:pt x="24969" y="52741"/>
                    <a:pt x="21786" y="66721"/>
                    <a:pt x="24969" y="80065"/>
                  </a:cubicBezTo>
                  <a:lnTo>
                    <a:pt x="175857" y="690081"/>
                  </a:lnTo>
                  <a:cubicBezTo>
                    <a:pt x="180950" y="711686"/>
                    <a:pt x="200686" y="726937"/>
                    <a:pt x="223606" y="726937"/>
                  </a:cubicBezTo>
                  <a:lnTo>
                    <a:pt x="901645" y="726937"/>
                  </a:lnTo>
                  <a:cubicBezTo>
                    <a:pt x="924565" y="726937"/>
                    <a:pt x="943664" y="711686"/>
                    <a:pt x="949394" y="690081"/>
                  </a:cubicBezTo>
                  <a:lnTo>
                    <a:pt x="1100281" y="80065"/>
                  </a:lnTo>
                  <a:cubicBezTo>
                    <a:pt x="1103465" y="66721"/>
                    <a:pt x="1100918" y="52741"/>
                    <a:pt x="1092005" y="41939"/>
                  </a:cubicBezTo>
                  <a:cubicBezTo>
                    <a:pt x="1083092" y="31136"/>
                    <a:pt x="1070359" y="24782"/>
                    <a:pt x="1056352" y="24782"/>
                  </a:cubicBezTo>
                  <a:lnTo>
                    <a:pt x="932204" y="24782"/>
                  </a:lnTo>
                  <a:cubicBezTo>
                    <a:pt x="910558" y="24782"/>
                    <a:pt x="891458" y="39397"/>
                    <a:pt x="885091" y="61002"/>
                  </a:cubicBezTo>
                  <a:cubicBezTo>
                    <a:pt x="846256" y="192536"/>
                    <a:pt x="713832" y="284039"/>
                    <a:pt x="562307" y="284039"/>
                  </a:cubicBezTo>
                  <a:cubicBezTo>
                    <a:pt x="410783" y="284039"/>
                    <a:pt x="278359" y="192536"/>
                    <a:pt x="239523" y="61002"/>
                  </a:cubicBezTo>
                  <a:cubicBezTo>
                    <a:pt x="233156" y="39397"/>
                    <a:pt x="214056" y="24782"/>
                    <a:pt x="192410" y="24782"/>
                  </a:cubicBezTo>
                  <a:lnTo>
                    <a:pt x="68899" y="24782"/>
                  </a:lnTo>
                  <a:close/>
                  <a:moveTo>
                    <a:pt x="902282" y="751083"/>
                  </a:moveTo>
                  <a:lnTo>
                    <a:pt x="224243" y="751083"/>
                  </a:lnTo>
                  <a:cubicBezTo>
                    <a:pt x="190500" y="751083"/>
                    <a:pt x="161214" y="728207"/>
                    <a:pt x="152937" y="695800"/>
                  </a:cubicBezTo>
                  <a:lnTo>
                    <a:pt x="2050" y="85784"/>
                  </a:lnTo>
                  <a:cubicBezTo>
                    <a:pt x="-3044" y="65450"/>
                    <a:pt x="1413" y="43845"/>
                    <a:pt x="14783" y="26688"/>
                  </a:cubicBezTo>
                  <a:cubicBezTo>
                    <a:pt x="28152" y="9532"/>
                    <a:pt x="47889" y="0"/>
                    <a:pt x="69535" y="0"/>
                  </a:cubicBezTo>
                  <a:lnTo>
                    <a:pt x="193683" y="0"/>
                  </a:lnTo>
                  <a:cubicBezTo>
                    <a:pt x="226152" y="0"/>
                    <a:pt x="254802" y="21605"/>
                    <a:pt x="264352" y="53376"/>
                  </a:cubicBezTo>
                  <a:cubicBezTo>
                    <a:pt x="300005" y="174744"/>
                    <a:pt x="423516" y="259257"/>
                    <a:pt x="563580" y="259257"/>
                  </a:cubicBezTo>
                  <a:cubicBezTo>
                    <a:pt x="703644" y="259257"/>
                    <a:pt x="827156" y="174744"/>
                    <a:pt x="862808" y="53376"/>
                  </a:cubicBezTo>
                  <a:cubicBezTo>
                    <a:pt x="872358" y="21605"/>
                    <a:pt x="900371" y="0"/>
                    <a:pt x="933478" y="0"/>
                  </a:cubicBezTo>
                  <a:lnTo>
                    <a:pt x="1057626" y="0"/>
                  </a:lnTo>
                  <a:cubicBezTo>
                    <a:pt x="1079272" y="0"/>
                    <a:pt x="1099008" y="9532"/>
                    <a:pt x="1112378" y="26688"/>
                  </a:cubicBezTo>
                  <a:cubicBezTo>
                    <a:pt x="1125748" y="43209"/>
                    <a:pt x="1130204" y="64814"/>
                    <a:pt x="1125111" y="85784"/>
                  </a:cubicBezTo>
                  <a:lnTo>
                    <a:pt x="974223" y="695800"/>
                  </a:lnTo>
                  <a:cubicBezTo>
                    <a:pt x="965311" y="728207"/>
                    <a:pt x="936024" y="751083"/>
                    <a:pt x="902282" y="75108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540A39F4-DDDC-441E-F3F6-E7762E3AF7E0}"/>
                </a:ext>
              </a:extLst>
            </p:cNvPr>
            <p:cNvSpPr/>
            <p:nvPr/>
          </p:nvSpPr>
          <p:spPr>
            <a:xfrm>
              <a:off x="9045746" y="5097627"/>
              <a:ext cx="779433" cy="154493"/>
            </a:xfrm>
            <a:custGeom>
              <a:avLst/>
              <a:gdLst>
                <a:gd name="connsiteX0" fmla="*/ 766617 w 779433"/>
                <a:gd name="connsiteY0" fmla="*/ 154410 h 154493"/>
                <a:gd name="connsiteX1" fmla="*/ 757704 w 779433"/>
                <a:gd name="connsiteY1" fmla="*/ 150598 h 154493"/>
                <a:gd name="connsiteX2" fmla="*/ 662206 w 779433"/>
                <a:gd name="connsiteY2" fmla="*/ 45751 h 154493"/>
                <a:gd name="connsiteX3" fmla="*/ 613184 w 779433"/>
                <a:gd name="connsiteY3" fmla="*/ 24146 h 154493"/>
                <a:gd name="connsiteX4" fmla="*/ 165614 w 779433"/>
                <a:gd name="connsiteY4" fmla="*/ 24146 h 154493"/>
                <a:gd name="connsiteX5" fmla="*/ 116592 w 779433"/>
                <a:gd name="connsiteY5" fmla="*/ 45751 h 154493"/>
                <a:gd name="connsiteX6" fmla="*/ 21093 w 779433"/>
                <a:gd name="connsiteY6" fmla="*/ 150598 h 154493"/>
                <a:gd name="connsiteX7" fmla="*/ 3903 w 779433"/>
                <a:gd name="connsiteY7" fmla="*/ 151233 h 154493"/>
                <a:gd name="connsiteX8" fmla="*/ 3267 w 779433"/>
                <a:gd name="connsiteY8" fmla="*/ 134077 h 154493"/>
                <a:gd name="connsiteX9" fmla="*/ 98765 w 779433"/>
                <a:gd name="connsiteY9" fmla="*/ 29230 h 154493"/>
                <a:gd name="connsiteX10" fmla="*/ 166250 w 779433"/>
                <a:gd name="connsiteY10" fmla="*/ 0 h 154493"/>
                <a:gd name="connsiteX11" fmla="*/ 613820 w 779433"/>
                <a:gd name="connsiteY11" fmla="*/ 0 h 154493"/>
                <a:gd name="connsiteX12" fmla="*/ 680669 w 779433"/>
                <a:gd name="connsiteY12" fmla="*/ 29230 h 154493"/>
                <a:gd name="connsiteX13" fmla="*/ 776167 w 779433"/>
                <a:gd name="connsiteY13" fmla="*/ 134077 h 154493"/>
                <a:gd name="connsiteX14" fmla="*/ 775531 w 779433"/>
                <a:gd name="connsiteY14" fmla="*/ 151233 h 154493"/>
                <a:gd name="connsiteX15" fmla="*/ 766617 w 779433"/>
                <a:gd name="connsiteY15" fmla="*/ 154410 h 154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9433" h="154493">
                  <a:moveTo>
                    <a:pt x="766617" y="154410"/>
                  </a:moveTo>
                  <a:cubicBezTo>
                    <a:pt x="763434" y="154410"/>
                    <a:pt x="760251" y="153140"/>
                    <a:pt x="757704" y="150598"/>
                  </a:cubicBezTo>
                  <a:lnTo>
                    <a:pt x="662206" y="45751"/>
                  </a:lnTo>
                  <a:cubicBezTo>
                    <a:pt x="649473" y="31772"/>
                    <a:pt x="631646" y="24146"/>
                    <a:pt x="613184" y="24146"/>
                  </a:cubicBezTo>
                  <a:lnTo>
                    <a:pt x="165614" y="24146"/>
                  </a:lnTo>
                  <a:cubicBezTo>
                    <a:pt x="147151" y="24146"/>
                    <a:pt x="128688" y="31772"/>
                    <a:pt x="116592" y="45751"/>
                  </a:cubicBezTo>
                  <a:lnTo>
                    <a:pt x="21093" y="150598"/>
                  </a:lnTo>
                  <a:cubicBezTo>
                    <a:pt x="16636" y="155681"/>
                    <a:pt x="8997" y="155681"/>
                    <a:pt x="3903" y="151233"/>
                  </a:cubicBezTo>
                  <a:cubicBezTo>
                    <a:pt x="-1190" y="146785"/>
                    <a:pt x="-1190" y="139160"/>
                    <a:pt x="3267" y="134077"/>
                  </a:cubicBezTo>
                  <a:lnTo>
                    <a:pt x="98765" y="29230"/>
                  </a:lnTo>
                  <a:cubicBezTo>
                    <a:pt x="115954" y="10167"/>
                    <a:pt x="140148" y="0"/>
                    <a:pt x="166250" y="0"/>
                  </a:cubicBezTo>
                  <a:lnTo>
                    <a:pt x="613820" y="0"/>
                  </a:lnTo>
                  <a:cubicBezTo>
                    <a:pt x="639286" y="0"/>
                    <a:pt x="664116" y="10802"/>
                    <a:pt x="680669" y="29230"/>
                  </a:cubicBezTo>
                  <a:lnTo>
                    <a:pt x="776167" y="134077"/>
                  </a:lnTo>
                  <a:cubicBezTo>
                    <a:pt x="780624" y="139160"/>
                    <a:pt x="780624" y="146785"/>
                    <a:pt x="775531" y="151233"/>
                  </a:cubicBezTo>
                  <a:cubicBezTo>
                    <a:pt x="772348" y="153140"/>
                    <a:pt x="769801" y="154410"/>
                    <a:pt x="766617" y="15441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12E35E7-A55C-3D67-C08C-CF3CF1757C9E}"/>
                </a:ext>
              </a:extLst>
            </p:cNvPr>
            <p:cNvSpPr/>
            <p:nvPr/>
          </p:nvSpPr>
          <p:spPr>
            <a:xfrm>
              <a:off x="8891287" y="3703557"/>
              <a:ext cx="570135" cy="447909"/>
            </a:xfrm>
            <a:custGeom>
              <a:avLst/>
              <a:gdLst>
                <a:gd name="connsiteX0" fmla="*/ 303520 w 570135"/>
                <a:gd name="connsiteY0" fmla="*/ 24075 h 447909"/>
                <a:gd name="connsiteX1" fmla="*/ 269140 w 570135"/>
                <a:gd name="connsiteY1" fmla="*/ 25981 h 447909"/>
                <a:gd name="connsiteX2" fmla="*/ 89603 w 570135"/>
                <a:gd name="connsiteY2" fmla="*/ 73639 h 447909"/>
                <a:gd name="connsiteX3" fmla="*/ 24664 w 570135"/>
                <a:gd name="connsiteY3" fmla="*/ 156881 h 447909"/>
                <a:gd name="connsiteX4" fmla="*/ 41217 w 570135"/>
                <a:gd name="connsiteY4" fmla="*/ 336073 h 447909"/>
                <a:gd name="connsiteX5" fmla="*/ 121436 w 570135"/>
                <a:gd name="connsiteY5" fmla="*/ 406606 h 447909"/>
                <a:gd name="connsiteX6" fmla="*/ 303520 w 570135"/>
                <a:gd name="connsiteY6" fmla="*/ 423127 h 447909"/>
                <a:gd name="connsiteX7" fmla="*/ 479873 w 570135"/>
                <a:gd name="connsiteY7" fmla="*/ 373564 h 447909"/>
                <a:gd name="connsiteX8" fmla="*/ 545449 w 570135"/>
                <a:gd name="connsiteY8" fmla="*/ 290322 h 447909"/>
                <a:gd name="connsiteX9" fmla="*/ 528896 w 570135"/>
                <a:gd name="connsiteY9" fmla="*/ 111129 h 447909"/>
                <a:gd name="connsiteX10" fmla="*/ 449314 w 570135"/>
                <a:gd name="connsiteY10" fmla="*/ 41231 h 447909"/>
                <a:gd name="connsiteX11" fmla="*/ 303520 w 570135"/>
                <a:gd name="connsiteY11" fmla="*/ 24075 h 447909"/>
                <a:gd name="connsiteX12" fmla="*/ 271687 w 570135"/>
                <a:gd name="connsiteY12" fmla="*/ 447909 h 447909"/>
                <a:gd name="connsiteX13" fmla="*/ 115070 w 570135"/>
                <a:gd name="connsiteY13" fmla="*/ 429482 h 447909"/>
                <a:gd name="connsiteX14" fmla="*/ 17024 w 570135"/>
                <a:gd name="connsiteY14" fmla="*/ 337979 h 447909"/>
                <a:gd name="connsiteX15" fmla="*/ 471 w 570135"/>
                <a:gd name="connsiteY15" fmla="*/ 158787 h 447909"/>
                <a:gd name="connsiteX16" fmla="*/ 80690 w 570135"/>
                <a:gd name="connsiteY16" fmla="*/ 50763 h 447909"/>
                <a:gd name="connsiteX17" fmla="*/ 267230 w 570135"/>
                <a:gd name="connsiteY17" fmla="*/ 1835 h 447909"/>
                <a:gd name="connsiteX18" fmla="*/ 454407 w 570135"/>
                <a:gd name="connsiteY18" fmla="*/ 17085 h 447909"/>
                <a:gd name="connsiteX19" fmla="*/ 553089 w 570135"/>
                <a:gd name="connsiteY19" fmla="*/ 108588 h 447909"/>
                <a:gd name="connsiteX20" fmla="*/ 569641 w 570135"/>
                <a:gd name="connsiteY20" fmla="*/ 287780 h 447909"/>
                <a:gd name="connsiteX21" fmla="*/ 490059 w 570135"/>
                <a:gd name="connsiteY21" fmla="*/ 395168 h 447909"/>
                <a:gd name="connsiteX22" fmla="*/ 305429 w 570135"/>
                <a:gd name="connsiteY22" fmla="*/ 446639 h 447909"/>
                <a:gd name="connsiteX23" fmla="*/ 271687 w 570135"/>
                <a:gd name="connsiteY23" fmla="*/ 447909 h 447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70135" h="447909">
                  <a:moveTo>
                    <a:pt x="303520" y="24075"/>
                  </a:moveTo>
                  <a:cubicBezTo>
                    <a:pt x="291423" y="24075"/>
                    <a:pt x="279963" y="24710"/>
                    <a:pt x="269140" y="25981"/>
                  </a:cubicBezTo>
                  <a:cubicBezTo>
                    <a:pt x="183828" y="34877"/>
                    <a:pt x="90240" y="73003"/>
                    <a:pt x="89603" y="73639"/>
                  </a:cubicBezTo>
                  <a:cubicBezTo>
                    <a:pt x="42491" y="92702"/>
                    <a:pt x="20844" y="119390"/>
                    <a:pt x="24664" y="156881"/>
                  </a:cubicBezTo>
                  <a:lnTo>
                    <a:pt x="41217" y="336073"/>
                  </a:lnTo>
                  <a:cubicBezTo>
                    <a:pt x="45037" y="375470"/>
                    <a:pt x="76233" y="392627"/>
                    <a:pt x="121436" y="406606"/>
                  </a:cubicBezTo>
                  <a:cubicBezTo>
                    <a:pt x="122073" y="406606"/>
                    <a:pt x="216935" y="429482"/>
                    <a:pt x="303520" y="423127"/>
                  </a:cubicBezTo>
                  <a:cubicBezTo>
                    <a:pt x="376735" y="418044"/>
                    <a:pt x="478600" y="374199"/>
                    <a:pt x="479873" y="373564"/>
                  </a:cubicBezTo>
                  <a:cubicBezTo>
                    <a:pt x="529533" y="350053"/>
                    <a:pt x="548632" y="325906"/>
                    <a:pt x="545449" y="290322"/>
                  </a:cubicBezTo>
                  <a:lnTo>
                    <a:pt x="528896" y="111129"/>
                  </a:lnTo>
                  <a:cubicBezTo>
                    <a:pt x="525713" y="74910"/>
                    <a:pt x="501520" y="53940"/>
                    <a:pt x="449314" y="41231"/>
                  </a:cubicBezTo>
                  <a:cubicBezTo>
                    <a:pt x="447404" y="39961"/>
                    <a:pt x="371642" y="24075"/>
                    <a:pt x="303520" y="24075"/>
                  </a:cubicBezTo>
                  <a:moveTo>
                    <a:pt x="271687" y="447909"/>
                  </a:moveTo>
                  <a:cubicBezTo>
                    <a:pt x="192741" y="447909"/>
                    <a:pt x="118253" y="430117"/>
                    <a:pt x="115070" y="429482"/>
                  </a:cubicBezTo>
                  <a:cubicBezTo>
                    <a:pt x="69230" y="415502"/>
                    <a:pt x="22117" y="393897"/>
                    <a:pt x="17024" y="337979"/>
                  </a:cubicBezTo>
                  <a:lnTo>
                    <a:pt x="471" y="158787"/>
                  </a:lnTo>
                  <a:cubicBezTo>
                    <a:pt x="-2712" y="125109"/>
                    <a:pt x="8748" y="79358"/>
                    <a:pt x="80690" y="50763"/>
                  </a:cubicBezTo>
                  <a:cubicBezTo>
                    <a:pt x="84510" y="49492"/>
                    <a:pt x="178098" y="10731"/>
                    <a:pt x="267230" y="1835"/>
                  </a:cubicBezTo>
                  <a:cubicBezTo>
                    <a:pt x="345539" y="-6426"/>
                    <a:pt x="449951" y="15814"/>
                    <a:pt x="454407" y="17085"/>
                  </a:cubicBezTo>
                  <a:cubicBezTo>
                    <a:pt x="493880" y="27252"/>
                    <a:pt x="547358" y="47586"/>
                    <a:pt x="553089" y="108588"/>
                  </a:cubicBezTo>
                  <a:lnTo>
                    <a:pt x="569641" y="287780"/>
                  </a:lnTo>
                  <a:cubicBezTo>
                    <a:pt x="575372" y="347511"/>
                    <a:pt x="530169" y="376741"/>
                    <a:pt x="490059" y="395168"/>
                  </a:cubicBezTo>
                  <a:cubicBezTo>
                    <a:pt x="485603" y="397075"/>
                    <a:pt x="383102" y="441555"/>
                    <a:pt x="305429" y="446639"/>
                  </a:cubicBezTo>
                  <a:cubicBezTo>
                    <a:pt x="293970" y="447274"/>
                    <a:pt x="282510" y="447909"/>
                    <a:pt x="271687" y="44790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D87D88D9-26A8-6CC4-9E0D-BD5E0CBC939A}"/>
                </a:ext>
              </a:extLst>
            </p:cNvPr>
            <p:cNvSpPr/>
            <p:nvPr/>
          </p:nvSpPr>
          <p:spPr>
            <a:xfrm>
              <a:off x="9178885" y="3998957"/>
              <a:ext cx="17836" cy="17802"/>
            </a:xfrm>
            <a:custGeom>
              <a:avLst/>
              <a:gdLst>
                <a:gd name="connsiteX0" fmla="*/ 5735 w 17836"/>
                <a:gd name="connsiteY0" fmla="*/ 640 h 17802"/>
                <a:gd name="connsiteX1" fmla="*/ 17195 w 17836"/>
                <a:gd name="connsiteY1" fmla="*/ 5724 h 17802"/>
                <a:gd name="connsiteX2" fmla="*/ 12102 w 17836"/>
                <a:gd name="connsiteY2" fmla="*/ 17162 h 17802"/>
                <a:gd name="connsiteX3" fmla="*/ 642 w 17836"/>
                <a:gd name="connsiteY3" fmla="*/ 12078 h 17802"/>
                <a:gd name="connsiteX4" fmla="*/ 5735 w 17836"/>
                <a:gd name="connsiteY4" fmla="*/ 640 h 1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36" h="17802">
                  <a:moveTo>
                    <a:pt x="5735" y="640"/>
                  </a:moveTo>
                  <a:cubicBezTo>
                    <a:pt x="10192" y="-1266"/>
                    <a:pt x="15285" y="1276"/>
                    <a:pt x="17195" y="5724"/>
                  </a:cubicBezTo>
                  <a:cubicBezTo>
                    <a:pt x="19105" y="10172"/>
                    <a:pt x="16558" y="15255"/>
                    <a:pt x="12102" y="17162"/>
                  </a:cubicBezTo>
                  <a:cubicBezTo>
                    <a:pt x="7645" y="19068"/>
                    <a:pt x="2552" y="16526"/>
                    <a:pt x="642" y="12078"/>
                  </a:cubicBezTo>
                  <a:cubicBezTo>
                    <a:pt x="-1269" y="6995"/>
                    <a:pt x="1278" y="1911"/>
                    <a:pt x="5735" y="64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F734F4CE-E0D6-3CDD-3FBD-DE4BEA26902E}"/>
                </a:ext>
              </a:extLst>
            </p:cNvPr>
            <p:cNvSpPr/>
            <p:nvPr/>
          </p:nvSpPr>
          <p:spPr>
            <a:xfrm>
              <a:off x="9166706" y="3986901"/>
              <a:ext cx="41458" cy="41291"/>
            </a:xfrm>
            <a:custGeom>
              <a:avLst/>
              <a:gdLst>
                <a:gd name="connsiteX0" fmla="*/ 21098 w 41458"/>
                <a:gd name="connsiteY0" fmla="*/ 41291 h 41291"/>
                <a:gd name="connsiteX1" fmla="*/ 12185 w 41458"/>
                <a:gd name="connsiteY1" fmla="*/ 39385 h 41291"/>
                <a:gd name="connsiteX2" fmla="*/ 1361 w 41458"/>
                <a:gd name="connsiteY2" fmla="*/ 27947 h 41291"/>
                <a:gd name="connsiteX3" fmla="*/ 1998 w 41458"/>
                <a:gd name="connsiteY3" fmla="*/ 12061 h 41291"/>
                <a:gd name="connsiteX4" fmla="*/ 13458 w 41458"/>
                <a:gd name="connsiteY4" fmla="*/ 1259 h 41291"/>
                <a:gd name="connsiteX5" fmla="*/ 40198 w 41458"/>
                <a:gd name="connsiteY5" fmla="*/ 13332 h 41291"/>
                <a:gd name="connsiteX6" fmla="*/ 28101 w 41458"/>
                <a:gd name="connsiteY6" fmla="*/ 40020 h 41291"/>
                <a:gd name="connsiteX7" fmla="*/ 21098 w 41458"/>
                <a:gd name="connsiteY7" fmla="*/ 41291 h 4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458" h="41291">
                  <a:moveTo>
                    <a:pt x="21098" y="41291"/>
                  </a:moveTo>
                  <a:cubicBezTo>
                    <a:pt x="17915" y="41291"/>
                    <a:pt x="15368" y="40656"/>
                    <a:pt x="12185" y="39385"/>
                  </a:cubicBezTo>
                  <a:cubicBezTo>
                    <a:pt x="7091" y="36843"/>
                    <a:pt x="3271" y="33030"/>
                    <a:pt x="1361" y="27947"/>
                  </a:cubicBezTo>
                  <a:cubicBezTo>
                    <a:pt x="-548" y="22863"/>
                    <a:pt x="-548" y="17145"/>
                    <a:pt x="1998" y="12061"/>
                  </a:cubicBezTo>
                  <a:cubicBezTo>
                    <a:pt x="4544" y="6978"/>
                    <a:pt x="8365" y="3165"/>
                    <a:pt x="13458" y="1259"/>
                  </a:cubicBezTo>
                  <a:cubicBezTo>
                    <a:pt x="24281" y="-2554"/>
                    <a:pt x="36377" y="2530"/>
                    <a:pt x="40198" y="13332"/>
                  </a:cubicBezTo>
                  <a:cubicBezTo>
                    <a:pt x="44017" y="24134"/>
                    <a:pt x="38924" y="36208"/>
                    <a:pt x="28101" y="40020"/>
                  </a:cubicBezTo>
                  <a:cubicBezTo>
                    <a:pt x="25554" y="41291"/>
                    <a:pt x="23008" y="41291"/>
                    <a:pt x="21098" y="412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8B4A381A-8EF6-401F-CF51-AB69EA0E83C8}"/>
                </a:ext>
              </a:extLst>
            </p:cNvPr>
            <p:cNvSpPr/>
            <p:nvPr/>
          </p:nvSpPr>
          <p:spPr>
            <a:xfrm>
              <a:off x="9224105" y="3836838"/>
              <a:ext cx="41458" cy="41391"/>
            </a:xfrm>
            <a:custGeom>
              <a:avLst/>
              <a:gdLst>
                <a:gd name="connsiteX0" fmla="*/ 20998 w 41458"/>
                <a:gd name="connsiteY0" fmla="*/ 41391 h 41391"/>
                <a:gd name="connsiteX1" fmla="*/ 12085 w 41458"/>
                <a:gd name="connsiteY1" fmla="*/ 39485 h 41391"/>
                <a:gd name="connsiteX2" fmla="*/ 1261 w 41458"/>
                <a:gd name="connsiteY2" fmla="*/ 28047 h 41391"/>
                <a:gd name="connsiteX3" fmla="*/ 13358 w 41458"/>
                <a:gd name="connsiteY3" fmla="*/ 1359 h 41391"/>
                <a:gd name="connsiteX4" fmla="*/ 13358 w 41458"/>
                <a:gd name="connsiteY4" fmla="*/ 1359 h 41391"/>
                <a:gd name="connsiteX5" fmla="*/ 29274 w 41458"/>
                <a:gd name="connsiteY5" fmla="*/ 1994 h 41391"/>
                <a:gd name="connsiteX6" fmla="*/ 40098 w 41458"/>
                <a:gd name="connsiteY6" fmla="*/ 13432 h 41391"/>
                <a:gd name="connsiteX7" fmla="*/ 39460 w 41458"/>
                <a:gd name="connsiteY7" fmla="*/ 29318 h 41391"/>
                <a:gd name="connsiteX8" fmla="*/ 28001 w 41458"/>
                <a:gd name="connsiteY8" fmla="*/ 40120 h 41391"/>
                <a:gd name="connsiteX9" fmla="*/ 20998 w 41458"/>
                <a:gd name="connsiteY9" fmla="*/ 41391 h 4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458" h="41391">
                  <a:moveTo>
                    <a:pt x="20998" y="41391"/>
                  </a:moveTo>
                  <a:cubicBezTo>
                    <a:pt x="17815" y="41391"/>
                    <a:pt x="15268" y="40756"/>
                    <a:pt x="12085" y="39485"/>
                  </a:cubicBezTo>
                  <a:cubicBezTo>
                    <a:pt x="6991" y="36943"/>
                    <a:pt x="3171" y="33131"/>
                    <a:pt x="1261" y="28047"/>
                  </a:cubicBezTo>
                  <a:cubicBezTo>
                    <a:pt x="-2559" y="17245"/>
                    <a:pt x="2535" y="5171"/>
                    <a:pt x="13358" y="1359"/>
                  </a:cubicBezTo>
                  <a:lnTo>
                    <a:pt x="13358" y="1359"/>
                  </a:lnTo>
                  <a:cubicBezTo>
                    <a:pt x="18451" y="-547"/>
                    <a:pt x="24181" y="-547"/>
                    <a:pt x="29274" y="1994"/>
                  </a:cubicBezTo>
                  <a:cubicBezTo>
                    <a:pt x="34368" y="4536"/>
                    <a:pt x="38187" y="8349"/>
                    <a:pt x="40098" y="13432"/>
                  </a:cubicBezTo>
                  <a:cubicBezTo>
                    <a:pt x="42007" y="18516"/>
                    <a:pt x="42007" y="24234"/>
                    <a:pt x="39460" y="29318"/>
                  </a:cubicBezTo>
                  <a:cubicBezTo>
                    <a:pt x="36914" y="34401"/>
                    <a:pt x="33094" y="38214"/>
                    <a:pt x="28001" y="40120"/>
                  </a:cubicBezTo>
                  <a:cubicBezTo>
                    <a:pt x="26091" y="40756"/>
                    <a:pt x="23544" y="41391"/>
                    <a:pt x="20998" y="413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B3A21BA5-7975-40C7-2000-DD2ECEAF339F}"/>
                </a:ext>
              </a:extLst>
            </p:cNvPr>
            <p:cNvSpPr/>
            <p:nvPr/>
          </p:nvSpPr>
          <p:spPr>
            <a:xfrm>
              <a:off x="9241442" y="3854083"/>
              <a:ext cx="4934" cy="6830"/>
            </a:xfrm>
            <a:custGeom>
              <a:avLst/>
              <a:gdLst>
                <a:gd name="connsiteX0" fmla="*/ 2387 w 4934"/>
                <a:gd name="connsiteY0" fmla="*/ 0 h 6830"/>
                <a:gd name="connsiteX1" fmla="*/ 2387 w 4934"/>
                <a:gd name="connsiteY1" fmla="*/ 0 h 6830"/>
                <a:gd name="connsiteX2" fmla="*/ 478 w 4934"/>
                <a:gd name="connsiteY2" fmla="*/ 1906 h 6830"/>
                <a:gd name="connsiteX3" fmla="*/ 478 w 4934"/>
                <a:gd name="connsiteY3" fmla="*/ 4448 h 6830"/>
                <a:gd name="connsiteX4" fmla="*/ 2387 w 4934"/>
                <a:gd name="connsiteY4" fmla="*/ 6354 h 6830"/>
                <a:gd name="connsiteX5" fmla="*/ 4934 w 4934"/>
                <a:gd name="connsiteY5" fmla="*/ 6354 h 6830"/>
                <a:gd name="connsiteX6" fmla="*/ 2387 w 4934"/>
                <a:gd name="connsiteY6" fmla="*/ 0 h 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34" h="6830">
                  <a:moveTo>
                    <a:pt x="2387" y="0"/>
                  </a:moveTo>
                  <a:lnTo>
                    <a:pt x="2387" y="0"/>
                  </a:lnTo>
                  <a:cubicBezTo>
                    <a:pt x="1751" y="635"/>
                    <a:pt x="1114" y="1271"/>
                    <a:pt x="478" y="1906"/>
                  </a:cubicBezTo>
                  <a:cubicBezTo>
                    <a:pt x="-159" y="2542"/>
                    <a:pt x="-159" y="3813"/>
                    <a:pt x="478" y="4448"/>
                  </a:cubicBezTo>
                  <a:cubicBezTo>
                    <a:pt x="478" y="5083"/>
                    <a:pt x="1751" y="5719"/>
                    <a:pt x="2387" y="6354"/>
                  </a:cubicBezTo>
                  <a:cubicBezTo>
                    <a:pt x="3024" y="6990"/>
                    <a:pt x="4298" y="6990"/>
                    <a:pt x="4934" y="6354"/>
                  </a:cubicBezTo>
                  <a:lnTo>
                    <a:pt x="2387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1ED706C0-9DA9-48D5-A836-E3C88D35DDE4}"/>
                </a:ext>
              </a:extLst>
            </p:cNvPr>
            <p:cNvSpPr/>
            <p:nvPr/>
          </p:nvSpPr>
          <p:spPr>
            <a:xfrm>
              <a:off x="9082750" y="3869964"/>
              <a:ext cx="17836" cy="17802"/>
            </a:xfrm>
            <a:custGeom>
              <a:avLst/>
              <a:gdLst>
                <a:gd name="connsiteX0" fmla="*/ 5735 w 17836"/>
                <a:gd name="connsiteY0" fmla="*/ 640 h 17802"/>
                <a:gd name="connsiteX1" fmla="*/ 17195 w 17836"/>
                <a:gd name="connsiteY1" fmla="*/ 5724 h 17802"/>
                <a:gd name="connsiteX2" fmla="*/ 12101 w 17836"/>
                <a:gd name="connsiteY2" fmla="*/ 17162 h 17802"/>
                <a:gd name="connsiteX3" fmla="*/ 642 w 17836"/>
                <a:gd name="connsiteY3" fmla="*/ 12078 h 17802"/>
                <a:gd name="connsiteX4" fmla="*/ 5735 w 17836"/>
                <a:gd name="connsiteY4" fmla="*/ 640 h 1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36" h="17802">
                  <a:moveTo>
                    <a:pt x="5735" y="640"/>
                  </a:moveTo>
                  <a:cubicBezTo>
                    <a:pt x="10192" y="-1266"/>
                    <a:pt x="15284" y="1276"/>
                    <a:pt x="17195" y="5724"/>
                  </a:cubicBezTo>
                  <a:cubicBezTo>
                    <a:pt x="19105" y="10172"/>
                    <a:pt x="16558" y="15255"/>
                    <a:pt x="12101" y="17162"/>
                  </a:cubicBezTo>
                  <a:cubicBezTo>
                    <a:pt x="7645" y="19068"/>
                    <a:pt x="2551" y="16526"/>
                    <a:pt x="642" y="12078"/>
                  </a:cubicBezTo>
                  <a:cubicBezTo>
                    <a:pt x="-1269" y="6995"/>
                    <a:pt x="1278" y="1911"/>
                    <a:pt x="5735" y="64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7AF3F007-B636-EC3F-CE0C-0C835EA50A30}"/>
                </a:ext>
              </a:extLst>
            </p:cNvPr>
            <p:cNvSpPr/>
            <p:nvPr/>
          </p:nvSpPr>
          <p:spPr>
            <a:xfrm>
              <a:off x="9070671" y="3857172"/>
              <a:ext cx="41458" cy="42026"/>
            </a:xfrm>
            <a:custGeom>
              <a:avLst/>
              <a:gdLst>
                <a:gd name="connsiteX0" fmla="*/ 20997 w 41458"/>
                <a:gd name="connsiteY0" fmla="*/ 42027 h 42026"/>
                <a:gd name="connsiteX1" fmla="*/ 12085 w 41458"/>
                <a:gd name="connsiteY1" fmla="*/ 40120 h 42026"/>
                <a:gd name="connsiteX2" fmla="*/ 1261 w 41458"/>
                <a:gd name="connsiteY2" fmla="*/ 28047 h 42026"/>
                <a:gd name="connsiteX3" fmla="*/ 13358 w 41458"/>
                <a:gd name="connsiteY3" fmla="*/ 1359 h 42026"/>
                <a:gd name="connsiteX4" fmla="*/ 13358 w 41458"/>
                <a:gd name="connsiteY4" fmla="*/ 1359 h 42026"/>
                <a:gd name="connsiteX5" fmla="*/ 29274 w 41458"/>
                <a:gd name="connsiteY5" fmla="*/ 1994 h 42026"/>
                <a:gd name="connsiteX6" fmla="*/ 40097 w 41458"/>
                <a:gd name="connsiteY6" fmla="*/ 13432 h 42026"/>
                <a:gd name="connsiteX7" fmla="*/ 39460 w 41458"/>
                <a:gd name="connsiteY7" fmla="*/ 29318 h 42026"/>
                <a:gd name="connsiteX8" fmla="*/ 28001 w 41458"/>
                <a:gd name="connsiteY8" fmla="*/ 40120 h 42026"/>
                <a:gd name="connsiteX9" fmla="*/ 20997 w 41458"/>
                <a:gd name="connsiteY9" fmla="*/ 42027 h 42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458" h="42026">
                  <a:moveTo>
                    <a:pt x="20997" y="42027"/>
                  </a:moveTo>
                  <a:cubicBezTo>
                    <a:pt x="17814" y="42027"/>
                    <a:pt x="15268" y="41391"/>
                    <a:pt x="12085" y="40120"/>
                  </a:cubicBezTo>
                  <a:cubicBezTo>
                    <a:pt x="6991" y="37579"/>
                    <a:pt x="3171" y="33766"/>
                    <a:pt x="1261" y="28047"/>
                  </a:cubicBezTo>
                  <a:cubicBezTo>
                    <a:pt x="-2559" y="17245"/>
                    <a:pt x="2535" y="5171"/>
                    <a:pt x="13358" y="1359"/>
                  </a:cubicBezTo>
                  <a:lnTo>
                    <a:pt x="13358" y="1359"/>
                  </a:lnTo>
                  <a:cubicBezTo>
                    <a:pt x="18451" y="-547"/>
                    <a:pt x="24180" y="-547"/>
                    <a:pt x="29274" y="1994"/>
                  </a:cubicBezTo>
                  <a:cubicBezTo>
                    <a:pt x="34368" y="4536"/>
                    <a:pt x="38187" y="8349"/>
                    <a:pt x="40097" y="13432"/>
                  </a:cubicBezTo>
                  <a:cubicBezTo>
                    <a:pt x="42007" y="18516"/>
                    <a:pt x="42007" y="24234"/>
                    <a:pt x="39460" y="29318"/>
                  </a:cubicBezTo>
                  <a:cubicBezTo>
                    <a:pt x="36914" y="34401"/>
                    <a:pt x="33094" y="38214"/>
                    <a:pt x="28001" y="40120"/>
                  </a:cubicBezTo>
                  <a:cubicBezTo>
                    <a:pt x="25454" y="42027"/>
                    <a:pt x="23544" y="42027"/>
                    <a:pt x="20997" y="420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5EAFBBEA-A904-48A7-7E8D-B93517BCCB92}"/>
                </a:ext>
              </a:extLst>
            </p:cNvPr>
            <p:cNvSpPr/>
            <p:nvPr/>
          </p:nvSpPr>
          <p:spPr>
            <a:xfrm>
              <a:off x="9493301" y="3736639"/>
              <a:ext cx="562008" cy="580039"/>
            </a:xfrm>
            <a:custGeom>
              <a:avLst/>
              <a:gdLst>
                <a:gd name="connsiteX0" fmla="*/ 331159 w 562008"/>
                <a:gd name="connsiteY0" fmla="*/ 24035 h 580039"/>
                <a:gd name="connsiteX1" fmla="*/ 266856 w 562008"/>
                <a:gd name="connsiteY1" fmla="*/ 46275 h 580039"/>
                <a:gd name="connsiteX2" fmla="*/ 129338 w 562008"/>
                <a:gd name="connsiteY2" fmla="*/ 161289 h 580039"/>
                <a:gd name="connsiteX3" fmla="*/ 36386 w 562008"/>
                <a:gd name="connsiteY3" fmla="*/ 320783 h 580039"/>
                <a:gd name="connsiteX4" fmla="*/ 49756 w 562008"/>
                <a:gd name="connsiteY4" fmla="*/ 424994 h 580039"/>
                <a:gd name="connsiteX5" fmla="*/ 189184 w 562008"/>
                <a:gd name="connsiteY5" fmla="*/ 540008 h 580039"/>
                <a:gd name="connsiteX6" fmla="*/ 296142 w 562008"/>
                <a:gd name="connsiteY6" fmla="*/ 533653 h 580039"/>
                <a:gd name="connsiteX7" fmla="*/ 436843 w 562008"/>
                <a:gd name="connsiteY7" fmla="*/ 418004 h 580039"/>
                <a:gd name="connsiteX8" fmla="*/ 525975 w 562008"/>
                <a:gd name="connsiteY8" fmla="*/ 259781 h 580039"/>
                <a:gd name="connsiteX9" fmla="*/ 512605 w 562008"/>
                <a:gd name="connsiteY9" fmla="*/ 154935 h 580039"/>
                <a:gd name="connsiteX10" fmla="*/ 373178 w 562008"/>
                <a:gd name="connsiteY10" fmla="*/ 39921 h 580039"/>
                <a:gd name="connsiteX11" fmla="*/ 331159 w 562008"/>
                <a:gd name="connsiteY11" fmla="*/ 24035 h 580039"/>
                <a:gd name="connsiteX12" fmla="*/ 229930 w 562008"/>
                <a:gd name="connsiteY12" fmla="*/ 580040 h 580039"/>
                <a:gd name="connsiteX13" fmla="*/ 173904 w 562008"/>
                <a:gd name="connsiteY13" fmla="*/ 559706 h 580039"/>
                <a:gd name="connsiteX14" fmla="*/ 34476 w 562008"/>
                <a:gd name="connsiteY14" fmla="*/ 444693 h 580039"/>
                <a:gd name="connsiteX15" fmla="*/ 14103 w 562008"/>
                <a:gd name="connsiteY15" fmla="*/ 311887 h 580039"/>
                <a:gd name="connsiteX16" fmla="*/ 110875 w 562008"/>
                <a:gd name="connsiteY16" fmla="*/ 146674 h 580039"/>
                <a:gd name="connsiteX17" fmla="*/ 254122 w 562008"/>
                <a:gd name="connsiteY17" fmla="*/ 25941 h 580039"/>
                <a:gd name="connsiteX18" fmla="*/ 389094 w 562008"/>
                <a:gd name="connsiteY18" fmla="*/ 21493 h 580039"/>
                <a:gd name="connsiteX19" fmla="*/ 528522 w 562008"/>
                <a:gd name="connsiteY19" fmla="*/ 136507 h 580039"/>
                <a:gd name="connsiteX20" fmla="*/ 548895 w 562008"/>
                <a:gd name="connsiteY20" fmla="*/ 268677 h 580039"/>
                <a:gd name="connsiteX21" fmla="*/ 455306 w 562008"/>
                <a:gd name="connsiteY21" fmla="*/ 434526 h 580039"/>
                <a:gd name="connsiteX22" fmla="*/ 308238 w 562008"/>
                <a:gd name="connsiteY22" fmla="*/ 555258 h 580039"/>
                <a:gd name="connsiteX23" fmla="*/ 229930 w 562008"/>
                <a:gd name="connsiteY23" fmla="*/ 580040 h 58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62008" h="580039">
                  <a:moveTo>
                    <a:pt x="331159" y="24035"/>
                  </a:moveTo>
                  <a:cubicBezTo>
                    <a:pt x="312695" y="24035"/>
                    <a:pt x="291685" y="31660"/>
                    <a:pt x="266856" y="46275"/>
                  </a:cubicBezTo>
                  <a:cubicBezTo>
                    <a:pt x="266219" y="46911"/>
                    <a:pt x="176451" y="104100"/>
                    <a:pt x="129338" y="161289"/>
                  </a:cubicBezTo>
                  <a:cubicBezTo>
                    <a:pt x="75222" y="227374"/>
                    <a:pt x="36386" y="320147"/>
                    <a:pt x="36386" y="320783"/>
                  </a:cubicBezTo>
                  <a:cubicBezTo>
                    <a:pt x="16650" y="367170"/>
                    <a:pt x="21107" y="401483"/>
                    <a:pt x="49756" y="424994"/>
                  </a:cubicBezTo>
                  <a:lnTo>
                    <a:pt x="189184" y="540008"/>
                  </a:lnTo>
                  <a:cubicBezTo>
                    <a:pt x="219744" y="565425"/>
                    <a:pt x="254122" y="555894"/>
                    <a:pt x="296142" y="533653"/>
                  </a:cubicBezTo>
                  <a:cubicBezTo>
                    <a:pt x="296142" y="533653"/>
                    <a:pt x="380181" y="482819"/>
                    <a:pt x="436843" y="418004"/>
                  </a:cubicBezTo>
                  <a:cubicBezTo>
                    <a:pt x="485229" y="362722"/>
                    <a:pt x="525339" y="260417"/>
                    <a:pt x="525975" y="259781"/>
                  </a:cubicBezTo>
                  <a:cubicBezTo>
                    <a:pt x="544438" y="208311"/>
                    <a:pt x="540618" y="178446"/>
                    <a:pt x="512605" y="154935"/>
                  </a:cubicBezTo>
                  <a:lnTo>
                    <a:pt x="373178" y="39921"/>
                  </a:lnTo>
                  <a:cubicBezTo>
                    <a:pt x="360445" y="29754"/>
                    <a:pt x="346438" y="24035"/>
                    <a:pt x="331159" y="24035"/>
                  </a:cubicBezTo>
                  <a:moveTo>
                    <a:pt x="229930" y="580040"/>
                  </a:moveTo>
                  <a:cubicBezTo>
                    <a:pt x="210830" y="580040"/>
                    <a:pt x="192367" y="574321"/>
                    <a:pt x="173904" y="559706"/>
                  </a:cubicBezTo>
                  <a:lnTo>
                    <a:pt x="34476" y="444693"/>
                  </a:lnTo>
                  <a:cubicBezTo>
                    <a:pt x="8373" y="423088"/>
                    <a:pt x="-16456" y="383055"/>
                    <a:pt x="14103" y="311887"/>
                  </a:cubicBezTo>
                  <a:cubicBezTo>
                    <a:pt x="15376" y="308074"/>
                    <a:pt x="54213" y="215301"/>
                    <a:pt x="110875" y="146674"/>
                  </a:cubicBezTo>
                  <a:cubicBezTo>
                    <a:pt x="160534" y="85672"/>
                    <a:pt x="250303" y="28483"/>
                    <a:pt x="254122" y="25941"/>
                  </a:cubicBezTo>
                  <a:cubicBezTo>
                    <a:pt x="289139" y="4972"/>
                    <a:pt x="341345" y="-17903"/>
                    <a:pt x="389094" y="21493"/>
                  </a:cubicBezTo>
                  <a:lnTo>
                    <a:pt x="528522" y="136507"/>
                  </a:lnTo>
                  <a:cubicBezTo>
                    <a:pt x="574997" y="174633"/>
                    <a:pt x="564175" y="227374"/>
                    <a:pt x="548895" y="268677"/>
                  </a:cubicBezTo>
                  <a:cubicBezTo>
                    <a:pt x="546984" y="273125"/>
                    <a:pt x="506239" y="376066"/>
                    <a:pt x="455306" y="434526"/>
                  </a:cubicBezTo>
                  <a:cubicBezTo>
                    <a:pt x="396097" y="502517"/>
                    <a:pt x="311422" y="553352"/>
                    <a:pt x="308238" y="555258"/>
                  </a:cubicBezTo>
                  <a:cubicBezTo>
                    <a:pt x="283409" y="568602"/>
                    <a:pt x="256669" y="580040"/>
                    <a:pt x="229930" y="58004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A98132C7-38E3-8746-D745-12FE41D57A7D}"/>
                </a:ext>
              </a:extLst>
            </p:cNvPr>
            <p:cNvSpPr/>
            <p:nvPr/>
          </p:nvSpPr>
          <p:spPr>
            <a:xfrm>
              <a:off x="9773527" y="4046587"/>
              <a:ext cx="42019" cy="41970"/>
            </a:xfrm>
            <a:custGeom>
              <a:avLst/>
              <a:gdLst>
                <a:gd name="connsiteX0" fmla="*/ 21009 w 42019"/>
                <a:gd name="connsiteY0" fmla="*/ 41971 h 41970"/>
                <a:gd name="connsiteX1" fmla="*/ 20373 w 42019"/>
                <a:gd name="connsiteY1" fmla="*/ 41971 h 41970"/>
                <a:gd name="connsiteX2" fmla="*/ 5729 w 42019"/>
                <a:gd name="connsiteY2" fmla="*/ 34981 h 41970"/>
                <a:gd name="connsiteX3" fmla="*/ 0 w 42019"/>
                <a:gd name="connsiteY3" fmla="*/ 19731 h 41970"/>
                <a:gd name="connsiteX4" fmla="*/ 21646 w 42019"/>
                <a:gd name="connsiteY4" fmla="*/ 32 h 41970"/>
                <a:gd name="connsiteX5" fmla="*/ 36289 w 42019"/>
                <a:gd name="connsiteY5" fmla="*/ 7022 h 41970"/>
                <a:gd name="connsiteX6" fmla="*/ 42019 w 42019"/>
                <a:gd name="connsiteY6" fmla="*/ 22272 h 41970"/>
                <a:gd name="connsiteX7" fmla="*/ 21009 w 42019"/>
                <a:gd name="connsiteY7" fmla="*/ 41971 h 41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19" h="41970">
                  <a:moveTo>
                    <a:pt x="21009" y="41971"/>
                  </a:moveTo>
                  <a:lnTo>
                    <a:pt x="20373" y="41971"/>
                  </a:lnTo>
                  <a:cubicBezTo>
                    <a:pt x="14643" y="41971"/>
                    <a:pt x="9550" y="39429"/>
                    <a:pt x="5729" y="34981"/>
                  </a:cubicBezTo>
                  <a:cubicBezTo>
                    <a:pt x="1910" y="31168"/>
                    <a:pt x="0" y="25449"/>
                    <a:pt x="0" y="19731"/>
                  </a:cubicBezTo>
                  <a:cubicBezTo>
                    <a:pt x="637" y="8293"/>
                    <a:pt x="10186" y="-603"/>
                    <a:pt x="21646" y="32"/>
                  </a:cubicBezTo>
                  <a:cubicBezTo>
                    <a:pt x="27376" y="32"/>
                    <a:pt x="32469" y="2574"/>
                    <a:pt x="36289" y="7022"/>
                  </a:cubicBezTo>
                  <a:cubicBezTo>
                    <a:pt x="40109" y="10834"/>
                    <a:pt x="42019" y="16553"/>
                    <a:pt x="42019" y="22272"/>
                  </a:cubicBezTo>
                  <a:cubicBezTo>
                    <a:pt x="42019" y="33075"/>
                    <a:pt x="32469" y="41971"/>
                    <a:pt x="21009" y="4197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F3EEFF36-BE88-3CB1-F237-A7588A209DE7}"/>
                </a:ext>
              </a:extLst>
            </p:cNvPr>
            <p:cNvSpPr/>
            <p:nvPr/>
          </p:nvSpPr>
          <p:spPr>
            <a:xfrm>
              <a:off x="9886183" y="3931574"/>
              <a:ext cx="42051" cy="41335"/>
            </a:xfrm>
            <a:custGeom>
              <a:avLst/>
              <a:gdLst>
                <a:gd name="connsiteX0" fmla="*/ 20405 w 42051"/>
                <a:gd name="connsiteY0" fmla="*/ 41335 h 41335"/>
                <a:gd name="connsiteX1" fmla="*/ 19768 w 42051"/>
                <a:gd name="connsiteY1" fmla="*/ 41335 h 41335"/>
                <a:gd name="connsiteX2" fmla="*/ 32 w 42051"/>
                <a:gd name="connsiteY2" fmla="*/ 19730 h 41335"/>
                <a:gd name="connsiteX3" fmla="*/ 21679 w 42051"/>
                <a:gd name="connsiteY3" fmla="*/ 32 h 41335"/>
                <a:gd name="connsiteX4" fmla="*/ 36321 w 42051"/>
                <a:gd name="connsiteY4" fmla="*/ 7022 h 41335"/>
                <a:gd name="connsiteX5" fmla="*/ 42051 w 42051"/>
                <a:gd name="connsiteY5" fmla="*/ 22272 h 41335"/>
                <a:gd name="connsiteX6" fmla="*/ 35048 w 42051"/>
                <a:gd name="connsiteY6" fmla="*/ 36887 h 41335"/>
                <a:gd name="connsiteX7" fmla="*/ 20405 w 42051"/>
                <a:gd name="connsiteY7" fmla="*/ 41335 h 4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51" h="41335">
                  <a:moveTo>
                    <a:pt x="20405" y="41335"/>
                  </a:moveTo>
                  <a:lnTo>
                    <a:pt x="19768" y="41335"/>
                  </a:lnTo>
                  <a:cubicBezTo>
                    <a:pt x="8309" y="40700"/>
                    <a:pt x="-604" y="31168"/>
                    <a:pt x="32" y="19730"/>
                  </a:cubicBezTo>
                  <a:cubicBezTo>
                    <a:pt x="669" y="8293"/>
                    <a:pt x="10218" y="-603"/>
                    <a:pt x="21679" y="32"/>
                  </a:cubicBezTo>
                  <a:cubicBezTo>
                    <a:pt x="27409" y="32"/>
                    <a:pt x="32501" y="2574"/>
                    <a:pt x="36321" y="7022"/>
                  </a:cubicBezTo>
                  <a:cubicBezTo>
                    <a:pt x="40142" y="10834"/>
                    <a:pt x="42051" y="16553"/>
                    <a:pt x="42051" y="22272"/>
                  </a:cubicBezTo>
                  <a:cubicBezTo>
                    <a:pt x="42051" y="27991"/>
                    <a:pt x="39504" y="33075"/>
                    <a:pt x="35048" y="36887"/>
                  </a:cubicBezTo>
                  <a:cubicBezTo>
                    <a:pt x="30592" y="39429"/>
                    <a:pt x="25498" y="41335"/>
                    <a:pt x="20405" y="41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186F6BAC-4A59-30E7-D346-880D2E1C9FA4}"/>
                </a:ext>
              </a:extLst>
            </p:cNvPr>
            <p:cNvSpPr/>
            <p:nvPr/>
          </p:nvSpPr>
          <p:spPr>
            <a:xfrm>
              <a:off x="9736569" y="3890906"/>
              <a:ext cx="41446" cy="41335"/>
            </a:xfrm>
            <a:custGeom>
              <a:avLst/>
              <a:gdLst>
                <a:gd name="connsiteX0" fmla="*/ 20405 w 41446"/>
                <a:gd name="connsiteY0" fmla="*/ 41335 h 41335"/>
                <a:gd name="connsiteX1" fmla="*/ 19768 w 41446"/>
                <a:gd name="connsiteY1" fmla="*/ 41335 h 41335"/>
                <a:gd name="connsiteX2" fmla="*/ 32 w 41446"/>
                <a:gd name="connsiteY2" fmla="*/ 19731 h 41335"/>
                <a:gd name="connsiteX3" fmla="*/ 21679 w 41446"/>
                <a:gd name="connsiteY3" fmla="*/ 32 h 41335"/>
                <a:gd name="connsiteX4" fmla="*/ 41415 w 41446"/>
                <a:gd name="connsiteY4" fmla="*/ 21637 h 41335"/>
                <a:gd name="connsiteX5" fmla="*/ 34412 w 41446"/>
                <a:gd name="connsiteY5" fmla="*/ 36252 h 41335"/>
                <a:gd name="connsiteX6" fmla="*/ 20405 w 41446"/>
                <a:gd name="connsiteY6" fmla="*/ 41335 h 4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446" h="41335">
                  <a:moveTo>
                    <a:pt x="20405" y="41335"/>
                  </a:moveTo>
                  <a:lnTo>
                    <a:pt x="19768" y="41335"/>
                  </a:lnTo>
                  <a:cubicBezTo>
                    <a:pt x="8309" y="40700"/>
                    <a:pt x="-604" y="31168"/>
                    <a:pt x="32" y="19731"/>
                  </a:cubicBezTo>
                  <a:cubicBezTo>
                    <a:pt x="669" y="8293"/>
                    <a:pt x="9582" y="-603"/>
                    <a:pt x="21679" y="32"/>
                  </a:cubicBezTo>
                  <a:cubicBezTo>
                    <a:pt x="33138" y="668"/>
                    <a:pt x="42051" y="10199"/>
                    <a:pt x="41415" y="21637"/>
                  </a:cubicBezTo>
                  <a:cubicBezTo>
                    <a:pt x="41415" y="27356"/>
                    <a:pt x="38868" y="32439"/>
                    <a:pt x="34412" y="36252"/>
                  </a:cubicBezTo>
                  <a:cubicBezTo>
                    <a:pt x="30592" y="39429"/>
                    <a:pt x="25498" y="41335"/>
                    <a:pt x="20405" y="413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3C48366-798D-EECD-9E36-73F1231553BC}"/>
                </a:ext>
              </a:extLst>
            </p:cNvPr>
            <p:cNvSpPr/>
            <p:nvPr/>
          </p:nvSpPr>
          <p:spPr>
            <a:xfrm>
              <a:off x="9100969" y="4171673"/>
              <a:ext cx="596313" cy="504026"/>
            </a:xfrm>
            <a:custGeom>
              <a:avLst/>
              <a:gdLst>
                <a:gd name="connsiteX0" fmla="*/ 180423 w 596313"/>
                <a:gd name="connsiteY0" fmla="*/ 23638 h 504026"/>
                <a:gd name="connsiteX1" fmla="*/ 107208 w 596313"/>
                <a:gd name="connsiteY1" fmla="*/ 65577 h 504026"/>
                <a:gd name="connsiteX2" fmla="*/ 31445 w 596313"/>
                <a:gd name="connsiteY2" fmla="*/ 228883 h 504026"/>
                <a:gd name="connsiteX3" fmla="*/ 65188 w 596313"/>
                <a:gd name="connsiteY3" fmla="*/ 329282 h 504026"/>
                <a:gd name="connsiteX4" fmla="*/ 214166 w 596313"/>
                <a:gd name="connsiteY4" fmla="*/ 434129 h 504026"/>
                <a:gd name="connsiteX5" fmla="*/ 391792 w 596313"/>
                <a:gd name="connsiteY5" fmla="*/ 478609 h 504026"/>
                <a:gd name="connsiteX6" fmla="*/ 490474 w 596313"/>
                <a:gd name="connsiteY6" fmla="*/ 438577 h 504026"/>
                <a:gd name="connsiteX7" fmla="*/ 566236 w 596313"/>
                <a:gd name="connsiteY7" fmla="*/ 275270 h 504026"/>
                <a:gd name="connsiteX8" fmla="*/ 532494 w 596313"/>
                <a:gd name="connsiteY8" fmla="*/ 174871 h 504026"/>
                <a:gd name="connsiteX9" fmla="*/ 384789 w 596313"/>
                <a:gd name="connsiteY9" fmla="*/ 73202 h 504026"/>
                <a:gd name="connsiteX10" fmla="*/ 205253 w 596313"/>
                <a:gd name="connsiteY10" fmla="*/ 25544 h 504026"/>
                <a:gd name="connsiteX11" fmla="*/ 180423 w 596313"/>
                <a:gd name="connsiteY11" fmla="*/ 23638 h 504026"/>
                <a:gd name="connsiteX12" fmla="*/ 412802 w 596313"/>
                <a:gd name="connsiteY12" fmla="*/ 504026 h 504026"/>
                <a:gd name="connsiteX13" fmla="*/ 389246 w 596313"/>
                <a:gd name="connsiteY13" fmla="*/ 502755 h 504026"/>
                <a:gd name="connsiteX14" fmla="*/ 203342 w 596313"/>
                <a:gd name="connsiteY14" fmla="*/ 456369 h 504026"/>
                <a:gd name="connsiteX15" fmla="*/ 47362 w 596313"/>
                <a:gd name="connsiteY15" fmla="*/ 347074 h 504026"/>
                <a:gd name="connsiteX16" fmla="*/ 8526 w 596313"/>
                <a:gd name="connsiteY16" fmla="*/ 219352 h 504026"/>
                <a:gd name="connsiteX17" fmla="*/ 84288 w 596313"/>
                <a:gd name="connsiteY17" fmla="*/ 56045 h 504026"/>
                <a:gd name="connsiteX18" fmla="*/ 207799 w 596313"/>
                <a:gd name="connsiteY18" fmla="*/ 2033 h 504026"/>
                <a:gd name="connsiteX19" fmla="*/ 393703 w 596313"/>
                <a:gd name="connsiteY19" fmla="*/ 51597 h 504026"/>
                <a:gd name="connsiteX20" fmla="*/ 548411 w 596313"/>
                <a:gd name="connsiteY20" fmla="*/ 157715 h 504026"/>
                <a:gd name="connsiteX21" fmla="*/ 587246 w 596313"/>
                <a:gd name="connsiteY21" fmla="*/ 286072 h 504026"/>
                <a:gd name="connsiteX22" fmla="*/ 511484 w 596313"/>
                <a:gd name="connsiteY22" fmla="*/ 449379 h 504026"/>
                <a:gd name="connsiteX23" fmla="*/ 412802 w 596313"/>
                <a:gd name="connsiteY23" fmla="*/ 504026 h 504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96313" h="504026">
                  <a:moveTo>
                    <a:pt x="180423" y="23638"/>
                  </a:moveTo>
                  <a:cubicBezTo>
                    <a:pt x="144134" y="23638"/>
                    <a:pt x="119941" y="37618"/>
                    <a:pt x="107208" y="65577"/>
                  </a:cubicBezTo>
                  <a:lnTo>
                    <a:pt x="31445" y="228883"/>
                  </a:lnTo>
                  <a:cubicBezTo>
                    <a:pt x="14892" y="264468"/>
                    <a:pt x="32719" y="294969"/>
                    <a:pt x="65188" y="329282"/>
                  </a:cubicBezTo>
                  <a:cubicBezTo>
                    <a:pt x="65188" y="329282"/>
                    <a:pt x="136494" y="396638"/>
                    <a:pt x="214166" y="434129"/>
                  </a:cubicBezTo>
                  <a:cubicBezTo>
                    <a:pt x="280378" y="465900"/>
                    <a:pt x="390519" y="477974"/>
                    <a:pt x="391792" y="478609"/>
                  </a:cubicBezTo>
                  <a:cubicBezTo>
                    <a:pt x="446546" y="483057"/>
                    <a:pt x="475195" y="471619"/>
                    <a:pt x="490474" y="438577"/>
                  </a:cubicBezTo>
                  <a:lnTo>
                    <a:pt x="566236" y="275270"/>
                  </a:lnTo>
                  <a:cubicBezTo>
                    <a:pt x="581516" y="242227"/>
                    <a:pt x="571330" y="212362"/>
                    <a:pt x="532494" y="174871"/>
                  </a:cubicBezTo>
                  <a:cubicBezTo>
                    <a:pt x="531857" y="174236"/>
                    <a:pt x="452912" y="103067"/>
                    <a:pt x="384789" y="73202"/>
                  </a:cubicBezTo>
                  <a:cubicBezTo>
                    <a:pt x="305844" y="38253"/>
                    <a:pt x="205889" y="25544"/>
                    <a:pt x="205253" y="25544"/>
                  </a:cubicBezTo>
                  <a:cubicBezTo>
                    <a:pt x="196339" y="24273"/>
                    <a:pt x="188063" y="23638"/>
                    <a:pt x="180423" y="23638"/>
                  </a:cubicBezTo>
                  <a:moveTo>
                    <a:pt x="412802" y="504026"/>
                  </a:moveTo>
                  <a:cubicBezTo>
                    <a:pt x="405163" y="504026"/>
                    <a:pt x="396886" y="503391"/>
                    <a:pt x="389246" y="502755"/>
                  </a:cubicBezTo>
                  <a:cubicBezTo>
                    <a:pt x="384153" y="502120"/>
                    <a:pt x="273375" y="490047"/>
                    <a:pt x="203342" y="456369"/>
                  </a:cubicBezTo>
                  <a:cubicBezTo>
                    <a:pt x="121851" y="416972"/>
                    <a:pt x="50545" y="349616"/>
                    <a:pt x="47362" y="347074"/>
                  </a:cubicBezTo>
                  <a:cubicBezTo>
                    <a:pt x="14256" y="312125"/>
                    <a:pt x="-15030" y="270187"/>
                    <a:pt x="8526" y="219352"/>
                  </a:cubicBezTo>
                  <a:lnTo>
                    <a:pt x="84288" y="56045"/>
                  </a:lnTo>
                  <a:cubicBezTo>
                    <a:pt x="98294" y="25544"/>
                    <a:pt x="131401" y="-8769"/>
                    <a:pt x="207799" y="2033"/>
                  </a:cubicBezTo>
                  <a:cubicBezTo>
                    <a:pt x="211619" y="2669"/>
                    <a:pt x="312210" y="15377"/>
                    <a:pt x="393703" y="51597"/>
                  </a:cubicBezTo>
                  <a:cubicBezTo>
                    <a:pt x="465645" y="83369"/>
                    <a:pt x="545227" y="154537"/>
                    <a:pt x="548411" y="157715"/>
                  </a:cubicBezTo>
                  <a:cubicBezTo>
                    <a:pt x="577697" y="186309"/>
                    <a:pt x="613349" y="230154"/>
                    <a:pt x="587246" y="286072"/>
                  </a:cubicBezTo>
                  <a:lnTo>
                    <a:pt x="511484" y="449379"/>
                  </a:lnTo>
                  <a:cubicBezTo>
                    <a:pt x="491748" y="493859"/>
                    <a:pt x="451002" y="504026"/>
                    <a:pt x="412802" y="5040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2B720C6E-DC77-193E-FAF5-51FD2217A6CC}"/>
                </a:ext>
              </a:extLst>
            </p:cNvPr>
            <p:cNvSpPr/>
            <p:nvPr/>
          </p:nvSpPr>
          <p:spPr>
            <a:xfrm>
              <a:off x="9365593" y="4452184"/>
              <a:ext cx="42330" cy="41781"/>
            </a:xfrm>
            <a:custGeom>
              <a:avLst/>
              <a:gdLst>
                <a:gd name="connsiteX0" fmla="*/ 21484 w 42330"/>
                <a:gd name="connsiteY0" fmla="*/ 41781 h 41781"/>
                <a:gd name="connsiteX1" fmla="*/ 11934 w 42330"/>
                <a:gd name="connsiteY1" fmla="*/ 39875 h 41781"/>
                <a:gd name="connsiteX2" fmla="*/ 1111 w 42330"/>
                <a:gd name="connsiteY2" fmla="*/ 27801 h 41781"/>
                <a:gd name="connsiteX3" fmla="*/ 2384 w 42330"/>
                <a:gd name="connsiteY3" fmla="*/ 11916 h 41781"/>
                <a:gd name="connsiteX4" fmla="*/ 14480 w 42330"/>
                <a:gd name="connsiteY4" fmla="*/ 1113 h 41781"/>
                <a:gd name="connsiteX5" fmla="*/ 14480 w 42330"/>
                <a:gd name="connsiteY5" fmla="*/ 1113 h 41781"/>
                <a:gd name="connsiteX6" fmla="*/ 41220 w 42330"/>
                <a:gd name="connsiteY6" fmla="*/ 14458 h 41781"/>
                <a:gd name="connsiteX7" fmla="*/ 39947 w 42330"/>
                <a:gd name="connsiteY7" fmla="*/ 30343 h 41781"/>
                <a:gd name="connsiteX8" fmla="*/ 27850 w 42330"/>
                <a:gd name="connsiteY8" fmla="*/ 41146 h 41781"/>
                <a:gd name="connsiteX9" fmla="*/ 21484 w 42330"/>
                <a:gd name="connsiteY9" fmla="*/ 41781 h 41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330" h="41781">
                  <a:moveTo>
                    <a:pt x="21484" y="41781"/>
                  </a:moveTo>
                  <a:cubicBezTo>
                    <a:pt x="18300" y="41781"/>
                    <a:pt x="15117" y="41146"/>
                    <a:pt x="11934" y="39875"/>
                  </a:cubicBezTo>
                  <a:cubicBezTo>
                    <a:pt x="6841" y="37333"/>
                    <a:pt x="3020" y="32885"/>
                    <a:pt x="1111" y="27801"/>
                  </a:cubicBezTo>
                  <a:cubicBezTo>
                    <a:pt x="-799" y="22718"/>
                    <a:pt x="-163" y="16999"/>
                    <a:pt x="2384" y="11916"/>
                  </a:cubicBezTo>
                  <a:cubicBezTo>
                    <a:pt x="4931" y="6832"/>
                    <a:pt x="9387" y="3020"/>
                    <a:pt x="14480" y="1113"/>
                  </a:cubicBezTo>
                  <a:lnTo>
                    <a:pt x="14480" y="1113"/>
                  </a:lnTo>
                  <a:cubicBezTo>
                    <a:pt x="25303" y="-2699"/>
                    <a:pt x="37400" y="3655"/>
                    <a:pt x="41220" y="14458"/>
                  </a:cubicBezTo>
                  <a:cubicBezTo>
                    <a:pt x="43130" y="19541"/>
                    <a:pt x="42493" y="25260"/>
                    <a:pt x="39947" y="30343"/>
                  </a:cubicBezTo>
                  <a:cubicBezTo>
                    <a:pt x="37400" y="35427"/>
                    <a:pt x="32944" y="39239"/>
                    <a:pt x="27850" y="41146"/>
                  </a:cubicBezTo>
                  <a:cubicBezTo>
                    <a:pt x="25941" y="41781"/>
                    <a:pt x="23394" y="41781"/>
                    <a:pt x="21484" y="4178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5C187E7E-0767-C994-E3F7-920DE14102BD}"/>
                </a:ext>
              </a:extLst>
            </p:cNvPr>
            <p:cNvSpPr/>
            <p:nvPr/>
          </p:nvSpPr>
          <p:spPr>
            <a:xfrm>
              <a:off x="9274546" y="4320014"/>
              <a:ext cx="42335" cy="41781"/>
            </a:xfrm>
            <a:custGeom>
              <a:avLst/>
              <a:gdLst>
                <a:gd name="connsiteX0" fmla="*/ 20852 w 42335"/>
                <a:gd name="connsiteY0" fmla="*/ 41781 h 41781"/>
                <a:gd name="connsiteX1" fmla="*/ 1115 w 42335"/>
                <a:gd name="connsiteY1" fmla="*/ 27802 h 41781"/>
                <a:gd name="connsiteX2" fmla="*/ 14485 w 42335"/>
                <a:gd name="connsiteY2" fmla="*/ 1113 h 41781"/>
                <a:gd name="connsiteX3" fmla="*/ 14485 w 42335"/>
                <a:gd name="connsiteY3" fmla="*/ 1113 h 41781"/>
                <a:gd name="connsiteX4" fmla="*/ 41225 w 42335"/>
                <a:gd name="connsiteY4" fmla="*/ 14457 h 41781"/>
                <a:gd name="connsiteX5" fmla="*/ 39951 w 42335"/>
                <a:gd name="connsiteY5" fmla="*/ 30343 h 41781"/>
                <a:gd name="connsiteX6" fmla="*/ 27855 w 42335"/>
                <a:gd name="connsiteY6" fmla="*/ 41146 h 41781"/>
                <a:gd name="connsiteX7" fmla="*/ 20852 w 42335"/>
                <a:gd name="connsiteY7" fmla="*/ 41781 h 41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335" h="41781">
                  <a:moveTo>
                    <a:pt x="20852" y="41781"/>
                  </a:moveTo>
                  <a:cubicBezTo>
                    <a:pt x="11939" y="41781"/>
                    <a:pt x="3662" y="36062"/>
                    <a:pt x="1115" y="27802"/>
                  </a:cubicBezTo>
                  <a:cubicBezTo>
                    <a:pt x="-2704" y="16999"/>
                    <a:pt x="3662" y="4926"/>
                    <a:pt x="14485" y="1113"/>
                  </a:cubicBezTo>
                  <a:lnTo>
                    <a:pt x="14485" y="1113"/>
                  </a:lnTo>
                  <a:cubicBezTo>
                    <a:pt x="25309" y="-2699"/>
                    <a:pt x="37405" y="3655"/>
                    <a:pt x="41225" y="14457"/>
                  </a:cubicBezTo>
                  <a:cubicBezTo>
                    <a:pt x="43135" y="19541"/>
                    <a:pt x="42498" y="25260"/>
                    <a:pt x="39951" y="30343"/>
                  </a:cubicBezTo>
                  <a:cubicBezTo>
                    <a:pt x="37405" y="35427"/>
                    <a:pt x="32948" y="39239"/>
                    <a:pt x="27855" y="41146"/>
                  </a:cubicBezTo>
                  <a:cubicBezTo>
                    <a:pt x="25309" y="41781"/>
                    <a:pt x="22762" y="41781"/>
                    <a:pt x="20852" y="4178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2A433DA9-61ED-A00A-0B7E-F1B590C9461F}"/>
                </a:ext>
              </a:extLst>
            </p:cNvPr>
            <p:cNvSpPr/>
            <p:nvPr/>
          </p:nvSpPr>
          <p:spPr>
            <a:xfrm>
              <a:off x="10314685" y="4628042"/>
              <a:ext cx="709871" cy="97856"/>
            </a:xfrm>
            <a:custGeom>
              <a:avLst/>
              <a:gdLst>
                <a:gd name="connsiteX0" fmla="*/ 697775 w 709871"/>
                <a:gd name="connsiteY0" fmla="*/ 97857 h 97856"/>
                <a:gd name="connsiteX1" fmla="*/ 685678 w 709871"/>
                <a:gd name="connsiteY1" fmla="*/ 85784 h 97856"/>
                <a:gd name="connsiteX2" fmla="*/ 632836 w 709871"/>
                <a:gd name="connsiteY2" fmla="*/ 24146 h 97856"/>
                <a:gd name="connsiteX3" fmla="*/ 77035 w 709871"/>
                <a:gd name="connsiteY3" fmla="*/ 24146 h 97856"/>
                <a:gd name="connsiteX4" fmla="*/ 24192 w 709871"/>
                <a:gd name="connsiteY4" fmla="*/ 85784 h 97856"/>
                <a:gd name="connsiteX5" fmla="*/ 12096 w 709871"/>
                <a:gd name="connsiteY5" fmla="*/ 97857 h 97856"/>
                <a:gd name="connsiteX6" fmla="*/ 0 w 709871"/>
                <a:gd name="connsiteY6" fmla="*/ 85784 h 97856"/>
                <a:gd name="connsiteX7" fmla="*/ 77035 w 709871"/>
                <a:gd name="connsiteY7" fmla="*/ 0 h 97856"/>
                <a:gd name="connsiteX8" fmla="*/ 632836 w 709871"/>
                <a:gd name="connsiteY8" fmla="*/ 0 h 97856"/>
                <a:gd name="connsiteX9" fmla="*/ 709872 w 709871"/>
                <a:gd name="connsiteY9" fmla="*/ 85784 h 97856"/>
                <a:gd name="connsiteX10" fmla="*/ 697775 w 709871"/>
                <a:gd name="connsiteY10" fmla="*/ 97857 h 97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9871" h="97856">
                  <a:moveTo>
                    <a:pt x="697775" y="97857"/>
                  </a:moveTo>
                  <a:cubicBezTo>
                    <a:pt x="690772" y="97857"/>
                    <a:pt x="685678" y="92138"/>
                    <a:pt x="685678" y="85784"/>
                  </a:cubicBezTo>
                  <a:cubicBezTo>
                    <a:pt x="685678" y="52105"/>
                    <a:pt x="662122" y="24146"/>
                    <a:pt x="632836" y="24146"/>
                  </a:cubicBezTo>
                  <a:lnTo>
                    <a:pt x="77035" y="24146"/>
                  </a:lnTo>
                  <a:cubicBezTo>
                    <a:pt x="47749" y="24146"/>
                    <a:pt x="24192" y="51470"/>
                    <a:pt x="24192" y="85784"/>
                  </a:cubicBezTo>
                  <a:cubicBezTo>
                    <a:pt x="24192" y="92773"/>
                    <a:pt x="18462" y="97857"/>
                    <a:pt x="12096" y="97857"/>
                  </a:cubicBezTo>
                  <a:cubicBezTo>
                    <a:pt x="5093" y="97857"/>
                    <a:pt x="0" y="92138"/>
                    <a:pt x="0" y="85784"/>
                  </a:cubicBezTo>
                  <a:cubicBezTo>
                    <a:pt x="0" y="38762"/>
                    <a:pt x="34379" y="0"/>
                    <a:pt x="77035" y="0"/>
                  </a:cubicBezTo>
                  <a:lnTo>
                    <a:pt x="632836" y="0"/>
                  </a:lnTo>
                  <a:cubicBezTo>
                    <a:pt x="675492" y="0"/>
                    <a:pt x="709872" y="38126"/>
                    <a:pt x="709872" y="85784"/>
                  </a:cubicBezTo>
                  <a:cubicBezTo>
                    <a:pt x="709872" y="92138"/>
                    <a:pt x="704142" y="97857"/>
                    <a:pt x="697775" y="9785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C73417CA-1C75-3084-8B2E-7EE6E1F18F07}"/>
                </a:ext>
              </a:extLst>
            </p:cNvPr>
            <p:cNvSpPr/>
            <p:nvPr/>
          </p:nvSpPr>
          <p:spPr>
            <a:xfrm>
              <a:off x="10234466" y="4772920"/>
              <a:ext cx="856302" cy="24146"/>
            </a:xfrm>
            <a:custGeom>
              <a:avLst/>
              <a:gdLst>
                <a:gd name="connsiteX0" fmla="*/ 844207 w 856302"/>
                <a:gd name="connsiteY0" fmla="*/ 24147 h 24146"/>
                <a:gd name="connsiteX1" fmla="*/ 12097 w 856302"/>
                <a:gd name="connsiteY1" fmla="*/ 24147 h 24146"/>
                <a:gd name="connsiteX2" fmla="*/ 0 w 856302"/>
                <a:gd name="connsiteY2" fmla="*/ 12073 h 24146"/>
                <a:gd name="connsiteX3" fmla="*/ 12097 w 856302"/>
                <a:gd name="connsiteY3" fmla="*/ 0 h 24146"/>
                <a:gd name="connsiteX4" fmla="*/ 844207 w 856302"/>
                <a:gd name="connsiteY4" fmla="*/ 0 h 24146"/>
                <a:gd name="connsiteX5" fmla="*/ 856302 w 856302"/>
                <a:gd name="connsiteY5" fmla="*/ 12073 h 24146"/>
                <a:gd name="connsiteX6" fmla="*/ 844207 w 856302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6302" h="24146">
                  <a:moveTo>
                    <a:pt x="844207" y="24147"/>
                  </a:moveTo>
                  <a:lnTo>
                    <a:pt x="12097" y="24147"/>
                  </a:lnTo>
                  <a:cubicBezTo>
                    <a:pt x="5094" y="24147"/>
                    <a:pt x="0" y="18428"/>
                    <a:pt x="0" y="12073"/>
                  </a:cubicBezTo>
                  <a:cubicBezTo>
                    <a:pt x="0" y="5084"/>
                    <a:pt x="5730" y="0"/>
                    <a:pt x="12097" y="0"/>
                  </a:cubicBezTo>
                  <a:lnTo>
                    <a:pt x="844207" y="0"/>
                  </a:lnTo>
                  <a:cubicBezTo>
                    <a:pt x="851210" y="0"/>
                    <a:pt x="856302" y="5719"/>
                    <a:pt x="856302" y="12073"/>
                  </a:cubicBezTo>
                  <a:cubicBezTo>
                    <a:pt x="856302" y="18428"/>
                    <a:pt x="851210" y="24147"/>
                    <a:pt x="844207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89494A79-07B6-CFFF-4644-FEDC3558E84A}"/>
                </a:ext>
              </a:extLst>
            </p:cNvPr>
            <p:cNvSpPr/>
            <p:nvPr/>
          </p:nvSpPr>
          <p:spPr>
            <a:xfrm>
              <a:off x="10149791" y="3570044"/>
              <a:ext cx="1040932" cy="220495"/>
            </a:xfrm>
            <a:custGeom>
              <a:avLst/>
              <a:gdLst>
                <a:gd name="connsiteX0" fmla="*/ 1027563 w 1040932"/>
                <a:gd name="connsiteY0" fmla="*/ 220496 h 220495"/>
                <a:gd name="connsiteX1" fmla="*/ 1015467 w 1040932"/>
                <a:gd name="connsiteY1" fmla="*/ 208422 h 220495"/>
                <a:gd name="connsiteX2" fmla="*/ 1015467 w 1040932"/>
                <a:gd name="connsiteY2" fmla="*/ 142337 h 220495"/>
                <a:gd name="connsiteX3" fmla="*/ 902778 w 1040932"/>
                <a:gd name="connsiteY3" fmla="*/ 24146 h 220495"/>
                <a:gd name="connsiteX4" fmla="*/ 136881 w 1040932"/>
                <a:gd name="connsiteY4" fmla="*/ 24146 h 220495"/>
                <a:gd name="connsiteX5" fmla="*/ 24192 w 1040932"/>
                <a:gd name="connsiteY5" fmla="*/ 142337 h 220495"/>
                <a:gd name="connsiteX6" fmla="*/ 24192 w 1040932"/>
                <a:gd name="connsiteY6" fmla="*/ 208422 h 220495"/>
                <a:gd name="connsiteX7" fmla="*/ 12097 w 1040932"/>
                <a:gd name="connsiteY7" fmla="*/ 220496 h 220495"/>
                <a:gd name="connsiteX8" fmla="*/ 0 w 1040932"/>
                <a:gd name="connsiteY8" fmla="*/ 208422 h 220495"/>
                <a:gd name="connsiteX9" fmla="*/ 0 w 1040932"/>
                <a:gd name="connsiteY9" fmla="*/ 142337 h 220495"/>
                <a:gd name="connsiteX10" fmla="*/ 137518 w 1040932"/>
                <a:gd name="connsiteY10" fmla="*/ 0 h 220495"/>
                <a:gd name="connsiteX11" fmla="*/ 903415 w 1040932"/>
                <a:gd name="connsiteY11" fmla="*/ 0 h 220495"/>
                <a:gd name="connsiteX12" fmla="*/ 1040933 w 1040932"/>
                <a:gd name="connsiteY12" fmla="*/ 142337 h 220495"/>
                <a:gd name="connsiteX13" fmla="*/ 1040933 w 1040932"/>
                <a:gd name="connsiteY13" fmla="*/ 208422 h 220495"/>
                <a:gd name="connsiteX14" fmla="*/ 1027563 w 1040932"/>
                <a:gd name="connsiteY14" fmla="*/ 220496 h 220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40932" h="220495">
                  <a:moveTo>
                    <a:pt x="1027563" y="220496"/>
                  </a:moveTo>
                  <a:cubicBezTo>
                    <a:pt x="1020559" y="220496"/>
                    <a:pt x="1015467" y="214777"/>
                    <a:pt x="1015467" y="208422"/>
                  </a:cubicBezTo>
                  <a:lnTo>
                    <a:pt x="1015467" y="142337"/>
                  </a:lnTo>
                  <a:cubicBezTo>
                    <a:pt x="1015467" y="77523"/>
                    <a:pt x="964534" y="24146"/>
                    <a:pt x="902778" y="24146"/>
                  </a:cubicBezTo>
                  <a:lnTo>
                    <a:pt x="136881" y="24146"/>
                  </a:lnTo>
                  <a:cubicBezTo>
                    <a:pt x="74488" y="24146"/>
                    <a:pt x="24192" y="76888"/>
                    <a:pt x="24192" y="142337"/>
                  </a:cubicBezTo>
                  <a:lnTo>
                    <a:pt x="24192" y="208422"/>
                  </a:lnTo>
                  <a:cubicBezTo>
                    <a:pt x="24192" y="215412"/>
                    <a:pt x="18463" y="220496"/>
                    <a:pt x="12097" y="220496"/>
                  </a:cubicBezTo>
                  <a:cubicBezTo>
                    <a:pt x="5093" y="220496"/>
                    <a:pt x="0" y="214777"/>
                    <a:pt x="0" y="208422"/>
                  </a:cubicBezTo>
                  <a:lnTo>
                    <a:pt x="0" y="142337"/>
                  </a:lnTo>
                  <a:cubicBezTo>
                    <a:pt x="0" y="63543"/>
                    <a:pt x="61755" y="0"/>
                    <a:pt x="137518" y="0"/>
                  </a:cubicBezTo>
                  <a:lnTo>
                    <a:pt x="903415" y="0"/>
                  </a:lnTo>
                  <a:cubicBezTo>
                    <a:pt x="979177" y="0"/>
                    <a:pt x="1040933" y="63543"/>
                    <a:pt x="1040933" y="142337"/>
                  </a:cubicBezTo>
                  <a:lnTo>
                    <a:pt x="1040933" y="208422"/>
                  </a:lnTo>
                  <a:cubicBezTo>
                    <a:pt x="1040296" y="214777"/>
                    <a:pt x="1034566" y="220496"/>
                    <a:pt x="1027563" y="2204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3E376481-8E4F-7796-E111-D5B64B7DEF89}"/>
                </a:ext>
              </a:extLst>
            </p:cNvPr>
            <p:cNvSpPr/>
            <p:nvPr/>
          </p:nvSpPr>
          <p:spPr>
            <a:xfrm>
              <a:off x="10230585" y="3722352"/>
              <a:ext cx="875659" cy="939367"/>
            </a:xfrm>
            <a:custGeom>
              <a:avLst/>
              <a:gdLst>
                <a:gd name="connsiteX0" fmla="*/ 734125 w 875659"/>
                <a:gd name="connsiteY0" fmla="*/ 939368 h 939367"/>
                <a:gd name="connsiteX1" fmla="*/ 142672 w 875659"/>
                <a:gd name="connsiteY1" fmla="*/ 939368 h 939367"/>
                <a:gd name="connsiteX2" fmla="*/ 130575 w 875659"/>
                <a:gd name="connsiteY2" fmla="*/ 929201 h 939367"/>
                <a:gd name="connsiteX3" fmla="*/ 60 w 875659"/>
                <a:gd name="connsiteY3" fmla="*/ 14176 h 939367"/>
                <a:gd name="connsiteX4" fmla="*/ 10247 w 875659"/>
                <a:gd name="connsiteY4" fmla="*/ 196 h 939367"/>
                <a:gd name="connsiteX5" fmla="*/ 24254 w 875659"/>
                <a:gd name="connsiteY5" fmla="*/ 10363 h 939367"/>
                <a:gd name="connsiteX6" fmla="*/ 152858 w 875659"/>
                <a:gd name="connsiteY6" fmla="*/ 914586 h 939367"/>
                <a:gd name="connsiteX7" fmla="*/ 722665 w 875659"/>
                <a:gd name="connsiteY7" fmla="*/ 914586 h 939367"/>
                <a:gd name="connsiteX8" fmla="*/ 851270 w 875659"/>
                <a:gd name="connsiteY8" fmla="*/ 10363 h 939367"/>
                <a:gd name="connsiteX9" fmla="*/ 865276 w 875659"/>
                <a:gd name="connsiteY9" fmla="*/ 196 h 939367"/>
                <a:gd name="connsiteX10" fmla="*/ 875463 w 875659"/>
                <a:gd name="connsiteY10" fmla="*/ 14176 h 939367"/>
                <a:gd name="connsiteX11" fmla="*/ 744948 w 875659"/>
                <a:gd name="connsiteY11" fmla="*/ 929201 h 939367"/>
                <a:gd name="connsiteX12" fmla="*/ 734125 w 875659"/>
                <a:gd name="connsiteY12" fmla="*/ 939368 h 93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5659" h="939367">
                  <a:moveTo>
                    <a:pt x="734125" y="939368"/>
                  </a:moveTo>
                  <a:lnTo>
                    <a:pt x="142672" y="939368"/>
                  </a:lnTo>
                  <a:cubicBezTo>
                    <a:pt x="136305" y="939368"/>
                    <a:pt x="131211" y="934920"/>
                    <a:pt x="130575" y="929201"/>
                  </a:cubicBezTo>
                  <a:lnTo>
                    <a:pt x="60" y="14176"/>
                  </a:lnTo>
                  <a:cubicBezTo>
                    <a:pt x="-576" y="7821"/>
                    <a:pt x="3880" y="1467"/>
                    <a:pt x="10247" y="196"/>
                  </a:cubicBezTo>
                  <a:cubicBezTo>
                    <a:pt x="17251" y="-1075"/>
                    <a:pt x="22980" y="4009"/>
                    <a:pt x="24254" y="10363"/>
                  </a:cubicBezTo>
                  <a:lnTo>
                    <a:pt x="152858" y="914586"/>
                  </a:lnTo>
                  <a:lnTo>
                    <a:pt x="722665" y="914586"/>
                  </a:lnTo>
                  <a:lnTo>
                    <a:pt x="851270" y="10363"/>
                  </a:lnTo>
                  <a:cubicBezTo>
                    <a:pt x="851907" y="4009"/>
                    <a:pt x="858273" y="-1075"/>
                    <a:pt x="865276" y="196"/>
                  </a:cubicBezTo>
                  <a:cubicBezTo>
                    <a:pt x="871643" y="832"/>
                    <a:pt x="876736" y="7186"/>
                    <a:pt x="875463" y="14176"/>
                  </a:cubicBezTo>
                  <a:lnTo>
                    <a:pt x="744948" y="929201"/>
                  </a:lnTo>
                  <a:cubicBezTo>
                    <a:pt x="745585" y="934920"/>
                    <a:pt x="740492" y="939368"/>
                    <a:pt x="734125" y="93936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94A55A99-00A2-B60C-3D16-6CC558E3C02C}"/>
                </a:ext>
              </a:extLst>
            </p:cNvPr>
            <p:cNvSpPr/>
            <p:nvPr/>
          </p:nvSpPr>
          <p:spPr>
            <a:xfrm>
              <a:off x="10317231" y="3422623"/>
              <a:ext cx="443113" cy="244642"/>
            </a:xfrm>
            <a:custGeom>
              <a:avLst/>
              <a:gdLst>
                <a:gd name="connsiteX0" fmla="*/ 429743 w 443113"/>
                <a:gd name="connsiteY0" fmla="*/ 244642 h 244642"/>
                <a:gd name="connsiteX1" fmla="*/ 417647 w 443113"/>
                <a:gd name="connsiteY1" fmla="*/ 232569 h 244642"/>
                <a:gd name="connsiteX2" fmla="*/ 220920 w 443113"/>
                <a:gd name="connsiteY2" fmla="*/ 24782 h 244642"/>
                <a:gd name="connsiteX3" fmla="*/ 24193 w 443113"/>
                <a:gd name="connsiteY3" fmla="*/ 232569 h 244642"/>
                <a:gd name="connsiteX4" fmla="*/ 12097 w 443113"/>
                <a:gd name="connsiteY4" fmla="*/ 244642 h 244642"/>
                <a:gd name="connsiteX5" fmla="*/ 0 w 443113"/>
                <a:gd name="connsiteY5" fmla="*/ 232569 h 244642"/>
                <a:gd name="connsiteX6" fmla="*/ 221557 w 443113"/>
                <a:gd name="connsiteY6" fmla="*/ 0 h 244642"/>
                <a:gd name="connsiteX7" fmla="*/ 443113 w 443113"/>
                <a:gd name="connsiteY7" fmla="*/ 232569 h 244642"/>
                <a:gd name="connsiteX8" fmla="*/ 429743 w 443113"/>
                <a:gd name="connsiteY8" fmla="*/ 244642 h 24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3113" h="244642">
                  <a:moveTo>
                    <a:pt x="429743" y="244642"/>
                  </a:moveTo>
                  <a:cubicBezTo>
                    <a:pt x="422740" y="244642"/>
                    <a:pt x="417647" y="238923"/>
                    <a:pt x="417647" y="232569"/>
                  </a:cubicBezTo>
                  <a:cubicBezTo>
                    <a:pt x="417647" y="117555"/>
                    <a:pt x="329152" y="24782"/>
                    <a:pt x="220920" y="24782"/>
                  </a:cubicBezTo>
                  <a:cubicBezTo>
                    <a:pt x="112689" y="24782"/>
                    <a:pt x="24193" y="118191"/>
                    <a:pt x="24193" y="232569"/>
                  </a:cubicBezTo>
                  <a:cubicBezTo>
                    <a:pt x="24193" y="239559"/>
                    <a:pt x="18463" y="244642"/>
                    <a:pt x="12097" y="244642"/>
                  </a:cubicBezTo>
                  <a:cubicBezTo>
                    <a:pt x="5094" y="244642"/>
                    <a:pt x="0" y="238923"/>
                    <a:pt x="0" y="232569"/>
                  </a:cubicBezTo>
                  <a:cubicBezTo>
                    <a:pt x="0" y="104211"/>
                    <a:pt x="99319" y="0"/>
                    <a:pt x="221557" y="0"/>
                  </a:cubicBezTo>
                  <a:cubicBezTo>
                    <a:pt x="343794" y="0"/>
                    <a:pt x="443113" y="104211"/>
                    <a:pt x="443113" y="232569"/>
                  </a:cubicBezTo>
                  <a:cubicBezTo>
                    <a:pt x="442476" y="238923"/>
                    <a:pt x="436747" y="244642"/>
                    <a:pt x="429743" y="2446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BCB0945E-BC69-F74E-82C2-4D8899C8D6F5}"/>
                </a:ext>
              </a:extLst>
            </p:cNvPr>
            <p:cNvSpPr/>
            <p:nvPr/>
          </p:nvSpPr>
          <p:spPr>
            <a:xfrm>
              <a:off x="10352884" y="3727631"/>
              <a:ext cx="632835" cy="24146"/>
            </a:xfrm>
            <a:custGeom>
              <a:avLst/>
              <a:gdLst>
                <a:gd name="connsiteX0" fmla="*/ 620740 w 632835"/>
                <a:gd name="connsiteY0" fmla="*/ 24147 h 24146"/>
                <a:gd name="connsiteX1" fmla="*/ 12096 w 632835"/>
                <a:gd name="connsiteY1" fmla="*/ 24147 h 24146"/>
                <a:gd name="connsiteX2" fmla="*/ 0 w 632835"/>
                <a:gd name="connsiteY2" fmla="*/ 12073 h 24146"/>
                <a:gd name="connsiteX3" fmla="*/ 12096 w 632835"/>
                <a:gd name="connsiteY3" fmla="*/ 0 h 24146"/>
                <a:gd name="connsiteX4" fmla="*/ 620740 w 632835"/>
                <a:gd name="connsiteY4" fmla="*/ 0 h 24146"/>
                <a:gd name="connsiteX5" fmla="*/ 632836 w 632835"/>
                <a:gd name="connsiteY5" fmla="*/ 12073 h 24146"/>
                <a:gd name="connsiteX6" fmla="*/ 620740 w 6328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2835" h="24146">
                  <a:moveTo>
                    <a:pt x="620740" y="24147"/>
                  </a:moveTo>
                  <a:lnTo>
                    <a:pt x="12096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29" y="0"/>
                    <a:pt x="12096" y="0"/>
                  </a:cubicBezTo>
                  <a:lnTo>
                    <a:pt x="620740" y="0"/>
                  </a:lnTo>
                  <a:cubicBezTo>
                    <a:pt x="627743" y="0"/>
                    <a:pt x="632836" y="5719"/>
                    <a:pt x="632836" y="12073"/>
                  </a:cubicBezTo>
                  <a:cubicBezTo>
                    <a:pt x="632836" y="18428"/>
                    <a:pt x="627743" y="24147"/>
                    <a:pt x="620740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CB780B53-8005-4AE8-D49B-781C864FFAB4}"/>
                </a:ext>
              </a:extLst>
            </p:cNvPr>
            <p:cNvSpPr/>
            <p:nvPr/>
          </p:nvSpPr>
          <p:spPr>
            <a:xfrm>
              <a:off x="10831793" y="3093611"/>
              <a:ext cx="372157" cy="372221"/>
            </a:xfrm>
            <a:custGeom>
              <a:avLst/>
              <a:gdLst>
                <a:gd name="connsiteX0" fmla="*/ 11953 w 372157"/>
                <a:gd name="connsiteY0" fmla="*/ 372221 h 372221"/>
                <a:gd name="connsiteX1" fmla="*/ 8770 w 372157"/>
                <a:gd name="connsiteY1" fmla="*/ 371586 h 372221"/>
                <a:gd name="connsiteX2" fmla="*/ 493 w 372157"/>
                <a:gd name="connsiteY2" fmla="*/ 356336 h 372221"/>
                <a:gd name="connsiteX3" fmla="*/ 61612 w 372157"/>
                <a:gd name="connsiteY3" fmla="*/ 144736 h 372221"/>
                <a:gd name="connsiteX4" fmla="*/ 141831 w 372157"/>
                <a:gd name="connsiteY4" fmla="*/ 64036 h 372221"/>
                <a:gd name="connsiteX5" fmla="*/ 356384 w 372157"/>
                <a:gd name="connsiteY5" fmla="*/ 492 h 372221"/>
                <a:gd name="connsiteX6" fmla="*/ 371664 w 372157"/>
                <a:gd name="connsiteY6" fmla="*/ 8753 h 372221"/>
                <a:gd name="connsiteX7" fmla="*/ 363387 w 372157"/>
                <a:gd name="connsiteY7" fmla="*/ 24003 h 372221"/>
                <a:gd name="connsiteX8" fmla="*/ 148834 w 372157"/>
                <a:gd name="connsiteY8" fmla="*/ 87547 h 372221"/>
                <a:gd name="connsiteX9" fmla="*/ 85169 w 372157"/>
                <a:gd name="connsiteY9" fmla="*/ 151726 h 372221"/>
                <a:gd name="connsiteX10" fmla="*/ 24050 w 372157"/>
                <a:gd name="connsiteY10" fmla="*/ 363325 h 372221"/>
                <a:gd name="connsiteX11" fmla="*/ 11953 w 372157"/>
                <a:gd name="connsiteY11" fmla="*/ 372221 h 372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157" h="372221">
                  <a:moveTo>
                    <a:pt x="11953" y="372221"/>
                  </a:moveTo>
                  <a:cubicBezTo>
                    <a:pt x="10680" y="372221"/>
                    <a:pt x="9407" y="372221"/>
                    <a:pt x="8770" y="371586"/>
                  </a:cubicBezTo>
                  <a:cubicBezTo>
                    <a:pt x="2403" y="369680"/>
                    <a:pt x="-1416" y="362690"/>
                    <a:pt x="493" y="356336"/>
                  </a:cubicBezTo>
                  <a:lnTo>
                    <a:pt x="61612" y="144736"/>
                  </a:lnTo>
                  <a:cubicBezTo>
                    <a:pt x="73072" y="105339"/>
                    <a:pt x="102995" y="75474"/>
                    <a:pt x="141831" y="64036"/>
                  </a:cubicBezTo>
                  <a:lnTo>
                    <a:pt x="356384" y="492"/>
                  </a:lnTo>
                  <a:cubicBezTo>
                    <a:pt x="362751" y="-1414"/>
                    <a:pt x="369754" y="2399"/>
                    <a:pt x="371664" y="8753"/>
                  </a:cubicBezTo>
                  <a:cubicBezTo>
                    <a:pt x="373574" y="15107"/>
                    <a:pt x="369754" y="22097"/>
                    <a:pt x="363387" y="24003"/>
                  </a:cubicBezTo>
                  <a:lnTo>
                    <a:pt x="148834" y="87547"/>
                  </a:lnTo>
                  <a:cubicBezTo>
                    <a:pt x="117638" y="97078"/>
                    <a:pt x="94082" y="120589"/>
                    <a:pt x="85169" y="151726"/>
                  </a:cubicBezTo>
                  <a:lnTo>
                    <a:pt x="24050" y="363325"/>
                  </a:lnTo>
                  <a:cubicBezTo>
                    <a:pt x="22140" y="369044"/>
                    <a:pt x="17683" y="372221"/>
                    <a:pt x="11953" y="37222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67B41F03-878F-F910-6E2C-47A152301D5D}"/>
                </a:ext>
              </a:extLst>
            </p:cNvPr>
            <p:cNvSpPr/>
            <p:nvPr/>
          </p:nvSpPr>
          <p:spPr>
            <a:xfrm>
              <a:off x="10548337" y="3336839"/>
              <a:ext cx="443112" cy="244642"/>
            </a:xfrm>
            <a:custGeom>
              <a:avLst/>
              <a:gdLst>
                <a:gd name="connsiteX0" fmla="*/ 429743 w 443112"/>
                <a:gd name="connsiteY0" fmla="*/ 244642 h 244642"/>
                <a:gd name="connsiteX1" fmla="*/ 417646 w 443112"/>
                <a:gd name="connsiteY1" fmla="*/ 232569 h 244642"/>
                <a:gd name="connsiteX2" fmla="*/ 220919 w 443112"/>
                <a:gd name="connsiteY2" fmla="*/ 24782 h 244642"/>
                <a:gd name="connsiteX3" fmla="*/ 24193 w 443112"/>
                <a:gd name="connsiteY3" fmla="*/ 232569 h 244642"/>
                <a:gd name="connsiteX4" fmla="*/ 12097 w 443112"/>
                <a:gd name="connsiteY4" fmla="*/ 244642 h 244642"/>
                <a:gd name="connsiteX5" fmla="*/ 0 w 443112"/>
                <a:gd name="connsiteY5" fmla="*/ 232569 h 244642"/>
                <a:gd name="connsiteX6" fmla="*/ 221557 w 443112"/>
                <a:gd name="connsiteY6" fmla="*/ 0 h 244642"/>
                <a:gd name="connsiteX7" fmla="*/ 443113 w 443112"/>
                <a:gd name="connsiteY7" fmla="*/ 232569 h 244642"/>
                <a:gd name="connsiteX8" fmla="*/ 429743 w 443112"/>
                <a:gd name="connsiteY8" fmla="*/ 244642 h 24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3112" h="244642">
                  <a:moveTo>
                    <a:pt x="429743" y="244642"/>
                  </a:moveTo>
                  <a:cubicBezTo>
                    <a:pt x="422740" y="244642"/>
                    <a:pt x="417646" y="238923"/>
                    <a:pt x="417646" y="232569"/>
                  </a:cubicBezTo>
                  <a:cubicBezTo>
                    <a:pt x="417646" y="117555"/>
                    <a:pt x="329151" y="24782"/>
                    <a:pt x="220919" y="24782"/>
                  </a:cubicBezTo>
                  <a:cubicBezTo>
                    <a:pt x="112688" y="24782"/>
                    <a:pt x="24193" y="118191"/>
                    <a:pt x="24193" y="232569"/>
                  </a:cubicBezTo>
                  <a:cubicBezTo>
                    <a:pt x="24193" y="239559"/>
                    <a:pt x="18463" y="244642"/>
                    <a:pt x="12097" y="244642"/>
                  </a:cubicBezTo>
                  <a:cubicBezTo>
                    <a:pt x="5094" y="244642"/>
                    <a:pt x="0" y="238923"/>
                    <a:pt x="0" y="232569"/>
                  </a:cubicBezTo>
                  <a:cubicBezTo>
                    <a:pt x="0" y="104211"/>
                    <a:pt x="99318" y="0"/>
                    <a:pt x="221557" y="0"/>
                  </a:cubicBezTo>
                  <a:cubicBezTo>
                    <a:pt x="343794" y="0"/>
                    <a:pt x="443113" y="104211"/>
                    <a:pt x="443113" y="232569"/>
                  </a:cubicBezTo>
                  <a:cubicBezTo>
                    <a:pt x="441840" y="238923"/>
                    <a:pt x="436109" y="244642"/>
                    <a:pt x="429743" y="24464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13C8C95C-CD3F-13B4-C44B-F707ACBAC11C}"/>
                </a:ext>
              </a:extLst>
            </p:cNvPr>
            <p:cNvSpPr/>
            <p:nvPr/>
          </p:nvSpPr>
          <p:spPr>
            <a:xfrm>
              <a:off x="458907" y="4908751"/>
              <a:ext cx="701639" cy="558063"/>
            </a:xfrm>
            <a:custGeom>
              <a:avLst/>
              <a:gdLst>
                <a:gd name="connsiteX0" fmla="*/ 532585 w 701639"/>
                <a:gd name="connsiteY0" fmla="*/ 24299 h 558063"/>
                <a:gd name="connsiteX1" fmla="*/ 513486 w 701639"/>
                <a:gd name="connsiteY1" fmla="*/ 26841 h 558063"/>
                <a:gd name="connsiteX2" fmla="*/ 86289 w 701639"/>
                <a:gd name="connsiteY2" fmla="*/ 137406 h 558063"/>
                <a:gd name="connsiteX3" fmla="*/ 27717 w 701639"/>
                <a:gd name="connsiteY3" fmla="*/ 250514 h 558063"/>
                <a:gd name="connsiteX4" fmla="*/ 82469 w 701639"/>
                <a:gd name="connsiteY4" fmla="*/ 460842 h 558063"/>
                <a:gd name="connsiteX5" fmla="*/ 123852 w 701639"/>
                <a:gd name="connsiteY5" fmla="*/ 519938 h 558063"/>
                <a:gd name="connsiteX6" fmla="*/ 188154 w 701639"/>
                <a:gd name="connsiteY6" fmla="*/ 531376 h 558063"/>
                <a:gd name="connsiteX7" fmla="*/ 615351 w 701639"/>
                <a:gd name="connsiteY7" fmla="*/ 420810 h 558063"/>
                <a:gd name="connsiteX8" fmla="*/ 673923 w 701639"/>
                <a:gd name="connsiteY8" fmla="*/ 307703 h 558063"/>
                <a:gd name="connsiteX9" fmla="*/ 619171 w 701639"/>
                <a:gd name="connsiteY9" fmla="*/ 97374 h 558063"/>
                <a:gd name="connsiteX10" fmla="*/ 577788 w 701639"/>
                <a:gd name="connsiteY10" fmla="*/ 38279 h 558063"/>
                <a:gd name="connsiteX11" fmla="*/ 532585 w 701639"/>
                <a:gd name="connsiteY11" fmla="*/ 24299 h 558063"/>
                <a:gd name="connsiteX12" fmla="*/ 169055 w 701639"/>
                <a:gd name="connsiteY12" fmla="*/ 558064 h 558063"/>
                <a:gd name="connsiteX13" fmla="*/ 110482 w 701639"/>
                <a:gd name="connsiteY13" fmla="*/ 540272 h 558063"/>
                <a:gd name="connsiteX14" fmla="*/ 58913 w 701639"/>
                <a:gd name="connsiteY14" fmla="*/ 467197 h 558063"/>
                <a:gd name="connsiteX15" fmla="*/ 4161 w 701639"/>
                <a:gd name="connsiteY15" fmla="*/ 256868 h 558063"/>
                <a:gd name="connsiteX16" fmla="*/ 79923 w 701639"/>
                <a:gd name="connsiteY16" fmla="*/ 113895 h 558063"/>
                <a:gd name="connsiteX17" fmla="*/ 507119 w 701639"/>
                <a:gd name="connsiteY17" fmla="*/ 3330 h 558063"/>
                <a:gd name="connsiteX18" fmla="*/ 591158 w 701639"/>
                <a:gd name="connsiteY18" fmla="*/ 17945 h 558063"/>
                <a:gd name="connsiteX19" fmla="*/ 642727 w 701639"/>
                <a:gd name="connsiteY19" fmla="*/ 91020 h 558063"/>
                <a:gd name="connsiteX20" fmla="*/ 697479 w 701639"/>
                <a:gd name="connsiteY20" fmla="*/ 301349 h 558063"/>
                <a:gd name="connsiteX21" fmla="*/ 621717 w 701639"/>
                <a:gd name="connsiteY21" fmla="*/ 444321 h 558063"/>
                <a:gd name="connsiteX22" fmla="*/ 194521 w 701639"/>
                <a:gd name="connsiteY22" fmla="*/ 554887 h 558063"/>
                <a:gd name="connsiteX23" fmla="*/ 169055 w 701639"/>
                <a:gd name="connsiteY23" fmla="*/ 558064 h 558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01639" h="558063">
                  <a:moveTo>
                    <a:pt x="532585" y="24299"/>
                  </a:moveTo>
                  <a:cubicBezTo>
                    <a:pt x="526219" y="24299"/>
                    <a:pt x="519852" y="24935"/>
                    <a:pt x="513486" y="26841"/>
                  </a:cubicBezTo>
                  <a:lnTo>
                    <a:pt x="86289" y="137406"/>
                  </a:lnTo>
                  <a:cubicBezTo>
                    <a:pt x="41087" y="148844"/>
                    <a:pt x="14984" y="199679"/>
                    <a:pt x="27717" y="250514"/>
                  </a:cubicBezTo>
                  <a:lnTo>
                    <a:pt x="82469" y="460842"/>
                  </a:lnTo>
                  <a:cubicBezTo>
                    <a:pt x="88836" y="485624"/>
                    <a:pt x="103479" y="506594"/>
                    <a:pt x="123852" y="519938"/>
                  </a:cubicBezTo>
                  <a:cubicBezTo>
                    <a:pt x="143588" y="533282"/>
                    <a:pt x="166508" y="537094"/>
                    <a:pt x="188154" y="531376"/>
                  </a:cubicBezTo>
                  <a:lnTo>
                    <a:pt x="615351" y="420810"/>
                  </a:lnTo>
                  <a:cubicBezTo>
                    <a:pt x="660553" y="409372"/>
                    <a:pt x="686656" y="358538"/>
                    <a:pt x="673923" y="307703"/>
                  </a:cubicBezTo>
                  <a:lnTo>
                    <a:pt x="619171" y="97374"/>
                  </a:lnTo>
                  <a:cubicBezTo>
                    <a:pt x="612804" y="72592"/>
                    <a:pt x="598161" y="51623"/>
                    <a:pt x="577788" y="38279"/>
                  </a:cubicBezTo>
                  <a:cubicBezTo>
                    <a:pt x="563781" y="28747"/>
                    <a:pt x="548502" y="24299"/>
                    <a:pt x="532585" y="24299"/>
                  </a:cubicBezTo>
                  <a:moveTo>
                    <a:pt x="169055" y="558064"/>
                  </a:moveTo>
                  <a:cubicBezTo>
                    <a:pt x="148682" y="558064"/>
                    <a:pt x="128309" y="551710"/>
                    <a:pt x="110482" y="540272"/>
                  </a:cubicBezTo>
                  <a:cubicBezTo>
                    <a:pt x="85016" y="523750"/>
                    <a:pt x="66553" y="497698"/>
                    <a:pt x="58913" y="467197"/>
                  </a:cubicBezTo>
                  <a:lnTo>
                    <a:pt x="4161" y="256868"/>
                  </a:lnTo>
                  <a:cubicBezTo>
                    <a:pt x="-12392" y="193325"/>
                    <a:pt x="21987" y="129146"/>
                    <a:pt x="79923" y="113895"/>
                  </a:cubicBezTo>
                  <a:lnTo>
                    <a:pt x="507119" y="3330"/>
                  </a:lnTo>
                  <a:cubicBezTo>
                    <a:pt x="535769" y="-4295"/>
                    <a:pt x="565691" y="1423"/>
                    <a:pt x="591158" y="17945"/>
                  </a:cubicBezTo>
                  <a:cubicBezTo>
                    <a:pt x="616624" y="34466"/>
                    <a:pt x="635087" y="60519"/>
                    <a:pt x="642727" y="91020"/>
                  </a:cubicBezTo>
                  <a:lnTo>
                    <a:pt x="697479" y="301349"/>
                  </a:lnTo>
                  <a:cubicBezTo>
                    <a:pt x="714032" y="364892"/>
                    <a:pt x="679653" y="429071"/>
                    <a:pt x="621717" y="444321"/>
                  </a:cubicBezTo>
                  <a:lnTo>
                    <a:pt x="194521" y="554887"/>
                  </a:lnTo>
                  <a:cubicBezTo>
                    <a:pt x="186244" y="556793"/>
                    <a:pt x="177331" y="558064"/>
                    <a:pt x="169055" y="55806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AA197EB2-1F27-378E-93D5-9A47E247A50E}"/>
                </a:ext>
              </a:extLst>
            </p:cNvPr>
            <p:cNvSpPr/>
            <p:nvPr/>
          </p:nvSpPr>
          <p:spPr>
            <a:xfrm>
              <a:off x="981306" y="5178328"/>
              <a:ext cx="42019" cy="41938"/>
            </a:xfrm>
            <a:custGeom>
              <a:avLst/>
              <a:gdLst>
                <a:gd name="connsiteX0" fmla="*/ 21010 w 42019"/>
                <a:gd name="connsiteY0" fmla="*/ 41939 h 41938"/>
                <a:gd name="connsiteX1" fmla="*/ 0 w 42019"/>
                <a:gd name="connsiteY1" fmla="*/ 21605 h 41938"/>
                <a:gd name="connsiteX2" fmla="*/ 0 w 42019"/>
                <a:gd name="connsiteY2" fmla="*/ 21605 h 41938"/>
                <a:gd name="connsiteX3" fmla="*/ 20373 w 42019"/>
                <a:gd name="connsiteY3" fmla="*/ 0 h 41938"/>
                <a:gd name="connsiteX4" fmla="*/ 21010 w 42019"/>
                <a:gd name="connsiteY4" fmla="*/ 0 h 41938"/>
                <a:gd name="connsiteX5" fmla="*/ 42019 w 42019"/>
                <a:gd name="connsiteY5" fmla="*/ 20334 h 41938"/>
                <a:gd name="connsiteX6" fmla="*/ 21010 w 42019"/>
                <a:gd name="connsiteY6" fmla="*/ 41939 h 41938"/>
                <a:gd name="connsiteX7" fmla="*/ 21010 w 42019"/>
                <a:gd name="connsiteY7" fmla="*/ 41939 h 4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19" h="41938">
                  <a:moveTo>
                    <a:pt x="21010" y="41939"/>
                  </a:moveTo>
                  <a:cubicBezTo>
                    <a:pt x="9550" y="41939"/>
                    <a:pt x="0" y="33042"/>
                    <a:pt x="0" y="21605"/>
                  </a:cubicBezTo>
                  <a:lnTo>
                    <a:pt x="0" y="21605"/>
                  </a:lnTo>
                  <a:cubicBezTo>
                    <a:pt x="0" y="10167"/>
                    <a:pt x="8913" y="635"/>
                    <a:pt x="20373" y="0"/>
                  </a:cubicBezTo>
                  <a:lnTo>
                    <a:pt x="21010" y="0"/>
                  </a:lnTo>
                  <a:cubicBezTo>
                    <a:pt x="32470" y="0"/>
                    <a:pt x="42019" y="8896"/>
                    <a:pt x="42019" y="20334"/>
                  </a:cubicBezTo>
                  <a:cubicBezTo>
                    <a:pt x="42019" y="32407"/>
                    <a:pt x="33106" y="41939"/>
                    <a:pt x="21010" y="41939"/>
                  </a:cubicBezTo>
                  <a:lnTo>
                    <a:pt x="21010" y="419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DDD011F7-DB56-B4DC-9551-966BDCE0A9CF}"/>
                </a:ext>
              </a:extLst>
            </p:cNvPr>
            <p:cNvSpPr/>
            <p:nvPr/>
          </p:nvSpPr>
          <p:spPr>
            <a:xfrm>
              <a:off x="857795" y="5075387"/>
              <a:ext cx="41382" cy="41938"/>
            </a:xfrm>
            <a:custGeom>
              <a:avLst/>
              <a:gdLst>
                <a:gd name="connsiteX0" fmla="*/ 21010 w 41382"/>
                <a:gd name="connsiteY0" fmla="*/ 41939 h 41938"/>
                <a:gd name="connsiteX1" fmla="*/ 0 w 41382"/>
                <a:gd name="connsiteY1" fmla="*/ 21605 h 41938"/>
                <a:gd name="connsiteX2" fmla="*/ 5730 w 41382"/>
                <a:gd name="connsiteY2" fmla="*/ 6354 h 41938"/>
                <a:gd name="connsiteX3" fmla="*/ 20373 w 41382"/>
                <a:gd name="connsiteY3" fmla="*/ 0 h 41938"/>
                <a:gd name="connsiteX4" fmla="*/ 35016 w 41382"/>
                <a:gd name="connsiteY4" fmla="*/ 5719 h 41938"/>
                <a:gd name="connsiteX5" fmla="*/ 41383 w 41382"/>
                <a:gd name="connsiteY5" fmla="*/ 20334 h 41938"/>
                <a:gd name="connsiteX6" fmla="*/ 35653 w 41382"/>
                <a:gd name="connsiteY6" fmla="*/ 35584 h 41938"/>
                <a:gd name="connsiteX7" fmla="*/ 21010 w 41382"/>
                <a:gd name="connsiteY7" fmla="*/ 41939 h 41938"/>
                <a:gd name="connsiteX8" fmla="*/ 21010 w 41382"/>
                <a:gd name="connsiteY8" fmla="*/ 41939 h 4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382" h="41938">
                  <a:moveTo>
                    <a:pt x="21010" y="41939"/>
                  </a:moveTo>
                  <a:cubicBezTo>
                    <a:pt x="9550" y="41939"/>
                    <a:pt x="637" y="33043"/>
                    <a:pt x="0" y="21605"/>
                  </a:cubicBezTo>
                  <a:cubicBezTo>
                    <a:pt x="0" y="15886"/>
                    <a:pt x="1910" y="10802"/>
                    <a:pt x="5730" y="6354"/>
                  </a:cubicBezTo>
                  <a:cubicBezTo>
                    <a:pt x="9550" y="2542"/>
                    <a:pt x="14643" y="0"/>
                    <a:pt x="20373" y="0"/>
                  </a:cubicBezTo>
                  <a:cubicBezTo>
                    <a:pt x="25466" y="0"/>
                    <a:pt x="31196" y="1906"/>
                    <a:pt x="35016" y="5719"/>
                  </a:cubicBezTo>
                  <a:cubicBezTo>
                    <a:pt x="38836" y="9532"/>
                    <a:pt x="41383" y="14615"/>
                    <a:pt x="41383" y="20334"/>
                  </a:cubicBezTo>
                  <a:cubicBezTo>
                    <a:pt x="41383" y="26053"/>
                    <a:pt x="39473" y="31136"/>
                    <a:pt x="35653" y="35584"/>
                  </a:cubicBezTo>
                  <a:cubicBezTo>
                    <a:pt x="32469" y="39397"/>
                    <a:pt x="26740" y="41303"/>
                    <a:pt x="21010" y="41939"/>
                  </a:cubicBezTo>
                  <a:lnTo>
                    <a:pt x="21010" y="419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87A0A3D6-331F-6231-D66A-FC5E7ACB0866}"/>
                </a:ext>
              </a:extLst>
            </p:cNvPr>
            <p:cNvSpPr/>
            <p:nvPr/>
          </p:nvSpPr>
          <p:spPr>
            <a:xfrm>
              <a:off x="827872" y="5227256"/>
              <a:ext cx="42019" cy="41938"/>
            </a:xfrm>
            <a:custGeom>
              <a:avLst/>
              <a:gdLst>
                <a:gd name="connsiteX0" fmla="*/ 21010 w 42019"/>
                <a:gd name="connsiteY0" fmla="*/ 41939 h 41938"/>
                <a:gd name="connsiteX1" fmla="*/ 6367 w 42019"/>
                <a:gd name="connsiteY1" fmla="*/ 36220 h 41938"/>
                <a:gd name="connsiteX2" fmla="*/ 0 w 42019"/>
                <a:gd name="connsiteY2" fmla="*/ 21605 h 41938"/>
                <a:gd name="connsiteX3" fmla="*/ 5730 w 42019"/>
                <a:gd name="connsiteY3" fmla="*/ 6354 h 41938"/>
                <a:gd name="connsiteX4" fmla="*/ 20373 w 42019"/>
                <a:gd name="connsiteY4" fmla="*/ 0 h 41938"/>
                <a:gd name="connsiteX5" fmla="*/ 42019 w 42019"/>
                <a:gd name="connsiteY5" fmla="*/ 20334 h 41938"/>
                <a:gd name="connsiteX6" fmla="*/ 21010 w 42019"/>
                <a:gd name="connsiteY6" fmla="*/ 41939 h 41938"/>
                <a:gd name="connsiteX7" fmla="*/ 21010 w 42019"/>
                <a:gd name="connsiteY7" fmla="*/ 41939 h 4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19" h="41938">
                  <a:moveTo>
                    <a:pt x="21010" y="41939"/>
                  </a:moveTo>
                  <a:cubicBezTo>
                    <a:pt x="15280" y="41939"/>
                    <a:pt x="10186" y="40032"/>
                    <a:pt x="6367" y="36220"/>
                  </a:cubicBezTo>
                  <a:cubicBezTo>
                    <a:pt x="2547" y="32407"/>
                    <a:pt x="0" y="27324"/>
                    <a:pt x="0" y="21605"/>
                  </a:cubicBezTo>
                  <a:cubicBezTo>
                    <a:pt x="0" y="15886"/>
                    <a:pt x="1910" y="10802"/>
                    <a:pt x="5730" y="6354"/>
                  </a:cubicBezTo>
                  <a:cubicBezTo>
                    <a:pt x="9550" y="2542"/>
                    <a:pt x="14643" y="0"/>
                    <a:pt x="20373" y="0"/>
                  </a:cubicBezTo>
                  <a:cubicBezTo>
                    <a:pt x="31833" y="0"/>
                    <a:pt x="41383" y="8896"/>
                    <a:pt x="42019" y="20334"/>
                  </a:cubicBezTo>
                  <a:cubicBezTo>
                    <a:pt x="42019" y="31772"/>
                    <a:pt x="33106" y="41303"/>
                    <a:pt x="21010" y="41939"/>
                  </a:cubicBezTo>
                  <a:lnTo>
                    <a:pt x="21010" y="419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645FEDE4-9D3A-B952-3E2D-57CB8C212DAC}"/>
                </a:ext>
              </a:extLst>
            </p:cNvPr>
            <p:cNvSpPr/>
            <p:nvPr/>
          </p:nvSpPr>
          <p:spPr>
            <a:xfrm>
              <a:off x="304973" y="5122349"/>
              <a:ext cx="236318" cy="310787"/>
            </a:xfrm>
            <a:custGeom>
              <a:avLst/>
              <a:gdLst>
                <a:gd name="connsiteX0" fmla="*/ 165735 w 236318"/>
                <a:gd name="connsiteY0" fmla="*/ 310787 h 310787"/>
                <a:gd name="connsiteX1" fmla="*/ 3388 w 236318"/>
                <a:gd name="connsiteY1" fmla="*/ 193868 h 310787"/>
                <a:gd name="connsiteX2" fmla="*/ 23124 w 236318"/>
                <a:gd name="connsiteY2" fmla="*/ 83938 h 310787"/>
                <a:gd name="connsiteX3" fmla="*/ 140269 w 236318"/>
                <a:gd name="connsiteY3" fmla="*/ 3237 h 310787"/>
                <a:gd name="connsiteX4" fmla="*/ 160005 w 236318"/>
                <a:gd name="connsiteY4" fmla="*/ 60 h 310787"/>
                <a:gd name="connsiteX5" fmla="*/ 173375 w 236318"/>
                <a:gd name="connsiteY5" fmla="*/ 10863 h 310787"/>
                <a:gd name="connsiteX6" fmla="*/ 162552 w 236318"/>
                <a:gd name="connsiteY6" fmla="*/ 24207 h 310787"/>
                <a:gd name="connsiteX7" fmla="*/ 145362 w 236318"/>
                <a:gd name="connsiteY7" fmla="*/ 27384 h 310787"/>
                <a:gd name="connsiteX8" fmla="*/ 43497 w 236318"/>
                <a:gd name="connsiteY8" fmla="*/ 97282 h 310787"/>
                <a:gd name="connsiteX9" fmla="*/ 26944 w 236318"/>
                <a:gd name="connsiteY9" fmla="*/ 188784 h 310787"/>
                <a:gd name="connsiteX10" fmla="*/ 204571 w 236318"/>
                <a:gd name="connsiteY10" fmla="*/ 282193 h 310787"/>
                <a:gd name="connsiteX11" fmla="*/ 220488 w 236318"/>
                <a:gd name="connsiteY11" fmla="*/ 277745 h 310787"/>
                <a:gd name="connsiteX12" fmla="*/ 235768 w 236318"/>
                <a:gd name="connsiteY12" fmla="*/ 285370 h 310787"/>
                <a:gd name="connsiteX13" fmla="*/ 228128 w 236318"/>
                <a:gd name="connsiteY13" fmla="*/ 300621 h 310787"/>
                <a:gd name="connsiteX14" fmla="*/ 209665 w 236318"/>
                <a:gd name="connsiteY14" fmla="*/ 305704 h 310787"/>
                <a:gd name="connsiteX15" fmla="*/ 165735 w 236318"/>
                <a:gd name="connsiteY15" fmla="*/ 310787 h 310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6318" h="310787">
                  <a:moveTo>
                    <a:pt x="165735" y="310787"/>
                  </a:moveTo>
                  <a:cubicBezTo>
                    <a:pt x="88063" y="310787"/>
                    <a:pt x="19304" y="264401"/>
                    <a:pt x="3388" y="193868"/>
                  </a:cubicBezTo>
                  <a:cubicBezTo>
                    <a:pt x="-4888" y="157013"/>
                    <a:pt x="2115" y="118251"/>
                    <a:pt x="23124" y="83938"/>
                  </a:cubicBezTo>
                  <a:cubicBezTo>
                    <a:pt x="47954" y="43905"/>
                    <a:pt x="90610" y="14675"/>
                    <a:pt x="140269" y="3237"/>
                  </a:cubicBezTo>
                  <a:cubicBezTo>
                    <a:pt x="146636" y="1967"/>
                    <a:pt x="153639" y="696"/>
                    <a:pt x="160005" y="60"/>
                  </a:cubicBezTo>
                  <a:cubicBezTo>
                    <a:pt x="167009" y="-575"/>
                    <a:pt x="172739" y="3873"/>
                    <a:pt x="173375" y="10863"/>
                  </a:cubicBezTo>
                  <a:cubicBezTo>
                    <a:pt x="174012" y="17217"/>
                    <a:pt x="169555" y="23571"/>
                    <a:pt x="162552" y="24207"/>
                  </a:cubicBezTo>
                  <a:cubicBezTo>
                    <a:pt x="156822" y="24842"/>
                    <a:pt x="151092" y="26113"/>
                    <a:pt x="145362" y="27384"/>
                  </a:cubicBezTo>
                  <a:cubicBezTo>
                    <a:pt x="102070" y="37551"/>
                    <a:pt x="65144" y="62968"/>
                    <a:pt x="43497" y="97282"/>
                  </a:cubicBezTo>
                  <a:cubicBezTo>
                    <a:pt x="25671" y="125876"/>
                    <a:pt x="19941" y="158283"/>
                    <a:pt x="26944" y="188784"/>
                  </a:cubicBezTo>
                  <a:cubicBezTo>
                    <a:pt x="43497" y="259317"/>
                    <a:pt x="123079" y="301256"/>
                    <a:pt x="204571" y="282193"/>
                  </a:cubicBezTo>
                  <a:cubicBezTo>
                    <a:pt x="210301" y="280922"/>
                    <a:pt x="215395" y="279651"/>
                    <a:pt x="220488" y="277745"/>
                  </a:cubicBezTo>
                  <a:cubicBezTo>
                    <a:pt x="226854" y="275839"/>
                    <a:pt x="233858" y="279016"/>
                    <a:pt x="235768" y="285370"/>
                  </a:cubicBezTo>
                  <a:cubicBezTo>
                    <a:pt x="237678" y="291724"/>
                    <a:pt x="234494" y="298714"/>
                    <a:pt x="228128" y="300621"/>
                  </a:cubicBezTo>
                  <a:cubicBezTo>
                    <a:pt x="222398" y="302527"/>
                    <a:pt x="216031" y="304433"/>
                    <a:pt x="209665" y="305704"/>
                  </a:cubicBezTo>
                  <a:cubicBezTo>
                    <a:pt x="195658" y="308881"/>
                    <a:pt x="180378" y="310787"/>
                    <a:pt x="165735" y="310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79A048A9-E8C2-DC8F-038F-B3DE34AFACE2}"/>
                </a:ext>
              </a:extLst>
            </p:cNvPr>
            <p:cNvSpPr/>
            <p:nvPr/>
          </p:nvSpPr>
          <p:spPr>
            <a:xfrm>
              <a:off x="1084531" y="4942649"/>
              <a:ext cx="236954" cy="310660"/>
            </a:xfrm>
            <a:custGeom>
              <a:avLst/>
              <a:gdLst>
                <a:gd name="connsiteX0" fmla="*/ 75039 w 236954"/>
                <a:gd name="connsiteY0" fmla="*/ 310660 h 310660"/>
                <a:gd name="connsiteX1" fmla="*/ 62943 w 236954"/>
                <a:gd name="connsiteY1" fmla="*/ 299858 h 310660"/>
                <a:gd name="connsiteX2" fmla="*/ 73766 w 236954"/>
                <a:gd name="connsiteY2" fmla="*/ 286514 h 310660"/>
                <a:gd name="connsiteX3" fmla="*/ 90956 w 236954"/>
                <a:gd name="connsiteY3" fmla="*/ 283336 h 310660"/>
                <a:gd name="connsiteX4" fmla="*/ 192821 w 236954"/>
                <a:gd name="connsiteY4" fmla="*/ 213439 h 310660"/>
                <a:gd name="connsiteX5" fmla="*/ 209374 w 236954"/>
                <a:gd name="connsiteY5" fmla="*/ 121936 h 310660"/>
                <a:gd name="connsiteX6" fmla="*/ 31747 w 236954"/>
                <a:gd name="connsiteY6" fmla="*/ 28527 h 310660"/>
                <a:gd name="connsiteX7" fmla="*/ 15830 w 236954"/>
                <a:gd name="connsiteY7" fmla="*/ 32975 h 310660"/>
                <a:gd name="connsiteX8" fmla="*/ 550 w 236954"/>
                <a:gd name="connsiteY8" fmla="*/ 25350 h 310660"/>
                <a:gd name="connsiteX9" fmla="*/ 8190 w 236954"/>
                <a:gd name="connsiteY9" fmla="*/ 10100 h 310660"/>
                <a:gd name="connsiteX10" fmla="*/ 26653 w 236954"/>
                <a:gd name="connsiteY10" fmla="*/ 5016 h 310660"/>
                <a:gd name="connsiteX11" fmla="*/ 233567 w 236954"/>
                <a:gd name="connsiteY11" fmla="*/ 116853 h 310660"/>
                <a:gd name="connsiteX12" fmla="*/ 213830 w 236954"/>
                <a:gd name="connsiteY12" fmla="*/ 226783 h 310660"/>
                <a:gd name="connsiteX13" fmla="*/ 96686 w 236954"/>
                <a:gd name="connsiteY13" fmla="*/ 307483 h 310660"/>
                <a:gd name="connsiteX14" fmla="*/ 76949 w 236954"/>
                <a:gd name="connsiteY14" fmla="*/ 310660 h 310660"/>
                <a:gd name="connsiteX15" fmla="*/ 75039 w 236954"/>
                <a:gd name="connsiteY15" fmla="*/ 310660 h 310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6954" h="310660">
                  <a:moveTo>
                    <a:pt x="75039" y="310660"/>
                  </a:moveTo>
                  <a:cubicBezTo>
                    <a:pt x="68673" y="310660"/>
                    <a:pt x="63579" y="306212"/>
                    <a:pt x="62943" y="299858"/>
                  </a:cubicBezTo>
                  <a:cubicBezTo>
                    <a:pt x="62306" y="292868"/>
                    <a:pt x="66763" y="287149"/>
                    <a:pt x="73766" y="286514"/>
                  </a:cubicBezTo>
                  <a:cubicBezTo>
                    <a:pt x="79496" y="285878"/>
                    <a:pt x="85226" y="284607"/>
                    <a:pt x="90956" y="283336"/>
                  </a:cubicBezTo>
                  <a:cubicBezTo>
                    <a:pt x="134248" y="273169"/>
                    <a:pt x="171174" y="247752"/>
                    <a:pt x="192821" y="213439"/>
                  </a:cubicBezTo>
                  <a:cubicBezTo>
                    <a:pt x="210647" y="184844"/>
                    <a:pt x="216377" y="152437"/>
                    <a:pt x="209374" y="121936"/>
                  </a:cubicBezTo>
                  <a:cubicBezTo>
                    <a:pt x="192821" y="51403"/>
                    <a:pt x="113239" y="9464"/>
                    <a:pt x="31747" y="28527"/>
                  </a:cubicBezTo>
                  <a:cubicBezTo>
                    <a:pt x="26017" y="29798"/>
                    <a:pt x="20923" y="31069"/>
                    <a:pt x="15830" y="32975"/>
                  </a:cubicBezTo>
                  <a:cubicBezTo>
                    <a:pt x="9464" y="34882"/>
                    <a:pt x="2460" y="31704"/>
                    <a:pt x="550" y="25350"/>
                  </a:cubicBezTo>
                  <a:cubicBezTo>
                    <a:pt x="-1359" y="18996"/>
                    <a:pt x="1824" y="12006"/>
                    <a:pt x="8190" y="10100"/>
                  </a:cubicBezTo>
                  <a:cubicBezTo>
                    <a:pt x="14557" y="8193"/>
                    <a:pt x="20287" y="6287"/>
                    <a:pt x="26653" y="5016"/>
                  </a:cubicBezTo>
                  <a:cubicBezTo>
                    <a:pt x="121515" y="-16589"/>
                    <a:pt x="213830" y="33611"/>
                    <a:pt x="233567" y="116853"/>
                  </a:cubicBezTo>
                  <a:cubicBezTo>
                    <a:pt x="241843" y="153708"/>
                    <a:pt x="234840" y="192469"/>
                    <a:pt x="213830" y="226783"/>
                  </a:cubicBezTo>
                  <a:cubicBezTo>
                    <a:pt x="189001" y="266815"/>
                    <a:pt x="146345" y="296045"/>
                    <a:pt x="96686" y="307483"/>
                  </a:cubicBezTo>
                  <a:cubicBezTo>
                    <a:pt x="90319" y="308754"/>
                    <a:pt x="83316" y="310025"/>
                    <a:pt x="76949" y="310660"/>
                  </a:cubicBezTo>
                  <a:cubicBezTo>
                    <a:pt x="76313" y="310660"/>
                    <a:pt x="75676" y="310660"/>
                    <a:pt x="75039" y="3106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FDEFC3BE-6D27-FC28-0242-5FC591A99660}"/>
                </a:ext>
              </a:extLst>
            </p:cNvPr>
            <p:cNvSpPr/>
            <p:nvPr/>
          </p:nvSpPr>
          <p:spPr>
            <a:xfrm>
              <a:off x="146069" y="4198260"/>
              <a:ext cx="709123" cy="667434"/>
            </a:xfrm>
            <a:custGeom>
              <a:avLst/>
              <a:gdLst>
                <a:gd name="connsiteX0" fmla="*/ 173751 w 709123"/>
                <a:gd name="connsiteY0" fmla="*/ 64407 h 667434"/>
                <a:gd name="connsiteX1" fmla="*/ 44510 w 709123"/>
                <a:gd name="connsiteY1" fmla="*/ 239152 h 667434"/>
                <a:gd name="connsiteX2" fmla="*/ 56607 w 709123"/>
                <a:gd name="connsiteY2" fmla="*/ 365603 h 667434"/>
                <a:gd name="connsiteX3" fmla="*/ 411224 w 709123"/>
                <a:gd name="connsiteY3" fmla="*/ 627402 h 667434"/>
                <a:gd name="connsiteX4" fmla="*/ 475526 w 709123"/>
                <a:gd name="connsiteY4" fmla="*/ 640746 h 667434"/>
                <a:gd name="connsiteX5" fmla="*/ 536009 w 709123"/>
                <a:gd name="connsiteY5" fmla="*/ 601349 h 667434"/>
                <a:gd name="connsiteX6" fmla="*/ 665250 w 709123"/>
                <a:gd name="connsiteY6" fmla="*/ 426605 h 667434"/>
                <a:gd name="connsiteX7" fmla="*/ 653154 w 709123"/>
                <a:gd name="connsiteY7" fmla="*/ 300153 h 667434"/>
                <a:gd name="connsiteX8" fmla="*/ 298536 w 709123"/>
                <a:gd name="connsiteY8" fmla="*/ 38355 h 667434"/>
                <a:gd name="connsiteX9" fmla="*/ 234234 w 709123"/>
                <a:gd name="connsiteY9" fmla="*/ 25010 h 667434"/>
                <a:gd name="connsiteX10" fmla="*/ 173751 w 709123"/>
                <a:gd name="connsiteY10" fmla="*/ 64407 h 667434"/>
                <a:gd name="connsiteX11" fmla="*/ 457700 w 709123"/>
                <a:gd name="connsiteY11" fmla="*/ 667434 h 667434"/>
                <a:gd name="connsiteX12" fmla="*/ 396581 w 709123"/>
                <a:gd name="connsiteY12" fmla="*/ 647736 h 667434"/>
                <a:gd name="connsiteX13" fmla="*/ 41964 w 709123"/>
                <a:gd name="connsiteY13" fmla="*/ 385937 h 667434"/>
                <a:gd name="connsiteX14" fmla="*/ 24774 w 709123"/>
                <a:gd name="connsiteY14" fmla="*/ 225172 h 667434"/>
                <a:gd name="connsiteX15" fmla="*/ 154015 w 709123"/>
                <a:gd name="connsiteY15" fmla="*/ 50428 h 667434"/>
                <a:gd name="connsiteX16" fmla="*/ 229141 w 709123"/>
                <a:gd name="connsiteY16" fmla="*/ 2135 h 667434"/>
                <a:gd name="connsiteX17" fmla="*/ 312543 w 709123"/>
                <a:gd name="connsiteY17" fmla="*/ 19927 h 667434"/>
                <a:gd name="connsiteX18" fmla="*/ 667160 w 709123"/>
                <a:gd name="connsiteY18" fmla="*/ 281726 h 667434"/>
                <a:gd name="connsiteX19" fmla="*/ 684350 w 709123"/>
                <a:gd name="connsiteY19" fmla="*/ 442491 h 667434"/>
                <a:gd name="connsiteX20" fmla="*/ 555109 w 709123"/>
                <a:gd name="connsiteY20" fmla="*/ 616600 h 667434"/>
                <a:gd name="connsiteX21" fmla="*/ 479983 w 709123"/>
                <a:gd name="connsiteY21" fmla="*/ 664893 h 667434"/>
                <a:gd name="connsiteX22" fmla="*/ 457700 w 709123"/>
                <a:gd name="connsiteY22" fmla="*/ 667434 h 667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09123" h="667434">
                  <a:moveTo>
                    <a:pt x="173751" y="64407"/>
                  </a:moveTo>
                  <a:lnTo>
                    <a:pt x="44510" y="239152"/>
                  </a:lnTo>
                  <a:cubicBezTo>
                    <a:pt x="13314" y="281090"/>
                    <a:pt x="18407" y="338280"/>
                    <a:pt x="56607" y="365603"/>
                  </a:cubicBezTo>
                  <a:lnTo>
                    <a:pt x="411224" y="627402"/>
                  </a:lnTo>
                  <a:cubicBezTo>
                    <a:pt x="429051" y="640746"/>
                    <a:pt x="451970" y="645830"/>
                    <a:pt x="475526" y="640746"/>
                  </a:cubicBezTo>
                  <a:cubicBezTo>
                    <a:pt x="499083" y="636298"/>
                    <a:pt x="520729" y="622319"/>
                    <a:pt x="536009" y="601349"/>
                  </a:cubicBezTo>
                  <a:lnTo>
                    <a:pt x="665250" y="426605"/>
                  </a:lnTo>
                  <a:cubicBezTo>
                    <a:pt x="696446" y="384666"/>
                    <a:pt x="691353" y="327477"/>
                    <a:pt x="653154" y="300153"/>
                  </a:cubicBezTo>
                  <a:lnTo>
                    <a:pt x="298536" y="38355"/>
                  </a:lnTo>
                  <a:cubicBezTo>
                    <a:pt x="280710" y="25010"/>
                    <a:pt x="257790" y="19927"/>
                    <a:pt x="234234" y="25010"/>
                  </a:cubicBezTo>
                  <a:cubicBezTo>
                    <a:pt x="210041" y="30094"/>
                    <a:pt x="189031" y="43438"/>
                    <a:pt x="173751" y="64407"/>
                  </a:cubicBezTo>
                  <a:moveTo>
                    <a:pt x="457700" y="667434"/>
                  </a:moveTo>
                  <a:cubicBezTo>
                    <a:pt x="435417" y="667434"/>
                    <a:pt x="414407" y="660445"/>
                    <a:pt x="396581" y="647736"/>
                  </a:cubicBezTo>
                  <a:lnTo>
                    <a:pt x="41964" y="385937"/>
                  </a:lnTo>
                  <a:cubicBezTo>
                    <a:pt x="-6422" y="350353"/>
                    <a:pt x="-14062" y="277913"/>
                    <a:pt x="24774" y="225172"/>
                  </a:cubicBezTo>
                  <a:lnTo>
                    <a:pt x="154015" y="50428"/>
                  </a:lnTo>
                  <a:cubicBezTo>
                    <a:pt x="173115" y="25010"/>
                    <a:pt x="199854" y="7854"/>
                    <a:pt x="229141" y="2135"/>
                  </a:cubicBezTo>
                  <a:cubicBezTo>
                    <a:pt x="259063" y="-3584"/>
                    <a:pt x="288986" y="2135"/>
                    <a:pt x="312543" y="19927"/>
                  </a:cubicBezTo>
                  <a:lnTo>
                    <a:pt x="667160" y="281726"/>
                  </a:lnTo>
                  <a:cubicBezTo>
                    <a:pt x="715546" y="317310"/>
                    <a:pt x="723186" y="389750"/>
                    <a:pt x="684350" y="442491"/>
                  </a:cubicBezTo>
                  <a:lnTo>
                    <a:pt x="555109" y="616600"/>
                  </a:lnTo>
                  <a:cubicBezTo>
                    <a:pt x="536009" y="642017"/>
                    <a:pt x="509269" y="659174"/>
                    <a:pt x="479983" y="664893"/>
                  </a:cubicBezTo>
                  <a:cubicBezTo>
                    <a:pt x="472343" y="666163"/>
                    <a:pt x="464703" y="667434"/>
                    <a:pt x="457700" y="66743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FBD8D0E4-B765-951C-D993-8ECA9B000403}"/>
                </a:ext>
              </a:extLst>
            </p:cNvPr>
            <p:cNvSpPr/>
            <p:nvPr/>
          </p:nvSpPr>
          <p:spPr>
            <a:xfrm>
              <a:off x="508347" y="4602065"/>
              <a:ext cx="42063" cy="41226"/>
            </a:xfrm>
            <a:custGeom>
              <a:avLst/>
              <a:gdLst>
                <a:gd name="connsiteX0" fmla="*/ 20933 w 42063"/>
                <a:gd name="connsiteY0" fmla="*/ 41227 h 41226"/>
                <a:gd name="connsiteX1" fmla="*/ 5016 w 42063"/>
                <a:gd name="connsiteY1" fmla="*/ 34237 h 41226"/>
                <a:gd name="connsiteX2" fmla="*/ 7563 w 42063"/>
                <a:gd name="connsiteY2" fmla="*/ 5007 h 41226"/>
                <a:gd name="connsiteX3" fmla="*/ 36849 w 42063"/>
                <a:gd name="connsiteY3" fmla="*/ 7549 h 41226"/>
                <a:gd name="connsiteX4" fmla="*/ 41943 w 42063"/>
                <a:gd name="connsiteY4" fmla="*/ 22799 h 41226"/>
                <a:gd name="connsiteX5" fmla="*/ 34939 w 42063"/>
                <a:gd name="connsiteY5" fmla="*/ 36779 h 41226"/>
                <a:gd name="connsiteX6" fmla="*/ 20933 w 42063"/>
                <a:gd name="connsiteY6" fmla="*/ 41227 h 41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063" h="41226">
                  <a:moveTo>
                    <a:pt x="20933" y="41227"/>
                  </a:moveTo>
                  <a:cubicBezTo>
                    <a:pt x="15203" y="41227"/>
                    <a:pt x="8836" y="38685"/>
                    <a:pt x="5016" y="34237"/>
                  </a:cubicBezTo>
                  <a:cubicBezTo>
                    <a:pt x="-2623" y="25341"/>
                    <a:pt x="-1350" y="11997"/>
                    <a:pt x="7563" y="5007"/>
                  </a:cubicBezTo>
                  <a:cubicBezTo>
                    <a:pt x="16476" y="-2618"/>
                    <a:pt x="29846" y="-1348"/>
                    <a:pt x="36849" y="7549"/>
                  </a:cubicBezTo>
                  <a:cubicBezTo>
                    <a:pt x="40669" y="11997"/>
                    <a:pt x="42579" y="17080"/>
                    <a:pt x="41943" y="22799"/>
                  </a:cubicBezTo>
                  <a:cubicBezTo>
                    <a:pt x="41306" y="28518"/>
                    <a:pt x="38759" y="33601"/>
                    <a:pt x="34939" y="36779"/>
                  </a:cubicBezTo>
                  <a:cubicBezTo>
                    <a:pt x="30483" y="39956"/>
                    <a:pt x="25390" y="41227"/>
                    <a:pt x="20933" y="412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BC096BF-5651-05BE-0C59-D9D1A6C48DA1}"/>
                </a:ext>
              </a:extLst>
            </p:cNvPr>
            <p:cNvSpPr/>
            <p:nvPr/>
          </p:nvSpPr>
          <p:spPr>
            <a:xfrm>
              <a:off x="510817" y="4440665"/>
              <a:ext cx="41503" cy="41862"/>
            </a:xfrm>
            <a:custGeom>
              <a:avLst/>
              <a:gdLst>
                <a:gd name="connsiteX0" fmla="*/ 21010 w 41503"/>
                <a:gd name="connsiteY0" fmla="*/ 41862 h 41862"/>
                <a:gd name="connsiteX1" fmla="*/ 5093 w 41503"/>
                <a:gd name="connsiteY1" fmla="*/ 34237 h 41862"/>
                <a:gd name="connsiteX2" fmla="*/ 0 w 41503"/>
                <a:gd name="connsiteY2" fmla="*/ 18986 h 41862"/>
                <a:gd name="connsiteX3" fmla="*/ 7003 w 41503"/>
                <a:gd name="connsiteY3" fmla="*/ 5007 h 41862"/>
                <a:gd name="connsiteX4" fmla="*/ 36289 w 41503"/>
                <a:gd name="connsiteY4" fmla="*/ 7549 h 41862"/>
                <a:gd name="connsiteX5" fmla="*/ 41383 w 41503"/>
                <a:gd name="connsiteY5" fmla="*/ 22799 h 41862"/>
                <a:gd name="connsiteX6" fmla="*/ 34379 w 41503"/>
                <a:gd name="connsiteY6" fmla="*/ 36779 h 41862"/>
                <a:gd name="connsiteX7" fmla="*/ 21010 w 41503"/>
                <a:gd name="connsiteY7" fmla="*/ 41862 h 4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503" h="41862">
                  <a:moveTo>
                    <a:pt x="21010" y="41862"/>
                  </a:moveTo>
                  <a:cubicBezTo>
                    <a:pt x="15280" y="41862"/>
                    <a:pt x="8913" y="39320"/>
                    <a:pt x="5093" y="34237"/>
                  </a:cubicBezTo>
                  <a:cubicBezTo>
                    <a:pt x="1273" y="29789"/>
                    <a:pt x="0" y="24705"/>
                    <a:pt x="0" y="18986"/>
                  </a:cubicBezTo>
                  <a:cubicBezTo>
                    <a:pt x="637" y="13268"/>
                    <a:pt x="3183" y="8184"/>
                    <a:pt x="7003" y="5007"/>
                  </a:cubicBezTo>
                  <a:cubicBezTo>
                    <a:pt x="15916" y="-2618"/>
                    <a:pt x="29286" y="-1347"/>
                    <a:pt x="36289" y="7549"/>
                  </a:cubicBezTo>
                  <a:cubicBezTo>
                    <a:pt x="40109" y="11997"/>
                    <a:pt x="42019" y="17080"/>
                    <a:pt x="41383" y="22799"/>
                  </a:cubicBezTo>
                  <a:cubicBezTo>
                    <a:pt x="40746" y="28518"/>
                    <a:pt x="38199" y="33601"/>
                    <a:pt x="34379" y="36779"/>
                  </a:cubicBezTo>
                  <a:cubicBezTo>
                    <a:pt x="30559" y="39956"/>
                    <a:pt x="25466" y="41862"/>
                    <a:pt x="21010" y="4186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0CF3BB2B-95AB-8F18-0DB5-3ED5EC330262}"/>
                </a:ext>
              </a:extLst>
            </p:cNvPr>
            <p:cNvSpPr/>
            <p:nvPr/>
          </p:nvSpPr>
          <p:spPr>
            <a:xfrm>
              <a:off x="666714" y="4601912"/>
              <a:ext cx="283110" cy="297460"/>
            </a:xfrm>
            <a:custGeom>
              <a:avLst/>
              <a:gdLst>
                <a:gd name="connsiteX0" fmla="*/ 134418 w 283110"/>
                <a:gd name="connsiteY0" fmla="*/ 297460 h 297460"/>
                <a:gd name="connsiteX1" fmla="*/ 19183 w 283110"/>
                <a:gd name="connsiteY1" fmla="*/ 256793 h 297460"/>
                <a:gd name="connsiteX2" fmla="*/ 3904 w 283110"/>
                <a:gd name="connsiteY2" fmla="*/ 244084 h 297460"/>
                <a:gd name="connsiteX3" fmla="*/ 3267 w 283110"/>
                <a:gd name="connsiteY3" fmla="*/ 226927 h 297460"/>
                <a:gd name="connsiteX4" fmla="*/ 20457 w 283110"/>
                <a:gd name="connsiteY4" fmla="*/ 226292 h 297460"/>
                <a:gd name="connsiteX5" fmla="*/ 33826 w 283110"/>
                <a:gd name="connsiteY5" fmla="*/ 237730 h 297460"/>
                <a:gd name="connsiteX6" fmla="*/ 233736 w 283110"/>
                <a:gd name="connsiteY6" fmla="*/ 227563 h 297460"/>
                <a:gd name="connsiteX7" fmla="*/ 256019 w 283110"/>
                <a:gd name="connsiteY7" fmla="*/ 128435 h 297460"/>
                <a:gd name="connsiteX8" fmla="*/ 195537 w 283110"/>
                <a:gd name="connsiteY8" fmla="*/ 31849 h 297460"/>
                <a:gd name="connsiteX9" fmla="*/ 181531 w 283110"/>
                <a:gd name="connsiteY9" fmla="*/ 22317 h 297460"/>
                <a:gd name="connsiteX10" fmla="*/ 177711 w 283110"/>
                <a:gd name="connsiteY10" fmla="*/ 5796 h 297460"/>
                <a:gd name="connsiteX11" fmla="*/ 194264 w 283110"/>
                <a:gd name="connsiteY11" fmla="*/ 1983 h 297460"/>
                <a:gd name="connsiteX12" fmla="*/ 210180 w 283110"/>
                <a:gd name="connsiteY12" fmla="*/ 12786 h 297460"/>
                <a:gd name="connsiteX13" fmla="*/ 280212 w 283110"/>
                <a:gd name="connsiteY13" fmla="*/ 123987 h 297460"/>
                <a:gd name="connsiteX14" fmla="*/ 252836 w 283110"/>
                <a:gd name="connsiteY14" fmla="*/ 242813 h 297460"/>
                <a:gd name="connsiteX15" fmla="*/ 134418 w 283110"/>
                <a:gd name="connsiteY15" fmla="*/ 297460 h 297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3110" h="297460">
                  <a:moveTo>
                    <a:pt x="134418" y="297460"/>
                  </a:moveTo>
                  <a:cubicBezTo>
                    <a:pt x="94945" y="297460"/>
                    <a:pt x="54199" y="284116"/>
                    <a:pt x="19183" y="256793"/>
                  </a:cubicBezTo>
                  <a:cubicBezTo>
                    <a:pt x="14090" y="252980"/>
                    <a:pt x="8997" y="248532"/>
                    <a:pt x="3904" y="244084"/>
                  </a:cubicBezTo>
                  <a:cubicBezTo>
                    <a:pt x="-1190" y="239636"/>
                    <a:pt x="-1190" y="232011"/>
                    <a:pt x="3267" y="226927"/>
                  </a:cubicBezTo>
                  <a:cubicBezTo>
                    <a:pt x="7723" y="221844"/>
                    <a:pt x="15363" y="221844"/>
                    <a:pt x="20457" y="226292"/>
                  </a:cubicBezTo>
                  <a:cubicBezTo>
                    <a:pt x="24913" y="230104"/>
                    <a:pt x="29370" y="233917"/>
                    <a:pt x="33826" y="237730"/>
                  </a:cubicBezTo>
                  <a:cubicBezTo>
                    <a:pt x="99402" y="289200"/>
                    <a:pt x="189170" y="284116"/>
                    <a:pt x="233736" y="227563"/>
                  </a:cubicBezTo>
                  <a:cubicBezTo>
                    <a:pt x="255383" y="200239"/>
                    <a:pt x="263023" y="164655"/>
                    <a:pt x="256019" y="128435"/>
                  </a:cubicBezTo>
                  <a:cubicBezTo>
                    <a:pt x="249016" y="90944"/>
                    <a:pt x="227370" y="56631"/>
                    <a:pt x="195537" y="31849"/>
                  </a:cubicBezTo>
                  <a:cubicBezTo>
                    <a:pt x="191080" y="28672"/>
                    <a:pt x="186624" y="25495"/>
                    <a:pt x="181531" y="22317"/>
                  </a:cubicBezTo>
                  <a:cubicBezTo>
                    <a:pt x="175801" y="18505"/>
                    <a:pt x="173891" y="10880"/>
                    <a:pt x="177711" y="5796"/>
                  </a:cubicBezTo>
                  <a:cubicBezTo>
                    <a:pt x="181531" y="77"/>
                    <a:pt x="189170" y="-1829"/>
                    <a:pt x="194264" y="1983"/>
                  </a:cubicBezTo>
                  <a:cubicBezTo>
                    <a:pt x="199994" y="5161"/>
                    <a:pt x="205087" y="8973"/>
                    <a:pt x="210180" y="12786"/>
                  </a:cubicBezTo>
                  <a:cubicBezTo>
                    <a:pt x="247106" y="41380"/>
                    <a:pt x="271936" y="80777"/>
                    <a:pt x="280212" y="123987"/>
                  </a:cubicBezTo>
                  <a:cubicBezTo>
                    <a:pt x="288489" y="167832"/>
                    <a:pt x="278939" y="209771"/>
                    <a:pt x="252836" y="242813"/>
                  </a:cubicBezTo>
                  <a:cubicBezTo>
                    <a:pt x="224823" y="278397"/>
                    <a:pt x="180894" y="297460"/>
                    <a:pt x="134418" y="2974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471F6F04-E54B-0B00-4161-11B2266A7B64}"/>
                </a:ext>
              </a:extLst>
            </p:cNvPr>
            <p:cNvSpPr/>
            <p:nvPr/>
          </p:nvSpPr>
          <p:spPr>
            <a:xfrm>
              <a:off x="845197" y="4075375"/>
              <a:ext cx="645298" cy="712796"/>
            </a:xfrm>
            <a:custGeom>
              <a:avLst/>
              <a:gdLst>
                <a:gd name="connsiteX0" fmla="*/ 260894 w 645298"/>
                <a:gd name="connsiteY0" fmla="*/ 38600 h 712796"/>
                <a:gd name="connsiteX1" fmla="*/ 73717 w 645298"/>
                <a:gd name="connsiteY1" fmla="*/ 148531 h 712796"/>
                <a:gd name="connsiteX2" fmla="*/ 28514 w 645298"/>
                <a:gd name="connsiteY2" fmla="*/ 204449 h 712796"/>
                <a:gd name="connsiteX3" fmla="*/ 35517 w 645298"/>
                <a:gd name="connsiteY3" fmla="*/ 269898 h 712796"/>
                <a:gd name="connsiteX4" fmla="*/ 259621 w 645298"/>
                <a:gd name="connsiteY4" fmla="*/ 649253 h 712796"/>
                <a:gd name="connsiteX5" fmla="*/ 384405 w 645298"/>
                <a:gd name="connsiteY5" fmla="*/ 674035 h 712796"/>
                <a:gd name="connsiteX6" fmla="*/ 572219 w 645298"/>
                <a:gd name="connsiteY6" fmla="*/ 564105 h 712796"/>
                <a:gd name="connsiteX7" fmla="*/ 617421 w 645298"/>
                <a:gd name="connsiteY7" fmla="*/ 508186 h 712796"/>
                <a:gd name="connsiteX8" fmla="*/ 610418 w 645298"/>
                <a:gd name="connsiteY8" fmla="*/ 442737 h 712796"/>
                <a:gd name="connsiteX9" fmla="*/ 386315 w 645298"/>
                <a:gd name="connsiteY9" fmla="*/ 63382 h 712796"/>
                <a:gd name="connsiteX10" fmla="*/ 260894 w 645298"/>
                <a:gd name="connsiteY10" fmla="*/ 38600 h 712796"/>
                <a:gd name="connsiteX11" fmla="*/ 332199 w 645298"/>
                <a:gd name="connsiteY11" fmla="*/ 712796 h 712796"/>
                <a:gd name="connsiteX12" fmla="*/ 237974 w 645298"/>
                <a:gd name="connsiteY12" fmla="*/ 661326 h 712796"/>
                <a:gd name="connsiteX13" fmla="*/ 13871 w 645298"/>
                <a:gd name="connsiteY13" fmla="*/ 281972 h 712796"/>
                <a:gd name="connsiteX14" fmla="*/ 4958 w 645298"/>
                <a:gd name="connsiteY14" fmla="*/ 197459 h 712796"/>
                <a:gd name="connsiteX15" fmla="*/ 60984 w 645298"/>
                <a:gd name="connsiteY15" fmla="*/ 127561 h 712796"/>
                <a:gd name="connsiteX16" fmla="*/ 248797 w 645298"/>
                <a:gd name="connsiteY16" fmla="*/ 17631 h 712796"/>
                <a:gd name="connsiteX17" fmla="*/ 407325 w 645298"/>
                <a:gd name="connsiteY17" fmla="*/ 51309 h 712796"/>
                <a:gd name="connsiteX18" fmla="*/ 631428 w 645298"/>
                <a:gd name="connsiteY18" fmla="*/ 430663 h 712796"/>
                <a:gd name="connsiteX19" fmla="*/ 640341 w 645298"/>
                <a:gd name="connsiteY19" fmla="*/ 515176 h 712796"/>
                <a:gd name="connsiteX20" fmla="*/ 584315 w 645298"/>
                <a:gd name="connsiteY20" fmla="*/ 585074 h 712796"/>
                <a:gd name="connsiteX21" fmla="*/ 396502 w 645298"/>
                <a:gd name="connsiteY21" fmla="*/ 695004 h 712796"/>
                <a:gd name="connsiteX22" fmla="*/ 332199 w 645298"/>
                <a:gd name="connsiteY22" fmla="*/ 712796 h 71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45298" h="712796">
                  <a:moveTo>
                    <a:pt x="260894" y="38600"/>
                  </a:moveTo>
                  <a:lnTo>
                    <a:pt x="73717" y="148531"/>
                  </a:lnTo>
                  <a:cubicBezTo>
                    <a:pt x="51434" y="161239"/>
                    <a:pt x="35517" y="181573"/>
                    <a:pt x="28514" y="204449"/>
                  </a:cubicBezTo>
                  <a:cubicBezTo>
                    <a:pt x="21511" y="227324"/>
                    <a:pt x="24058" y="250200"/>
                    <a:pt x="35517" y="269898"/>
                  </a:cubicBezTo>
                  <a:lnTo>
                    <a:pt x="259621" y="649253"/>
                  </a:lnTo>
                  <a:cubicBezTo>
                    <a:pt x="283177" y="689285"/>
                    <a:pt x="339203" y="700723"/>
                    <a:pt x="384405" y="674035"/>
                  </a:cubicBezTo>
                  <a:lnTo>
                    <a:pt x="572219" y="564105"/>
                  </a:lnTo>
                  <a:cubicBezTo>
                    <a:pt x="594502" y="551396"/>
                    <a:pt x="610418" y="531062"/>
                    <a:pt x="617421" y="508186"/>
                  </a:cubicBezTo>
                  <a:cubicBezTo>
                    <a:pt x="624424" y="485311"/>
                    <a:pt x="621878" y="462435"/>
                    <a:pt x="610418" y="442737"/>
                  </a:cubicBezTo>
                  <a:lnTo>
                    <a:pt x="386315" y="63382"/>
                  </a:lnTo>
                  <a:cubicBezTo>
                    <a:pt x="362122" y="23350"/>
                    <a:pt x="306096" y="11912"/>
                    <a:pt x="260894" y="38600"/>
                  </a:cubicBezTo>
                  <a:moveTo>
                    <a:pt x="332199" y="712796"/>
                  </a:moveTo>
                  <a:cubicBezTo>
                    <a:pt x="294000" y="712796"/>
                    <a:pt x="257711" y="694369"/>
                    <a:pt x="237974" y="661326"/>
                  </a:cubicBezTo>
                  <a:lnTo>
                    <a:pt x="13871" y="281972"/>
                  </a:lnTo>
                  <a:cubicBezTo>
                    <a:pt x="-772" y="256554"/>
                    <a:pt x="-3955" y="226689"/>
                    <a:pt x="4958" y="197459"/>
                  </a:cubicBezTo>
                  <a:cubicBezTo>
                    <a:pt x="13871" y="168229"/>
                    <a:pt x="34244" y="144083"/>
                    <a:pt x="60984" y="127561"/>
                  </a:cubicBezTo>
                  <a:lnTo>
                    <a:pt x="248797" y="17631"/>
                  </a:lnTo>
                  <a:cubicBezTo>
                    <a:pt x="305460" y="-15411"/>
                    <a:pt x="376765" y="-796"/>
                    <a:pt x="407325" y="51309"/>
                  </a:cubicBezTo>
                  <a:lnTo>
                    <a:pt x="631428" y="430663"/>
                  </a:lnTo>
                  <a:cubicBezTo>
                    <a:pt x="646071" y="456081"/>
                    <a:pt x="649254" y="485946"/>
                    <a:pt x="640341" y="515176"/>
                  </a:cubicBezTo>
                  <a:cubicBezTo>
                    <a:pt x="631428" y="544406"/>
                    <a:pt x="611055" y="568553"/>
                    <a:pt x="584315" y="585074"/>
                  </a:cubicBezTo>
                  <a:lnTo>
                    <a:pt x="396502" y="695004"/>
                  </a:lnTo>
                  <a:cubicBezTo>
                    <a:pt x="376129" y="707077"/>
                    <a:pt x="353846" y="712796"/>
                    <a:pt x="332199" y="71279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523432FD-203F-BE14-7664-3355D6968905}"/>
                </a:ext>
              </a:extLst>
            </p:cNvPr>
            <p:cNvSpPr/>
            <p:nvPr/>
          </p:nvSpPr>
          <p:spPr>
            <a:xfrm>
              <a:off x="1175366" y="4489396"/>
              <a:ext cx="41537" cy="41423"/>
            </a:xfrm>
            <a:custGeom>
              <a:avLst/>
              <a:gdLst>
                <a:gd name="connsiteX0" fmla="*/ 20494 w 41537"/>
                <a:gd name="connsiteY0" fmla="*/ 41424 h 41423"/>
                <a:gd name="connsiteX1" fmla="*/ 7124 w 41537"/>
                <a:gd name="connsiteY1" fmla="*/ 36340 h 41423"/>
                <a:gd name="connsiteX2" fmla="*/ 121 w 41537"/>
                <a:gd name="connsiteY2" fmla="*/ 22361 h 41423"/>
                <a:gd name="connsiteX3" fmla="*/ 5214 w 41537"/>
                <a:gd name="connsiteY3" fmla="*/ 7110 h 41423"/>
                <a:gd name="connsiteX4" fmla="*/ 19220 w 41537"/>
                <a:gd name="connsiteY4" fmla="*/ 120 h 41423"/>
                <a:gd name="connsiteX5" fmla="*/ 34500 w 41537"/>
                <a:gd name="connsiteY5" fmla="*/ 5204 h 41423"/>
                <a:gd name="connsiteX6" fmla="*/ 41503 w 41537"/>
                <a:gd name="connsiteY6" fmla="*/ 19183 h 41423"/>
                <a:gd name="connsiteX7" fmla="*/ 22404 w 41537"/>
                <a:gd name="connsiteY7" fmla="*/ 41424 h 41423"/>
                <a:gd name="connsiteX8" fmla="*/ 20494 w 41537"/>
                <a:gd name="connsiteY8" fmla="*/ 41424 h 4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537" h="41423">
                  <a:moveTo>
                    <a:pt x="20494" y="41424"/>
                  </a:moveTo>
                  <a:cubicBezTo>
                    <a:pt x="15400" y="41424"/>
                    <a:pt x="10944" y="39517"/>
                    <a:pt x="7124" y="36340"/>
                  </a:cubicBezTo>
                  <a:cubicBezTo>
                    <a:pt x="2667" y="32528"/>
                    <a:pt x="121" y="27444"/>
                    <a:pt x="121" y="22361"/>
                  </a:cubicBezTo>
                  <a:cubicBezTo>
                    <a:pt x="-516" y="16642"/>
                    <a:pt x="1394" y="11558"/>
                    <a:pt x="5214" y="7110"/>
                  </a:cubicBezTo>
                  <a:cubicBezTo>
                    <a:pt x="9034" y="2662"/>
                    <a:pt x="14127" y="120"/>
                    <a:pt x="19220" y="120"/>
                  </a:cubicBezTo>
                  <a:cubicBezTo>
                    <a:pt x="24950" y="-515"/>
                    <a:pt x="30043" y="1391"/>
                    <a:pt x="34500" y="5204"/>
                  </a:cubicBezTo>
                  <a:cubicBezTo>
                    <a:pt x="38957" y="9017"/>
                    <a:pt x="41503" y="14100"/>
                    <a:pt x="41503" y="19183"/>
                  </a:cubicBezTo>
                  <a:cubicBezTo>
                    <a:pt x="42140" y="30621"/>
                    <a:pt x="33863" y="40788"/>
                    <a:pt x="22404" y="41424"/>
                  </a:cubicBezTo>
                  <a:lnTo>
                    <a:pt x="20494" y="41424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8632A6D4-2BC4-4548-B2B7-1485FDED1C84}"/>
                </a:ext>
              </a:extLst>
            </p:cNvPr>
            <p:cNvSpPr/>
            <p:nvPr/>
          </p:nvSpPr>
          <p:spPr>
            <a:xfrm>
              <a:off x="1118153" y="4338885"/>
              <a:ext cx="41451" cy="41337"/>
            </a:xfrm>
            <a:custGeom>
              <a:avLst/>
              <a:gdLst>
                <a:gd name="connsiteX0" fmla="*/ 21044 w 41451"/>
                <a:gd name="connsiteY0" fmla="*/ 41338 h 41337"/>
                <a:gd name="connsiteX1" fmla="*/ 34 w 41451"/>
                <a:gd name="connsiteY1" fmla="*/ 22274 h 41337"/>
                <a:gd name="connsiteX2" fmla="*/ 19134 w 41451"/>
                <a:gd name="connsiteY2" fmla="*/ 34 h 41337"/>
                <a:gd name="connsiteX3" fmla="*/ 41417 w 41451"/>
                <a:gd name="connsiteY3" fmla="*/ 19097 h 41337"/>
                <a:gd name="connsiteX4" fmla="*/ 22317 w 41451"/>
                <a:gd name="connsiteY4" fmla="*/ 41338 h 41337"/>
                <a:gd name="connsiteX5" fmla="*/ 21044 w 41451"/>
                <a:gd name="connsiteY5" fmla="*/ 41338 h 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451" h="41337">
                  <a:moveTo>
                    <a:pt x="21044" y="41338"/>
                  </a:moveTo>
                  <a:cubicBezTo>
                    <a:pt x="10221" y="41338"/>
                    <a:pt x="1308" y="33077"/>
                    <a:pt x="34" y="22274"/>
                  </a:cubicBezTo>
                  <a:cubicBezTo>
                    <a:pt x="-602" y="10837"/>
                    <a:pt x="7674" y="670"/>
                    <a:pt x="19134" y="34"/>
                  </a:cubicBezTo>
                  <a:cubicBezTo>
                    <a:pt x="30594" y="-601"/>
                    <a:pt x="40780" y="7660"/>
                    <a:pt x="41417" y="19097"/>
                  </a:cubicBezTo>
                  <a:cubicBezTo>
                    <a:pt x="42054" y="30535"/>
                    <a:pt x="33777" y="40702"/>
                    <a:pt x="22317" y="41338"/>
                  </a:cubicBezTo>
                  <a:lnTo>
                    <a:pt x="21044" y="41338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7F3BE1BC-9DA5-FAB9-7184-94ACDF6BA204}"/>
                </a:ext>
              </a:extLst>
            </p:cNvPr>
            <p:cNvSpPr/>
            <p:nvPr/>
          </p:nvSpPr>
          <p:spPr>
            <a:xfrm>
              <a:off x="830115" y="3968827"/>
              <a:ext cx="306237" cy="267787"/>
            </a:xfrm>
            <a:custGeom>
              <a:avLst/>
              <a:gdLst>
                <a:gd name="connsiteX0" fmla="*/ 44870 w 306237"/>
                <a:gd name="connsiteY0" fmla="*/ 267787 h 267787"/>
                <a:gd name="connsiteX1" fmla="*/ 34683 w 306237"/>
                <a:gd name="connsiteY1" fmla="*/ 262704 h 267787"/>
                <a:gd name="connsiteX2" fmla="*/ 24497 w 306237"/>
                <a:gd name="connsiteY2" fmla="*/ 246182 h 267787"/>
                <a:gd name="connsiteX3" fmla="*/ 75429 w 306237"/>
                <a:gd name="connsiteY3" fmla="*/ 17426 h 267787"/>
                <a:gd name="connsiteX4" fmla="*/ 186844 w 306237"/>
                <a:gd name="connsiteY4" fmla="*/ 5988 h 267787"/>
                <a:gd name="connsiteX5" fmla="*/ 296349 w 306237"/>
                <a:gd name="connsiteY5" fmla="*/ 95584 h 267787"/>
                <a:gd name="connsiteX6" fmla="*/ 305262 w 306237"/>
                <a:gd name="connsiteY6" fmla="*/ 113377 h 267787"/>
                <a:gd name="connsiteX7" fmla="*/ 298895 w 306237"/>
                <a:gd name="connsiteY7" fmla="*/ 129263 h 267787"/>
                <a:gd name="connsiteX8" fmla="*/ 282979 w 306237"/>
                <a:gd name="connsiteY8" fmla="*/ 122908 h 267787"/>
                <a:gd name="connsiteX9" fmla="*/ 275339 w 306237"/>
                <a:gd name="connsiteY9" fmla="*/ 107022 h 267787"/>
                <a:gd name="connsiteX10" fmla="*/ 180477 w 306237"/>
                <a:gd name="connsiteY10" fmla="*/ 28864 h 267787"/>
                <a:gd name="connsiteX11" fmla="*/ 87525 w 306237"/>
                <a:gd name="connsiteY11" fmla="*/ 38395 h 267787"/>
                <a:gd name="connsiteX12" fmla="*/ 46143 w 306237"/>
                <a:gd name="connsiteY12" fmla="*/ 234109 h 267787"/>
                <a:gd name="connsiteX13" fmla="*/ 55056 w 306237"/>
                <a:gd name="connsiteY13" fmla="*/ 248089 h 267787"/>
                <a:gd name="connsiteX14" fmla="*/ 51873 w 306237"/>
                <a:gd name="connsiteY14" fmla="*/ 265245 h 267787"/>
                <a:gd name="connsiteX15" fmla="*/ 44870 w 306237"/>
                <a:gd name="connsiteY15" fmla="*/ 267787 h 267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6237" h="267787">
                  <a:moveTo>
                    <a:pt x="44870" y="267787"/>
                  </a:moveTo>
                  <a:cubicBezTo>
                    <a:pt x="41050" y="267787"/>
                    <a:pt x="37230" y="265881"/>
                    <a:pt x="34683" y="262704"/>
                  </a:cubicBezTo>
                  <a:cubicBezTo>
                    <a:pt x="30863" y="257620"/>
                    <a:pt x="27680" y="251901"/>
                    <a:pt x="24497" y="246182"/>
                  </a:cubicBezTo>
                  <a:cubicBezTo>
                    <a:pt x="-22616" y="161670"/>
                    <a:pt x="304" y="58729"/>
                    <a:pt x="75429" y="17426"/>
                  </a:cubicBezTo>
                  <a:cubicBezTo>
                    <a:pt x="108535" y="-1001"/>
                    <a:pt x="148008" y="-4814"/>
                    <a:pt x="186844" y="5988"/>
                  </a:cubicBezTo>
                  <a:cubicBezTo>
                    <a:pt x="232046" y="18697"/>
                    <a:pt x="272156" y="51740"/>
                    <a:pt x="296349" y="95584"/>
                  </a:cubicBezTo>
                  <a:cubicBezTo>
                    <a:pt x="299532" y="101303"/>
                    <a:pt x="302715" y="107022"/>
                    <a:pt x="305262" y="113377"/>
                  </a:cubicBezTo>
                  <a:cubicBezTo>
                    <a:pt x="307809" y="119731"/>
                    <a:pt x="305262" y="126721"/>
                    <a:pt x="298895" y="129263"/>
                  </a:cubicBezTo>
                  <a:cubicBezTo>
                    <a:pt x="292529" y="131804"/>
                    <a:pt x="285526" y="129263"/>
                    <a:pt x="282979" y="122908"/>
                  </a:cubicBezTo>
                  <a:cubicBezTo>
                    <a:pt x="280432" y="117825"/>
                    <a:pt x="277886" y="112106"/>
                    <a:pt x="275339" y="107022"/>
                  </a:cubicBezTo>
                  <a:cubicBezTo>
                    <a:pt x="254329" y="68896"/>
                    <a:pt x="219313" y="40302"/>
                    <a:pt x="180477" y="28864"/>
                  </a:cubicBezTo>
                  <a:cubicBezTo>
                    <a:pt x="148008" y="19332"/>
                    <a:pt x="114902" y="23145"/>
                    <a:pt x="87525" y="38395"/>
                  </a:cubicBezTo>
                  <a:cubicBezTo>
                    <a:pt x="24497" y="73344"/>
                    <a:pt x="6034" y="161034"/>
                    <a:pt x="46143" y="234109"/>
                  </a:cubicBezTo>
                  <a:cubicBezTo>
                    <a:pt x="48690" y="239193"/>
                    <a:pt x="51873" y="243641"/>
                    <a:pt x="55056" y="248089"/>
                  </a:cubicBezTo>
                  <a:cubicBezTo>
                    <a:pt x="58876" y="253808"/>
                    <a:pt x="57603" y="261433"/>
                    <a:pt x="51873" y="265245"/>
                  </a:cubicBezTo>
                  <a:cubicBezTo>
                    <a:pt x="49963" y="267152"/>
                    <a:pt x="47416" y="267787"/>
                    <a:pt x="44870" y="26778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280C9253-8435-8FE1-30A1-A0F08D43A8FC}"/>
                </a:ext>
              </a:extLst>
            </p:cNvPr>
            <p:cNvSpPr/>
            <p:nvPr/>
          </p:nvSpPr>
          <p:spPr>
            <a:xfrm>
              <a:off x="1200613" y="4632852"/>
              <a:ext cx="306237" cy="267790"/>
            </a:xfrm>
            <a:custGeom>
              <a:avLst/>
              <a:gdLst>
                <a:gd name="connsiteX0" fmla="*/ 162050 w 306237"/>
                <a:gd name="connsiteY0" fmla="*/ 267791 h 267790"/>
                <a:gd name="connsiteX1" fmla="*/ 119394 w 306237"/>
                <a:gd name="connsiteY1" fmla="*/ 261436 h 267790"/>
                <a:gd name="connsiteX2" fmla="*/ 9889 w 306237"/>
                <a:gd name="connsiteY2" fmla="*/ 171840 h 267790"/>
                <a:gd name="connsiteX3" fmla="*/ 976 w 306237"/>
                <a:gd name="connsiteY3" fmla="*/ 154048 h 267790"/>
                <a:gd name="connsiteX4" fmla="*/ 7342 w 306237"/>
                <a:gd name="connsiteY4" fmla="*/ 138162 h 267790"/>
                <a:gd name="connsiteX5" fmla="*/ 23259 w 306237"/>
                <a:gd name="connsiteY5" fmla="*/ 144517 h 267790"/>
                <a:gd name="connsiteX6" fmla="*/ 30899 w 306237"/>
                <a:gd name="connsiteY6" fmla="*/ 160402 h 267790"/>
                <a:gd name="connsiteX7" fmla="*/ 125760 w 306237"/>
                <a:gd name="connsiteY7" fmla="*/ 238561 h 267790"/>
                <a:gd name="connsiteX8" fmla="*/ 218712 w 306237"/>
                <a:gd name="connsiteY8" fmla="*/ 229029 h 267790"/>
                <a:gd name="connsiteX9" fmla="*/ 260095 w 306237"/>
                <a:gd name="connsiteY9" fmla="*/ 33316 h 267790"/>
                <a:gd name="connsiteX10" fmla="*/ 251182 w 306237"/>
                <a:gd name="connsiteY10" fmla="*/ 19336 h 267790"/>
                <a:gd name="connsiteX11" fmla="*/ 254365 w 306237"/>
                <a:gd name="connsiteY11" fmla="*/ 2179 h 267790"/>
                <a:gd name="connsiteX12" fmla="*/ 271555 w 306237"/>
                <a:gd name="connsiteY12" fmla="*/ 5357 h 267790"/>
                <a:gd name="connsiteX13" fmla="*/ 281741 w 306237"/>
                <a:gd name="connsiteY13" fmla="*/ 21878 h 267790"/>
                <a:gd name="connsiteX14" fmla="*/ 230809 w 306237"/>
                <a:gd name="connsiteY14" fmla="*/ 250634 h 267790"/>
                <a:gd name="connsiteX15" fmla="*/ 162050 w 306237"/>
                <a:gd name="connsiteY15" fmla="*/ 267791 h 267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6237" h="267790">
                  <a:moveTo>
                    <a:pt x="162050" y="267791"/>
                  </a:moveTo>
                  <a:cubicBezTo>
                    <a:pt x="148043" y="267791"/>
                    <a:pt x="133400" y="265885"/>
                    <a:pt x="119394" y="261436"/>
                  </a:cubicBezTo>
                  <a:cubicBezTo>
                    <a:pt x="74191" y="248728"/>
                    <a:pt x="34082" y="215685"/>
                    <a:pt x="9889" y="171840"/>
                  </a:cubicBezTo>
                  <a:cubicBezTo>
                    <a:pt x="6706" y="166121"/>
                    <a:pt x="3522" y="160402"/>
                    <a:pt x="976" y="154048"/>
                  </a:cubicBezTo>
                  <a:cubicBezTo>
                    <a:pt x="-1571" y="147694"/>
                    <a:pt x="976" y="140704"/>
                    <a:pt x="7342" y="138162"/>
                  </a:cubicBezTo>
                  <a:cubicBezTo>
                    <a:pt x="13709" y="135621"/>
                    <a:pt x="20712" y="138162"/>
                    <a:pt x="23259" y="144517"/>
                  </a:cubicBezTo>
                  <a:cubicBezTo>
                    <a:pt x="25805" y="149600"/>
                    <a:pt x="28352" y="155319"/>
                    <a:pt x="30899" y="160402"/>
                  </a:cubicBezTo>
                  <a:cubicBezTo>
                    <a:pt x="51908" y="198529"/>
                    <a:pt x="86924" y="227123"/>
                    <a:pt x="125760" y="238561"/>
                  </a:cubicBezTo>
                  <a:cubicBezTo>
                    <a:pt x="158230" y="248092"/>
                    <a:pt x="191336" y="244280"/>
                    <a:pt x="218712" y="229029"/>
                  </a:cubicBezTo>
                  <a:cubicBezTo>
                    <a:pt x="281741" y="194080"/>
                    <a:pt x="300204" y="106391"/>
                    <a:pt x="260095" y="33316"/>
                  </a:cubicBezTo>
                  <a:cubicBezTo>
                    <a:pt x="257548" y="28232"/>
                    <a:pt x="254365" y="23784"/>
                    <a:pt x="251182" y="19336"/>
                  </a:cubicBezTo>
                  <a:cubicBezTo>
                    <a:pt x="247362" y="13617"/>
                    <a:pt x="248635" y="5992"/>
                    <a:pt x="254365" y="2179"/>
                  </a:cubicBezTo>
                  <a:cubicBezTo>
                    <a:pt x="260095" y="-1633"/>
                    <a:pt x="267735" y="-362"/>
                    <a:pt x="271555" y="5357"/>
                  </a:cubicBezTo>
                  <a:cubicBezTo>
                    <a:pt x="275375" y="10440"/>
                    <a:pt x="278558" y="16159"/>
                    <a:pt x="281741" y="21878"/>
                  </a:cubicBezTo>
                  <a:cubicBezTo>
                    <a:pt x="328854" y="106391"/>
                    <a:pt x="305934" y="209331"/>
                    <a:pt x="230809" y="250634"/>
                  </a:cubicBezTo>
                  <a:cubicBezTo>
                    <a:pt x="209799" y="262072"/>
                    <a:pt x="186243" y="267791"/>
                    <a:pt x="162050" y="26779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A34F0AC5-F1D3-B7C5-9056-8BD4AD38BF94}"/>
                </a:ext>
              </a:extLst>
            </p:cNvPr>
            <p:cNvSpPr/>
            <p:nvPr/>
          </p:nvSpPr>
          <p:spPr>
            <a:xfrm>
              <a:off x="54620" y="4168853"/>
              <a:ext cx="283747" cy="297788"/>
            </a:xfrm>
            <a:custGeom>
              <a:avLst/>
              <a:gdLst>
                <a:gd name="connsiteX0" fmla="*/ 95213 w 283747"/>
                <a:gd name="connsiteY0" fmla="*/ 297788 h 297788"/>
                <a:gd name="connsiteX1" fmla="*/ 88847 w 283747"/>
                <a:gd name="connsiteY1" fmla="*/ 295882 h 297788"/>
                <a:gd name="connsiteX2" fmla="*/ 72930 w 283747"/>
                <a:gd name="connsiteY2" fmla="*/ 285080 h 297788"/>
                <a:gd name="connsiteX3" fmla="*/ 2898 w 283747"/>
                <a:gd name="connsiteY3" fmla="*/ 173879 h 297788"/>
                <a:gd name="connsiteX4" fmla="*/ 30274 w 283747"/>
                <a:gd name="connsiteY4" fmla="*/ 55052 h 297788"/>
                <a:gd name="connsiteX5" fmla="*/ 264564 w 283747"/>
                <a:gd name="connsiteY5" fmla="*/ 40437 h 297788"/>
                <a:gd name="connsiteX6" fmla="*/ 279844 w 283747"/>
                <a:gd name="connsiteY6" fmla="*/ 53146 h 297788"/>
                <a:gd name="connsiteX7" fmla="*/ 280480 w 283747"/>
                <a:gd name="connsiteY7" fmla="*/ 70303 h 297788"/>
                <a:gd name="connsiteX8" fmla="*/ 263291 w 283747"/>
                <a:gd name="connsiteY8" fmla="*/ 70938 h 297788"/>
                <a:gd name="connsiteX9" fmla="*/ 249921 w 283747"/>
                <a:gd name="connsiteY9" fmla="*/ 59501 h 297788"/>
                <a:gd name="connsiteX10" fmla="*/ 50011 w 283747"/>
                <a:gd name="connsiteY10" fmla="*/ 69667 h 297788"/>
                <a:gd name="connsiteX11" fmla="*/ 27728 w 283747"/>
                <a:gd name="connsiteY11" fmla="*/ 168795 h 297788"/>
                <a:gd name="connsiteX12" fmla="*/ 88210 w 283747"/>
                <a:gd name="connsiteY12" fmla="*/ 265381 h 297788"/>
                <a:gd name="connsiteX13" fmla="*/ 102216 w 283747"/>
                <a:gd name="connsiteY13" fmla="*/ 274913 h 297788"/>
                <a:gd name="connsiteX14" fmla="*/ 106036 w 283747"/>
                <a:gd name="connsiteY14" fmla="*/ 291434 h 297788"/>
                <a:gd name="connsiteX15" fmla="*/ 95213 w 283747"/>
                <a:gd name="connsiteY15" fmla="*/ 297788 h 297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3747" h="297788">
                  <a:moveTo>
                    <a:pt x="95213" y="297788"/>
                  </a:moveTo>
                  <a:cubicBezTo>
                    <a:pt x="92667" y="297788"/>
                    <a:pt x="90757" y="297153"/>
                    <a:pt x="88847" y="295882"/>
                  </a:cubicBezTo>
                  <a:cubicBezTo>
                    <a:pt x="83753" y="292705"/>
                    <a:pt x="78024" y="288892"/>
                    <a:pt x="72930" y="285080"/>
                  </a:cubicBezTo>
                  <a:cubicBezTo>
                    <a:pt x="36004" y="256485"/>
                    <a:pt x="11175" y="217088"/>
                    <a:pt x="2898" y="173879"/>
                  </a:cubicBezTo>
                  <a:cubicBezTo>
                    <a:pt x="-5378" y="130034"/>
                    <a:pt x="4171" y="88095"/>
                    <a:pt x="30274" y="55052"/>
                  </a:cubicBezTo>
                  <a:cubicBezTo>
                    <a:pt x="83117" y="-12304"/>
                    <a:pt x="188165" y="-18658"/>
                    <a:pt x="264564" y="40437"/>
                  </a:cubicBezTo>
                  <a:cubicBezTo>
                    <a:pt x="269657" y="44250"/>
                    <a:pt x="274750" y="48698"/>
                    <a:pt x="279844" y="53146"/>
                  </a:cubicBezTo>
                  <a:cubicBezTo>
                    <a:pt x="284937" y="57594"/>
                    <a:pt x="284937" y="65219"/>
                    <a:pt x="280480" y="70303"/>
                  </a:cubicBezTo>
                  <a:cubicBezTo>
                    <a:pt x="276024" y="75386"/>
                    <a:pt x="268384" y="75386"/>
                    <a:pt x="263291" y="70938"/>
                  </a:cubicBezTo>
                  <a:cubicBezTo>
                    <a:pt x="258834" y="67126"/>
                    <a:pt x="254377" y="63313"/>
                    <a:pt x="249921" y="59501"/>
                  </a:cubicBezTo>
                  <a:cubicBezTo>
                    <a:pt x="184345" y="8030"/>
                    <a:pt x="94577" y="13114"/>
                    <a:pt x="50011" y="69667"/>
                  </a:cubicBezTo>
                  <a:cubicBezTo>
                    <a:pt x="28364" y="96991"/>
                    <a:pt x="20725" y="132575"/>
                    <a:pt x="27728" y="168795"/>
                  </a:cubicBezTo>
                  <a:cubicBezTo>
                    <a:pt x="34731" y="206286"/>
                    <a:pt x="56377" y="240599"/>
                    <a:pt x="88210" y="265381"/>
                  </a:cubicBezTo>
                  <a:cubicBezTo>
                    <a:pt x="92667" y="268558"/>
                    <a:pt x="97123" y="272371"/>
                    <a:pt x="102216" y="274913"/>
                  </a:cubicBezTo>
                  <a:cubicBezTo>
                    <a:pt x="107946" y="278725"/>
                    <a:pt x="109856" y="286350"/>
                    <a:pt x="106036" y="291434"/>
                  </a:cubicBezTo>
                  <a:cubicBezTo>
                    <a:pt x="103490" y="295247"/>
                    <a:pt x="99033" y="297788"/>
                    <a:pt x="95213" y="2977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6791D169-EE3E-C10C-A998-40911E8F2BF6}"/>
                </a:ext>
              </a:extLst>
            </p:cNvPr>
            <p:cNvSpPr/>
            <p:nvPr/>
          </p:nvSpPr>
          <p:spPr>
            <a:xfrm>
              <a:off x="373376" y="4512908"/>
              <a:ext cx="42063" cy="42059"/>
            </a:xfrm>
            <a:custGeom>
              <a:avLst/>
              <a:gdLst>
                <a:gd name="connsiteX0" fmla="*/ 20933 w 42063"/>
                <a:gd name="connsiteY0" fmla="*/ 42059 h 42059"/>
                <a:gd name="connsiteX1" fmla="*/ 5016 w 42063"/>
                <a:gd name="connsiteY1" fmla="*/ 34434 h 42059"/>
                <a:gd name="connsiteX2" fmla="*/ 7563 w 42063"/>
                <a:gd name="connsiteY2" fmla="*/ 5204 h 42059"/>
                <a:gd name="connsiteX3" fmla="*/ 22843 w 42063"/>
                <a:gd name="connsiteY3" fmla="*/ 120 h 42059"/>
                <a:gd name="connsiteX4" fmla="*/ 36849 w 42063"/>
                <a:gd name="connsiteY4" fmla="*/ 7110 h 42059"/>
                <a:gd name="connsiteX5" fmla="*/ 41943 w 42063"/>
                <a:gd name="connsiteY5" fmla="*/ 22361 h 42059"/>
                <a:gd name="connsiteX6" fmla="*/ 34939 w 42063"/>
                <a:gd name="connsiteY6" fmla="*/ 36340 h 42059"/>
                <a:gd name="connsiteX7" fmla="*/ 20933 w 42063"/>
                <a:gd name="connsiteY7" fmla="*/ 42059 h 4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63" h="42059">
                  <a:moveTo>
                    <a:pt x="20933" y="42059"/>
                  </a:moveTo>
                  <a:cubicBezTo>
                    <a:pt x="15203" y="42059"/>
                    <a:pt x="8836" y="39517"/>
                    <a:pt x="5016" y="34434"/>
                  </a:cubicBezTo>
                  <a:cubicBezTo>
                    <a:pt x="-2623" y="25538"/>
                    <a:pt x="-1350" y="12194"/>
                    <a:pt x="7563" y="5204"/>
                  </a:cubicBezTo>
                  <a:cubicBezTo>
                    <a:pt x="12020" y="1391"/>
                    <a:pt x="17113" y="-515"/>
                    <a:pt x="22843" y="120"/>
                  </a:cubicBezTo>
                  <a:cubicBezTo>
                    <a:pt x="28573" y="756"/>
                    <a:pt x="33666" y="3298"/>
                    <a:pt x="36849" y="7110"/>
                  </a:cubicBezTo>
                  <a:cubicBezTo>
                    <a:pt x="40669" y="11558"/>
                    <a:pt x="42579" y="16642"/>
                    <a:pt x="41943" y="22361"/>
                  </a:cubicBezTo>
                  <a:cubicBezTo>
                    <a:pt x="41306" y="28079"/>
                    <a:pt x="38759" y="33163"/>
                    <a:pt x="34939" y="36340"/>
                  </a:cubicBezTo>
                  <a:cubicBezTo>
                    <a:pt x="31119" y="40788"/>
                    <a:pt x="26026" y="42059"/>
                    <a:pt x="20933" y="4205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196AA8E4-FEFE-00D0-C1ED-C82EF03A5F28}"/>
                </a:ext>
              </a:extLst>
            </p:cNvPr>
            <p:cNvSpPr/>
            <p:nvPr/>
          </p:nvSpPr>
          <p:spPr>
            <a:xfrm>
              <a:off x="11223829" y="4394837"/>
              <a:ext cx="57984" cy="24146"/>
            </a:xfrm>
            <a:custGeom>
              <a:avLst/>
              <a:gdLst>
                <a:gd name="connsiteX0" fmla="*/ 45840 w 57984"/>
                <a:gd name="connsiteY0" fmla="*/ 24147 h 24146"/>
                <a:gd name="connsiteX1" fmla="*/ 12097 w 57984"/>
                <a:gd name="connsiteY1" fmla="*/ 24147 h 24146"/>
                <a:gd name="connsiteX2" fmla="*/ 0 w 57984"/>
                <a:gd name="connsiteY2" fmla="*/ 12073 h 24146"/>
                <a:gd name="connsiteX3" fmla="*/ 12097 w 57984"/>
                <a:gd name="connsiteY3" fmla="*/ 0 h 24146"/>
                <a:gd name="connsiteX4" fmla="*/ 45840 w 57984"/>
                <a:gd name="connsiteY4" fmla="*/ 0 h 24146"/>
                <a:gd name="connsiteX5" fmla="*/ 57936 w 57984"/>
                <a:gd name="connsiteY5" fmla="*/ 12073 h 24146"/>
                <a:gd name="connsiteX6" fmla="*/ 45840 w 57984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84" h="24146">
                  <a:moveTo>
                    <a:pt x="45840" y="24147"/>
                  </a:moveTo>
                  <a:lnTo>
                    <a:pt x="12097" y="24147"/>
                  </a:lnTo>
                  <a:cubicBezTo>
                    <a:pt x="5094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45840" y="0"/>
                  </a:lnTo>
                  <a:cubicBezTo>
                    <a:pt x="52843" y="0"/>
                    <a:pt x="57936" y="5719"/>
                    <a:pt x="57936" y="12073"/>
                  </a:cubicBezTo>
                  <a:cubicBezTo>
                    <a:pt x="58573" y="19063"/>
                    <a:pt x="52843" y="24147"/>
                    <a:pt x="45840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D5937ED5-416F-96DE-B894-B9B2D0B35B2F}"/>
                </a:ext>
              </a:extLst>
            </p:cNvPr>
            <p:cNvSpPr/>
            <p:nvPr/>
          </p:nvSpPr>
          <p:spPr>
            <a:xfrm>
              <a:off x="11323148" y="4303335"/>
              <a:ext cx="57936" cy="24146"/>
            </a:xfrm>
            <a:custGeom>
              <a:avLst/>
              <a:gdLst>
                <a:gd name="connsiteX0" fmla="*/ 45840 w 57936"/>
                <a:gd name="connsiteY0" fmla="*/ 24147 h 24146"/>
                <a:gd name="connsiteX1" fmla="*/ 12097 w 57936"/>
                <a:gd name="connsiteY1" fmla="*/ 24147 h 24146"/>
                <a:gd name="connsiteX2" fmla="*/ 0 w 57936"/>
                <a:gd name="connsiteY2" fmla="*/ 12073 h 24146"/>
                <a:gd name="connsiteX3" fmla="*/ 12097 w 57936"/>
                <a:gd name="connsiteY3" fmla="*/ 0 h 24146"/>
                <a:gd name="connsiteX4" fmla="*/ 45840 w 57936"/>
                <a:gd name="connsiteY4" fmla="*/ 0 h 24146"/>
                <a:gd name="connsiteX5" fmla="*/ 57936 w 57936"/>
                <a:gd name="connsiteY5" fmla="*/ 12073 h 24146"/>
                <a:gd name="connsiteX6" fmla="*/ 45840 w 57936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6" h="24146">
                  <a:moveTo>
                    <a:pt x="45840" y="24147"/>
                  </a:moveTo>
                  <a:lnTo>
                    <a:pt x="12097" y="24147"/>
                  </a:lnTo>
                  <a:cubicBezTo>
                    <a:pt x="5094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45840" y="0"/>
                  </a:lnTo>
                  <a:cubicBezTo>
                    <a:pt x="52843" y="0"/>
                    <a:pt x="57936" y="5719"/>
                    <a:pt x="57936" y="12073"/>
                  </a:cubicBezTo>
                  <a:cubicBezTo>
                    <a:pt x="57936" y="18428"/>
                    <a:pt x="52843" y="24147"/>
                    <a:pt x="45840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2B33DFD7-49F9-7ECC-62CA-F8ED0C299CE5}"/>
                </a:ext>
              </a:extLst>
            </p:cNvPr>
            <p:cNvSpPr/>
            <p:nvPr/>
          </p:nvSpPr>
          <p:spPr>
            <a:xfrm>
              <a:off x="11422467" y="4394837"/>
              <a:ext cx="57935" cy="24146"/>
            </a:xfrm>
            <a:custGeom>
              <a:avLst/>
              <a:gdLst>
                <a:gd name="connsiteX0" fmla="*/ 45839 w 57935"/>
                <a:gd name="connsiteY0" fmla="*/ 24147 h 24146"/>
                <a:gd name="connsiteX1" fmla="*/ 12096 w 57935"/>
                <a:gd name="connsiteY1" fmla="*/ 24147 h 24146"/>
                <a:gd name="connsiteX2" fmla="*/ 0 w 57935"/>
                <a:gd name="connsiteY2" fmla="*/ 12073 h 24146"/>
                <a:gd name="connsiteX3" fmla="*/ 12096 w 57935"/>
                <a:gd name="connsiteY3" fmla="*/ 0 h 24146"/>
                <a:gd name="connsiteX4" fmla="*/ 45839 w 57935"/>
                <a:gd name="connsiteY4" fmla="*/ 0 h 24146"/>
                <a:gd name="connsiteX5" fmla="*/ 57936 w 57935"/>
                <a:gd name="connsiteY5" fmla="*/ 12073 h 24146"/>
                <a:gd name="connsiteX6" fmla="*/ 45839 w 579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5" h="24146">
                  <a:moveTo>
                    <a:pt x="45839" y="24147"/>
                  </a:moveTo>
                  <a:lnTo>
                    <a:pt x="12096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29" y="0"/>
                    <a:pt x="12096" y="0"/>
                  </a:cubicBezTo>
                  <a:lnTo>
                    <a:pt x="45839" y="0"/>
                  </a:lnTo>
                  <a:cubicBezTo>
                    <a:pt x="52842" y="0"/>
                    <a:pt x="57936" y="5719"/>
                    <a:pt x="57936" y="12073"/>
                  </a:cubicBezTo>
                  <a:cubicBezTo>
                    <a:pt x="57936" y="19063"/>
                    <a:pt x="52205" y="24147"/>
                    <a:pt x="45839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AFAAF997-096E-DC95-F97F-B3DBCDF17C48}"/>
                </a:ext>
              </a:extLst>
            </p:cNvPr>
            <p:cNvSpPr/>
            <p:nvPr/>
          </p:nvSpPr>
          <p:spPr>
            <a:xfrm>
              <a:off x="11521148" y="4303335"/>
              <a:ext cx="57935" cy="24146"/>
            </a:xfrm>
            <a:custGeom>
              <a:avLst/>
              <a:gdLst>
                <a:gd name="connsiteX0" fmla="*/ 45839 w 57935"/>
                <a:gd name="connsiteY0" fmla="*/ 24147 h 24146"/>
                <a:gd name="connsiteX1" fmla="*/ 12096 w 57935"/>
                <a:gd name="connsiteY1" fmla="*/ 24147 h 24146"/>
                <a:gd name="connsiteX2" fmla="*/ 0 w 57935"/>
                <a:gd name="connsiteY2" fmla="*/ 12073 h 24146"/>
                <a:gd name="connsiteX3" fmla="*/ 12096 w 57935"/>
                <a:gd name="connsiteY3" fmla="*/ 0 h 24146"/>
                <a:gd name="connsiteX4" fmla="*/ 45839 w 57935"/>
                <a:gd name="connsiteY4" fmla="*/ 0 h 24146"/>
                <a:gd name="connsiteX5" fmla="*/ 57936 w 57935"/>
                <a:gd name="connsiteY5" fmla="*/ 12073 h 24146"/>
                <a:gd name="connsiteX6" fmla="*/ 45839 w 579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5" h="24146">
                  <a:moveTo>
                    <a:pt x="45839" y="24147"/>
                  </a:moveTo>
                  <a:lnTo>
                    <a:pt x="12096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29" y="0"/>
                    <a:pt x="12096" y="0"/>
                  </a:cubicBezTo>
                  <a:lnTo>
                    <a:pt x="45839" y="0"/>
                  </a:lnTo>
                  <a:cubicBezTo>
                    <a:pt x="52842" y="0"/>
                    <a:pt x="57936" y="5719"/>
                    <a:pt x="57936" y="12073"/>
                  </a:cubicBezTo>
                  <a:cubicBezTo>
                    <a:pt x="57936" y="18428"/>
                    <a:pt x="52842" y="24147"/>
                    <a:pt x="45839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2305AB57-08DE-3989-603A-008DD6AEF861}"/>
                </a:ext>
              </a:extLst>
            </p:cNvPr>
            <p:cNvSpPr/>
            <p:nvPr/>
          </p:nvSpPr>
          <p:spPr>
            <a:xfrm>
              <a:off x="11620467" y="4394837"/>
              <a:ext cx="57935" cy="24146"/>
            </a:xfrm>
            <a:custGeom>
              <a:avLst/>
              <a:gdLst>
                <a:gd name="connsiteX0" fmla="*/ 45839 w 57935"/>
                <a:gd name="connsiteY0" fmla="*/ 24147 h 24146"/>
                <a:gd name="connsiteX1" fmla="*/ 12097 w 57935"/>
                <a:gd name="connsiteY1" fmla="*/ 24147 h 24146"/>
                <a:gd name="connsiteX2" fmla="*/ 0 w 57935"/>
                <a:gd name="connsiteY2" fmla="*/ 12073 h 24146"/>
                <a:gd name="connsiteX3" fmla="*/ 12097 w 57935"/>
                <a:gd name="connsiteY3" fmla="*/ 0 h 24146"/>
                <a:gd name="connsiteX4" fmla="*/ 45839 w 57935"/>
                <a:gd name="connsiteY4" fmla="*/ 0 h 24146"/>
                <a:gd name="connsiteX5" fmla="*/ 57936 w 57935"/>
                <a:gd name="connsiteY5" fmla="*/ 12073 h 24146"/>
                <a:gd name="connsiteX6" fmla="*/ 45839 w 57935"/>
                <a:gd name="connsiteY6" fmla="*/ 24147 h 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35" h="24146">
                  <a:moveTo>
                    <a:pt x="45839" y="24147"/>
                  </a:moveTo>
                  <a:lnTo>
                    <a:pt x="12097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45839" y="0"/>
                  </a:lnTo>
                  <a:cubicBezTo>
                    <a:pt x="52842" y="0"/>
                    <a:pt x="57936" y="5719"/>
                    <a:pt x="57936" y="12073"/>
                  </a:cubicBezTo>
                  <a:cubicBezTo>
                    <a:pt x="57936" y="19063"/>
                    <a:pt x="52842" y="24147"/>
                    <a:pt x="45839" y="2414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CD149875-6C7B-544D-5F47-4EB02B6BE99C}"/>
                </a:ext>
              </a:extLst>
            </p:cNvPr>
            <p:cNvSpPr/>
            <p:nvPr/>
          </p:nvSpPr>
          <p:spPr>
            <a:xfrm>
              <a:off x="10788994" y="4622269"/>
              <a:ext cx="1325517" cy="509036"/>
            </a:xfrm>
            <a:custGeom>
              <a:avLst/>
              <a:gdLst>
                <a:gd name="connsiteX0" fmla="*/ 970901 w 1325517"/>
                <a:gd name="connsiteY0" fmla="*/ 509036 h 509036"/>
                <a:gd name="connsiteX1" fmla="*/ 353344 w 1325517"/>
                <a:gd name="connsiteY1" fmla="*/ 509036 h 509036"/>
                <a:gd name="connsiteX2" fmla="*/ 349524 w 1325517"/>
                <a:gd name="connsiteY2" fmla="*/ 508401 h 509036"/>
                <a:gd name="connsiteX3" fmla="*/ 0 w 1325517"/>
                <a:gd name="connsiteY3" fmla="*/ 12762 h 509036"/>
                <a:gd name="connsiteX4" fmla="*/ 11459 w 1325517"/>
                <a:gd name="connsiteY4" fmla="*/ 54 h 509036"/>
                <a:gd name="connsiteX5" fmla="*/ 24192 w 1325517"/>
                <a:gd name="connsiteY5" fmla="*/ 11491 h 509036"/>
                <a:gd name="connsiteX6" fmla="*/ 355890 w 1325517"/>
                <a:gd name="connsiteY6" fmla="*/ 484254 h 509036"/>
                <a:gd name="connsiteX7" fmla="*/ 968990 w 1325517"/>
                <a:gd name="connsiteY7" fmla="*/ 484254 h 509036"/>
                <a:gd name="connsiteX8" fmla="*/ 1300688 w 1325517"/>
                <a:gd name="connsiteY8" fmla="*/ 11491 h 509036"/>
                <a:gd name="connsiteX9" fmla="*/ 1313421 w 1325517"/>
                <a:gd name="connsiteY9" fmla="*/ 54 h 509036"/>
                <a:gd name="connsiteX10" fmla="*/ 1325518 w 1325517"/>
                <a:gd name="connsiteY10" fmla="*/ 12762 h 509036"/>
                <a:gd name="connsiteX11" fmla="*/ 975993 w 1325517"/>
                <a:gd name="connsiteY11" fmla="*/ 508401 h 509036"/>
                <a:gd name="connsiteX12" fmla="*/ 970901 w 1325517"/>
                <a:gd name="connsiteY12" fmla="*/ 509036 h 509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25517" h="509036">
                  <a:moveTo>
                    <a:pt x="970901" y="509036"/>
                  </a:moveTo>
                  <a:lnTo>
                    <a:pt x="353344" y="509036"/>
                  </a:lnTo>
                  <a:cubicBezTo>
                    <a:pt x="352070" y="509036"/>
                    <a:pt x="350797" y="509036"/>
                    <a:pt x="349524" y="508401"/>
                  </a:cubicBezTo>
                  <a:cubicBezTo>
                    <a:pt x="17189" y="389575"/>
                    <a:pt x="0" y="16575"/>
                    <a:pt x="0" y="12762"/>
                  </a:cubicBezTo>
                  <a:cubicBezTo>
                    <a:pt x="0" y="5773"/>
                    <a:pt x="5093" y="689"/>
                    <a:pt x="11459" y="54"/>
                  </a:cubicBezTo>
                  <a:cubicBezTo>
                    <a:pt x="18462" y="-582"/>
                    <a:pt x="23556" y="5137"/>
                    <a:pt x="24192" y="11491"/>
                  </a:cubicBezTo>
                  <a:cubicBezTo>
                    <a:pt x="24192" y="15304"/>
                    <a:pt x="40745" y="370512"/>
                    <a:pt x="355890" y="484254"/>
                  </a:cubicBezTo>
                  <a:lnTo>
                    <a:pt x="968990" y="484254"/>
                  </a:lnTo>
                  <a:cubicBezTo>
                    <a:pt x="1283499" y="370512"/>
                    <a:pt x="1300688" y="14669"/>
                    <a:pt x="1300688" y="11491"/>
                  </a:cubicBezTo>
                  <a:cubicBezTo>
                    <a:pt x="1300688" y="4502"/>
                    <a:pt x="1306418" y="-582"/>
                    <a:pt x="1313421" y="54"/>
                  </a:cubicBezTo>
                  <a:cubicBezTo>
                    <a:pt x="1320424" y="54"/>
                    <a:pt x="1325518" y="5773"/>
                    <a:pt x="1325518" y="12762"/>
                  </a:cubicBezTo>
                  <a:cubicBezTo>
                    <a:pt x="1325518" y="16575"/>
                    <a:pt x="1308328" y="390210"/>
                    <a:pt x="975993" y="508401"/>
                  </a:cubicBezTo>
                  <a:cubicBezTo>
                    <a:pt x="974084" y="508401"/>
                    <a:pt x="972174" y="509036"/>
                    <a:pt x="970901" y="50903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35CB4256-99A1-708F-E623-BB9066BB07A8}"/>
                </a:ext>
              </a:extLst>
            </p:cNvPr>
            <p:cNvSpPr/>
            <p:nvPr/>
          </p:nvSpPr>
          <p:spPr>
            <a:xfrm>
              <a:off x="10788994" y="4622269"/>
              <a:ext cx="1325517" cy="509036"/>
            </a:xfrm>
            <a:custGeom>
              <a:avLst/>
              <a:gdLst>
                <a:gd name="connsiteX0" fmla="*/ 970901 w 1325517"/>
                <a:gd name="connsiteY0" fmla="*/ 509036 h 509036"/>
                <a:gd name="connsiteX1" fmla="*/ 353344 w 1325517"/>
                <a:gd name="connsiteY1" fmla="*/ 509036 h 509036"/>
                <a:gd name="connsiteX2" fmla="*/ 349524 w 1325517"/>
                <a:gd name="connsiteY2" fmla="*/ 508401 h 509036"/>
                <a:gd name="connsiteX3" fmla="*/ 0 w 1325517"/>
                <a:gd name="connsiteY3" fmla="*/ 12762 h 509036"/>
                <a:gd name="connsiteX4" fmla="*/ 11459 w 1325517"/>
                <a:gd name="connsiteY4" fmla="*/ 54 h 509036"/>
                <a:gd name="connsiteX5" fmla="*/ 24192 w 1325517"/>
                <a:gd name="connsiteY5" fmla="*/ 11491 h 509036"/>
                <a:gd name="connsiteX6" fmla="*/ 355890 w 1325517"/>
                <a:gd name="connsiteY6" fmla="*/ 484254 h 509036"/>
                <a:gd name="connsiteX7" fmla="*/ 968990 w 1325517"/>
                <a:gd name="connsiteY7" fmla="*/ 484254 h 509036"/>
                <a:gd name="connsiteX8" fmla="*/ 1300688 w 1325517"/>
                <a:gd name="connsiteY8" fmla="*/ 11491 h 509036"/>
                <a:gd name="connsiteX9" fmla="*/ 1313421 w 1325517"/>
                <a:gd name="connsiteY9" fmla="*/ 54 h 509036"/>
                <a:gd name="connsiteX10" fmla="*/ 1325518 w 1325517"/>
                <a:gd name="connsiteY10" fmla="*/ 12762 h 509036"/>
                <a:gd name="connsiteX11" fmla="*/ 975993 w 1325517"/>
                <a:gd name="connsiteY11" fmla="*/ 508401 h 509036"/>
                <a:gd name="connsiteX12" fmla="*/ 970901 w 1325517"/>
                <a:gd name="connsiteY12" fmla="*/ 509036 h 509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25517" h="509036">
                  <a:moveTo>
                    <a:pt x="970901" y="509036"/>
                  </a:moveTo>
                  <a:lnTo>
                    <a:pt x="353344" y="509036"/>
                  </a:lnTo>
                  <a:cubicBezTo>
                    <a:pt x="352070" y="509036"/>
                    <a:pt x="350797" y="509036"/>
                    <a:pt x="349524" y="508401"/>
                  </a:cubicBezTo>
                  <a:cubicBezTo>
                    <a:pt x="17189" y="389575"/>
                    <a:pt x="0" y="16575"/>
                    <a:pt x="0" y="12762"/>
                  </a:cubicBezTo>
                  <a:cubicBezTo>
                    <a:pt x="0" y="5773"/>
                    <a:pt x="5093" y="689"/>
                    <a:pt x="11459" y="54"/>
                  </a:cubicBezTo>
                  <a:cubicBezTo>
                    <a:pt x="18462" y="-582"/>
                    <a:pt x="23556" y="5137"/>
                    <a:pt x="24192" y="11491"/>
                  </a:cubicBezTo>
                  <a:cubicBezTo>
                    <a:pt x="24192" y="15304"/>
                    <a:pt x="40745" y="370512"/>
                    <a:pt x="355890" y="484254"/>
                  </a:cubicBezTo>
                  <a:lnTo>
                    <a:pt x="968990" y="484254"/>
                  </a:lnTo>
                  <a:cubicBezTo>
                    <a:pt x="1283499" y="370512"/>
                    <a:pt x="1300688" y="14669"/>
                    <a:pt x="1300688" y="11491"/>
                  </a:cubicBezTo>
                  <a:cubicBezTo>
                    <a:pt x="1300688" y="4502"/>
                    <a:pt x="1306418" y="-582"/>
                    <a:pt x="1313421" y="54"/>
                  </a:cubicBezTo>
                  <a:cubicBezTo>
                    <a:pt x="1320424" y="54"/>
                    <a:pt x="1325518" y="5773"/>
                    <a:pt x="1325518" y="12762"/>
                  </a:cubicBezTo>
                  <a:cubicBezTo>
                    <a:pt x="1325518" y="16575"/>
                    <a:pt x="1308328" y="390210"/>
                    <a:pt x="975993" y="508401"/>
                  </a:cubicBezTo>
                  <a:cubicBezTo>
                    <a:pt x="974084" y="508401"/>
                    <a:pt x="972174" y="509036"/>
                    <a:pt x="970901" y="50903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C48A41A2-3270-E168-6FA2-35A88224EE71}"/>
                </a:ext>
              </a:extLst>
            </p:cNvPr>
            <p:cNvSpPr/>
            <p:nvPr/>
          </p:nvSpPr>
          <p:spPr>
            <a:xfrm>
              <a:off x="11125332" y="5107456"/>
              <a:ext cx="650931" cy="116622"/>
            </a:xfrm>
            <a:custGeom>
              <a:avLst/>
              <a:gdLst>
                <a:gd name="connsiteX0" fmla="*/ 570897 w 650931"/>
                <a:gd name="connsiteY0" fmla="*/ 116623 h 116622"/>
                <a:gd name="connsiteX1" fmla="*/ 81309 w 650931"/>
                <a:gd name="connsiteY1" fmla="*/ 116623 h 116622"/>
                <a:gd name="connsiteX2" fmla="*/ 15096 w 650931"/>
                <a:gd name="connsiteY2" fmla="*/ 82945 h 116622"/>
                <a:gd name="connsiteX3" fmla="*/ 4273 w 650931"/>
                <a:gd name="connsiteY3" fmla="*/ 11141 h 116622"/>
                <a:gd name="connsiteX4" fmla="*/ 5546 w 650931"/>
                <a:gd name="connsiteY4" fmla="*/ 7328 h 116622"/>
                <a:gd name="connsiteX5" fmla="*/ 21463 w 650931"/>
                <a:gd name="connsiteY5" fmla="*/ 974 h 116622"/>
                <a:gd name="connsiteX6" fmla="*/ 27829 w 650931"/>
                <a:gd name="connsiteY6" fmla="*/ 16860 h 116622"/>
                <a:gd name="connsiteX7" fmla="*/ 27193 w 650931"/>
                <a:gd name="connsiteY7" fmla="*/ 19402 h 116622"/>
                <a:gd name="connsiteX8" fmla="*/ 34832 w 650931"/>
                <a:gd name="connsiteY8" fmla="*/ 68965 h 116622"/>
                <a:gd name="connsiteX9" fmla="*/ 80672 w 650931"/>
                <a:gd name="connsiteY9" fmla="*/ 92477 h 116622"/>
                <a:gd name="connsiteX10" fmla="*/ 570260 w 650931"/>
                <a:gd name="connsiteY10" fmla="*/ 92477 h 116622"/>
                <a:gd name="connsiteX11" fmla="*/ 616100 w 650931"/>
                <a:gd name="connsiteY11" fmla="*/ 68965 h 116622"/>
                <a:gd name="connsiteX12" fmla="*/ 623739 w 650931"/>
                <a:gd name="connsiteY12" fmla="*/ 19402 h 116622"/>
                <a:gd name="connsiteX13" fmla="*/ 623103 w 650931"/>
                <a:gd name="connsiteY13" fmla="*/ 17495 h 116622"/>
                <a:gd name="connsiteX14" fmla="*/ 629469 w 650931"/>
                <a:gd name="connsiteY14" fmla="*/ 1609 h 116622"/>
                <a:gd name="connsiteX15" fmla="*/ 645386 w 650931"/>
                <a:gd name="connsiteY15" fmla="*/ 7964 h 116622"/>
                <a:gd name="connsiteX16" fmla="*/ 646659 w 650931"/>
                <a:gd name="connsiteY16" fmla="*/ 11776 h 116622"/>
                <a:gd name="connsiteX17" fmla="*/ 635836 w 650931"/>
                <a:gd name="connsiteY17" fmla="*/ 83581 h 116622"/>
                <a:gd name="connsiteX18" fmla="*/ 570897 w 650931"/>
                <a:gd name="connsiteY18" fmla="*/ 116623 h 11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50931" h="116622">
                  <a:moveTo>
                    <a:pt x="570897" y="116623"/>
                  </a:moveTo>
                  <a:lnTo>
                    <a:pt x="81309" y="116623"/>
                  </a:lnTo>
                  <a:cubicBezTo>
                    <a:pt x="55206" y="116623"/>
                    <a:pt x="30376" y="103914"/>
                    <a:pt x="15096" y="82945"/>
                  </a:cubicBezTo>
                  <a:cubicBezTo>
                    <a:pt x="-184" y="61976"/>
                    <a:pt x="-4004" y="35287"/>
                    <a:pt x="4273" y="11141"/>
                  </a:cubicBezTo>
                  <a:cubicBezTo>
                    <a:pt x="4910" y="8599"/>
                    <a:pt x="5546" y="7328"/>
                    <a:pt x="5546" y="7328"/>
                  </a:cubicBezTo>
                  <a:cubicBezTo>
                    <a:pt x="8093" y="974"/>
                    <a:pt x="15096" y="-1568"/>
                    <a:pt x="21463" y="974"/>
                  </a:cubicBezTo>
                  <a:cubicBezTo>
                    <a:pt x="27829" y="3516"/>
                    <a:pt x="30376" y="10506"/>
                    <a:pt x="27829" y="16860"/>
                  </a:cubicBezTo>
                  <a:cubicBezTo>
                    <a:pt x="27829" y="16860"/>
                    <a:pt x="27193" y="17495"/>
                    <a:pt x="27193" y="19402"/>
                  </a:cubicBezTo>
                  <a:cubicBezTo>
                    <a:pt x="21463" y="36558"/>
                    <a:pt x="24009" y="54351"/>
                    <a:pt x="34832" y="68965"/>
                  </a:cubicBezTo>
                  <a:cubicBezTo>
                    <a:pt x="45656" y="84216"/>
                    <a:pt x="62209" y="92477"/>
                    <a:pt x="80672" y="92477"/>
                  </a:cubicBezTo>
                  <a:lnTo>
                    <a:pt x="570260" y="92477"/>
                  </a:lnTo>
                  <a:cubicBezTo>
                    <a:pt x="588723" y="92477"/>
                    <a:pt x="605913" y="83581"/>
                    <a:pt x="616100" y="68965"/>
                  </a:cubicBezTo>
                  <a:cubicBezTo>
                    <a:pt x="626923" y="54351"/>
                    <a:pt x="629469" y="35923"/>
                    <a:pt x="623739" y="19402"/>
                  </a:cubicBezTo>
                  <a:cubicBezTo>
                    <a:pt x="623103" y="18131"/>
                    <a:pt x="623103" y="17495"/>
                    <a:pt x="623103" y="17495"/>
                  </a:cubicBezTo>
                  <a:cubicBezTo>
                    <a:pt x="620556" y="11141"/>
                    <a:pt x="623103" y="4151"/>
                    <a:pt x="629469" y="1609"/>
                  </a:cubicBezTo>
                  <a:cubicBezTo>
                    <a:pt x="635836" y="-932"/>
                    <a:pt x="642839" y="1609"/>
                    <a:pt x="645386" y="7964"/>
                  </a:cubicBezTo>
                  <a:cubicBezTo>
                    <a:pt x="645386" y="7964"/>
                    <a:pt x="646022" y="9235"/>
                    <a:pt x="646659" y="11776"/>
                  </a:cubicBezTo>
                  <a:cubicBezTo>
                    <a:pt x="654936" y="35923"/>
                    <a:pt x="651116" y="62611"/>
                    <a:pt x="635836" y="83581"/>
                  </a:cubicBezTo>
                  <a:cubicBezTo>
                    <a:pt x="621830" y="103914"/>
                    <a:pt x="597000" y="116623"/>
                    <a:pt x="570897" y="116623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A27B7D03-2301-4415-9F0E-362FC91F9709}"/>
                </a:ext>
              </a:extLst>
            </p:cNvPr>
            <p:cNvSpPr/>
            <p:nvPr/>
          </p:nvSpPr>
          <p:spPr>
            <a:xfrm>
              <a:off x="10832286" y="4120330"/>
              <a:ext cx="1241479" cy="398417"/>
            </a:xfrm>
            <a:custGeom>
              <a:avLst/>
              <a:gdLst>
                <a:gd name="connsiteX0" fmla="*/ 1227473 w 1241479"/>
                <a:gd name="connsiteY0" fmla="*/ 398417 h 398417"/>
                <a:gd name="connsiteX1" fmla="*/ 1215377 w 1241479"/>
                <a:gd name="connsiteY1" fmla="*/ 386344 h 398417"/>
                <a:gd name="connsiteX2" fmla="*/ 1056213 w 1241479"/>
                <a:gd name="connsiteY2" fmla="*/ 227485 h 398417"/>
                <a:gd name="connsiteX3" fmla="*/ 1035203 w 1241479"/>
                <a:gd name="connsiteY3" fmla="*/ 228756 h 398417"/>
                <a:gd name="connsiteX4" fmla="*/ 1021833 w 1241479"/>
                <a:gd name="connsiteY4" fmla="*/ 218589 h 398417"/>
                <a:gd name="connsiteX5" fmla="*/ 865216 w 1241479"/>
                <a:gd name="connsiteY5" fmla="*/ 87690 h 398417"/>
                <a:gd name="connsiteX6" fmla="*/ 777357 w 1241479"/>
                <a:gd name="connsiteY6" fmla="*/ 113743 h 398417"/>
                <a:gd name="connsiteX7" fmla="*/ 767807 w 1241479"/>
                <a:gd name="connsiteY7" fmla="*/ 115649 h 398417"/>
                <a:gd name="connsiteX8" fmla="*/ 760168 w 1241479"/>
                <a:gd name="connsiteY8" fmla="*/ 109295 h 398417"/>
                <a:gd name="connsiteX9" fmla="*/ 619467 w 1241479"/>
                <a:gd name="connsiteY9" fmla="*/ 24147 h 398417"/>
                <a:gd name="connsiteX10" fmla="*/ 478766 w 1241479"/>
                <a:gd name="connsiteY10" fmla="*/ 109295 h 398417"/>
                <a:gd name="connsiteX11" fmla="*/ 471126 w 1241479"/>
                <a:gd name="connsiteY11" fmla="*/ 115649 h 398417"/>
                <a:gd name="connsiteX12" fmla="*/ 461576 w 1241479"/>
                <a:gd name="connsiteY12" fmla="*/ 113743 h 398417"/>
                <a:gd name="connsiteX13" fmla="*/ 373718 w 1241479"/>
                <a:gd name="connsiteY13" fmla="*/ 87690 h 398417"/>
                <a:gd name="connsiteX14" fmla="*/ 217100 w 1241479"/>
                <a:gd name="connsiteY14" fmla="*/ 218589 h 398417"/>
                <a:gd name="connsiteX15" fmla="*/ 203730 w 1241479"/>
                <a:gd name="connsiteY15" fmla="*/ 228756 h 398417"/>
                <a:gd name="connsiteX16" fmla="*/ 183357 w 1241479"/>
                <a:gd name="connsiteY16" fmla="*/ 227485 h 398417"/>
                <a:gd name="connsiteX17" fmla="*/ 24193 w 1241479"/>
                <a:gd name="connsiteY17" fmla="*/ 386344 h 398417"/>
                <a:gd name="connsiteX18" fmla="*/ 12097 w 1241479"/>
                <a:gd name="connsiteY18" fmla="*/ 398417 h 398417"/>
                <a:gd name="connsiteX19" fmla="*/ 0 w 1241479"/>
                <a:gd name="connsiteY19" fmla="*/ 386344 h 398417"/>
                <a:gd name="connsiteX20" fmla="*/ 183994 w 1241479"/>
                <a:gd name="connsiteY20" fmla="*/ 202703 h 398417"/>
                <a:gd name="connsiteX21" fmla="*/ 196727 w 1241479"/>
                <a:gd name="connsiteY21" fmla="*/ 203339 h 398417"/>
                <a:gd name="connsiteX22" fmla="*/ 374991 w 1241479"/>
                <a:gd name="connsiteY22" fmla="*/ 63543 h 398417"/>
                <a:gd name="connsiteX23" fmla="*/ 464759 w 1241479"/>
                <a:gd name="connsiteY23" fmla="*/ 87054 h 398417"/>
                <a:gd name="connsiteX24" fmla="*/ 620740 w 1241479"/>
                <a:gd name="connsiteY24" fmla="*/ 0 h 398417"/>
                <a:gd name="connsiteX25" fmla="*/ 776720 w 1241479"/>
                <a:gd name="connsiteY25" fmla="*/ 87054 h 398417"/>
                <a:gd name="connsiteX26" fmla="*/ 866489 w 1241479"/>
                <a:gd name="connsiteY26" fmla="*/ 63543 h 398417"/>
                <a:gd name="connsiteX27" fmla="*/ 1044753 w 1241479"/>
                <a:gd name="connsiteY27" fmla="*/ 203339 h 398417"/>
                <a:gd name="connsiteX28" fmla="*/ 1057486 w 1241479"/>
                <a:gd name="connsiteY28" fmla="*/ 202703 h 398417"/>
                <a:gd name="connsiteX29" fmla="*/ 1241479 w 1241479"/>
                <a:gd name="connsiteY29" fmla="*/ 386344 h 398417"/>
                <a:gd name="connsiteX30" fmla="*/ 1227473 w 1241479"/>
                <a:gd name="connsiteY30" fmla="*/ 398417 h 39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41479" h="398417">
                  <a:moveTo>
                    <a:pt x="1227473" y="398417"/>
                  </a:moveTo>
                  <a:cubicBezTo>
                    <a:pt x="1220470" y="398417"/>
                    <a:pt x="1215377" y="392698"/>
                    <a:pt x="1215377" y="386344"/>
                  </a:cubicBezTo>
                  <a:cubicBezTo>
                    <a:pt x="1215377" y="298654"/>
                    <a:pt x="1144072" y="227485"/>
                    <a:pt x="1056213" y="227485"/>
                  </a:cubicBezTo>
                  <a:cubicBezTo>
                    <a:pt x="1049846" y="227485"/>
                    <a:pt x="1043480" y="228121"/>
                    <a:pt x="1035203" y="228756"/>
                  </a:cubicBezTo>
                  <a:cubicBezTo>
                    <a:pt x="1028836" y="229392"/>
                    <a:pt x="1023107" y="224944"/>
                    <a:pt x="1021833" y="218589"/>
                  </a:cubicBezTo>
                  <a:cubicBezTo>
                    <a:pt x="1008463" y="142973"/>
                    <a:pt x="942251" y="87690"/>
                    <a:pt x="865216" y="87690"/>
                  </a:cubicBezTo>
                  <a:cubicBezTo>
                    <a:pt x="834020" y="87690"/>
                    <a:pt x="803461" y="96586"/>
                    <a:pt x="777357" y="113743"/>
                  </a:cubicBezTo>
                  <a:cubicBezTo>
                    <a:pt x="774174" y="115649"/>
                    <a:pt x="770990" y="116284"/>
                    <a:pt x="767807" y="115649"/>
                  </a:cubicBezTo>
                  <a:cubicBezTo>
                    <a:pt x="764624" y="115014"/>
                    <a:pt x="761441" y="112472"/>
                    <a:pt x="760168" y="109295"/>
                  </a:cubicBezTo>
                  <a:cubicBezTo>
                    <a:pt x="732155" y="56554"/>
                    <a:pt x="678675" y="24147"/>
                    <a:pt x="619467" y="24147"/>
                  </a:cubicBezTo>
                  <a:cubicBezTo>
                    <a:pt x="560257" y="24147"/>
                    <a:pt x="506142" y="56554"/>
                    <a:pt x="478766" y="109295"/>
                  </a:cubicBezTo>
                  <a:cubicBezTo>
                    <a:pt x="476856" y="112472"/>
                    <a:pt x="474309" y="114378"/>
                    <a:pt x="471126" y="115649"/>
                  </a:cubicBezTo>
                  <a:cubicBezTo>
                    <a:pt x="467942" y="116284"/>
                    <a:pt x="464122" y="115649"/>
                    <a:pt x="461576" y="113743"/>
                  </a:cubicBezTo>
                  <a:cubicBezTo>
                    <a:pt x="435473" y="96586"/>
                    <a:pt x="404913" y="87690"/>
                    <a:pt x="373718" y="87690"/>
                  </a:cubicBezTo>
                  <a:cubicBezTo>
                    <a:pt x="296682" y="87690"/>
                    <a:pt x="230470" y="142973"/>
                    <a:pt x="217100" y="218589"/>
                  </a:cubicBezTo>
                  <a:cubicBezTo>
                    <a:pt x="215827" y="224944"/>
                    <a:pt x="210097" y="229392"/>
                    <a:pt x="203730" y="228756"/>
                  </a:cubicBezTo>
                  <a:cubicBezTo>
                    <a:pt x="195454" y="227485"/>
                    <a:pt x="189087" y="227485"/>
                    <a:pt x="183357" y="227485"/>
                  </a:cubicBezTo>
                  <a:cubicBezTo>
                    <a:pt x="95498" y="227485"/>
                    <a:pt x="24193" y="298654"/>
                    <a:pt x="24193" y="386344"/>
                  </a:cubicBezTo>
                  <a:cubicBezTo>
                    <a:pt x="24193" y="393334"/>
                    <a:pt x="18463" y="398417"/>
                    <a:pt x="12097" y="398417"/>
                  </a:cubicBezTo>
                  <a:cubicBezTo>
                    <a:pt x="5094" y="398417"/>
                    <a:pt x="0" y="392698"/>
                    <a:pt x="0" y="386344"/>
                  </a:cubicBezTo>
                  <a:cubicBezTo>
                    <a:pt x="0" y="285310"/>
                    <a:pt x="82765" y="202703"/>
                    <a:pt x="183994" y="202703"/>
                  </a:cubicBezTo>
                  <a:cubicBezTo>
                    <a:pt x="187814" y="202703"/>
                    <a:pt x="192271" y="202703"/>
                    <a:pt x="196727" y="203339"/>
                  </a:cubicBezTo>
                  <a:cubicBezTo>
                    <a:pt x="216463" y="121368"/>
                    <a:pt x="289679" y="63543"/>
                    <a:pt x="374991" y="63543"/>
                  </a:cubicBezTo>
                  <a:cubicBezTo>
                    <a:pt x="406823" y="63543"/>
                    <a:pt x="437383" y="71804"/>
                    <a:pt x="464759" y="87054"/>
                  </a:cubicBezTo>
                  <a:cubicBezTo>
                    <a:pt x="497866" y="33043"/>
                    <a:pt x="557074" y="0"/>
                    <a:pt x="620740" y="0"/>
                  </a:cubicBezTo>
                  <a:cubicBezTo>
                    <a:pt x="684405" y="0"/>
                    <a:pt x="743615" y="33043"/>
                    <a:pt x="776720" y="87054"/>
                  </a:cubicBezTo>
                  <a:cubicBezTo>
                    <a:pt x="804097" y="71804"/>
                    <a:pt x="835293" y="63543"/>
                    <a:pt x="866489" y="63543"/>
                  </a:cubicBezTo>
                  <a:cubicBezTo>
                    <a:pt x="951801" y="63543"/>
                    <a:pt x="1025016" y="122003"/>
                    <a:pt x="1044753" y="203339"/>
                  </a:cubicBezTo>
                  <a:cubicBezTo>
                    <a:pt x="1049210" y="202703"/>
                    <a:pt x="1053666" y="202703"/>
                    <a:pt x="1057486" y="202703"/>
                  </a:cubicBezTo>
                  <a:cubicBezTo>
                    <a:pt x="1158714" y="202703"/>
                    <a:pt x="1241479" y="284675"/>
                    <a:pt x="1241479" y="386344"/>
                  </a:cubicBezTo>
                  <a:cubicBezTo>
                    <a:pt x="1239570" y="392698"/>
                    <a:pt x="1234476" y="398417"/>
                    <a:pt x="1227473" y="39841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A4B5CE5F-F42D-A1E0-60EA-8800C898BB35}"/>
                </a:ext>
              </a:extLst>
            </p:cNvPr>
            <p:cNvSpPr/>
            <p:nvPr/>
          </p:nvSpPr>
          <p:spPr>
            <a:xfrm>
              <a:off x="11800779" y="3930214"/>
              <a:ext cx="326645" cy="418871"/>
            </a:xfrm>
            <a:custGeom>
              <a:avLst/>
              <a:gdLst>
                <a:gd name="connsiteX0" fmla="*/ 65437 w 326645"/>
                <a:gd name="connsiteY0" fmla="*/ 418872 h 418871"/>
                <a:gd name="connsiteX1" fmla="*/ 57797 w 326645"/>
                <a:gd name="connsiteY1" fmla="*/ 416330 h 418871"/>
                <a:gd name="connsiteX2" fmla="*/ 55887 w 326645"/>
                <a:gd name="connsiteY2" fmla="*/ 399173 h 418871"/>
                <a:gd name="connsiteX3" fmla="*/ 295269 w 326645"/>
                <a:gd name="connsiteY3" fmla="*/ 89082 h 418871"/>
                <a:gd name="connsiteX4" fmla="*/ 301636 w 326645"/>
                <a:gd name="connsiteY4" fmla="*/ 57945 h 418871"/>
                <a:gd name="connsiteX5" fmla="*/ 283173 w 326645"/>
                <a:gd name="connsiteY5" fmla="*/ 31257 h 418871"/>
                <a:gd name="connsiteX6" fmla="*/ 223964 w 326645"/>
                <a:gd name="connsiteY6" fmla="*/ 44601 h 418871"/>
                <a:gd name="connsiteX7" fmla="*/ 22144 w 326645"/>
                <a:gd name="connsiteY7" fmla="*/ 319109 h 418871"/>
                <a:gd name="connsiteX8" fmla="*/ 4954 w 326645"/>
                <a:gd name="connsiteY8" fmla="*/ 321650 h 418871"/>
                <a:gd name="connsiteX9" fmla="*/ 2408 w 326645"/>
                <a:gd name="connsiteY9" fmla="*/ 304494 h 418871"/>
                <a:gd name="connsiteX10" fmla="*/ 204228 w 326645"/>
                <a:gd name="connsiteY10" fmla="*/ 30622 h 418871"/>
                <a:gd name="connsiteX11" fmla="*/ 296543 w 326645"/>
                <a:gd name="connsiteY11" fmla="*/ 10923 h 418871"/>
                <a:gd name="connsiteX12" fmla="*/ 325193 w 326645"/>
                <a:gd name="connsiteY12" fmla="*/ 53497 h 418871"/>
                <a:gd name="connsiteX13" fmla="*/ 315006 w 326645"/>
                <a:gd name="connsiteY13" fmla="*/ 103696 h 418871"/>
                <a:gd name="connsiteX14" fmla="*/ 74987 w 326645"/>
                <a:gd name="connsiteY14" fmla="*/ 414424 h 418871"/>
                <a:gd name="connsiteX15" fmla="*/ 65437 w 326645"/>
                <a:gd name="connsiteY15" fmla="*/ 418872 h 41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26645" h="418871">
                  <a:moveTo>
                    <a:pt x="65437" y="418872"/>
                  </a:moveTo>
                  <a:cubicBezTo>
                    <a:pt x="62890" y="418872"/>
                    <a:pt x="60343" y="418236"/>
                    <a:pt x="57797" y="416330"/>
                  </a:cubicBezTo>
                  <a:cubicBezTo>
                    <a:pt x="52704" y="412518"/>
                    <a:pt x="51431" y="404892"/>
                    <a:pt x="55887" y="399173"/>
                  </a:cubicBezTo>
                  <a:lnTo>
                    <a:pt x="295269" y="89082"/>
                  </a:lnTo>
                  <a:cubicBezTo>
                    <a:pt x="301636" y="80185"/>
                    <a:pt x="303546" y="68748"/>
                    <a:pt x="301636" y="57945"/>
                  </a:cubicBezTo>
                  <a:cubicBezTo>
                    <a:pt x="299089" y="46507"/>
                    <a:pt x="292723" y="36976"/>
                    <a:pt x="283173" y="31257"/>
                  </a:cubicBezTo>
                  <a:cubicBezTo>
                    <a:pt x="263437" y="18548"/>
                    <a:pt x="238607" y="24267"/>
                    <a:pt x="223964" y="44601"/>
                  </a:cubicBezTo>
                  <a:lnTo>
                    <a:pt x="22144" y="319109"/>
                  </a:lnTo>
                  <a:cubicBezTo>
                    <a:pt x="18324" y="324828"/>
                    <a:pt x="10684" y="325463"/>
                    <a:pt x="4954" y="321650"/>
                  </a:cubicBezTo>
                  <a:cubicBezTo>
                    <a:pt x="-776" y="317838"/>
                    <a:pt x="-1412" y="310213"/>
                    <a:pt x="2408" y="304494"/>
                  </a:cubicBezTo>
                  <a:lnTo>
                    <a:pt x="204228" y="30622"/>
                  </a:lnTo>
                  <a:cubicBezTo>
                    <a:pt x="225874" y="-515"/>
                    <a:pt x="265347" y="-9411"/>
                    <a:pt x="296543" y="10923"/>
                  </a:cubicBezTo>
                  <a:cubicBezTo>
                    <a:pt x="311822" y="21090"/>
                    <a:pt x="322009" y="35705"/>
                    <a:pt x="325193" y="53497"/>
                  </a:cubicBezTo>
                  <a:cubicBezTo>
                    <a:pt x="329013" y="71289"/>
                    <a:pt x="325193" y="89082"/>
                    <a:pt x="315006" y="103696"/>
                  </a:cubicBezTo>
                  <a:lnTo>
                    <a:pt x="74987" y="414424"/>
                  </a:lnTo>
                  <a:cubicBezTo>
                    <a:pt x="72440" y="417601"/>
                    <a:pt x="68620" y="418872"/>
                    <a:pt x="65437" y="41887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B4FD3838-F330-48D2-598B-6439277196D8}"/>
                </a:ext>
              </a:extLst>
            </p:cNvPr>
            <p:cNvSpPr/>
            <p:nvPr/>
          </p:nvSpPr>
          <p:spPr>
            <a:xfrm>
              <a:off x="10748884" y="4494600"/>
              <a:ext cx="1404463" cy="157587"/>
            </a:xfrm>
            <a:custGeom>
              <a:avLst/>
              <a:gdLst>
                <a:gd name="connsiteX0" fmla="*/ 78946 w 1404463"/>
                <a:gd name="connsiteY0" fmla="*/ 24146 h 157587"/>
                <a:gd name="connsiteX1" fmla="*/ 24193 w 1404463"/>
                <a:gd name="connsiteY1" fmla="*/ 78794 h 157587"/>
                <a:gd name="connsiteX2" fmla="*/ 78946 w 1404463"/>
                <a:gd name="connsiteY2" fmla="*/ 133441 h 157587"/>
                <a:gd name="connsiteX3" fmla="*/ 1325518 w 1404463"/>
                <a:gd name="connsiteY3" fmla="*/ 133441 h 157587"/>
                <a:gd name="connsiteX4" fmla="*/ 1380271 w 1404463"/>
                <a:gd name="connsiteY4" fmla="*/ 78794 h 157587"/>
                <a:gd name="connsiteX5" fmla="*/ 1325518 w 1404463"/>
                <a:gd name="connsiteY5" fmla="*/ 24146 h 157587"/>
                <a:gd name="connsiteX6" fmla="*/ 78946 w 1404463"/>
                <a:gd name="connsiteY6" fmla="*/ 24146 h 157587"/>
                <a:gd name="connsiteX7" fmla="*/ 1325518 w 1404463"/>
                <a:gd name="connsiteY7" fmla="*/ 157588 h 157587"/>
                <a:gd name="connsiteX8" fmla="*/ 78946 w 1404463"/>
                <a:gd name="connsiteY8" fmla="*/ 157588 h 157587"/>
                <a:gd name="connsiteX9" fmla="*/ 0 w 1404463"/>
                <a:gd name="connsiteY9" fmla="*/ 78794 h 157587"/>
                <a:gd name="connsiteX10" fmla="*/ 78946 w 1404463"/>
                <a:gd name="connsiteY10" fmla="*/ 0 h 157587"/>
                <a:gd name="connsiteX11" fmla="*/ 1325518 w 1404463"/>
                <a:gd name="connsiteY11" fmla="*/ 0 h 157587"/>
                <a:gd name="connsiteX12" fmla="*/ 1404463 w 1404463"/>
                <a:gd name="connsiteY12" fmla="*/ 78794 h 157587"/>
                <a:gd name="connsiteX13" fmla="*/ 1325518 w 1404463"/>
                <a:gd name="connsiteY13" fmla="*/ 157588 h 157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04463" h="157587">
                  <a:moveTo>
                    <a:pt x="78946" y="24146"/>
                  </a:moveTo>
                  <a:cubicBezTo>
                    <a:pt x="49022" y="24146"/>
                    <a:pt x="24193" y="48928"/>
                    <a:pt x="24193" y="78794"/>
                  </a:cubicBezTo>
                  <a:cubicBezTo>
                    <a:pt x="24193" y="108659"/>
                    <a:pt x="49022" y="133441"/>
                    <a:pt x="78946" y="133441"/>
                  </a:cubicBezTo>
                  <a:lnTo>
                    <a:pt x="1325518" y="133441"/>
                  </a:lnTo>
                  <a:cubicBezTo>
                    <a:pt x="1355441" y="133441"/>
                    <a:pt x="1380271" y="108659"/>
                    <a:pt x="1380271" y="78794"/>
                  </a:cubicBezTo>
                  <a:cubicBezTo>
                    <a:pt x="1380271" y="48928"/>
                    <a:pt x="1355441" y="24146"/>
                    <a:pt x="1325518" y="24146"/>
                  </a:cubicBezTo>
                  <a:lnTo>
                    <a:pt x="78946" y="24146"/>
                  </a:lnTo>
                  <a:close/>
                  <a:moveTo>
                    <a:pt x="1325518" y="157588"/>
                  </a:moveTo>
                  <a:lnTo>
                    <a:pt x="78946" y="157588"/>
                  </a:lnTo>
                  <a:cubicBezTo>
                    <a:pt x="35653" y="157588"/>
                    <a:pt x="0" y="122003"/>
                    <a:pt x="0" y="78794"/>
                  </a:cubicBezTo>
                  <a:cubicBezTo>
                    <a:pt x="0" y="35584"/>
                    <a:pt x="35653" y="0"/>
                    <a:pt x="78946" y="0"/>
                  </a:cubicBezTo>
                  <a:lnTo>
                    <a:pt x="1325518" y="0"/>
                  </a:lnTo>
                  <a:cubicBezTo>
                    <a:pt x="1369447" y="0"/>
                    <a:pt x="1404463" y="35584"/>
                    <a:pt x="1404463" y="78794"/>
                  </a:cubicBezTo>
                  <a:cubicBezTo>
                    <a:pt x="1404463" y="122003"/>
                    <a:pt x="1369447" y="157588"/>
                    <a:pt x="1325518" y="1575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B5FEFBF8-E7EA-474E-4BFA-80F20FEDA80E}"/>
                </a:ext>
              </a:extLst>
            </p:cNvPr>
            <p:cNvSpPr/>
            <p:nvPr/>
          </p:nvSpPr>
          <p:spPr>
            <a:xfrm>
              <a:off x="1252730" y="3759403"/>
              <a:ext cx="800973" cy="1239096"/>
            </a:xfrm>
            <a:custGeom>
              <a:avLst/>
              <a:gdLst>
                <a:gd name="connsiteX0" fmla="*/ 608435 w 800973"/>
                <a:gd name="connsiteY0" fmla="*/ 1239097 h 1239096"/>
                <a:gd name="connsiteX1" fmla="*/ 192698 w 800973"/>
                <a:gd name="connsiteY1" fmla="*/ 1239097 h 1239096"/>
                <a:gd name="connsiteX2" fmla="*/ 100383 w 800973"/>
                <a:gd name="connsiteY2" fmla="*/ 1155219 h 1239096"/>
                <a:gd name="connsiteX3" fmla="*/ 428 w 800973"/>
                <a:gd name="connsiteY3" fmla="*/ 101669 h 1239096"/>
                <a:gd name="connsiteX4" fmla="*/ 24621 w 800973"/>
                <a:gd name="connsiteY4" fmla="*/ 30501 h 1239096"/>
                <a:gd name="connsiteX5" fmla="*/ 94017 w 800973"/>
                <a:gd name="connsiteY5" fmla="*/ 0 h 1239096"/>
                <a:gd name="connsiteX6" fmla="*/ 195245 w 800973"/>
                <a:gd name="connsiteY6" fmla="*/ 0 h 1239096"/>
                <a:gd name="connsiteX7" fmla="*/ 207341 w 800973"/>
                <a:gd name="connsiteY7" fmla="*/ 12073 h 1239096"/>
                <a:gd name="connsiteX8" fmla="*/ 195245 w 800973"/>
                <a:gd name="connsiteY8" fmla="*/ 24147 h 1239096"/>
                <a:gd name="connsiteX9" fmla="*/ 94017 w 800973"/>
                <a:gd name="connsiteY9" fmla="*/ 24147 h 1239096"/>
                <a:gd name="connsiteX10" fmla="*/ 42447 w 800973"/>
                <a:gd name="connsiteY10" fmla="*/ 47022 h 1239096"/>
                <a:gd name="connsiteX11" fmla="*/ 24621 w 800973"/>
                <a:gd name="connsiteY11" fmla="*/ 99763 h 1239096"/>
                <a:gd name="connsiteX12" fmla="*/ 124576 w 800973"/>
                <a:gd name="connsiteY12" fmla="*/ 1153313 h 1239096"/>
                <a:gd name="connsiteX13" fmla="*/ 192698 w 800973"/>
                <a:gd name="connsiteY13" fmla="*/ 1214950 h 1239096"/>
                <a:gd name="connsiteX14" fmla="*/ 608435 w 800973"/>
                <a:gd name="connsiteY14" fmla="*/ 1214950 h 1239096"/>
                <a:gd name="connsiteX15" fmla="*/ 676557 w 800973"/>
                <a:gd name="connsiteY15" fmla="*/ 1153313 h 1239096"/>
                <a:gd name="connsiteX16" fmla="*/ 776512 w 800973"/>
                <a:gd name="connsiteY16" fmla="*/ 99763 h 1239096"/>
                <a:gd name="connsiteX17" fmla="*/ 758685 w 800973"/>
                <a:gd name="connsiteY17" fmla="*/ 47022 h 1239096"/>
                <a:gd name="connsiteX18" fmla="*/ 707116 w 800973"/>
                <a:gd name="connsiteY18" fmla="*/ 24147 h 1239096"/>
                <a:gd name="connsiteX19" fmla="*/ 304113 w 800973"/>
                <a:gd name="connsiteY19" fmla="*/ 24147 h 1239096"/>
                <a:gd name="connsiteX20" fmla="*/ 292017 w 800973"/>
                <a:gd name="connsiteY20" fmla="*/ 12073 h 1239096"/>
                <a:gd name="connsiteX21" fmla="*/ 304113 w 800973"/>
                <a:gd name="connsiteY21" fmla="*/ 0 h 1239096"/>
                <a:gd name="connsiteX22" fmla="*/ 707116 w 800973"/>
                <a:gd name="connsiteY22" fmla="*/ 0 h 1239096"/>
                <a:gd name="connsiteX23" fmla="*/ 776512 w 800973"/>
                <a:gd name="connsiteY23" fmla="*/ 30501 h 1239096"/>
                <a:gd name="connsiteX24" fmla="*/ 800705 w 800973"/>
                <a:gd name="connsiteY24" fmla="*/ 101669 h 1239096"/>
                <a:gd name="connsiteX25" fmla="*/ 700750 w 800973"/>
                <a:gd name="connsiteY25" fmla="*/ 1155219 h 1239096"/>
                <a:gd name="connsiteX26" fmla="*/ 608435 w 800973"/>
                <a:gd name="connsiteY26" fmla="*/ 1239097 h 123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00973" h="1239096">
                  <a:moveTo>
                    <a:pt x="608435" y="1239097"/>
                  </a:moveTo>
                  <a:lnTo>
                    <a:pt x="192698" y="1239097"/>
                  </a:lnTo>
                  <a:cubicBezTo>
                    <a:pt x="144312" y="1239097"/>
                    <a:pt x="104840" y="1202877"/>
                    <a:pt x="100383" y="1155219"/>
                  </a:cubicBezTo>
                  <a:lnTo>
                    <a:pt x="428" y="101669"/>
                  </a:lnTo>
                  <a:cubicBezTo>
                    <a:pt x="-2119" y="75617"/>
                    <a:pt x="6795" y="49564"/>
                    <a:pt x="24621" y="30501"/>
                  </a:cubicBezTo>
                  <a:cubicBezTo>
                    <a:pt x="42447" y="10802"/>
                    <a:pt x="67277" y="0"/>
                    <a:pt x="94017" y="0"/>
                  </a:cubicBezTo>
                  <a:lnTo>
                    <a:pt x="195245" y="0"/>
                  </a:lnTo>
                  <a:cubicBezTo>
                    <a:pt x="202248" y="0"/>
                    <a:pt x="207341" y="5719"/>
                    <a:pt x="207341" y="12073"/>
                  </a:cubicBezTo>
                  <a:cubicBezTo>
                    <a:pt x="207341" y="19063"/>
                    <a:pt x="201611" y="24147"/>
                    <a:pt x="195245" y="24147"/>
                  </a:cubicBezTo>
                  <a:lnTo>
                    <a:pt x="94017" y="24147"/>
                  </a:lnTo>
                  <a:cubicBezTo>
                    <a:pt x="74280" y="24147"/>
                    <a:pt x="55817" y="32407"/>
                    <a:pt x="42447" y="47022"/>
                  </a:cubicBezTo>
                  <a:cubicBezTo>
                    <a:pt x="29078" y="61637"/>
                    <a:pt x="22711" y="80065"/>
                    <a:pt x="24621" y="99763"/>
                  </a:cubicBezTo>
                  <a:lnTo>
                    <a:pt x="124576" y="1153313"/>
                  </a:lnTo>
                  <a:cubicBezTo>
                    <a:pt x="127759" y="1188262"/>
                    <a:pt x="157045" y="1214950"/>
                    <a:pt x="192698" y="1214950"/>
                  </a:cubicBezTo>
                  <a:lnTo>
                    <a:pt x="608435" y="1214950"/>
                  </a:lnTo>
                  <a:cubicBezTo>
                    <a:pt x="644087" y="1214950"/>
                    <a:pt x="673374" y="1188262"/>
                    <a:pt x="676557" y="1153313"/>
                  </a:cubicBezTo>
                  <a:lnTo>
                    <a:pt x="776512" y="99763"/>
                  </a:lnTo>
                  <a:cubicBezTo>
                    <a:pt x="778422" y="80065"/>
                    <a:pt x="772055" y="61637"/>
                    <a:pt x="758685" y="47022"/>
                  </a:cubicBezTo>
                  <a:cubicBezTo>
                    <a:pt x="745316" y="32407"/>
                    <a:pt x="726853" y="24147"/>
                    <a:pt x="707116" y="24147"/>
                  </a:cubicBezTo>
                  <a:lnTo>
                    <a:pt x="304113" y="24147"/>
                  </a:lnTo>
                  <a:cubicBezTo>
                    <a:pt x="297110" y="24147"/>
                    <a:pt x="292017" y="18428"/>
                    <a:pt x="292017" y="12073"/>
                  </a:cubicBezTo>
                  <a:cubicBezTo>
                    <a:pt x="292017" y="5083"/>
                    <a:pt x="297746" y="0"/>
                    <a:pt x="304113" y="0"/>
                  </a:cubicBezTo>
                  <a:lnTo>
                    <a:pt x="707116" y="0"/>
                  </a:lnTo>
                  <a:cubicBezTo>
                    <a:pt x="733219" y="0"/>
                    <a:pt x="758685" y="11438"/>
                    <a:pt x="776512" y="30501"/>
                  </a:cubicBezTo>
                  <a:cubicBezTo>
                    <a:pt x="794338" y="49564"/>
                    <a:pt x="802615" y="75617"/>
                    <a:pt x="800705" y="101669"/>
                  </a:cubicBezTo>
                  <a:lnTo>
                    <a:pt x="700750" y="1155219"/>
                  </a:lnTo>
                  <a:cubicBezTo>
                    <a:pt x="696293" y="1202877"/>
                    <a:pt x="656820" y="1239097"/>
                    <a:pt x="608435" y="12390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3820C36D-EEC5-CB1C-43D9-9D2908ABD347}"/>
                </a:ext>
              </a:extLst>
            </p:cNvPr>
            <p:cNvSpPr/>
            <p:nvPr/>
          </p:nvSpPr>
          <p:spPr>
            <a:xfrm>
              <a:off x="1067255" y="3421352"/>
              <a:ext cx="473481" cy="628444"/>
            </a:xfrm>
            <a:custGeom>
              <a:avLst/>
              <a:gdLst>
                <a:gd name="connsiteX0" fmla="*/ 461576 w 473481"/>
                <a:gd name="connsiteY0" fmla="*/ 628444 h 628444"/>
                <a:gd name="connsiteX1" fmla="*/ 449479 w 473481"/>
                <a:gd name="connsiteY1" fmla="*/ 618913 h 628444"/>
                <a:gd name="connsiteX2" fmla="*/ 327878 w 473481"/>
                <a:gd name="connsiteY2" fmla="*/ 124545 h 628444"/>
                <a:gd name="connsiteX3" fmla="*/ 199273 w 473481"/>
                <a:gd name="connsiteY3" fmla="*/ 24147 h 628444"/>
                <a:gd name="connsiteX4" fmla="*/ 12097 w 473481"/>
                <a:gd name="connsiteY4" fmla="*/ 24147 h 628444"/>
                <a:gd name="connsiteX5" fmla="*/ 0 w 473481"/>
                <a:gd name="connsiteY5" fmla="*/ 12073 h 628444"/>
                <a:gd name="connsiteX6" fmla="*/ 12097 w 473481"/>
                <a:gd name="connsiteY6" fmla="*/ 0 h 628444"/>
                <a:gd name="connsiteX7" fmla="*/ 199273 w 473481"/>
                <a:gd name="connsiteY7" fmla="*/ 0 h 628444"/>
                <a:gd name="connsiteX8" fmla="*/ 351434 w 473481"/>
                <a:gd name="connsiteY8" fmla="*/ 118826 h 628444"/>
                <a:gd name="connsiteX9" fmla="*/ 473036 w 473481"/>
                <a:gd name="connsiteY9" fmla="*/ 613194 h 628444"/>
                <a:gd name="connsiteX10" fmla="*/ 464122 w 473481"/>
                <a:gd name="connsiteY10" fmla="*/ 627809 h 628444"/>
                <a:gd name="connsiteX11" fmla="*/ 461576 w 473481"/>
                <a:gd name="connsiteY11" fmla="*/ 628444 h 62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3481" h="628444">
                  <a:moveTo>
                    <a:pt x="461576" y="628444"/>
                  </a:moveTo>
                  <a:cubicBezTo>
                    <a:pt x="455846" y="628444"/>
                    <a:pt x="451389" y="624632"/>
                    <a:pt x="449479" y="618913"/>
                  </a:cubicBezTo>
                  <a:lnTo>
                    <a:pt x="327878" y="124545"/>
                  </a:lnTo>
                  <a:cubicBezTo>
                    <a:pt x="313235" y="65450"/>
                    <a:pt x="260392" y="24147"/>
                    <a:pt x="199273" y="24147"/>
                  </a:cubicBezTo>
                  <a:lnTo>
                    <a:pt x="12097" y="24147"/>
                  </a:lnTo>
                  <a:cubicBezTo>
                    <a:pt x="5093" y="24147"/>
                    <a:pt x="0" y="18428"/>
                    <a:pt x="0" y="12073"/>
                  </a:cubicBezTo>
                  <a:cubicBezTo>
                    <a:pt x="0" y="5083"/>
                    <a:pt x="5730" y="0"/>
                    <a:pt x="12097" y="0"/>
                  </a:cubicBezTo>
                  <a:lnTo>
                    <a:pt x="199273" y="0"/>
                  </a:lnTo>
                  <a:cubicBezTo>
                    <a:pt x="271852" y="0"/>
                    <a:pt x="334244" y="48928"/>
                    <a:pt x="351434" y="118826"/>
                  </a:cubicBezTo>
                  <a:lnTo>
                    <a:pt x="473036" y="613194"/>
                  </a:lnTo>
                  <a:cubicBezTo>
                    <a:pt x="474946" y="619548"/>
                    <a:pt x="470489" y="626538"/>
                    <a:pt x="464122" y="627809"/>
                  </a:cubicBezTo>
                  <a:cubicBezTo>
                    <a:pt x="463486" y="628444"/>
                    <a:pt x="462212" y="628444"/>
                    <a:pt x="461576" y="62844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69FCD7DE-193F-0BE5-8D22-E01464572A1B}"/>
                </a:ext>
              </a:extLst>
            </p:cNvPr>
            <p:cNvSpPr/>
            <p:nvPr/>
          </p:nvSpPr>
          <p:spPr>
            <a:xfrm>
              <a:off x="1681628" y="3353361"/>
              <a:ext cx="733427" cy="725665"/>
            </a:xfrm>
            <a:custGeom>
              <a:avLst/>
              <a:gdLst>
                <a:gd name="connsiteX0" fmla="*/ 434836 w 733427"/>
                <a:gd name="connsiteY0" fmla="*/ 725666 h 725665"/>
                <a:gd name="connsiteX1" fmla="*/ 422740 w 733427"/>
                <a:gd name="connsiteY1" fmla="*/ 715499 h 725665"/>
                <a:gd name="connsiteX2" fmla="*/ 432289 w 733427"/>
                <a:gd name="connsiteY2" fmla="*/ 701519 h 725665"/>
                <a:gd name="connsiteX3" fmla="*/ 709235 w 733427"/>
                <a:gd name="connsiteY3" fmla="*/ 366010 h 725665"/>
                <a:gd name="connsiteX4" fmla="*/ 366714 w 733427"/>
                <a:gd name="connsiteY4" fmla="*/ 24146 h 725665"/>
                <a:gd name="connsiteX5" fmla="*/ 24193 w 733427"/>
                <a:gd name="connsiteY5" fmla="*/ 366010 h 725665"/>
                <a:gd name="connsiteX6" fmla="*/ 12096 w 733427"/>
                <a:gd name="connsiteY6" fmla="*/ 378083 h 725665"/>
                <a:gd name="connsiteX7" fmla="*/ 0 w 733427"/>
                <a:gd name="connsiteY7" fmla="*/ 366010 h 725665"/>
                <a:gd name="connsiteX8" fmla="*/ 366714 w 733427"/>
                <a:gd name="connsiteY8" fmla="*/ 0 h 725665"/>
                <a:gd name="connsiteX9" fmla="*/ 733428 w 733427"/>
                <a:gd name="connsiteY9" fmla="*/ 366010 h 725665"/>
                <a:gd name="connsiteX10" fmla="*/ 436109 w 733427"/>
                <a:gd name="connsiteY10" fmla="*/ 725666 h 725665"/>
                <a:gd name="connsiteX11" fmla="*/ 434836 w 733427"/>
                <a:gd name="connsiteY11" fmla="*/ 725666 h 725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33427" h="725665">
                  <a:moveTo>
                    <a:pt x="434836" y="725666"/>
                  </a:moveTo>
                  <a:cubicBezTo>
                    <a:pt x="429106" y="725666"/>
                    <a:pt x="424013" y="721853"/>
                    <a:pt x="422740" y="715499"/>
                  </a:cubicBezTo>
                  <a:cubicBezTo>
                    <a:pt x="421466" y="709145"/>
                    <a:pt x="425923" y="702790"/>
                    <a:pt x="432289" y="701519"/>
                  </a:cubicBezTo>
                  <a:cubicBezTo>
                    <a:pt x="592727" y="670383"/>
                    <a:pt x="709235" y="529317"/>
                    <a:pt x="709235" y="366010"/>
                  </a:cubicBezTo>
                  <a:cubicBezTo>
                    <a:pt x="709235" y="177286"/>
                    <a:pt x="555801" y="24146"/>
                    <a:pt x="366714" y="24146"/>
                  </a:cubicBezTo>
                  <a:cubicBezTo>
                    <a:pt x="177627" y="24146"/>
                    <a:pt x="24193" y="177286"/>
                    <a:pt x="24193" y="366010"/>
                  </a:cubicBezTo>
                  <a:cubicBezTo>
                    <a:pt x="24193" y="373000"/>
                    <a:pt x="18463" y="378083"/>
                    <a:pt x="12096" y="378083"/>
                  </a:cubicBezTo>
                  <a:cubicBezTo>
                    <a:pt x="5093" y="378083"/>
                    <a:pt x="0" y="372364"/>
                    <a:pt x="0" y="366010"/>
                  </a:cubicBezTo>
                  <a:cubicBezTo>
                    <a:pt x="0" y="163942"/>
                    <a:pt x="164894" y="0"/>
                    <a:pt x="366714" y="0"/>
                  </a:cubicBezTo>
                  <a:cubicBezTo>
                    <a:pt x="568534" y="0"/>
                    <a:pt x="733428" y="164577"/>
                    <a:pt x="733428" y="366010"/>
                  </a:cubicBezTo>
                  <a:cubicBezTo>
                    <a:pt x="733428" y="541390"/>
                    <a:pt x="608643" y="692623"/>
                    <a:pt x="436109" y="725666"/>
                  </a:cubicBezTo>
                  <a:lnTo>
                    <a:pt x="434836" y="725666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ADDF37E6-5484-F00D-7A78-ED225B169CFE}"/>
                </a:ext>
              </a:extLst>
            </p:cNvPr>
            <p:cNvSpPr/>
            <p:nvPr/>
          </p:nvSpPr>
          <p:spPr>
            <a:xfrm>
              <a:off x="1970033" y="3412456"/>
              <a:ext cx="179537" cy="229391"/>
            </a:xfrm>
            <a:custGeom>
              <a:avLst/>
              <a:gdLst>
                <a:gd name="connsiteX0" fmla="*/ 63666 w 179537"/>
                <a:gd name="connsiteY0" fmla="*/ 229392 h 229391"/>
                <a:gd name="connsiteX1" fmla="*/ 53479 w 179537"/>
                <a:gd name="connsiteY1" fmla="*/ 224308 h 229391"/>
                <a:gd name="connsiteX2" fmla="*/ 0 w 179537"/>
                <a:gd name="connsiteY2" fmla="*/ 89596 h 229391"/>
                <a:gd name="connsiteX3" fmla="*/ 89769 w 179537"/>
                <a:gd name="connsiteY3" fmla="*/ 0 h 229391"/>
                <a:gd name="connsiteX4" fmla="*/ 179537 w 179537"/>
                <a:gd name="connsiteY4" fmla="*/ 89596 h 229391"/>
                <a:gd name="connsiteX5" fmla="*/ 167441 w 179537"/>
                <a:gd name="connsiteY5" fmla="*/ 101669 h 229391"/>
                <a:gd name="connsiteX6" fmla="*/ 155344 w 179537"/>
                <a:gd name="connsiteY6" fmla="*/ 89596 h 229391"/>
                <a:gd name="connsiteX7" fmla="*/ 89769 w 179537"/>
                <a:gd name="connsiteY7" fmla="*/ 24147 h 229391"/>
                <a:gd name="connsiteX8" fmla="*/ 24193 w 179537"/>
                <a:gd name="connsiteY8" fmla="*/ 89596 h 229391"/>
                <a:gd name="connsiteX9" fmla="*/ 73215 w 179537"/>
                <a:gd name="connsiteY9" fmla="*/ 210329 h 229391"/>
                <a:gd name="connsiteX10" fmla="*/ 70032 w 179537"/>
                <a:gd name="connsiteY10" fmla="*/ 227485 h 229391"/>
                <a:gd name="connsiteX11" fmla="*/ 63666 w 179537"/>
                <a:gd name="connsiteY11" fmla="*/ 229392 h 229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9537" h="229391">
                  <a:moveTo>
                    <a:pt x="63666" y="229392"/>
                  </a:moveTo>
                  <a:cubicBezTo>
                    <a:pt x="59846" y="229392"/>
                    <a:pt x="56026" y="227485"/>
                    <a:pt x="53479" y="224308"/>
                  </a:cubicBezTo>
                  <a:cubicBezTo>
                    <a:pt x="14007" y="167119"/>
                    <a:pt x="0" y="116284"/>
                    <a:pt x="0" y="89596"/>
                  </a:cubicBezTo>
                  <a:cubicBezTo>
                    <a:pt x="0" y="40032"/>
                    <a:pt x="40109" y="0"/>
                    <a:pt x="89769" y="0"/>
                  </a:cubicBezTo>
                  <a:cubicBezTo>
                    <a:pt x="139428" y="0"/>
                    <a:pt x="179537" y="40032"/>
                    <a:pt x="179537" y="89596"/>
                  </a:cubicBezTo>
                  <a:cubicBezTo>
                    <a:pt x="179537" y="96586"/>
                    <a:pt x="173807" y="101669"/>
                    <a:pt x="167441" y="101669"/>
                  </a:cubicBezTo>
                  <a:cubicBezTo>
                    <a:pt x="160437" y="101669"/>
                    <a:pt x="155344" y="95951"/>
                    <a:pt x="155344" y="89596"/>
                  </a:cubicBezTo>
                  <a:cubicBezTo>
                    <a:pt x="155344" y="53376"/>
                    <a:pt x="126058" y="24147"/>
                    <a:pt x="89769" y="24147"/>
                  </a:cubicBezTo>
                  <a:cubicBezTo>
                    <a:pt x="53479" y="24147"/>
                    <a:pt x="24193" y="53376"/>
                    <a:pt x="24193" y="89596"/>
                  </a:cubicBezTo>
                  <a:cubicBezTo>
                    <a:pt x="24193" y="108024"/>
                    <a:pt x="34380" y="154411"/>
                    <a:pt x="73215" y="210329"/>
                  </a:cubicBezTo>
                  <a:cubicBezTo>
                    <a:pt x="77035" y="216048"/>
                    <a:pt x="75762" y="223673"/>
                    <a:pt x="70032" y="227485"/>
                  </a:cubicBezTo>
                  <a:cubicBezTo>
                    <a:pt x="68122" y="228756"/>
                    <a:pt x="66212" y="229392"/>
                    <a:pt x="63666" y="2293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C6358788-334A-5E96-107E-036FC3A0EFC8}"/>
                </a:ext>
              </a:extLst>
            </p:cNvPr>
            <p:cNvSpPr/>
            <p:nvPr/>
          </p:nvSpPr>
          <p:spPr>
            <a:xfrm>
              <a:off x="1780879" y="3520502"/>
              <a:ext cx="141028" cy="130877"/>
            </a:xfrm>
            <a:custGeom>
              <a:avLst/>
              <a:gdLst>
                <a:gd name="connsiteX0" fmla="*/ 17893 w 141028"/>
                <a:gd name="connsiteY0" fmla="*/ 130878 h 130877"/>
                <a:gd name="connsiteX1" fmla="*/ 6434 w 141028"/>
                <a:gd name="connsiteY1" fmla="*/ 123252 h 130877"/>
                <a:gd name="connsiteX2" fmla="*/ 12163 w 141028"/>
                <a:gd name="connsiteY2" fmla="*/ 45094 h 130877"/>
                <a:gd name="connsiteX3" fmla="*/ 135038 w 141028"/>
                <a:gd name="connsiteY3" fmla="*/ 12051 h 130877"/>
                <a:gd name="connsiteX4" fmla="*/ 139495 w 141028"/>
                <a:gd name="connsiteY4" fmla="*/ 28573 h 130877"/>
                <a:gd name="connsiteX5" fmla="*/ 122942 w 141028"/>
                <a:gd name="connsiteY5" fmla="*/ 33021 h 130877"/>
                <a:gd name="connsiteX6" fmla="*/ 33173 w 141028"/>
                <a:gd name="connsiteY6" fmla="*/ 57167 h 130877"/>
                <a:gd name="connsiteX7" fmla="*/ 29353 w 141028"/>
                <a:gd name="connsiteY7" fmla="*/ 114356 h 130877"/>
                <a:gd name="connsiteX8" fmla="*/ 22350 w 141028"/>
                <a:gd name="connsiteY8" fmla="*/ 130242 h 130877"/>
                <a:gd name="connsiteX9" fmla="*/ 17893 w 141028"/>
                <a:gd name="connsiteY9" fmla="*/ 130878 h 130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1028" h="130877">
                  <a:moveTo>
                    <a:pt x="17893" y="130878"/>
                  </a:moveTo>
                  <a:cubicBezTo>
                    <a:pt x="12800" y="130878"/>
                    <a:pt x="8344" y="127700"/>
                    <a:pt x="6434" y="123252"/>
                  </a:cubicBezTo>
                  <a:cubicBezTo>
                    <a:pt x="-3753" y="97200"/>
                    <a:pt x="-1843" y="68605"/>
                    <a:pt x="12163" y="45094"/>
                  </a:cubicBezTo>
                  <a:cubicBezTo>
                    <a:pt x="36993" y="1884"/>
                    <a:pt x="92382" y="-12731"/>
                    <a:pt x="135038" y="12051"/>
                  </a:cubicBezTo>
                  <a:cubicBezTo>
                    <a:pt x="140768" y="15229"/>
                    <a:pt x="142678" y="22854"/>
                    <a:pt x="139495" y="28573"/>
                  </a:cubicBezTo>
                  <a:cubicBezTo>
                    <a:pt x="136311" y="34292"/>
                    <a:pt x="128671" y="36198"/>
                    <a:pt x="122942" y="33021"/>
                  </a:cubicBezTo>
                  <a:cubicBezTo>
                    <a:pt x="91746" y="15229"/>
                    <a:pt x="51636" y="26031"/>
                    <a:pt x="33173" y="57167"/>
                  </a:cubicBezTo>
                  <a:cubicBezTo>
                    <a:pt x="22987" y="74959"/>
                    <a:pt x="21713" y="95293"/>
                    <a:pt x="29353" y="114356"/>
                  </a:cubicBezTo>
                  <a:cubicBezTo>
                    <a:pt x="31900" y="120711"/>
                    <a:pt x="28717" y="127700"/>
                    <a:pt x="22350" y="130242"/>
                  </a:cubicBezTo>
                  <a:cubicBezTo>
                    <a:pt x="21077" y="130878"/>
                    <a:pt x="19167" y="130878"/>
                    <a:pt x="17893" y="13087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B2498C21-F27E-1000-FDFE-1E846A8F6F8C}"/>
                </a:ext>
              </a:extLst>
            </p:cNvPr>
            <p:cNvSpPr/>
            <p:nvPr/>
          </p:nvSpPr>
          <p:spPr>
            <a:xfrm>
              <a:off x="2081351" y="3810796"/>
              <a:ext cx="67582" cy="208499"/>
            </a:xfrm>
            <a:custGeom>
              <a:avLst/>
              <a:gdLst>
                <a:gd name="connsiteX0" fmla="*/ 12194 w 67582"/>
                <a:gd name="connsiteY0" fmla="*/ 208500 h 208499"/>
                <a:gd name="connsiteX1" fmla="*/ 1370 w 67582"/>
                <a:gd name="connsiteY1" fmla="*/ 201510 h 208499"/>
                <a:gd name="connsiteX2" fmla="*/ 7100 w 67582"/>
                <a:gd name="connsiteY2" fmla="*/ 184989 h 208499"/>
                <a:gd name="connsiteX3" fmla="*/ 44026 w 67582"/>
                <a:gd name="connsiteY3" fmla="*/ 125893 h 208499"/>
                <a:gd name="connsiteX4" fmla="*/ 3280 w 67582"/>
                <a:gd name="connsiteY4" fmla="*/ 18505 h 208499"/>
                <a:gd name="connsiteX5" fmla="*/ 7100 w 67582"/>
                <a:gd name="connsiteY5" fmla="*/ 1984 h 208499"/>
                <a:gd name="connsiteX6" fmla="*/ 23653 w 67582"/>
                <a:gd name="connsiteY6" fmla="*/ 5796 h 208499"/>
                <a:gd name="connsiteX7" fmla="*/ 67583 w 67582"/>
                <a:gd name="connsiteY7" fmla="*/ 126529 h 208499"/>
                <a:gd name="connsiteX8" fmla="*/ 16650 w 67582"/>
                <a:gd name="connsiteY8" fmla="*/ 207229 h 208499"/>
                <a:gd name="connsiteX9" fmla="*/ 12194 w 67582"/>
                <a:gd name="connsiteY9" fmla="*/ 208500 h 20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582" h="208499">
                  <a:moveTo>
                    <a:pt x="12194" y="208500"/>
                  </a:moveTo>
                  <a:cubicBezTo>
                    <a:pt x="7737" y="208500"/>
                    <a:pt x="3280" y="205958"/>
                    <a:pt x="1370" y="201510"/>
                  </a:cubicBezTo>
                  <a:cubicBezTo>
                    <a:pt x="-1813" y="195156"/>
                    <a:pt x="734" y="188166"/>
                    <a:pt x="7100" y="184989"/>
                  </a:cubicBezTo>
                  <a:cubicBezTo>
                    <a:pt x="29383" y="174186"/>
                    <a:pt x="44026" y="150675"/>
                    <a:pt x="44026" y="125893"/>
                  </a:cubicBezTo>
                  <a:cubicBezTo>
                    <a:pt x="44026" y="110007"/>
                    <a:pt x="35750" y="68704"/>
                    <a:pt x="3280" y="18505"/>
                  </a:cubicBezTo>
                  <a:cubicBezTo>
                    <a:pt x="-539" y="12786"/>
                    <a:pt x="1370" y="5161"/>
                    <a:pt x="7100" y="1984"/>
                  </a:cubicBezTo>
                  <a:cubicBezTo>
                    <a:pt x="12830" y="-1829"/>
                    <a:pt x="20470" y="77"/>
                    <a:pt x="23653" y="5796"/>
                  </a:cubicBezTo>
                  <a:cubicBezTo>
                    <a:pt x="56123" y="57266"/>
                    <a:pt x="67583" y="103018"/>
                    <a:pt x="67583" y="126529"/>
                  </a:cubicBezTo>
                  <a:cubicBezTo>
                    <a:pt x="67583" y="160842"/>
                    <a:pt x="47846" y="192614"/>
                    <a:pt x="16650" y="207229"/>
                  </a:cubicBezTo>
                  <a:cubicBezTo>
                    <a:pt x="16013" y="207864"/>
                    <a:pt x="14104" y="208500"/>
                    <a:pt x="12194" y="20850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E549926A-C120-B9CC-E9F0-9B2F4DD26AC8}"/>
                </a:ext>
              </a:extLst>
            </p:cNvPr>
            <p:cNvSpPr/>
            <p:nvPr/>
          </p:nvSpPr>
          <p:spPr>
            <a:xfrm>
              <a:off x="2136783" y="3727909"/>
              <a:ext cx="202534" cy="190352"/>
            </a:xfrm>
            <a:custGeom>
              <a:avLst/>
              <a:gdLst>
                <a:gd name="connsiteX0" fmla="*/ 112105 w 202534"/>
                <a:gd name="connsiteY0" fmla="*/ 190352 h 190352"/>
                <a:gd name="connsiteX1" fmla="*/ 67539 w 202534"/>
                <a:gd name="connsiteY1" fmla="*/ 178279 h 190352"/>
                <a:gd name="connsiteX2" fmla="*/ 63083 w 202534"/>
                <a:gd name="connsiteY2" fmla="*/ 161758 h 190352"/>
                <a:gd name="connsiteX3" fmla="*/ 79636 w 202534"/>
                <a:gd name="connsiteY3" fmla="*/ 157310 h 190352"/>
                <a:gd name="connsiteX4" fmla="*/ 129295 w 202534"/>
                <a:gd name="connsiteY4" fmla="*/ 163664 h 190352"/>
                <a:gd name="connsiteX5" fmla="*/ 169404 w 202534"/>
                <a:gd name="connsiteY5" fmla="*/ 133163 h 190352"/>
                <a:gd name="connsiteX6" fmla="*/ 175771 w 202534"/>
                <a:gd name="connsiteY6" fmla="*/ 83599 h 190352"/>
                <a:gd name="connsiteX7" fmla="*/ 145211 w 202534"/>
                <a:gd name="connsiteY7" fmla="*/ 43567 h 190352"/>
                <a:gd name="connsiteX8" fmla="*/ 13424 w 202534"/>
                <a:gd name="connsiteY8" fmla="*/ 25775 h 190352"/>
                <a:gd name="connsiteX9" fmla="*/ 54 w 202534"/>
                <a:gd name="connsiteY9" fmla="*/ 14973 h 190352"/>
                <a:gd name="connsiteX10" fmla="*/ 10877 w 202534"/>
                <a:gd name="connsiteY10" fmla="*/ 1628 h 190352"/>
                <a:gd name="connsiteX11" fmla="*/ 157308 w 202534"/>
                <a:gd name="connsiteY11" fmla="*/ 22598 h 190352"/>
                <a:gd name="connsiteX12" fmla="*/ 199327 w 202534"/>
                <a:gd name="connsiteY12" fmla="*/ 77245 h 190352"/>
                <a:gd name="connsiteX13" fmla="*/ 190414 w 202534"/>
                <a:gd name="connsiteY13" fmla="*/ 145237 h 190352"/>
                <a:gd name="connsiteX14" fmla="*/ 135662 w 202534"/>
                <a:gd name="connsiteY14" fmla="*/ 187175 h 190352"/>
                <a:gd name="connsiteX15" fmla="*/ 112105 w 202534"/>
                <a:gd name="connsiteY15" fmla="*/ 190352 h 19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2534" h="190352">
                  <a:moveTo>
                    <a:pt x="112105" y="190352"/>
                  </a:moveTo>
                  <a:cubicBezTo>
                    <a:pt x="96189" y="190352"/>
                    <a:pt x="80909" y="186540"/>
                    <a:pt x="67539" y="178279"/>
                  </a:cubicBezTo>
                  <a:cubicBezTo>
                    <a:pt x="61810" y="175102"/>
                    <a:pt x="59899" y="167477"/>
                    <a:pt x="63083" y="161758"/>
                  </a:cubicBezTo>
                  <a:cubicBezTo>
                    <a:pt x="66266" y="156039"/>
                    <a:pt x="73906" y="154133"/>
                    <a:pt x="79636" y="157310"/>
                  </a:cubicBezTo>
                  <a:cubicBezTo>
                    <a:pt x="94916" y="166206"/>
                    <a:pt x="112742" y="168112"/>
                    <a:pt x="129295" y="163664"/>
                  </a:cubicBezTo>
                  <a:cubicBezTo>
                    <a:pt x="146485" y="159216"/>
                    <a:pt x="160491" y="148414"/>
                    <a:pt x="169404" y="133163"/>
                  </a:cubicBezTo>
                  <a:cubicBezTo>
                    <a:pt x="178318" y="117913"/>
                    <a:pt x="180227" y="100121"/>
                    <a:pt x="175771" y="83599"/>
                  </a:cubicBezTo>
                  <a:cubicBezTo>
                    <a:pt x="171314" y="66443"/>
                    <a:pt x="160491" y="52463"/>
                    <a:pt x="145211" y="43567"/>
                  </a:cubicBezTo>
                  <a:cubicBezTo>
                    <a:pt x="128658" y="34036"/>
                    <a:pt x="82819" y="20056"/>
                    <a:pt x="13424" y="25775"/>
                  </a:cubicBezTo>
                  <a:cubicBezTo>
                    <a:pt x="7057" y="26410"/>
                    <a:pt x="691" y="21327"/>
                    <a:pt x="54" y="14973"/>
                  </a:cubicBezTo>
                  <a:cubicBezTo>
                    <a:pt x="-583" y="7983"/>
                    <a:pt x="4511" y="2264"/>
                    <a:pt x="10877" y="1628"/>
                  </a:cubicBezTo>
                  <a:cubicBezTo>
                    <a:pt x="81546" y="-4726"/>
                    <a:pt x="133752" y="8618"/>
                    <a:pt x="157308" y="22598"/>
                  </a:cubicBezTo>
                  <a:cubicBezTo>
                    <a:pt x="178318" y="34671"/>
                    <a:pt x="192961" y="53734"/>
                    <a:pt x="199327" y="77245"/>
                  </a:cubicBezTo>
                  <a:cubicBezTo>
                    <a:pt x="205694" y="100121"/>
                    <a:pt x="202510" y="124903"/>
                    <a:pt x="190414" y="145237"/>
                  </a:cubicBezTo>
                  <a:cubicBezTo>
                    <a:pt x="178318" y="166206"/>
                    <a:pt x="159218" y="180821"/>
                    <a:pt x="135662" y="187175"/>
                  </a:cubicBezTo>
                  <a:cubicBezTo>
                    <a:pt x="127385" y="189082"/>
                    <a:pt x="119745" y="190352"/>
                    <a:pt x="112105" y="1903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26EECE0F-36F9-7F12-7CE3-85498DECFD45}"/>
                </a:ext>
              </a:extLst>
            </p:cNvPr>
            <p:cNvSpPr/>
            <p:nvPr/>
          </p:nvSpPr>
          <p:spPr>
            <a:xfrm>
              <a:off x="2113184" y="3520456"/>
              <a:ext cx="225451" cy="169684"/>
            </a:xfrm>
            <a:custGeom>
              <a:avLst/>
              <a:gdLst>
                <a:gd name="connsiteX0" fmla="*/ 174541 w 225451"/>
                <a:gd name="connsiteY0" fmla="*/ 169685 h 169684"/>
                <a:gd name="connsiteX1" fmla="*/ 163718 w 225451"/>
                <a:gd name="connsiteY1" fmla="*/ 163331 h 169684"/>
                <a:gd name="connsiteX2" fmla="*/ 168174 w 225451"/>
                <a:gd name="connsiteY2" fmla="*/ 146809 h 169684"/>
                <a:gd name="connsiteX3" fmla="*/ 192367 w 225451"/>
                <a:gd name="connsiteY3" fmla="*/ 57213 h 169684"/>
                <a:gd name="connsiteX4" fmla="*/ 152258 w 225451"/>
                <a:gd name="connsiteY4" fmla="*/ 26712 h 169684"/>
                <a:gd name="connsiteX5" fmla="*/ 102599 w 225451"/>
                <a:gd name="connsiteY5" fmla="*/ 33067 h 169684"/>
                <a:gd name="connsiteX6" fmla="*/ 23653 w 225451"/>
                <a:gd name="connsiteY6" fmla="*/ 134101 h 169684"/>
                <a:gd name="connsiteX7" fmla="*/ 7100 w 225451"/>
                <a:gd name="connsiteY7" fmla="*/ 139820 h 169684"/>
                <a:gd name="connsiteX8" fmla="*/ 1370 w 225451"/>
                <a:gd name="connsiteY8" fmla="*/ 123298 h 169684"/>
                <a:gd name="connsiteX9" fmla="*/ 90502 w 225451"/>
                <a:gd name="connsiteY9" fmla="*/ 12097 h 169684"/>
                <a:gd name="connsiteX10" fmla="*/ 158625 w 225451"/>
                <a:gd name="connsiteY10" fmla="*/ 3201 h 169684"/>
                <a:gd name="connsiteX11" fmla="*/ 213377 w 225451"/>
                <a:gd name="connsiteY11" fmla="*/ 45140 h 169684"/>
                <a:gd name="connsiteX12" fmla="*/ 180271 w 225451"/>
                <a:gd name="connsiteY12" fmla="*/ 167779 h 169684"/>
                <a:gd name="connsiteX13" fmla="*/ 174541 w 225451"/>
                <a:gd name="connsiteY13" fmla="*/ 169685 h 169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5451" h="169684">
                  <a:moveTo>
                    <a:pt x="174541" y="169685"/>
                  </a:moveTo>
                  <a:cubicBezTo>
                    <a:pt x="170084" y="169685"/>
                    <a:pt x="166264" y="167779"/>
                    <a:pt x="163718" y="163331"/>
                  </a:cubicBezTo>
                  <a:cubicBezTo>
                    <a:pt x="160534" y="157612"/>
                    <a:pt x="162444" y="149986"/>
                    <a:pt x="168174" y="146809"/>
                  </a:cubicBezTo>
                  <a:cubicBezTo>
                    <a:pt x="199371" y="129017"/>
                    <a:pt x="210194" y="88349"/>
                    <a:pt x="192367" y="57213"/>
                  </a:cubicBezTo>
                  <a:cubicBezTo>
                    <a:pt x="183454" y="41963"/>
                    <a:pt x="169448" y="31160"/>
                    <a:pt x="152258" y="26712"/>
                  </a:cubicBezTo>
                  <a:cubicBezTo>
                    <a:pt x="135068" y="22264"/>
                    <a:pt x="117878" y="24806"/>
                    <a:pt x="102599" y="33067"/>
                  </a:cubicBezTo>
                  <a:cubicBezTo>
                    <a:pt x="86682" y="41963"/>
                    <a:pt x="52303" y="73734"/>
                    <a:pt x="23653" y="134101"/>
                  </a:cubicBezTo>
                  <a:cubicBezTo>
                    <a:pt x="20470" y="140455"/>
                    <a:pt x="13467" y="142997"/>
                    <a:pt x="7100" y="139820"/>
                  </a:cubicBezTo>
                  <a:cubicBezTo>
                    <a:pt x="734" y="136642"/>
                    <a:pt x="-1813" y="129653"/>
                    <a:pt x="1370" y="123298"/>
                  </a:cubicBezTo>
                  <a:cubicBezTo>
                    <a:pt x="30657" y="61661"/>
                    <a:pt x="67583" y="24806"/>
                    <a:pt x="90502" y="12097"/>
                  </a:cubicBezTo>
                  <a:cubicBezTo>
                    <a:pt x="111512" y="24"/>
                    <a:pt x="135705" y="-3153"/>
                    <a:pt x="158625" y="3201"/>
                  </a:cubicBezTo>
                  <a:cubicBezTo>
                    <a:pt x="181544" y="9555"/>
                    <a:pt x="201280" y="24170"/>
                    <a:pt x="213377" y="45140"/>
                  </a:cubicBezTo>
                  <a:cubicBezTo>
                    <a:pt x="238207" y="88349"/>
                    <a:pt x="223563" y="142997"/>
                    <a:pt x="180271" y="167779"/>
                  </a:cubicBezTo>
                  <a:cubicBezTo>
                    <a:pt x="178361" y="169049"/>
                    <a:pt x="176451" y="169685"/>
                    <a:pt x="174541" y="16968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150CDE42-8E76-F681-64CB-1EC0232254FA}"/>
                </a:ext>
              </a:extLst>
            </p:cNvPr>
            <p:cNvSpPr/>
            <p:nvPr/>
          </p:nvSpPr>
          <p:spPr>
            <a:xfrm>
              <a:off x="7802589" y="3596245"/>
              <a:ext cx="343496" cy="342986"/>
            </a:xfrm>
            <a:custGeom>
              <a:avLst/>
              <a:gdLst>
                <a:gd name="connsiteX0" fmla="*/ 31684 w 343496"/>
                <a:gd name="connsiteY0" fmla="*/ 30988 h 342986"/>
                <a:gd name="connsiteX1" fmla="*/ 141825 w 343496"/>
                <a:gd name="connsiteY1" fmla="*/ 201920 h 342986"/>
                <a:gd name="connsiteX2" fmla="*/ 313086 w 343496"/>
                <a:gd name="connsiteY2" fmla="*/ 311214 h 342986"/>
                <a:gd name="connsiteX3" fmla="*/ 309903 w 343496"/>
                <a:gd name="connsiteY3" fmla="*/ 33530 h 342986"/>
                <a:gd name="connsiteX4" fmla="*/ 31684 w 343496"/>
                <a:gd name="connsiteY4" fmla="*/ 30988 h 342986"/>
                <a:gd name="connsiteX5" fmla="*/ 331549 w 343496"/>
                <a:gd name="connsiteY5" fmla="*/ 342986 h 342986"/>
                <a:gd name="connsiteX6" fmla="*/ 327729 w 343496"/>
                <a:gd name="connsiteY6" fmla="*/ 342351 h 342986"/>
                <a:gd name="connsiteX7" fmla="*/ 123999 w 343496"/>
                <a:gd name="connsiteY7" fmla="*/ 219076 h 342986"/>
                <a:gd name="connsiteX8" fmla="*/ 488 w 343496"/>
                <a:gd name="connsiteY8" fmla="*/ 15737 h 342986"/>
                <a:gd name="connsiteX9" fmla="*/ 3671 w 343496"/>
                <a:gd name="connsiteY9" fmla="*/ 3664 h 342986"/>
                <a:gd name="connsiteX10" fmla="*/ 15767 w 343496"/>
                <a:gd name="connsiteY10" fmla="*/ 487 h 342986"/>
                <a:gd name="connsiteX11" fmla="*/ 323272 w 343496"/>
                <a:gd name="connsiteY11" fmla="*/ 4935 h 342986"/>
                <a:gd name="connsiteX12" fmla="*/ 335369 w 343496"/>
                <a:gd name="connsiteY12" fmla="*/ 8112 h 342986"/>
                <a:gd name="connsiteX13" fmla="*/ 338552 w 343496"/>
                <a:gd name="connsiteY13" fmla="*/ 20185 h 342986"/>
                <a:gd name="connsiteX14" fmla="*/ 343009 w 343496"/>
                <a:gd name="connsiteY14" fmla="*/ 327100 h 342986"/>
                <a:gd name="connsiteX15" fmla="*/ 339825 w 343496"/>
                <a:gd name="connsiteY15" fmla="*/ 339173 h 342986"/>
                <a:gd name="connsiteX16" fmla="*/ 331549 w 343496"/>
                <a:gd name="connsiteY16" fmla="*/ 342986 h 342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3496" h="342986">
                  <a:moveTo>
                    <a:pt x="31684" y="30988"/>
                  </a:moveTo>
                  <a:cubicBezTo>
                    <a:pt x="55240" y="95167"/>
                    <a:pt x="92803" y="153627"/>
                    <a:pt x="141825" y="201920"/>
                  </a:cubicBezTo>
                  <a:cubicBezTo>
                    <a:pt x="190211" y="250213"/>
                    <a:pt x="249421" y="287703"/>
                    <a:pt x="313086" y="311214"/>
                  </a:cubicBezTo>
                  <a:cubicBezTo>
                    <a:pt x="288256" y="220347"/>
                    <a:pt x="286983" y="125032"/>
                    <a:pt x="309903" y="33530"/>
                  </a:cubicBezTo>
                  <a:cubicBezTo>
                    <a:pt x="218224" y="56405"/>
                    <a:pt x="123362" y="55770"/>
                    <a:pt x="31684" y="30988"/>
                  </a:cubicBezTo>
                  <a:moveTo>
                    <a:pt x="331549" y="342986"/>
                  </a:moveTo>
                  <a:cubicBezTo>
                    <a:pt x="330276" y="342986"/>
                    <a:pt x="329003" y="342986"/>
                    <a:pt x="327729" y="342351"/>
                  </a:cubicBezTo>
                  <a:cubicBezTo>
                    <a:pt x="251330" y="318204"/>
                    <a:pt x="181298" y="275630"/>
                    <a:pt x="123999" y="219076"/>
                  </a:cubicBezTo>
                  <a:cubicBezTo>
                    <a:pt x="67337" y="162523"/>
                    <a:pt x="24681" y="91990"/>
                    <a:pt x="488" y="15737"/>
                  </a:cubicBezTo>
                  <a:cubicBezTo>
                    <a:pt x="-786" y="11289"/>
                    <a:pt x="488" y="6841"/>
                    <a:pt x="3671" y="3664"/>
                  </a:cubicBezTo>
                  <a:cubicBezTo>
                    <a:pt x="6855" y="487"/>
                    <a:pt x="11947" y="-784"/>
                    <a:pt x="15767" y="487"/>
                  </a:cubicBezTo>
                  <a:cubicBezTo>
                    <a:pt x="115723" y="32259"/>
                    <a:pt x="222044" y="33530"/>
                    <a:pt x="323272" y="4935"/>
                  </a:cubicBezTo>
                  <a:cubicBezTo>
                    <a:pt x="327729" y="3664"/>
                    <a:pt x="332186" y="4935"/>
                    <a:pt x="335369" y="8112"/>
                  </a:cubicBezTo>
                  <a:cubicBezTo>
                    <a:pt x="338552" y="11289"/>
                    <a:pt x="339825" y="15737"/>
                    <a:pt x="338552" y="20185"/>
                  </a:cubicBezTo>
                  <a:cubicBezTo>
                    <a:pt x="309266" y="121220"/>
                    <a:pt x="311176" y="227337"/>
                    <a:pt x="343009" y="327100"/>
                  </a:cubicBezTo>
                  <a:cubicBezTo>
                    <a:pt x="344282" y="331548"/>
                    <a:pt x="343009" y="335996"/>
                    <a:pt x="339825" y="339173"/>
                  </a:cubicBezTo>
                  <a:cubicBezTo>
                    <a:pt x="337916" y="341715"/>
                    <a:pt x="334733" y="342986"/>
                    <a:pt x="331549" y="3429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8B3705A0-F74A-0F2C-DE91-8F6EAAA0A090}"/>
                </a:ext>
              </a:extLst>
            </p:cNvPr>
            <p:cNvSpPr/>
            <p:nvPr/>
          </p:nvSpPr>
          <p:spPr>
            <a:xfrm>
              <a:off x="7780794" y="3013255"/>
              <a:ext cx="563510" cy="500870"/>
            </a:xfrm>
            <a:custGeom>
              <a:avLst/>
              <a:gdLst>
                <a:gd name="connsiteX0" fmla="*/ 24829 w 563510"/>
                <a:gd name="connsiteY0" fmla="*/ 436056 h 500870"/>
                <a:gd name="connsiteX1" fmla="*/ 472399 w 563510"/>
                <a:gd name="connsiteY1" fmla="*/ 366158 h 500870"/>
                <a:gd name="connsiteX2" fmla="*/ 475582 w 563510"/>
                <a:gd name="connsiteY2" fmla="*/ 362981 h 500870"/>
                <a:gd name="connsiteX3" fmla="*/ 476218 w 563510"/>
                <a:gd name="connsiteY3" fmla="*/ 362346 h 500870"/>
                <a:gd name="connsiteX4" fmla="*/ 481312 w 563510"/>
                <a:gd name="connsiteY4" fmla="*/ 356627 h 500870"/>
                <a:gd name="connsiteX5" fmla="*/ 486405 w 563510"/>
                <a:gd name="connsiteY5" fmla="*/ 97370 h 500870"/>
                <a:gd name="connsiteX6" fmla="*/ 475582 w 563510"/>
                <a:gd name="connsiteY6" fmla="*/ 85932 h 500870"/>
                <a:gd name="connsiteX7" fmla="*/ 220283 w 563510"/>
                <a:gd name="connsiteY7" fmla="*/ 64962 h 500870"/>
                <a:gd name="connsiteX8" fmla="*/ 162984 w 563510"/>
                <a:gd name="connsiteY8" fmla="*/ 113255 h 500870"/>
                <a:gd name="connsiteX9" fmla="*/ 24829 w 563510"/>
                <a:gd name="connsiteY9" fmla="*/ 436056 h 500870"/>
                <a:gd name="connsiteX10" fmla="*/ 199273 w 563510"/>
                <a:gd name="connsiteY10" fmla="*/ 500870 h 500870"/>
                <a:gd name="connsiteX11" fmla="*/ 6367 w 563510"/>
                <a:gd name="connsiteY11" fmla="*/ 453848 h 500870"/>
                <a:gd name="connsiteX12" fmla="*/ 0 w 563510"/>
                <a:gd name="connsiteY12" fmla="*/ 443046 h 500870"/>
                <a:gd name="connsiteX13" fmla="*/ 146431 w 563510"/>
                <a:gd name="connsiteY13" fmla="*/ 95463 h 500870"/>
                <a:gd name="connsiteX14" fmla="*/ 206913 w 563510"/>
                <a:gd name="connsiteY14" fmla="*/ 44628 h 500870"/>
                <a:gd name="connsiteX15" fmla="*/ 493408 w 563510"/>
                <a:gd name="connsiteY15" fmla="*/ 68140 h 500870"/>
                <a:gd name="connsiteX16" fmla="*/ 505504 w 563510"/>
                <a:gd name="connsiteY16" fmla="*/ 80848 h 500870"/>
                <a:gd name="connsiteX17" fmla="*/ 499775 w 563510"/>
                <a:gd name="connsiteY17" fmla="*/ 372513 h 500870"/>
                <a:gd name="connsiteX18" fmla="*/ 494045 w 563510"/>
                <a:gd name="connsiteY18" fmla="*/ 378867 h 500870"/>
                <a:gd name="connsiteX19" fmla="*/ 490225 w 563510"/>
                <a:gd name="connsiteY19" fmla="*/ 382679 h 500870"/>
                <a:gd name="connsiteX20" fmla="*/ 199273 w 563510"/>
                <a:gd name="connsiteY20" fmla="*/ 500870 h 50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63510" h="500870">
                  <a:moveTo>
                    <a:pt x="24829" y="436056"/>
                  </a:moveTo>
                  <a:cubicBezTo>
                    <a:pt x="174443" y="509766"/>
                    <a:pt x="353344" y="481807"/>
                    <a:pt x="472399" y="366158"/>
                  </a:cubicBezTo>
                  <a:lnTo>
                    <a:pt x="475582" y="362981"/>
                  </a:lnTo>
                  <a:lnTo>
                    <a:pt x="476218" y="362346"/>
                  </a:lnTo>
                  <a:cubicBezTo>
                    <a:pt x="477492" y="361075"/>
                    <a:pt x="479402" y="359168"/>
                    <a:pt x="481312" y="356627"/>
                  </a:cubicBezTo>
                  <a:cubicBezTo>
                    <a:pt x="570444" y="263853"/>
                    <a:pt x="539884" y="159007"/>
                    <a:pt x="486405" y="97370"/>
                  </a:cubicBezTo>
                  <a:cubicBezTo>
                    <a:pt x="483221" y="93557"/>
                    <a:pt x="479402" y="89744"/>
                    <a:pt x="475582" y="85932"/>
                  </a:cubicBezTo>
                  <a:cubicBezTo>
                    <a:pt x="420830" y="31284"/>
                    <a:pt x="320874" y="-7477"/>
                    <a:pt x="220283" y="64962"/>
                  </a:cubicBezTo>
                  <a:cubicBezTo>
                    <a:pt x="199909" y="79577"/>
                    <a:pt x="180810" y="96099"/>
                    <a:pt x="162984" y="113255"/>
                  </a:cubicBezTo>
                  <a:cubicBezTo>
                    <a:pt x="77035" y="199039"/>
                    <a:pt x="28012" y="313417"/>
                    <a:pt x="24829" y="436056"/>
                  </a:cubicBezTo>
                  <a:moveTo>
                    <a:pt x="199273" y="500870"/>
                  </a:moveTo>
                  <a:cubicBezTo>
                    <a:pt x="133698" y="500870"/>
                    <a:pt x="67485" y="485620"/>
                    <a:pt x="6367" y="453848"/>
                  </a:cubicBezTo>
                  <a:cubicBezTo>
                    <a:pt x="2546" y="451942"/>
                    <a:pt x="0" y="447494"/>
                    <a:pt x="0" y="443046"/>
                  </a:cubicBezTo>
                  <a:cubicBezTo>
                    <a:pt x="1273" y="311511"/>
                    <a:pt x="53478" y="188237"/>
                    <a:pt x="146431" y="95463"/>
                  </a:cubicBezTo>
                  <a:cubicBezTo>
                    <a:pt x="164893" y="77036"/>
                    <a:pt x="185267" y="59879"/>
                    <a:pt x="206913" y="44628"/>
                  </a:cubicBezTo>
                  <a:cubicBezTo>
                    <a:pt x="319601" y="-36707"/>
                    <a:pt x="431652" y="6502"/>
                    <a:pt x="493408" y="68140"/>
                  </a:cubicBezTo>
                  <a:cubicBezTo>
                    <a:pt x="497865" y="72588"/>
                    <a:pt x="501685" y="76400"/>
                    <a:pt x="505504" y="80848"/>
                  </a:cubicBezTo>
                  <a:cubicBezTo>
                    <a:pt x="565987" y="150111"/>
                    <a:pt x="600366" y="268301"/>
                    <a:pt x="499775" y="372513"/>
                  </a:cubicBezTo>
                  <a:cubicBezTo>
                    <a:pt x="497865" y="374419"/>
                    <a:pt x="495954" y="376325"/>
                    <a:pt x="494045" y="378867"/>
                  </a:cubicBezTo>
                  <a:lnTo>
                    <a:pt x="490225" y="382679"/>
                  </a:lnTo>
                  <a:cubicBezTo>
                    <a:pt x="410006" y="460838"/>
                    <a:pt x="304958" y="500870"/>
                    <a:pt x="199273" y="5008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70D2A0DA-BDE5-FA80-05EC-02ED666CCB83}"/>
                </a:ext>
              </a:extLst>
            </p:cNvPr>
            <p:cNvSpPr/>
            <p:nvPr/>
          </p:nvSpPr>
          <p:spPr>
            <a:xfrm>
              <a:off x="8229013" y="3400019"/>
              <a:ext cx="378273" cy="561452"/>
            </a:xfrm>
            <a:custGeom>
              <a:avLst/>
              <a:gdLst>
                <a:gd name="connsiteX0" fmla="*/ 57922 w 378273"/>
                <a:gd name="connsiteY0" fmla="*/ 561452 h 561452"/>
                <a:gd name="connsiteX1" fmla="*/ 47099 w 378273"/>
                <a:gd name="connsiteY1" fmla="*/ 555098 h 561452"/>
                <a:gd name="connsiteX2" fmla="*/ 117767 w 378273"/>
                <a:gd name="connsiteY2" fmla="*/ 73439 h 561452"/>
                <a:gd name="connsiteX3" fmla="*/ 120951 w 378273"/>
                <a:gd name="connsiteY3" fmla="*/ 69626 h 561452"/>
                <a:gd name="connsiteX4" fmla="*/ 121588 w 378273"/>
                <a:gd name="connsiteY4" fmla="*/ 68991 h 561452"/>
                <a:gd name="connsiteX5" fmla="*/ 127317 w 378273"/>
                <a:gd name="connsiteY5" fmla="*/ 63272 h 561452"/>
                <a:gd name="connsiteX6" fmla="*/ 371793 w 378273"/>
                <a:gd name="connsiteY6" fmla="*/ 25146 h 561452"/>
                <a:gd name="connsiteX7" fmla="*/ 376887 w 378273"/>
                <a:gd name="connsiteY7" fmla="*/ 41667 h 561452"/>
                <a:gd name="connsiteX8" fmla="*/ 360334 w 378273"/>
                <a:gd name="connsiteY8" fmla="*/ 46750 h 561452"/>
                <a:gd name="connsiteX9" fmla="*/ 144507 w 378273"/>
                <a:gd name="connsiteY9" fmla="*/ 81064 h 561452"/>
                <a:gd name="connsiteX10" fmla="*/ 138777 w 378273"/>
                <a:gd name="connsiteY10" fmla="*/ 86783 h 561452"/>
                <a:gd name="connsiteX11" fmla="*/ 138141 w 378273"/>
                <a:gd name="connsiteY11" fmla="*/ 87418 h 561452"/>
                <a:gd name="connsiteX12" fmla="*/ 134958 w 378273"/>
                <a:gd name="connsiteY12" fmla="*/ 90595 h 561452"/>
                <a:gd name="connsiteX13" fmla="*/ 68109 w 378273"/>
                <a:gd name="connsiteY13" fmla="*/ 544295 h 561452"/>
                <a:gd name="connsiteX14" fmla="*/ 63015 w 378273"/>
                <a:gd name="connsiteY14" fmla="*/ 560817 h 561452"/>
                <a:gd name="connsiteX15" fmla="*/ 57922 w 378273"/>
                <a:gd name="connsiteY15" fmla="*/ 561452 h 561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8273" h="561452">
                  <a:moveTo>
                    <a:pt x="57922" y="561452"/>
                  </a:moveTo>
                  <a:cubicBezTo>
                    <a:pt x="53465" y="561452"/>
                    <a:pt x="49009" y="558910"/>
                    <a:pt x="47099" y="555098"/>
                  </a:cubicBezTo>
                  <a:cubicBezTo>
                    <a:pt x="-35667" y="395604"/>
                    <a:pt x="-7654" y="201796"/>
                    <a:pt x="117767" y="73439"/>
                  </a:cubicBezTo>
                  <a:cubicBezTo>
                    <a:pt x="119041" y="72168"/>
                    <a:pt x="120314" y="70897"/>
                    <a:pt x="120951" y="69626"/>
                  </a:cubicBezTo>
                  <a:lnTo>
                    <a:pt x="121588" y="68991"/>
                  </a:lnTo>
                  <a:cubicBezTo>
                    <a:pt x="123497" y="67084"/>
                    <a:pt x="125408" y="65178"/>
                    <a:pt x="127317" y="63272"/>
                  </a:cubicBezTo>
                  <a:cubicBezTo>
                    <a:pt x="198623" y="-4720"/>
                    <a:pt x="287119" y="-18699"/>
                    <a:pt x="371793" y="25146"/>
                  </a:cubicBezTo>
                  <a:cubicBezTo>
                    <a:pt x="377523" y="28323"/>
                    <a:pt x="380070" y="35312"/>
                    <a:pt x="376887" y="41667"/>
                  </a:cubicBezTo>
                  <a:cubicBezTo>
                    <a:pt x="373704" y="47386"/>
                    <a:pt x="366701" y="49928"/>
                    <a:pt x="360334" y="46750"/>
                  </a:cubicBezTo>
                  <a:cubicBezTo>
                    <a:pt x="316405" y="23875"/>
                    <a:pt x="230456" y="-1543"/>
                    <a:pt x="144507" y="81064"/>
                  </a:cubicBezTo>
                  <a:cubicBezTo>
                    <a:pt x="142597" y="82970"/>
                    <a:pt x="140688" y="84876"/>
                    <a:pt x="138777" y="86783"/>
                  </a:cubicBezTo>
                  <a:lnTo>
                    <a:pt x="138141" y="87418"/>
                  </a:lnTo>
                  <a:cubicBezTo>
                    <a:pt x="136867" y="88689"/>
                    <a:pt x="136231" y="89324"/>
                    <a:pt x="134958" y="90595"/>
                  </a:cubicBezTo>
                  <a:cubicBezTo>
                    <a:pt x="17176" y="211328"/>
                    <a:pt x="-10200" y="393697"/>
                    <a:pt x="68109" y="544295"/>
                  </a:cubicBezTo>
                  <a:cubicBezTo>
                    <a:pt x="71292" y="550014"/>
                    <a:pt x="68745" y="557639"/>
                    <a:pt x="63015" y="560817"/>
                  </a:cubicBezTo>
                  <a:cubicBezTo>
                    <a:pt x="61742" y="560817"/>
                    <a:pt x="59832" y="561452"/>
                    <a:pt x="57922" y="56145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94FB21B5-C203-A31C-A370-621F52C349C8}"/>
                </a:ext>
              </a:extLst>
            </p:cNvPr>
            <p:cNvSpPr/>
            <p:nvPr/>
          </p:nvSpPr>
          <p:spPr>
            <a:xfrm>
              <a:off x="7471755" y="2879172"/>
              <a:ext cx="1393418" cy="1391755"/>
            </a:xfrm>
            <a:custGeom>
              <a:avLst/>
              <a:gdLst>
                <a:gd name="connsiteX0" fmla="*/ 77932 w 1393418"/>
                <a:gd name="connsiteY0" fmla="*/ 352820 h 1391755"/>
                <a:gd name="connsiteX1" fmla="*/ 58196 w 1393418"/>
                <a:gd name="connsiteY1" fmla="*/ 356633 h 1391755"/>
                <a:gd name="connsiteX2" fmla="*/ 28273 w 1393418"/>
                <a:gd name="connsiteY2" fmla="*/ 385228 h 1391755"/>
                <a:gd name="connsiteX3" fmla="*/ 27636 w 1393418"/>
                <a:gd name="connsiteY3" fmla="*/ 426531 h 1391755"/>
                <a:gd name="connsiteX4" fmla="*/ 49919 w 1393418"/>
                <a:gd name="connsiteY4" fmla="*/ 474188 h 1391755"/>
                <a:gd name="connsiteX5" fmla="*/ 136504 w 1393418"/>
                <a:gd name="connsiteY5" fmla="*/ 589202 h 1391755"/>
                <a:gd name="connsiteX6" fmla="*/ 200170 w 1393418"/>
                <a:gd name="connsiteY6" fmla="*/ 643214 h 1391755"/>
                <a:gd name="connsiteX7" fmla="*/ 205263 w 1393418"/>
                <a:gd name="connsiteY7" fmla="*/ 651475 h 1391755"/>
                <a:gd name="connsiteX8" fmla="*/ 379707 w 1393418"/>
                <a:gd name="connsiteY8" fmla="*/ 1012401 h 1391755"/>
                <a:gd name="connsiteX9" fmla="*/ 741328 w 1393418"/>
                <a:gd name="connsiteY9" fmla="*/ 1186510 h 1391755"/>
                <a:gd name="connsiteX10" fmla="*/ 749604 w 1393418"/>
                <a:gd name="connsiteY10" fmla="*/ 1191594 h 1391755"/>
                <a:gd name="connsiteX11" fmla="*/ 803720 w 1393418"/>
                <a:gd name="connsiteY11" fmla="*/ 1254502 h 1391755"/>
                <a:gd name="connsiteX12" fmla="*/ 918955 w 1393418"/>
                <a:gd name="connsiteY12" fmla="*/ 1340921 h 1391755"/>
                <a:gd name="connsiteX13" fmla="*/ 920229 w 1393418"/>
                <a:gd name="connsiteY13" fmla="*/ 1341556 h 1391755"/>
                <a:gd name="connsiteX14" fmla="*/ 966704 w 1393418"/>
                <a:gd name="connsiteY14" fmla="*/ 1363161 h 1391755"/>
                <a:gd name="connsiteX15" fmla="*/ 1008087 w 1393418"/>
                <a:gd name="connsiteY15" fmla="*/ 1362525 h 1391755"/>
                <a:gd name="connsiteX16" fmla="*/ 1036736 w 1393418"/>
                <a:gd name="connsiteY16" fmla="*/ 1332660 h 1391755"/>
                <a:gd name="connsiteX17" fmla="*/ 1036100 w 1393418"/>
                <a:gd name="connsiteY17" fmla="*/ 1291357 h 1391755"/>
                <a:gd name="connsiteX18" fmla="*/ 1006177 w 1393418"/>
                <a:gd name="connsiteY18" fmla="*/ 1262762 h 1391755"/>
                <a:gd name="connsiteX19" fmla="*/ 971161 w 1393418"/>
                <a:gd name="connsiteY19" fmla="*/ 1246876 h 1391755"/>
                <a:gd name="connsiteX20" fmla="*/ 908132 w 1393418"/>
                <a:gd name="connsiteY20" fmla="*/ 1203667 h 1391755"/>
                <a:gd name="connsiteX21" fmla="*/ 904312 w 1393418"/>
                <a:gd name="connsiteY21" fmla="*/ 1190958 h 1391755"/>
                <a:gd name="connsiteX22" fmla="*/ 913862 w 1393418"/>
                <a:gd name="connsiteY22" fmla="*/ 1182062 h 1391755"/>
                <a:gd name="connsiteX23" fmla="*/ 1240466 w 1393418"/>
                <a:gd name="connsiteY23" fmla="*/ 1013037 h 1391755"/>
                <a:gd name="connsiteX24" fmla="*/ 1302859 w 1393418"/>
                <a:gd name="connsiteY24" fmla="*/ 939326 h 1391755"/>
                <a:gd name="connsiteX25" fmla="*/ 1249379 w 1393418"/>
                <a:gd name="connsiteY25" fmla="*/ 496429 h 1391755"/>
                <a:gd name="connsiteX26" fmla="*/ 991534 w 1393418"/>
                <a:gd name="connsiteY26" fmla="*/ 415093 h 1391755"/>
                <a:gd name="connsiteX27" fmla="*/ 981347 w 1393418"/>
                <a:gd name="connsiteY27" fmla="*/ 411916 h 1391755"/>
                <a:gd name="connsiteX28" fmla="*/ 978164 w 1393418"/>
                <a:gd name="connsiteY28" fmla="*/ 401749 h 1391755"/>
                <a:gd name="connsiteX29" fmla="*/ 896672 w 1393418"/>
                <a:gd name="connsiteY29" fmla="*/ 144398 h 1391755"/>
                <a:gd name="connsiteX30" fmla="*/ 452923 w 1393418"/>
                <a:gd name="connsiteY30" fmla="*/ 91022 h 1391755"/>
                <a:gd name="connsiteX31" fmla="*/ 379707 w 1393418"/>
                <a:gd name="connsiteY31" fmla="*/ 153294 h 1391755"/>
                <a:gd name="connsiteX32" fmla="*/ 210357 w 1393418"/>
                <a:gd name="connsiteY32" fmla="*/ 479272 h 1391755"/>
                <a:gd name="connsiteX33" fmla="*/ 201444 w 1393418"/>
                <a:gd name="connsiteY33" fmla="*/ 488803 h 1391755"/>
                <a:gd name="connsiteX34" fmla="*/ 188711 w 1393418"/>
                <a:gd name="connsiteY34" fmla="*/ 484991 h 1391755"/>
                <a:gd name="connsiteX35" fmla="*/ 145418 w 1393418"/>
                <a:gd name="connsiteY35" fmla="*/ 422718 h 1391755"/>
                <a:gd name="connsiteX36" fmla="*/ 129501 w 1393418"/>
                <a:gd name="connsiteY36" fmla="*/ 387134 h 1391755"/>
                <a:gd name="connsiteX37" fmla="*/ 100852 w 1393418"/>
                <a:gd name="connsiteY37" fmla="*/ 357269 h 1391755"/>
                <a:gd name="connsiteX38" fmla="*/ 77932 w 1393418"/>
                <a:gd name="connsiteY38" fmla="*/ 352820 h 1391755"/>
                <a:gd name="connsiteX39" fmla="*/ 985804 w 1393418"/>
                <a:gd name="connsiteY39" fmla="*/ 1391755 h 1391755"/>
                <a:gd name="connsiteX40" fmla="*/ 957154 w 1393418"/>
                <a:gd name="connsiteY40" fmla="*/ 1386037 h 1391755"/>
                <a:gd name="connsiteX41" fmla="*/ 907495 w 1393418"/>
                <a:gd name="connsiteY41" fmla="*/ 1363161 h 1391755"/>
                <a:gd name="connsiteX42" fmla="*/ 906222 w 1393418"/>
                <a:gd name="connsiteY42" fmla="*/ 1362525 h 1391755"/>
                <a:gd name="connsiteX43" fmla="*/ 785893 w 1393418"/>
                <a:gd name="connsiteY43" fmla="*/ 1271658 h 1391755"/>
                <a:gd name="connsiteX44" fmla="*/ 732415 w 1393418"/>
                <a:gd name="connsiteY44" fmla="*/ 1210021 h 1391755"/>
                <a:gd name="connsiteX45" fmla="*/ 361881 w 1393418"/>
                <a:gd name="connsiteY45" fmla="*/ 1029558 h 1391755"/>
                <a:gd name="connsiteX46" fmla="*/ 181070 w 1393418"/>
                <a:gd name="connsiteY46" fmla="*/ 659735 h 1391755"/>
                <a:gd name="connsiteX47" fmla="*/ 119315 w 1393418"/>
                <a:gd name="connsiteY47" fmla="*/ 606359 h 1391755"/>
                <a:gd name="connsiteX48" fmla="*/ 28273 w 1393418"/>
                <a:gd name="connsiteY48" fmla="*/ 485626 h 1391755"/>
                <a:gd name="connsiteX49" fmla="*/ 5353 w 1393418"/>
                <a:gd name="connsiteY49" fmla="*/ 435427 h 1391755"/>
                <a:gd name="connsiteX50" fmla="*/ 6627 w 1393418"/>
                <a:gd name="connsiteY50" fmla="*/ 375061 h 1391755"/>
                <a:gd name="connsiteX51" fmla="*/ 49919 w 1393418"/>
                <a:gd name="connsiteY51" fmla="*/ 333122 h 1391755"/>
                <a:gd name="connsiteX52" fmla="*/ 110402 w 1393418"/>
                <a:gd name="connsiteY52" fmla="*/ 334393 h 1391755"/>
                <a:gd name="connsiteX53" fmla="*/ 152421 w 1393418"/>
                <a:gd name="connsiteY53" fmla="*/ 377602 h 1391755"/>
                <a:gd name="connsiteX54" fmla="*/ 167064 w 1393418"/>
                <a:gd name="connsiteY54" fmla="*/ 410010 h 1391755"/>
                <a:gd name="connsiteX55" fmla="*/ 191894 w 1393418"/>
                <a:gd name="connsiteY55" fmla="*/ 447500 h 1391755"/>
                <a:gd name="connsiteX56" fmla="*/ 362517 w 1393418"/>
                <a:gd name="connsiteY56" fmla="*/ 134867 h 1391755"/>
                <a:gd name="connsiteX57" fmla="*/ 438916 w 1393418"/>
                <a:gd name="connsiteY57" fmla="*/ 70052 h 1391755"/>
                <a:gd name="connsiteX58" fmla="*/ 915772 w 1393418"/>
                <a:gd name="connsiteY58" fmla="*/ 127241 h 1391755"/>
                <a:gd name="connsiteX59" fmla="*/ 1004267 w 1393418"/>
                <a:gd name="connsiteY59" fmla="*/ 388405 h 1391755"/>
                <a:gd name="connsiteX60" fmla="*/ 1265932 w 1393418"/>
                <a:gd name="connsiteY60" fmla="*/ 476730 h 1391755"/>
                <a:gd name="connsiteX61" fmla="*/ 1323231 w 1393418"/>
                <a:gd name="connsiteY61" fmla="*/ 952670 h 1391755"/>
                <a:gd name="connsiteX62" fmla="*/ 1258293 w 1393418"/>
                <a:gd name="connsiteY62" fmla="*/ 1028922 h 1391755"/>
                <a:gd name="connsiteX63" fmla="*/ 945058 w 1393418"/>
                <a:gd name="connsiteY63" fmla="*/ 1199219 h 1391755"/>
                <a:gd name="connsiteX64" fmla="*/ 983257 w 1393418"/>
                <a:gd name="connsiteY64" fmla="*/ 1224001 h 1391755"/>
                <a:gd name="connsiteX65" fmla="*/ 1015727 w 1393418"/>
                <a:gd name="connsiteY65" fmla="*/ 1238616 h 1391755"/>
                <a:gd name="connsiteX66" fmla="*/ 1059019 w 1393418"/>
                <a:gd name="connsiteY66" fmla="*/ 1280554 h 1391755"/>
                <a:gd name="connsiteX67" fmla="*/ 1060293 w 1393418"/>
                <a:gd name="connsiteY67" fmla="*/ 1340921 h 1391755"/>
                <a:gd name="connsiteX68" fmla="*/ 1018273 w 1393418"/>
                <a:gd name="connsiteY68" fmla="*/ 1384130 h 1391755"/>
                <a:gd name="connsiteX69" fmla="*/ 985804 w 1393418"/>
                <a:gd name="connsiteY69" fmla="*/ 1391755 h 1391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393418" h="1391755">
                  <a:moveTo>
                    <a:pt x="77932" y="352820"/>
                  </a:moveTo>
                  <a:cubicBezTo>
                    <a:pt x="70929" y="352820"/>
                    <a:pt x="64563" y="354091"/>
                    <a:pt x="58196" y="356633"/>
                  </a:cubicBezTo>
                  <a:cubicBezTo>
                    <a:pt x="44826" y="361717"/>
                    <a:pt x="34003" y="371883"/>
                    <a:pt x="28273" y="385228"/>
                  </a:cubicBezTo>
                  <a:cubicBezTo>
                    <a:pt x="22543" y="398572"/>
                    <a:pt x="21906" y="413187"/>
                    <a:pt x="27636" y="426531"/>
                  </a:cubicBezTo>
                  <a:cubicBezTo>
                    <a:pt x="34003" y="442417"/>
                    <a:pt x="41006" y="458303"/>
                    <a:pt x="49919" y="474188"/>
                  </a:cubicBezTo>
                  <a:cubicBezTo>
                    <a:pt x="49919" y="474824"/>
                    <a:pt x="83662" y="535826"/>
                    <a:pt x="136504" y="589202"/>
                  </a:cubicBezTo>
                  <a:cubicBezTo>
                    <a:pt x="156878" y="609536"/>
                    <a:pt x="177887" y="627328"/>
                    <a:pt x="200170" y="643214"/>
                  </a:cubicBezTo>
                  <a:cubicBezTo>
                    <a:pt x="202717" y="645120"/>
                    <a:pt x="204627" y="648297"/>
                    <a:pt x="205263" y="651475"/>
                  </a:cubicBezTo>
                  <a:cubicBezTo>
                    <a:pt x="221180" y="789364"/>
                    <a:pt x="281026" y="914544"/>
                    <a:pt x="379707" y="1012401"/>
                  </a:cubicBezTo>
                  <a:cubicBezTo>
                    <a:pt x="477753" y="1110258"/>
                    <a:pt x="603174" y="1170624"/>
                    <a:pt x="741328" y="1186510"/>
                  </a:cubicBezTo>
                  <a:cubicBezTo>
                    <a:pt x="744511" y="1187146"/>
                    <a:pt x="747694" y="1188416"/>
                    <a:pt x="749604" y="1191594"/>
                  </a:cubicBezTo>
                  <a:cubicBezTo>
                    <a:pt x="766157" y="1214469"/>
                    <a:pt x="784620" y="1235439"/>
                    <a:pt x="803720" y="1254502"/>
                  </a:cubicBezTo>
                  <a:cubicBezTo>
                    <a:pt x="855926" y="1306607"/>
                    <a:pt x="916408" y="1339650"/>
                    <a:pt x="918955" y="1340921"/>
                  </a:cubicBezTo>
                  <a:lnTo>
                    <a:pt x="920229" y="1341556"/>
                  </a:lnTo>
                  <a:cubicBezTo>
                    <a:pt x="935508" y="1349181"/>
                    <a:pt x="950788" y="1356806"/>
                    <a:pt x="966704" y="1363161"/>
                  </a:cubicBezTo>
                  <a:cubicBezTo>
                    <a:pt x="980074" y="1368244"/>
                    <a:pt x="994717" y="1368244"/>
                    <a:pt x="1008087" y="1362525"/>
                  </a:cubicBezTo>
                  <a:cubicBezTo>
                    <a:pt x="1021456" y="1356806"/>
                    <a:pt x="1031643" y="1346004"/>
                    <a:pt x="1036736" y="1332660"/>
                  </a:cubicBezTo>
                  <a:cubicBezTo>
                    <a:pt x="1041830" y="1319316"/>
                    <a:pt x="1041830" y="1304701"/>
                    <a:pt x="1036100" y="1291357"/>
                  </a:cubicBezTo>
                  <a:cubicBezTo>
                    <a:pt x="1030370" y="1278013"/>
                    <a:pt x="1019547" y="1267846"/>
                    <a:pt x="1006177" y="1262762"/>
                  </a:cubicBezTo>
                  <a:cubicBezTo>
                    <a:pt x="994081" y="1258314"/>
                    <a:pt x="982620" y="1252595"/>
                    <a:pt x="971161" y="1246876"/>
                  </a:cubicBezTo>
                  <a:cubicBezTo>
                    <a:pt x="965431" y="1243699"/>
                    <a:pt x="938054" y="1227813"/>
                    <a:pt x="908132" y="1203667"/>
                  </a:cubicBezTo>
                  <a:cubicBezTo>
                    <a:pt x="904312" y="1200490"/>
                    <a:pt x="903038" y="1196042"/>
                    <a:pt x="904312" y="1190958"/>
                  </a:cubicBezTo>
                  <a:cubicBezTo>
                    <a:pt x="905585" y="1186510"/>
                    <a:pt x="909405" y="1182698"/>
                    <a:pt x="913862" y="1182062"/>
                  </a:cubicBezTo>
                  <a:cubicBezTo>
                    <a:pt x="1038010" y="1160457"/>
                    <a:pt x="1151334" y="1102633"/>
                    <a:pt x="1240466" y="1013037"/>
                  </a:cubicBezTo>
                  <a:cubicBezTo>
                    <a:pt x="1263386" y="990161"/>
                    <a:pt x="1284396" y="965379"/>
                    <a:pt x="1302859" y="939326"/>
                  </a:cubicBezTo>
                  <a:cubicBezTo>
                    <a:pt x="1423823" y="771572"/>
                    <a:pt x="1360158" y="591744"/>
                    <a:pt x="1249379" y="496429"/>
                  </a:cubicBezTo>
                  <a:cubicBezTo>
                    <a:pt x="1177437" y="434156"/>
                    <a:pt x="1080666" y="403655"/>
                    <a:pt x="991534" y="415093"/>
                  </a:cubicBezTo>
                  <a:cubicBezTo>
                    <a:pt x="987714" y="415728"/>
                    <a:pt x="983894" y="414458"/>
                    <a:pt x="981347" y="411916"/>
                  </a:cubicBezTo>
                  <a:cubicBezTo>
                    <a:pt x="978801" y="409374"/>
                    <a:pt x="977528" y="405562"/>
                    <a:pt x="978164" y="401749"/>
                  </a:cubicBezTo>
                  <a:cubicBezTo>
                    <a:pt x="989623" y="312788"/>
                    <a:pt x="959701" y="216202"/>
                    <a:pt x="896672" y="144398"/>
                  </a:cubicBezTo>
                  <a:cubicBezTo>
                    <a:pt x="800537" y="33833"/>
                    <a:pt x="621000" y="-29711"/>
                    <a:pt x="452923" y="91022"/>
                  </a:cubicBezTo>
                  <a:cubicBezTo>
                    <a:pt x="426820" y="109449"/>
                    <a:pt x="401990" y="130419"/>
                    <a:pt x="379707" y="153294"/>
                  </a:cubicBezTo>
                  <a:cubicBezTo>
                    <a:pt x="290576" y="242255"/>
                    <a:pt x="232003" y="355362"/>
                    <a:pt x="210357" y="479272"/>
                  </a:cubicBezTo>
                  <a:cubicBezTo>
                    <a:pt x="209720" y="483720"/>
                    <a:pt x="205900" y="487533"/>
                    <a:pt x="201444" y="488803"/>
                  </a:cubicBezTo>
                  <a:cubicBezTo>
                    <a:pt x="196987" y="490074"/>
                    <a:pt x="191894" y="488168"/>
                    <a:pt x="188711" y="484991"/>
                  </a:cubicBezTo>
                  <a:cubicBezTo>
                    <a:pt x="162608" y="453219"/>
                    <a:pt x="146054" y="423989"/>
                    <a:pt x="145418" y="422718"/>
                  </a:cubicBezTo>
                  <a:cubicBezTo>
                    <a:pt x="139051" y="411280"/>
                    <a:pt x="133958" y="399207"/>
                    <a:pt x="129501" y="387134"/>
                  </a:cubicBezTo>
                  <a:cubicBezTo>
                    <a:pt x="124408" y="373790"/>
                    <a:pt x="114221" y="362987"/>
                    <a:pt x="100852" y="357269"/>
                  </a:cubicBezTo>
                  <a:cubicBezTo>
                    <a:pt x="92576" y="354091"/>
                    <a:pt x="84935" y="352820"/>
                    <a:pt x="77932" y="352820"/>
                  </a:cubicBezTo>
                  <a:moveTo>
                    <a:pt x="985804" y="1391755"/>
                  </a:moveTo>
                  <a:cubicBezTo>
                    <a:pt x="976254" y="1391755"/>
                    <a:pt x="966067" y="1389849"/>
                    <a:pt x="957154" y="1386037"/>
                  </a:cubicBezTo>
                  <a:cubicBezTo>
                    <a:pt x="940601" y="1379682"/>
                    <a:pt x="924048" y="1372057"/>
                    <a:pt x="907495" y="1363161"/>
                  </a:cubicBezTo>
                  <a:lnTo>
                    <a:pt x="906222" y="1362525"/>
                  </a:lnTo>
                  <a:cubicBezTo>
                    <a:pt x="899219" y="1358713"/>
                    <a:pt x="839373" y="1325035"/>
                    <a:pt x="785893" y="1271658"/>
                  </a:cubicBezTo>
                  <a:cubicBezTo>
                    <a:pt x="766794" y="1252595"/>
                    <a:pt x="748968" y="1232261"/>
                    <a:pt x="732415" y="1210021"/>
                  </a:cubicBezTo>
                  <a:cubicBezTo>
                    <a:pt x="590440" y="1192864"/>
                    <a:pt x="462473" y="1130592"/>
                    <a:pt x="361881" y="1029558"/>
                  </a:cubicBezTo>
                  <a:cubicBezTo>
                    <a:pt x="260652" y="928524"/>
                    <a:pt x="198260" y="800802"/>
                    <a:pt x="181070" y="659735"/>
                  </a:cubicBezTo>
                  <a:cubicBezTo>
                    <a:pt x="159424" y="643849"/>
                    <a:pt x="139051" y="626057"/>
                    <a:pt x="119315" y="606359"/>
                  </a:cubicBezTo>
                  <a:cubicBezTo>
                    <a:pt x="63926" y="551076"/>
                    <a:pt x="28273" y="486262"/>
                    <a:pt x="28273" y="485626"/>
                  </a:cubicBezTo>
                  <a:cubicBezTo>
                    <a:pt x="19360" y="468470"/>
                    <a:pt x="11720" y="452584"/>
                    <a:pt x="5353" y="435427"/>
                  </a:cubicBezTo>
                  <a:cubicBezTo>
                    <a:pt x="-2286" y="415728"/>
                    <a:pt x="-1650" y="394759"/>
                    <a:pt x="6627" y="375061"/>
                  </a:cubicBezTo>
                  <a:cubicBezTo>
                    <a:pt x="14903" y="355998"/>
                    <a:pt x="30183" y="340747"/>
                    <a:pt x="49919" y="333122"/>
                  </a:cubicBezTo>
                  <a:cubicBezTo>
                    <a:pt x="69655" y="325497"/>
                    <a:pt x="90665" y="326132"/>
                    <a:pt x="110402" y="334393"/>
                  </a:cubicBezTo>
                  <a:cubicBezTo>
                    <a:pt x="129501" y="342654"/>
                    <a:pt x="144781" y="357904"/>
                    <a:pt x="152421" y="377602"/>
                  </a:cubicBezTo>
                  <a:cubicBezTo>
                    <a:pt x="156878" y="389040"/>
                    <a:pt x="161970" y="399843"/>
                    <a:pt x="167064" y="410010"/>
                  </a:cubicBezTo>
                  <a:cubicBezTo>
                    <a:pt x="167701" y="410645"/>
                    <a:pt x="176614" y="426531"/>
                    <a:pt x="191894" y="447500"/>
                  </a:cubicBezTo>
                  <a:cubicBezTo>
                    <a:pt x="217360" y="328674"/>
                    <a:pt x="276569" y="221286"/>
                    <a:pt x="362517" y="134867"/>
                  </a:cubicBezTo>
                  <a:cubicBezTo>
                    <a:pt x="386074" y="111355"/>
                    <a:pt x="412177" y="89115"/>
                    <a:pt x="438916" y="70052"/>
                  </a:cubicBezTo>
                  <a:cubicBezTo>
                    <a:pt x="619726" y="-59576"/>
                    <a:pt x="812634" y="9051"/>
                    <a:pt x="915772" y="127241"/>
                  </a:cubicBezTo>
                  <a:cubicBezTo>
                    <a:pt x="979437" y="200316"/>
                    <a:pt x="1011906" y="296902"/>
                    <a:pt x="1004267" y="388405"/>
                  </a:cubicBezTo>
                  <a:cubicBezTo>
                    <a:pt x="1095946" y="380780"/>
                    <a:pt x="1192717" y="413187"/>
                    <a:pt x="1265932" y="476730"/>
                  </a:cubicBezTo>
                  <a:cubicBezTo>
                    <a:pt x="1384350" y="579671"/>
                    <a:pt x="1453109" y="772207"/>
                    <a:pt x="1323231" y="952670"/>
                  </a:cubicBezTo>
                  <a:cubicBezTo>
                    <a:pt x="1303495" y="979994"/>
                    <a:pt x="1281849" y="1005411"/>
                    <a:pt x="1258293" y="1028922"/>
                  </a:cubicBezTo>
                  <a:cubicBezTo>
                    <a:pt x="1171708" y="1115342"/>
                    <a:pt x="1064113" y="1173801"/>
                    <a:pt x="945058" y="1199219"/>
                  </a:cubicBezTo>
                  <a:cubicBezTo>
                    <a:pt x="964157" y="1213198"/>
                    <a:pt x="979437" y="1222094"/>
                    <a:pt x="983257" y="1224001"/>
                  </a:cubicBezTo>
                  <a:cubicBezTo>
                    <a:pt x="993444" y="1229084"/>
                    <a:pt x="1004267" y="1234168"/>
                    <a:pt x="1015727" y="1238616"/>
                  </a:cubicBezTo>
                  <a:cubicBezTo>
                    <a:pt x="1035463" y="1246241"/>
                    <a:pt x="1050743" y="1260856"/>
                    <a:pt x="1059019" y="1280554"/>
                  </a:cubicBezTo>
                  <a:cubicBezTo>
                    <a:pt x="1067296" y="1299617"/>
                    <a:pt x="1067932" y="1321222"/>
                    <a:pt x="1060293" y="1340921"/>
                  </a:cubicBezTo>
                  <a:cubicBezTo>
                    <a:pt x="1052653" y="1360619"/>
                    <a:pt x="1038010" y="1375870"/>
                    <a:pt x="1018273" y="1384130"/>
                  </a:cubicBezTo>
                  <a:cubicBezTo>
                    <a:pt x="1006814" y="1389214"/>
                    <a:pt x="996627" y="1391755"/>
                    <a:pt x="985804" y="139175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8C433580-B1C4-CED8-8FBD-12552205E330}"/>
                </a:ext>
              </a:extLst>
            </p:cNvPr>
            <p:cNvSpPr/>
            <p:nvPr/>
          </p:nvSpPr>
          <p:spPr>
            <a:xfrm>
              <a:off x="2597096" y="4096783"/>
              <a:ext cx="527238" cy="234510"/>
            </a:xfrm>
            <a:custGeom>
              <a:avLst/>
              <a:gdLst>
                <a:gd name="connsiteX0" fmla="*/ 24873 w 527238"/>
                <a:gd name="connsiteY0" fmla="*/ 134748 h 234510"/>
                <a:gd name="connsiteX1" fmla="*/ 29330 w 527238"/>
                <a:gd name="connsiteY1" fmla="*/ 136654 h 234510"/>
                <a:gd name="connsiteX2" fmla="*/ 263619 w 527238"/>
                <a:gd name="connsiteY2" fmla="*/ 209729 h 234510"/>
                <a:gd name="connsiteX3" fmla="*/ 280172 w 527238"/>
                <a:gd name="connsiteY3" fmla="*/ 208458 h 234510"/>
                <a:gd name="connsiteX4" fmla="*/ 499182 w 527238"/>
                <a:gd name="connsiteY4" fmla="*/ 102976 h 234510"/>
                <a:gd name="connsiteX5" fmla="*/ 503002 w 527238"/>
                <a:gd name="connsiteY5" fmla="*/ 100434 h 234510"/>
                <a:gd name="connsiteX6" fmla="*/ 498545 w 527238"/>
                <a:gd name="connsiteY6" fmla="*/ 98528 h 234510"/>
                <a:gd name="connsiteX7" fmla="*/ 264256 w 527238"/>
                <a:gd name="connsiteY7" fmla="*/ 25453 h 234510"/>
                <a:gd name="connsiteX8" fmla="*/ 247703 w 527238"/>
                <a:gd name="connsiteY8" fmla="*/ 26724 h 234510"/>
                <a:gd name="connsiteX9" fmla="*/ 28693 w 527238"/>
                <a:gd name="connsiteY9" fmla="*/ 132206 h 234510"/>
                <a:gd name="connsiteX10" fmla="*/ 24873 w 527238"/>
                <a:gd name="connsiteY10" fmla="*/ 134748 h 234510"/>
                <a:gd name="connsiteX11" fmla="*/ 24873 w 527238"/>
                <a:gd name="connsiteY11" fmla="*/ 134748 h 234510"/>
                <a:gd name="connsiteX12" fmla="*/ 269986 w 527238"/>
                <a:gd name="connsiteY12" fmla="*/ 234511 h 234510"/>
                <a:gd name="connsiteX13" fmla="*/ 255979 w 527238"/>
                <a:gd name="connsiteY13" fmla="*/ 232605 h 234510"/>
                <a:gd name="connsiteX14" fmla="*/ 21690 w 527238"/>
                <a:gd name="connsiteY14" fmla="*/ 159530 h 234510"/>
                <a:gd name="connsiteX15" fmla="*/ 44 w 527238"/>
                <a:gd name="connsiteY15" fmla="*/ 136019 h 234510"/>
                <a:gd name="connsiteX16" fmla="*/ 17233 w 527238"/>
                <a:gd name="connsiteY16" fmla="*/ 109966 h 234510"/>
                <a:gd name="connsiteX17" fmla="*/ 236243 w 527238"/>
                <a:gd name="connsiteY17" fmla="*/ 4484 h 234510"/>
                <a:gd name="connsiteX18" fmla="*/ 271259 w 527238"/>
                <a:gd name="connsiteY18" fmla="*/ 1942 h 234510"/>
                <a:gd name="connsiteX19" fmla="*/ 505549 w 527238"/>
                <a:gd name="connsiteY19" fmla="*/ 75017 h 234510"/>
                <a:gd name="connsiteX20" fmla="*/ 527195 w 527238"/>
                <a:gd name="connsiteY20" fmla="*/ 98528 h 234510"/>
                <a:gd name="connsiteX21" fmla="*/ 510005 w 527238"/>
                <a:gd name="connsiteY21" fmla="*/ 124581 h 234510"/>
                <a:gd name="connsiteX22" fmla="*/ 290996 w 527238"/>
                <a:gd name="connsiteY22" fmla="*/ 230063 h 234510"/>
                <a:gd name="connsiteX23" fmla="*/ 269986 w 527238"/>
                <a:gd name="connsiteY23" fmla="*/ 234511 h 234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7238" h="234510">
                  <a:moveTo>
                    <a:pt x="24873" y="134748"/>
                  </a:moveTo>
                  <a:cubicBezTo>
                    <a:pt x="25510" y="134748"/>
                    <a:pt x="26783" y="135383"/>
                    <a:pt x="29330" y="136654"/>
                  </a:cubicBezTo>
                  <a:lnTo>
                    <a:pt x="263619" y="209729"/>
                  </a:lnTo>
                  <a:cubicBezTo>
                    <a:pt x="268713" y="211635"/>
                    <a:pt x="275716" y="211000"/>
                    <a:pt x="280172" y="208458"/>
                  </a:cubicBezTo>
                  <a:lnTo>
                    <a:pt x="499182" y="102976"/>
                  </a:lnTo>
                  <a:cubicBezTo>
                    <a:pt x="501729" y="101705"/>
                    <a:pt x="502365" y="100434"/>
                    <a:pt x="503002" y="100434"/>
                  </a:cubicBezTo>
                  <a:cubicBezTo>
                    <a:pt x="503002" y="100434"/>
                    <a:pt x="501092" y="99799"/>
                    <a:pt x="498545" y="98528"/>
                  </a:cubicBezTo>
                  <a:lnTo>
                    <a:pt x="264256" y="25453"/>
                  </a:lnTo>
                  <a:cubicBezTo>
                    <a:pt x="259163" y="23547"/>
                    <a:pt x="252159" y="24182"/>
                    <a:pt x="247703" y="26724"/>
                  </a:cubicBezTo>
                  <a:lnTo>
                    <a:pt x="28693" y="132206"/>
                  </a:lnTo>
                  <a:cubicBezTo>
                    <a:pt x="26147" y="132841"/>
                    <a:pt x="25510" y="134112"/>
                    <a:pt x="24873" y="134748"/>
                  </a:cubicBezTo>
                  <a:lnTo>
                    <a:pt x="24873" y="134748"/>
                  </a:lnTo>
                  <a:moveTo>
                    <a:pt x="269986" y="234511"/>
                  </a:moveTo>
                  <a:cubicBezTo>
                    <a:pt x="265529" y="234511"/>
                    <a:pt x="260436" y="233876"/>
                    <a:pt x="255979" y="232605"/>
                  </a:cubicBezTo>
                  <a:lnTo>
                    <a:pt x="21690" y="159530"/>
                  </a:lnTo>
                  <a:cubicBezTo>
                    <a:pt x="8957" y="155717"/>
                    <a:pt x="1317" y="146821"/>
                    <a:pt x="44" y="136019"/>
                  </a:cubicBezTo>
                  <a:cubicBezTo>
                    <a:pt x="-593" y="125216"/>
                    <a:pt x="5774" y="115685"/>
                    <a:pt x="17233" y="109966"/>
                  </a:cubicBezTo>
                  <a:lnTo>
                    <a:pt x="236243" y="4484"/>
                  </a:lnTo>
                  <a:cubicBezTo>
                    <a:pt x="246430" y="-600"/>
                    <a:pt x="259799" y="-1235"/>
                    <a:pt x="271259" y="1942"/>
                  </a:cubicBezTo>
                  <a:lnTo>
                    <a:pt x="505549" y="75017"/>
                  </a:lnTo>
                  <a:cubicBezTo>
                    <a:pt x="518282" y="78830"/>
                    <a:pt x="525922" y="87726"/>
                    <a:pt x="527195" y="98528"/>
                  </a:cubicBezTo>
                  <a:cubicBezTo>
                    <a:pt x="527832" y="109330"/>
                    <a:pt x="521465" y="118862"/>
                    <a:pt x="510005" y="124581"/>
                  </a:cubicBezTo>
                  <a:lnTo>
                    <a:pt x="290996" y="230063"/>
                  </a:lnTo>
                  <a:cubicBezTo>
                    <a:pt x="284629" y="232605"/>
                    <a:pt x="277626" y="234511"/>
                    <a:pt x="269986" y="2345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CC53A0E2-7E2F-93FE-AC7B-17263FC32373}"/>
                </a:ext>
              </a:extLst>
            </p:cNvPr>
            <p:cNvSpPr/>
            <p:nvPr/>
          </p:nvSpPr>
          <p:spPr>
            <a:xfrm>
              <a:off x="2598359" y="4184455"/>
              <a:ext cx="533115" cy="246602"/>
            </a:xfrm>
            <a:custGeom>
              <a:avLst/>
              <a:gdLst>
                <a:gd name="connsiteX0" fmla="*/ 276363 w 533115"/>
                <a:gd name="connsiteY0" fmla="*/ 246602 h 246602"/>
                <a:gd name="connsiteX1" fmla="*/ 258536 w 533115"/>
                <a:gd name="connsiteY1" fmla="*/ 244060 h 246602"/>
                <a:gd name="connsiteX2" fmla="*/ 49713 w 533115"/>
                <a:gd name="connsiteY2" fmla="*/ 179246 h 246602"/>
                <a:gd name="connsiteX3" fmla="*/ 6420 w 533115"/>
                <a:gd name="connsiteY3" fmla="*/ 127776 h 246602"/>
                <a:gd name="connsiteX4" fmla="*/ 54 w 533115"/>
                <a:gd name="connsiteY4" fmla="*/ 50888 h 246602"/>
                <a:gd name="connsiteX5" fmla="*/ 10877 w 533115"/>
                <a:gd name="connsiteY5" fmla="*/ 37544 h 246602"/>
                <a:gd name="connsiteX6" fmla="*/ 24247 w 533115"/>
                <a:gd name="connsiteY6" fmla="*/ 48347 h 246602"/>
                <a:gd name="connsiteX7" fmla="*/ 30613 w 533115"/>
                <a:gd name="connsiteY7" fmla="*/ 125234 h 246602"/>
                <a:gd name="connsiteX8" fmla="*/ 56716 w 533115"/>
                <a:gd name="connsiteY8" fmla="*/ 155735 h 246602"/>
                <a:gd name="connsiteX9" fmla="*/ 266176 w 533115"/>
                <a:gd name="connsiteY9" fmla="*/ 219914 h 246602"/>
                <a:gd name="connsiteX10" fmla="*/ 292279 w 533115"/>
                <a:gd name="connsiteY10" fmla="*/ 218008 h 246602"/>
                <a:gd name="connsiteX11" fmla="*/ 488369 w 533115"/>
                <a:gd name="connsiteY11" fmla="*/ 123963 h 246602"/>
                <a:gd name="connsiteX12" fmla="*/ 508742 w 533115"/>
                <a:gd name="connsiteY12" fmla="*/ 90285 h 246602"/>
                <a:gd name="connsiteX13" fmla="*/ 502375 w 533115"/>
                <a:gd name="connsiteY13" fmla="*/ 13398 h 246602"/>
                <a:gd name="connsiteX14" fmla="*/ 513199 w 533115"/>
                <a:gd name="connsiteY14" fmla="*/ 54 h 246602"/>
                <a:gd name="connsiteX15" fmla="*/ 526569 w 533115"/>
                <a:gd name="connsiteY15" fmla="*/ 10856 h 246602"/>
                <a:gd name="connsiteX16" fmla="*/ 532935 w 533115"/>
                <a:gd name="connsiteY16" fmla="*/ 87744 h 246602"/>
                <a:gd name="connsiteX17" fmla="*/ 498556 w 533115"/>
                <a:gd name="connsiteY17" fmla="*/ 144933 h 246602"/>
                <a:gd name="connsiteX18" fmla="*/ 302466 w 533115"/>
                <a:gd name="connsiteY18" fmla="*/ 238977 h 246602"/>
                <a:gd name="connsiteX19" fmla="*/ 276363 w 533115"/>
                <a:gd name="connsiteY19" fmla="*/ 246602 h 246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33115" h="246602">
                  <a:moveTo>
                    <a:pt x="276363" y="246602"/>
                  </a:moveTo>
                  <a:cubicBezTo>
                    <a:pt x="270633" y="246602"/>
                    <a:pt x="264266" y="245967"/>
                    <a:pt x="258536" y="244060"/>
                  </a:cubicBezTo>
                  <a:lnTo>
                    <a:pt x="49713" y="179246"/>
                  </a:lnTo>
                  <a:cubicBezTo>
                    <a:pt x="25520" y="171621"/>
                    <a:pt x="8330" y="151287"/>
                    <a:pt x="6420" y="127776"/>
                  </a:cubicBezTo>
                  <a:lnTo>
                    <a:pt x="54" y="50888"/>
                  </a:lnTo>
                  <a:cubicBezTo>
                    <a:pt x="-583" y="43899"/>
                    <a:pt x="4511" y="38180"/>
                    <a:pt x="10877" y="37544"/>
                  </a:cubicBezTo>
                  <a:cubicBezTo>
                    <a:pt x="17244" y="36909"/>
                    <a:pt x="23610" y="41992"/>
                    <a:pt x="24247" y="48347"/>
                  </a:cubicBezTo>
                  <a:lnTo>
                    <a:pt x="30613" y="125234"/>
                  </a:lnTo>
                  <a:cubicBezTo>
                    <a:pt x="31887" y="139214"/>
                    <a:pt x="42073" y="151287"/>
                    <a:pt x="56716" y="155735"/>
                  </a:cubicBezTo>
                  <a:lnTo>
                    <a:pt x="266176" y="219914"/>
                  </a:lnTo>
                  <a:cubicBezTo>
                    <a:pt x="274453" y="222456"/>
                    <a:pt x="284003" y="221820"/>
                    <a:pt x="292279" y="218008"/>
                  </a:cubicBezTo>
                  <a:lnTo>
                    <a:pt x="488369" y="123963"/>
                  </a:lnTo>
                  <a:cubicBezTo>
                    <a:pt x="501739" y="117609"/>
                    <a:pt x="510015" y="104265"/>
                    <a:pt x="508742" y="90285"/>
                  </a:cubicBezTo>
                  <a:lnTo>
                    <a:pt x="502375" y="13398"/>
                  </a:lnTo>
                  <a:cubicBezTo>
                    <a:pt x="501739" y="6408"/>
                    <a:pt x="506832" y="689"/>
                    <a:pt x="513199" y="54"/>
                  </a:cubicBezTo>
                  <a:cubicBezTo>
                    <a:pt x="519565" y="-582"/>
                    <a:pt x="525932" y="4502"/>
                    <a:pt x="526569" y="10856"/>
                  </a:cubicBezTo>
                  <a:lnTo>
                    <a:pt x="532935" y="87744"/>
                  </a:lnTo>
                  <a:cubicBezTo>
                    <a:pt x="534845" y="111890"/>
                    <a:pt x="521475" y="134130"/>
                    <a:pt x="498556" y="144933"/>
                  </a:cubicBezTo>
                  <a:lnTo>
                    <a:pt x="302466" y="238977"/>
                  </a:lnTo>
                  <a:cubicBezTo>
                    <a:pt x="294189" y="244696"/>
                    <a:pt x="285276" y="246602"/>
                    <a:pt x="276363" y="24660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A542D76D-7697-AA70-0B9D-F0143E9946CB}"/>
                </a:ext>
              </a:extLst>
            </p:cNvPr>
            <p:cNvSpPr/>
            <p:nvPr/>
          </p:nvSpPr>
          <p:spPr>
            <a:xfrm>
              <a:off x="2860078" y="4313502"/>
              <a:ext cx="28066" cy="117555"/>
            </a:xfrm>
            <a:custGeom>
              <a:avLst/>
              <a:gdLst>
                <a:gd name="connsiteX0" fmla="*/ 15916 w 28066"/>
                <a:gd name="connsiteY0" fmla="*/ 117555 h 117555"/>
                <a:gd name="connsiteX1" fmla="*/ 3820 w 28066"/>
                <a:gd name="connsiteY1" fmla="*/ 106118 h 117555"/>
                <a:gd name="connsiteX2" fmla="*/ 0 w 28066"/>
                <a:gd name="connsiteY2" fmla="*/ 12709 h 117555"/>
                <a:gd name="connsiteX3" fmla="*/ 11460 w 28066"/>
                <a:gd name="connsiteY3" fmla="*/ 0 h 117555"/>
                <a:gd name="connsiteX4" fmla="*/ 24193 w 28066"/>
                <a:gd name="connsiteY4" fmla="*/ 11438 h 117555"/>
                <a:gd name="connsiteX5" fmla="*/ 28013 w 28066"/>
                <a:gd name="connsiteY5" fmla="*/ 104847 h 117555"/>
                <a:gd name="connsiteX6" fmla="*/ 15916 w 28066"/>
                <a:gd name="connsiteY6" fmla="*/ 117555 h 117555"/>
                <a:gd name="connsiteX7" fmla="*/ 15916 w 28066"/>
                <a:gd name="connsiteY7" fmla="*/ 117555 h 11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066" h="117555">
                  <a:moveTo>
                    <a:pt x="15916" y="117555"/>
                  </a:moveTo>
                  <a:cubicBezTo>
                    <a:pt x="9550" y="117555"/>
                    <a:pt x="3820" y="112472"/>
                    <a:pt x="3820" y="106118"/>
                  </a:cubicBezTo>
                  <a:lnTo>
                    <a:pt x="0" y="12709"/>
                  </a:lnTo>
                  <a:cubicBezTo>
                    <a:pt x="0" y="5719"/>
                    <a:pt x="5093" y="0"/>
                    <a:pt x="11460" y="0"/>
                  </a:cubicBezTo>
                  <a:cubicBezTo>
                    <a:pt x="18463" y="0"/>
                    <a:pt x="24193" y="5083"/>
                    <a:pt x="24193" y="11438"/>
                  </a:cubicBezTo>
                  <a:lnTo>
                    <a:pt x="28013" y="104847"/>
                  </a:lnTo>
                  <a:cubicBezTo>
                    <a:pt x="28650" y="111201"/>
                    <a:pt x="23556" y="116920"/>
                    <a:pt x="15916" y="117555"/>
                  </a:cubicBezTo>
                  <a:cubicBezTo>
                    <a:pt x="16343" y="117555"/>
                    <a:pt x="16343" y="117555"/>
                    <a:pt x="15916" y="11755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655CF80B-D742-0F4A-CEFA-9566F7457F92}"/>
                </a:ext>
              </a:extLst>
            </p:cNvPr>
            <p:cNvSpPr/>
            <p:nvPr/>
          </p:nvSpPr>
          <p:spPr>
            <a:xfrm>
              <a:off x="2345660" y="3979891"/>
              <a:ext cx="967727" cy="817811"/>
            </a:xfrm>
            <a:custGeom>
              <a:avLst/>
              <a:gdLst>
                <a:gd name="connsiteX0" fmla="*/ 385177 w 967727"/>
                <a:gd name="connsiteY0" fmla="*/ 685005 h 817811"/>
                <a:gd name="connsiteX1" fmla="*/ 396000 w 967727"/>
                <a:gd name="connsiteY1" fmla="*/ 691995 h 817811"/>
                <a:gd name="connsiteX2" fmla="*/ 541794 w 967727"/>
                <a:gd name="connsiteY2" fmla="*/ 793665 h 817811"/>
                <a:gd name="connsiteX3" fmla="*/ 543068 w 967727"/>
                <a:gd name="connsiteY3" fmla="*/ 793665 h 817811"/>
                <a:gd name="connsiteX4" fmla="*/ 695229 w 967727"/>
                <a:gd name="connsiteY4" fmla="*/ 680557 h 817811"/>
                <a:gd name="connsiteX5" fmla="*/ 707325 w 967727"/>
                <a:gd name="connsiteY5" fmla="*/ 672932 h 817811"/>
                <a:gd name="connsiteX6" fmla="*/ 716238 w 967727"/>
                <a:gd name="connsiteY6" fmla="*/ 672932 h 817811"/>
                <a:gd name="connsiteX7" fmla="*/ 943524 w 967727"/>
                <a:gd name="connsiteY7" fmla="*/ 420665 h 817811"/>
                <a:gd name="connsiteX8" fmla="*/ 943524 w 967727"/>
                <a:gd name="connsiteY8" fmla="*/ 405414 h 817811"/>
                <a:gd name="connsiteX9" fmla="*/ 869036 w 967727"/>
                <a:gd name="connsiteY9" fmla="*/ 214784 h 817811"/>
                <a:gd name="connsiteX10" fmla="*/ 718785 w 967727"/>
                <a:gd name="connsiteY10" fmla="*/ 149334 h 817811"/>
                <a:gd name="connsiteX11" fmla="*/ 711782 w 967727"/>
                <a:gd name="connsiteY11" fmla="*/ 149334 h 817811"/>
                <a:gd name="connsiteX12" fmla="*/ 700322 w 967727"/>
                <a:gd name="connsiteY12" fmla="*/ 141074 h 817811"/>
                <a:gd name="connsiteX13" fmla="*/ 548798 w 967727"/>
                <a:gd name="connsiteY13" fmla="*/ 26060 h 817811"/>
                <a:gd name="connsiteX14" fmla="*/ 547524 w 967727"/>
                <a:gd name="connsiteY14" fmla="*/ 26060 h 817811"/>
                <a:gd name="connsiteX15" fmla="*/ 401093 w 967727"/>
                <a:gd name="connsiteY15" fmla="*/ 125188 h 817811"/>
                <a:gd name="connsiteX16" fmla="*/ 388360 w 967727"/>
                <a:gd name="connsiteY16" fmla="*/ 132178 h 817811"/>
                <a:gd name="connsiteX17" fmla="*/ 370534 w 967727"/>
                <a:gd name="connsiteY17" fmla="*/ 130907 h 817811"/>
                <a:gd name="connsiteX18" fmla="*/ 369261 w 967727"/>
                <a:gd name="connsiteY18" fmla="*/ 130907 h 817811"/>
                <a:gd name="connsiteX19" fmla="*/ 233016 w 967727"/>
                <a:gd name="connsiteY19" fmla="*/ 235753 h 817811"/>
                <a:gd name="connsiteX20" fmla="*/ 226650 w 967727"/>
                <a:gd name="connsiteY20" fmla="*/ 242743 h 817811"/>
                <a:gd name="connsiteX21" fmla="*/ 217100 w 967727"/>
                <a:gd name="connsiteY21" fmla="*/ 243379 h 817811"/>
                <a:gd name="connsiteX22" fmla="*/ 172534 w 967727"/>
                <a:gd name="connsiteY22" fmla="*/ 235118 h 817811"/>
                <a:gd name="connsiteX23" fmla="*/ 171261 w 967727"/>
                <a:gd name="connsiteY23" fmla="*/ 235118 h 817811"/>
                <a:gd name="connsiteX24" fmla="*/ 24193 w 967727"/>
                <a:gd name="connsiteY24" fmla="*/ 398425 h 817811"/>
                <a:gd name="connsiteX25" fmla="*/ 24193 w 967727"/>
                <a:gd name="connsiteY25" fmla="*/ 413675 h 817811"/>
                <a:gd name="connsiteX26" fmla="*/ 72579 w 967727"/>
                <a:gd name="connsiteY26" fmla="*/ 536949 h 817811"/>
                <a:gd name="connsiteX27" fmla="*/ 169351 w 967727"/>
                <a:gd name="connsiteY27" fmla="*/ 578888 h 817811"/>
                <a:gd name="connsiteX28" fmla="*/ 213916 w 967727"/>
                <a:gd name="connsiteY28" fmla="*/ 571263 h 817811"/>
                <a:gd name="connsiteX29" fmla="*/ 223466 w 967727"/>
                <a:gd name="connsiteY29" fmla="*/ 571898 h 817811"/>
                <a:gd name="connsiteX30" fmla="*/ 229833 w 967727"/>
                <a:gd name="connsiteY30" fmla="*/ 578888 h 817811"/>
                <a:gd name="connsiteX31" fmla="*/ 365441 w 967727"/>
                <a:gd name="connsiteY31" fmla="*/ 685641 h 817811"/>
                <a:gd name="connsiteX32" fmla="*/ 383267 w 967727"/>
                <a:gd name="connsiteY32" fmla="*/ 684370 h 817811"/>
                <a:gd name="connsiteX33" fmla="*/ 385177 w 967727"/>
                <a:gd name="connsiteY33" fmla="*/ 685005 h 817811"/>
                <a:gd name="connsiteX34" fmla="*/ 543068 w 967727"/>
                <a:gd name="connsiteY34" fmla="*/ 817811 h 817811"/>
                <a:gd name="connsiteX35" fmla="*/ 541794 w 967727"/>
                <a:gd name="connsiteY35" fmla="*/ 817811 h 817811"/>
                <a:gd name="connsiteX36" fmla="*/ 377537 w 967727"/>
                <a:gd name="connsiteY36" fmla="*/ 709787 h 817811"/>
                <a:gd name="connsiteX37" fmla="*/ 365441 w 967727"/>
                <a:gd name="connsiteY37" fmla="*/ 710423 h 817811"/>
                <a:gd name="connsiteX38" fmla="*/ 210733 w 967727"/>
                <a:gd name="connsiteY38" fmla="*/ 597951 h 817811"/>
                <a:gd name="connsiteX39" fmla="*/ 169351 w 967727"/>
                <a:gd name="connsiteY39" fmla="*/ 603034 h 817811"/>
                <a:gd name="connsiteX40" fmla="*/ 55389 w 967727"/>
                <a:gd name="connsiteY40" fmla="*/ 553471 h 817811"/>
                <a:gd name="connsiteX41" fmla="*/ 0 w 967727"/>
                <a:gd name="connsiteY41" fmla="*/ 412404 h 817811"/>
                <a:gd name="connsiteX42" fmla="*/ 0 w 967727"/>
                <a:gd name="connsiteY42" fmla="*/ 396518 h 817811"/>
                <a:gd name="connsiteX43" fmla="*/ 171261 w 967727"/>
                <a:gd name="connsiteY43" fmla="*/ 209065 h 817811"/>
                <a:gd name="connsiteX44" fmla="*/ 172534 w 967727"/>
                <a:gd name="connsiteY44" fmla="*/ 209065 h 817811"/>
                <a:gd name="connsiteX45" fmla="*/ 213916 w 967727"/>
                <a:gd name="connsiteY45" fmla="*/ 214784 h 817811"/>
                <a:gd name="connsiteX46" fmla="*/ 369261 w 967727"/>
                <a:gd name="connsiteY46" fmla="*/ 104854 h 817811"/>
                <a:gd name="connsiteX47" fmla="*/ 370534 w 967727"/>
                <a:gd name="connsiteY47" fmla="*/ 104854 h 817811"/>
                <a:gd name="connsiteX48" fmla="*/ 382630 w 967727"/>
                <a:gd name="connsiteY48" fmla="*/ 105489 h 817811"/>
                <a:gd name="connsiteX49" fmla="*/ 548798 w 967727"/>
                <a:gd name="connsiteY49" fmla="*/ 7 h 817811"/>
                <a:gd name="connsiteX50" fmla="*/ 720058 w 967727"/>
                <a:gd name="connsiteY50" fmla="*/ 123282 h 817811"/>
                <a:gd name="connsiteX51" fmla="*/ 886225 w 967727"/>
                <a:gd name="connsiteY51" fmla="*/ 196357 h 817811"/>
                <a:gd name="connsiteX52" fmla="*/ 967717 w 967727"/>
                <a:gd name="connsiteY52" fmla="*/ 404144 h 817811"/>
                <a:gd name="connsiteX53" fmla="*/ 967717 w 967727"/>
                <a:gd name="connsiteY53" fmla="*/ 420029 h 817811"/>
                <a:gd name="connsiteX54" fmla="*/ 715602 w 967727"/>
                <a:gd name="connsiteY54" fmla="*/ 696443 h 817811"/>
                <a:gd name="connsiteX55" fmla="*/ 714328 w 967727"/>
                <a:gd name="connsiteY55" fmla="*/ 696443 h 817811"/>
                <a:gd name="connsiteX56" fmla="*/ 543068 w 967727"/>
                <a:gd name="connsiteY56" fmla="*/ 817811 h 817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967727" h="817811">
                  <a:moveTo>
                    <a:pt x="385177" y="685005"/>
                  </a:moveTo>
                  <a:cubicBezTo>
                    <a:pt x="389634" y="685005"/>
                    <a:pt x="394090" y="687547"/>
                    <a:pt x="396000" y="691995"/>
                  </a:cubicBezTo>
                  <a:cubicBezTo>
                    <a:pt x="424013" y="754268"/>
                    <a:pt x="480039" y="793029"/>
                    <a:pt x="541794" y="793665"/>
                  </a:cubicBezTo>
                  <a:lnTo>
                    <a:pt x="543068" y="793665"/>
                  </a:lnTo>
                  <a:cubicBezTo>
                    <a:pt x="609280" y="793665"/>
                    <a:pt x="669126" y="749820"/>
                    <a:pt x="695229" y="680557"/>
                  </a:cubicBezTo>
                  <a:cubicBezTo>
                    <a:pt x="697138" y="675474"/>
                    <a:pt x="701595" y="672297"/>
                    <a:pt x="707325" y="672932"/>
                  </a:cubicBezTo>
                  <a:lnTo>
                    <a:pt x="716238" y="672932"/>
                  </a:lnTo>
                  <a:cubicBezTo>
                    <a:pt x="840386" y="672932"/>
                    <a:pt x="942251" y="559825"/>
                    <a:pt x="943524" y="420665"/>
                  </a:cubicBezTo>
                  <a:lnTo>
                    <a:pt x="943524" y="405414"/>
                  </a:lnTo>
                  <a:cubicBezTo>
                    <a:pt x="944161" y="332975"/>
                    <a:pt x="917422" y="263077"/>
                    <a:pt x="869036" y="214784"/>
                  </a:cubicBezTo>
                  <a:cubicBezTo>
                    <a:pt x="827653" y="172846"/>
                    <a:pt x="774811" y="149970"/>
                    <a:pt x="718785" y="149334"/>
                  </a:cubicBezTo>
                  <a:lnTo>
                    <a:pt x="711782" y="149334"/>
                  </a:lnTo>
                  <a:cubicBezTo>
                    <a:pt x="706052" y="149334"/>
                    <a:pt x="701595" y="146157"/>
                    <a:pt x="700322" y="141074"/>
                  </a:cubicBezTo>
                  <a:cubicBezTo>
                    <a:pt x="674856" y="71811"/>
                    <a:pt x="615647" y="26060"/>
                    <a:pt x="548798" y="26060"/>
                  </a:cubicBezTo>
                  <a:lnTo>
                    <a:pt x="547524" y="26060"/>
                  </a:lnTo>
                  <a:cubicBezTo>
                    <a:pt x="485769" y="26060"/>
                    <a:pt x="429743" y="64186"/>
                    <a:pt x="401093" y="125188"/>
                  </a:cubicBezTo>
                  <a:cubicBezTo>
                    <a:pt x="398547" y="130271"/>
                    <a:pt x="393454" y="132813"/>
                    <a:pt x="388360" y="132178"/>
                  </a:cubicBezTo>
                  <a:cubicBezTo>
                    <a:pt x="382630" y="131542"/>
                    <a:pt x="376264" y="130907"/>
                    <a:pt x="370534" y="130907"/>
                  </a:cubicBezTo>
                  <a:lnTo>
                    <a:pt x="369261" y="130907"/>
                  </a:lnTo>
                  <a:cubicBezTo>
                    <a:pt x="309415" y="130907"/>
                    <a:pt x="254662" y="172846"/>
                    <a:pt x="233016" y="235753"/>
                  </a:cubicBezTo>
                  <a:cubicBezTo>
                    <a:pt x="231743" y="238931"/>
                    <a:pt x="229833" y="241472"/>
                    <a:pt x="226650" y="242743"/>
                  </a:cubicBezTo>
                  <a:cubicBezTo>
                    <a:pt x="223466" y="244014"/>
                    <a:pt x="220283" y="244014"/>
                    <a:pt x="217100" y="243379"/>
                  </a:cubicBezTo>
                  <a:cubicBezTo>
                    <a:pt x="203093" y="238295"/>
                    <a:pt x="187814" y="235118"/>
                    <a:pt x="172534" y="235118"/>
                  </a:cubicBezTo>
                  <a:lnTo>
                    <a:pt x="171261" y="235118"/>
                  </a:lnTo>
                  <a:cubicBezTo>
                    <a:pt x="91042" y="235118"/>
                    <a:pt x="25466" y="308193"/>
                    <a:pt x="24193" y="398425"/>
                  </a:cubicBezTo>
                  <a:lnTo>
                    <a:pt x="24193" y="413675"/>
                  </a:lnTo>
                  <a:cubicBezTo>
                    <a:pt x="23556" y="460697"/>
                    <a:pt x="41383" y="505813"/>
                    <a:pt x="72579" y="536949"/>
                  </a:cubicBezTo>
                  <a:cubicBezTo>
                    <a:pt x="99318" y="563637"/>
                    <a:pt x="133698" y="578888"/>
                    <a:pt x="169351" y="578888"/>
                  </a:cubicBezTo>
                  <a:cubicBezTo>
                    <a:pt x="183994" y="578888"/>
                    <a:pt x="199273" y="576346"/>
                    <a:pt x="213916" y="571263"/>
                  </a:cubicBezTo>
                  <a:cubicBezTo>
                    <a:pt x="217100" y="569992"/>
                    <a:pt x="220283" y="570627"/>
                    <a:pt x="223466" y="571898"/>
                  </a:cubicBezTo>
                  <a:cubicBezTo>
                    <a:pt x="226650" y="573169"/>
                    <a:pt x="228560" y="575711"/>
                    <a:pt x="229833" y="578888"/>
                  </a:cubicBezTo>
                  <a:cubicBezTo>
                    <a:pt x="250843" y="642431"/>
                    <a:pt x="304958" y="685005"/>
                    <a:pt x="365441" y="685641"/>
                  </a:cubicBezTo>
                  <a:cubicBezTo>
                    <a:pt x="371171" y="685641"/>
                    <a:pt x="377537" y="685005"/>
                    <a:pt x="383267" y="684370"/>
                  </a:cubicBezTo>
                  <a:cubicBezTo>
                    <a:pt x="383904" y="685005"/>
                    <a:pt x="384540" y="685005"/>
                    <a:pt x="385177" y="685005"/>
                  </a:cubicBezTo>
                  <a:moveTo>
                    <a:pt x="543068" y="817811"/>
                  </a:moveTo>
                  <a:lnTo>
                    <a:pt x="541794" y="817811"/>
                  </a:lnTo>
                  <a:cubicBezTo>
                    <a:pt x="473036" y="817176"/>
                    <a:pt x="410643" y="775873"/>
                    <a:pt x="377537" y="709787"/>
                  </a:cubicBezTo>
                  <a:cubicBezTo>
                    <a:pt x="373717" y="709787"/>
                    <a:pt x="369261" y="710423"/>
                    <a:pt x="365441" y="710423"/>
                  </a:cubicBezTo>
                  <a:cubicBezTo>
                    <a:pt x="298592" y="709787"/>
                    <a:pt x="237473" y="665307"/>
                    <a:pt x="210733" y="597951"/>
                  </a:cubicBezTo>
                  <a:cubicBezTo>
                    <a:pt x="197363" y="601764"/>
                    <a:pt x="183357" y="603034"/>
                    <a:pt x="169351" y="603034"/>
                  </a:cubicBezTo>
                  <a:cubicBezTo>
                    <a:pt x="127331" y="602399"/>
                    <a:pt x="86585" y="585242"/>
                    <a:pt x="55389" y="553471"/>
                  </a:cubicBezTo>
                  <a:cubicBezTo>
                    <a:pt x="19736" y="517251"/>
                    <a:pt x="0" y="465781"/>
                    <a:pt x="0" y="412404"/>
                  </a:cubicBezTo>
                  <a:lnTo>
                    <a:pt x="0" y="396518"/>
                  </a:lnTo>
                  <a:cubicBezTo>
                    <a:pt x="1273" y="292943"/>
                    <a:pt x="77672" y="209065"/>
                    <a:pt x="171261" y="209065"/>
                  </a:cubicBezTo>
                  <a:lnTo>
                    <a:pt x="172534" y="209065"/>
                  </a:lnTo>
                  <a:cubicBezTo>
                    <a:pt x="186540" y="209065"/>
                    <a:pt x="199910" y="210972"/>
                    <a:pt x="213916" y="214784"/>
                  </a:cubicBezTo>
                  <a:cubicBezTo>
                    <a:pt x="241929" y="148699"/>
                    <a:pt x="303048" y="104854"/>
                    <a:pt x="369261" y="104854"/>
                  </a:cubicBezTo>
                  <a:lnTo>
                    <a:pt x="370534" y="104854"/>
                  </a:lnTo>
                  <a:cubicBezTo>
                    <a:pt x="374354" y="104854"/>
                    <a:pt x="378810" y="104854"/>
                    <a:pt x="382630" y="105489"/>
                  </a:cubicBezTo>
                  <a:cubicBezTo>
                    <a:pt x="417010" y="40040"/>
                    <a:pt x="480039" y="-628"/>
                    <a:pt x="548798" y="7"/>
                  </a:cubicBezTo>
                  <a:cubicBezTo>
                    <a:pt x="623287" y="643"/>
                    <a:pt x="689499" y="48936"/>
                    <a:pt x="720058" y="123282"/>
                  </a:cubicBezTo>
                  <a:cubicBezTo>
                    <a:pt x="781814" y="123917"/>
                    <a:pt x="841023" y="149970"/>
                    <a:pt x="886225" y="196357"/>
                  </a:cubicBezTo>
                  <a:cubicBezTo>
                    <a:pt x="938431" y="249733"/>
                    <a:pt x="968354" y="325350"/>
                    <a:pt x="967717" y="404144"/>
                  </a:cubicBezTo>
                  <a:lnTo>
                    <a:pt x="967717" y="420029"/>
                  </a:lnTo>
                  <a:cubicBezTo>
                    <a:pt x="966444" y="573169"/>
                    <a:pt x="853756" y="696443"/>
                    <a:pt x="715602" y="696443"/>
                  </a:cubicBezTo>
                  <a:lnTo>
                    <a:pt x="714328" y="696443"/>
                  </a:lnTo>
                  <a:cubicBezTo>
                    <a:pt x="683769" y="771425"/>
                    <a:pt x="616920" y="817811"/>
                    <a:pt x="543068" y="81781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38FBE1A1-92BB-3306-2D93-95E7AB992706}"/>
                </a:ext>
              </a:extLst>
            </p:cNvPr>
            <p:cNvSpPr/>
            <p:nvPr/>
          </p:nvSpPr>
          <p:spPr>
            <a:xfrm>
              <a:off x="2719960" y="4390336"/>
              <a:ext cx="259729" cy="307603"/>
            </a:xfrm>
            <a:custGeom>
              <a:avLst/>
              <a:gdLst>
                <a:gd name="connsiteX0" fmla="*/ 12150 w 259729"/>
                <a:gd name="connsiteY0" fmla="*/ 307604 h 307603"/>
                <a:gd name="connsiteX1" fmla="*/ 54 w 259729"/>
                <a:gd name="connsiteY1" fmla="*/ 296166 h 307603"/>
                <a:gd name="connsiteX2" fmla="*/ 11513 w 259729"/>
                <a:gd name="connsiteY2" fmla="*/ 282822 h 307603"/>
                <a:gd name="connsiteX3" fmla="*/ 182137 w 259729"/>
                <a:gd name="connsiteY3" fmla="*/ 198945 h 307603"/>
                <a:gd name="connsiteX4" fmla="*/ 233706 w 259729"/>
                <a:gd name="connsiteY4" fmla="*/ 13398 h 307603"/>
                <a:gd name="connsiteX5" fmla="*/ 245166 w 259729"/>
                <a:gd name="connsiteY5" fmla="*/ 54 h 307603"/>
                <a:gd name="connsiteX6" fmla="*/ 258536 w 259729"/>
                <a:gd name="connsiteY6" fmla="*/ 11491 h 307603"/>
                <a:gd name="connsiteX7" fmla="*/ 201237 w 259729"/>
                <a:gd name="connsiteY7" fmla="*/ 214830 h 307603"/>
                <a:gd name="connsiteX8" fmla="*/ 14060 w 259729"/>
                <a:gd name="connsiteY8" fmla="*/ 306968 h 307603"/>
                <a:gd name="connsiteX9" fmla="*/ 12150 w 259729"/>
                <a:gd name="connsiteY9" fmla="*/ 307604 h 307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9729" h="307603">
                  <a:moveTo>
                    <a:pt x="12150" y="307604"/>
                  </a:moveTo>
                  <a:cubicBezTo>
                    <a:pt x="5784" y="307604"/>
                    <a:pt x="690" y="302520"/>
                    <a:pt x="54" y="296166"/>
                  </a:cubicBezTo>
                  <a:cubicBezTo>
                    <a:pt x="-583" y="289176"/>
                    <a:pt x="4510" y="283457"/>
                    <a:pt x="11513" y="282822"/>
                  </a:cubicBezTo>
                  <a:cubicBezTo>
                    <a:pt x="12787" y="282822"/>
                    <a:pt x="117198" y="273926"/>
                    <a:pt x="182137" y="198945"/>
                  </a:cubicBezTo>
                  <a:cubicBezTo>
                    <a:pt x="222247" y="152558"/>
                    <a:pt x="239436" y="90285"/>
                    <a:pt x="233706" y="13398"/>
                  </a:cubicBezTo>
                  <a:cubicBezTo>
                    <a:pt x="233070" y="6408"/>
                    <a:pt x="238163" y="689"/>
                    <a:pt x="245166" y="54"/>
                  </a:cubicBezTo>
                  <a:cubicBezTo>
                    <a:pt x="252170" y="-582"/>
                    <a:pt x="257899" y="4502"/>
                    <a:pt x="258536" y="11491"/>
                  </a:cubicBezTo>
                  <a:cubicBezTo>
                    <a:pt x="264903" y="94733"/>
                    <a:pt x="245803" y="163360"/>
                    <a:pt x="201237" y="214830"/>
                  </a:cubicBezTo>
                  <a:cubicBezTo>
                    <a:pt x="129295" y="298072"/>
                    <a:pt x="18517" y="306968"/>
                    <a:pt x="14060" y="306968"/>
                  </a:cubicBezTo>
                  <a:cubicBezTo>
                    <a:pt x="13213" y="307394"/>
                    <a:pt x="12577" y="307604"/>
                    <a:pt x="12150" y="30760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79CE4BE0-CF38-C591-BCBC-5057709B29F9}"/>
                </a:ext>
              </a:extLst>
            </p:cNvPr>
            <p:cNvSpPr/>
            <p:nvPr/>
          </p:nvSpPr>
          <p:spPr>
            <a:xfrm>
              <a:off x="2171884" y="4356373"/>
              <a:ext cx="1434087" cy="813694"/>
            </a:xfrm>
            <a:custGeom>
              <a:avLst/>
              <a:gdLst>
                <a:gd name="connsiteX0" fmla="*/ 655725 w 1434087"/>
                <a:gd name="connsiteY0" fmla="*/ 813694 h 813694"/>
                <a:gd name="connsiteX1" fmla="*/ 1242 w 1434087"/>
                <a:gd name="connsiteY1" fmla="*/ 446413 h 813694"/>
                <a:gd name="connsiteX2" fmla="*/ 192876 w 1434087"/>
                <a:gd name="connsiteY2" fmla="*/ 94383 h 813694"/>
                <a:gd name="connsiteX3" fmla="*/ 210066 w 1434087"/>
                <a:gd name="connsiteY3" fmla="*/ 96925 h 813694"/>
                <a:gd name="connsiteX4" fmla="*/ 207519 w 1434087"/>
                <a:gd name="connsiteY4" fmla="*/ 114081 h 813694"/>
                <a:gd name="connsiteX5" fmla="*/ 26072 w 1434087"/>
                <a:gd name="connsiteY5" fmla="*/ 444507 h 813694"/>
                <a:gd name="connsiteX6" fmla="*/ 655725 w 1434087"/>
                <a:gd name="connsiteY6" fmla="*/ 789548 h 813694"/>
                <a:gd name="connsiteX7" fmla="*/ 760136 w 1434087"/>
                <a:gd name="connsiteY7" fmla="*/ 786371 h 813694"/>
                <a:gd name="connsiteX8" fmla="*/ 1332490 w 1434087"/>
                <a:gd name="connsiteY8" fmla="*/ 581761 h 813694"/>
                <a:gd name="connsiteX9" fmla="*/ 1408253 w 1434087"/>
                <a:gd name="connsiteY9" fmla="*/ 342202 h 813694"/>
                <a:gd name="connsiteX10" fmla="*/ 1121121 w 1434087"/>
                <a:gd name="connsiteY10" fmla="*/ 23214 h 813694"/>
                <a:gd name="connsiteX11" fmla="*/ 1114754 w 1434087"/>
                <a:gd name="connsiteY11" fmla="*/ 7328 h 813694"/>
                <a:gd name="connsiteX12" fmla="*/ 1130670 w 1434087"/>
                <a:gd name="connsiteY12" fmla="*/ 974 h 813694"/>
                <a:gd name="connsiteX13" fmla="*/ 1432445 w 1434087"/>
                <a:gd name="connsiteY13" fmla="*/ 340296 h 813694"/>
                <a:gd name="connsiteX14" fmla="*/ 1350317 w 1434087"/>
                <a:gd name="connsiteY14" fmla="*/ 597647 h 813694"/>
                <a:gd name="connsiteX15" fmla="*/ 761410 w 1434087"/>
                <a:gd name="connsiteY15" fmla="*/ 810517 h 813694"/>
                <a:gd name="connsiteX16" fmla="*/ 655725 w 1434087"/>
                <a:gd name="connsiteY16" fmla="*/ 813694 h 813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4087" h="813694">
                  <a:moveTo>
                    <a:pt x="655725" y="813694"/>
                  </a:moveTo>
                  <a:cubicBezTo>
                    <a:pt x="259088" y="813694"/>
                    <a:pt x="22889" y="682160"/>
                    <a:pt x="1242" y="446413"/>
                  </a:cubicBezTo>
                  <a:cubicBezTo>
                    <a:pt x="-10217" y="319962"/>
                    <a:pt x="57905" y="194781"/>
                    <a:pt x="192876" y="94383"/>
                  </a:cubicBezTo>
                  <a:cubicBezTo>
                    <a:pt x="197969" y="90570"/>
                    <a:pt x="205609" y="91206"/>
                    <a:pt x="210066" y="96925"/>
                  </a:cubicBezTo>
                  <a:cubicBezTo>
                    <a:pt x="213886" y="102008"/>
                    <a:pt x="213249" y="109633"/>
                    <a:pt x="207519" y="114081"/>
                  </a:cubicBezTo>
                  <a:cubicBezTo>
                    <a:pt x="79551" y="209396"/>
                    <a:pt x="15249" y="326952"/>
                    <a:pt x="26072" y="444507"/>
                  </a:cubicBezTo>
                  <a:cubicBezTo>
                    <a:pt x="46445" y="666274"/>
                    <a:pt x="273731" y="789548"/>
                    <a:pt x="655725" y="789548"/>
                  </a:cubicBezTo>
                  <a:cubicBezTo>
                    <a:pt x="689468" y="789548"/>
                    <a:pt x="723847" y="788277"/>
                    <a:pt x="760136" y="786371"/>
                  </a:cubicBezTo>
                  <a:cubicBezTo>
                    <a:pt x="1030715" y="771756"/>
                    <a:pt x="1228715" y="701223"/>
                    <a:pt x="1332490" y="581761"/>
                  </a:cubicBezTo>
                  <a:cubicBezTo>
                    <a:pt x="1391063" y="514405"/>
                    <a:pt x="1416529" y="433705"/>
                    <a:pt x="1408253" y="342202"/>
                  </a:cubicBezTo>
                  <a:cubicBezTo>
                    <a:pt x="1396793" y="214480"/>
                    <a:pt x="1291745" y="98195"/>
                    <a:pt x="1121121" y="23214"/>
                  </a:cubicBezTo>
                  <a:cubicBezTo>
                    <a:pt x="1114754" y="20672"/>
                    <a:pt x="1112207" y="13047"/>
                    <a:pt x="1114754" y="7328"/>
                  </a:cubicBezTo>
                  <a:cubicBezTo>
                    <a:pt x="1117301" y="974"/>
                    <a:pt x="1124941" y="-1568"/>
                    <a:pt x="1130670" y="974"/>
                  </a:cubicBezTo>
                  <a:cubicBezTo>
                    <a:pt x="1310207" y="79768"/>
                    <a:pt x="1419712" y="203677"/>
                    <a:pt x="1432445" y="340296"/>
                  </a:cubicBezTo>
                  <a:cubicBezTo>
                    <a:pt x="1441359" y="438153"/>
                    <a:pt x="1413982" y="525207"/>
                    <a:pt x="1350317" y="597647"/>
                  </a:cubicBezTo>
                  <a:cubicBezTo>
                    <a:pt x="1242085" y="722192"/>
                    <a:pt x="1038355" y="795902"/>
                    <a:pt x="761410" y="810517"/>
                  </a:cubicBezTo>
                  <a:cubicBezTo>
                    <a:pt x="725120" y="812424"/>
                    <a:pt x="690104" y="813694"/>
                    <a:pt x="655725" y="8136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D07CFB96-A6CB-57FA-861F-39FA31CD659B}"/>
                </a:ext>
              </a:extLst>
            </p:cNvPr>
            <p:cNvSpPr/>
            <p:nvPr/>
          </p:nvSpPr>
          <p:spPr>
            <a:xfrm>
              <a:off x="3281323" y="4675570"/>
              <a:ext cx="41255" cy="42067"/>
            </a:xfrm>
            <a:custGeom>
              <a:avLst/>
              <a:gdLst>
                <a:gd name="connsiteX0" fmla="*/ 21232 w 41255"/>
                <a:gd name="connsiteY0" fmla="*/ 42067 h 42067"/>
                <a:gd name="connsiteX1" fmla="*/ 16775 w 41255"/>
                <a:gd name="connsiteY1" fmla="*/ 41432 h 42067"/>
                <a:gd name="connsiteX2" fmla="*/ 3405 w 41255"/>
                <a:gd name="connsiteY2" fmla="*/ 32536 h 42067"/>
                <a:gd name="connsiteX3" fmla="*/ 222 w 41255"/>
                <a:gd name="connsiteY3" fmla="*/ 16650 h 42067"/>
                <a:gd name="connsiteX4" fmla="*/ 9135 w 41255"/>
                <a:gd name="connsiteY4" fmla="*/ 3306 h 42067"/>
                <a:gd name="connsiteX5" fmla="*/ 37785 w 41255"/>
                <a:gd name="connsiteY5" fmla="*/ 9660 h 42067"/>
                <a:gd name="connsiteX6" fmla="*/ 31418 w 41255"/>
                <a:gd name="connsiteY6" fmla="*/ 38890 h 42067"/>
                <a:gd name="connsiteX7" fmla="*/ 31418 w 41255"/>
                <a:gd name="connsiteY7" fmla="*/ 38890 h 42067"/>
                <a:gd name="connsiteX8" fmla="*/ 21232 w 41255"/>
                <a:gd name="connsiteY8" fmla="*/ 42067 h 4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255" h="42067">
                  <a:moveTo>
                    <a:pt x="21232" y="42067"/>
                  </a:moveTo>
                  <a:cubicBezTo>
                    <a:pt x="19958" y="42067"/>
                    <a:pt x="18048" y="42067"/>
                    <a:pt x="16775" y="41432"/>
                  </a:cubicBezTo>
                  <a:cubicBezTo>
                    <a:pt x="11045" y="40161"/>
                    <a:pt x="6588" y="36984"/>
                    <a:pt x="3405" y="32536"/>
                  </a:cubicBezTo>
                  <a:cubicBezTo>
                    <a:pt x="222" y="28088"/>
                    <a:pt x="-415" y="22369"/>
                    <a:pt x="222" y="16650"/>
                  </a:cubicBezTo>
                  <a:cubicBezTo>
                    <a:pt x="1495" y="10931"/>
                    <a:pt x="4678" y="6483"/>
                    <a:pt x="9135" y="3306"/>
                  </a:cubicBezTo>
                  <a:cubicBezTo>
                    <a:pt x="18685" y="-3048"/>
                    <a:pt x="32055" y="129"/>
                    <a:pt x="37785" y="9660"/>
                  </a:cubicBezTo>
                  <a:cubicBezTo>
                    <a:pt x="44151" y="19192"/>
                    <a:pt x="41604" y="32536"/>
                    <a:pt x="31418" y="38890"/>
                  </a:cubicBezTo>
                  <a:lnTo>
                    <a:pt x="31418" y="38890"/>
                  </a:lnTo>
                  <a:cubicBezTo>
                    <a:pt x="28871" y="40796"/>
                    <a:pt x="25052" y="42067"/>
                    <a:pt x="21232" y="4206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ECD7486C-850B-D56B-AD2C-1C20AE120E69}"/>
                </a:ext>
              </a:extLst>
            </p:cNvPr>
            <p:cNvSpPr/>
            <p:nvPr/>
          </p:nvSpPr>
          <p:spPr>
            <a:xfrm>
              <a:off x="3257064" y="4834271"/>
              <a:ext cx="42594" cy="42225"/>
            </a:xfrm>
            <a:custGeom>
              <a:avLst/>
              <a:gdLst>
                <a:gd name="connsiteX0" fmla="*/ 21297 w 42594"/>
                <a:gd name="connsiteY0" fmla="*/ 42226 h 42225"/>
                <a:gd name="connsiteX1" fmla="*/ 3471 w 42594"/>
                <a:gd name="connsiteY1" fmla="*/ 32694 h 42225"/>
                <a:gd name="connsiteX2" fmla="*/ 9838 w 42594"/>
                <a:gd name="connsiteY2" fmla="*/ 3464 h 42225"/>
                <a:gd name="connsiteX3" fmla="*/ 39124 w 42594"/>
                <a:gd name="connsiteY3" fmla="*/ 9819 h 42225"/>
                <a:gd name="connsiteX4" fmla="*/ 32757 w 42594"/>
                <a:gd name="connsiteY4" fmla="*/ 39049 h 42225"/>
                <a:gd name="connsiteX5" fmla="*/ 32757 w 42594"/>
                <a:gd name="connsiteY5" fmla="*/ 39049 h 42225"/>
                <a:gd name="connsiteX6" fmla="*/ 21297 w 42594"/>
                <a:gd name="connsiteY6" fmla="*/ 42226 h 4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594" h="42225">
                  <a:moveTo>
                    <a:pt x="21297" y="42226"/>
                  </a:moveTo>
                  <a:cubicBezTo>
                    <a:pt x="14294" y="42226"/>
                    <a:pt x="7928" y="39049"/>
                    <a:pt x="3471" y="32694"/>
                  </a:cubicBezTo>
                  <a:cubicBezTo>
                    <a:pt x="-2896" y="23163"/>
                    <a:pt x="-349" y="9819"/>
                    <a:pt x="9838" y="3464"/>
                  </a:cubicBezTo>
                  <a:cubicBezTo>
                    <a:pt x="19387" y="-2890"/>
                    <a:pt x="32757" y="-348"/>
                    <a:pt x="39124" y="9819"/>
                  </a:cubicBezTo>
                  <a:cubicBezTo>
                    <a:pt x="45490" y="19350"/>
                    <a:pt x="42944" y="32694"/>
                    <a:pt x="32757" y="39049"/>
                  </a:cubicBezTo>
                  <a:lnTo>
                    <a:pt x="32757" y="39049"/>
                  </a:lnTo>
                  <a:cubicBezTo>
                    <a:pt x="29574" y="40955"/>
                    <a:pt x="25754" y="42226"/>
                    <a:pt x="21297" y="4222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82F87B6F-FB79-8F31-7E74-3928D27839EC}"/>
                </a:ext>
              </a:extLst>
            </p:cNvPr>
            <p:cNvSpPr/>
            <p:nvPr/>
          </p:nvSpPr>
          <p:spPr>
            <a:xfrm>
              <a:off x="3402858" y="4780324"/>
              <a:ext cx="42528" cy="42160"/>
            </a:xfrm>
            <a:custGeom>
              <a:avLst/>
              <a:gdLst>
                <a:gd name="connsiteX0" fmla="*/ 21297 w 42528"/>
                <a:gd name="connsiteY0" fmla="*/ 42160 h 42160"/>
                <a:gd name="connsiteX1" fmla="*/ 3471 w 42528"/>
                <a:gd name="connsiteY1" fmla="*/ 32629 h 42160"/>
                <a:gd name="connsiteX2" fmla="*/ 9838 w 42528"/>
                <a:gd name="connsiteY2" fmla="*/ 3399 h 42160"/>
                <a:gd name="connsiteX3" fmla="*/ 25754 w 42528"/>
                <a:gd name="connsiteY3" fmla="*/ 221 h 42160"/>
                <a:gd name="connsiteX4" fmla="*/ 39124 w 42528"/>
                <a:gd name="connsiteY4" fmla="*/ 9117 h 42160"/>
                <a:gd name="connsiteX5" fmla="*/ 42307 w 42528"/>
                <a:gd name="connsiteY5" fmla="*/ 25003 h 42160"/>
                <a:gd name="connsiteX6" fmla="*/ 33394 w 42528"/>
                <a:gd name="connsiteY6" fmla="*/ 38347 h 42160"/>
                <a:gd name="connsiteX7" fmla="*/ 21297 w 42528"/>
                <a:gd name="connsiteY7" fmla="*/ 42160 h 4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528" h="42160">
                  <a:moveTo>
                    <a:pt x="21297" y="42160"/>
                  </a:moveTo>
                  <a:cubicBezTo>
                    <a:pt x="14294" y="42160"/>
                    <a:pt x="7927" y="38983"/>
                    <a:pt x="3471" y="32629"/>
                  </a:cubicBezTo>
                  <a:cubicBezTo>
                    <a:pt x="-2895" y="23097"/>
                    <a:pt x="-349" y="9753"/>
                    <a:pt x="9838" y="3399"/>
                  </a:cubicBezTo>
                  <a:cubicBezTo>
                    <a:pt x="14294" y="221"/>
                    <a:pt x="20024" y="-414"/>
                    <a:pt x="25754" y="221"/>
                  </a:cubicBezTo>
                  <a:cubicBezTo>
                    <a:pt x="31484" y="1492"/>
                    <a:pt x="35940" y="4669"/>
                    <a:pt x="39124" y="9117"/>
                  </a:cubicBezTo>
                  <a:cubicBezTo>
                    <a:pt x="42307" y="13566"/>
                    <a:pt x="42943" y="19284"/>
                    <a:pt x="42307" y="25003"/>
                  </a:cubicBezTo>
                  <a:cubicBezTo>
                    <a:pt x="41034" y="30722"/>
                    <a:pt x="37850" y="35170"/>
                    <a:pt x="33394" y="38347"/>
                  </a:cubicBezTo>
                  <a:cubicBezTo>
                    <a:pt x="28937" y="40889"/>
                    <a:pt x="25117" y="42160"/>
                    <a:pt x="21297" y="4216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16" name="Text Placeholder 3">
            <a:extLst>
              <a:ext uri="{FF2B5EF4-FFF2-40B4-BE49-F238E27FC236}">
                <a16:creationId xmlns:a16="http://schemas.microsoft.com/office/drawing/2014/main" id="{925101AA-B595-3504-7A95-8DF34010A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1291" y="2494314"/>
            <a:ext cx="3932237" cy="19389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5870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Page C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D098-B447-79ED-27D6-0983AC947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689" y="3124301"/>
            <a:ext cx="11095036" cy="609398"/>
          </a:xfrm>
        </p:spPr>
        <p:txBody>
          <a:bodyPr wrap="square" anchor="b">
            <a:sp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E6154-9CAB-42A6-DF23-0071FD3E6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689" y="3866097"/>
            <a:ext cx="11095036" cy="249299"/>
          </a:xfrm>
        </p:spPr>
        <p:txBody>
          <a:bodyPr/>
          <a:lstStyle>
            <a:lvl1pPr marL="0" indent="0" algn="l">
              <a:buNone/>
              <a:defRPr sz="18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C1ACE80-80DC-D811-1715-71A08E931666}"/>
              </a:ext>
            </a:extLst>
          </p:cNvPr>
          <p:cNvGrpSpPr/>
          <p:nvPr/>
        </p:nvGrpSpPr>
        <p:grpSpPr>
          <a:xfrm>
            <a:off x="7706234" y="564803"/>
            <a:ext cx="2637916" cy="625129"/>
            <a:chOff x="5854574" y="1787813"/>
            <a:chExt cx="2637916" cy="625129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7ABEE7C3-9B4A-50B2-31DD-BE2CB56D7B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54574" y="1799067"/>
              <a:ext cx="543135" cy="17501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23ECDE62-E6A7-B6BC-E5C2-5AF4E7811D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6313" y="1787813"/>
              <a:ext cx="483257" cy="200752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15BCB864-4419-FB53-19AE-553B434CB46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58172" y="1816732"/>
              <a:ext cx="540073" cy="178678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58C70243-6242-AB8C-6AB7-94897D4EBF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86847" y="1824586"/>
              <a:ext cx="505643" cy="178679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BEA25EE0-634E-50AF-2B84-4DF7F47BBE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67481" y="2190745"/>
              <a:ext cx="494310" cy="17501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D2C347FC-C7A5-F9A6-1203-3DDC640FDA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298232" y="2143557"/>
              <a:ext cx="417743" cy="269385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683D6A40-1791-1E85-0B68-BB918426D0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952417" y="2203913"/>
              <a:ext cx="540073" cy="148672"/>
            </a:xfrm>
            <a:prstGeom prst="rect">
              <a:avLst/>
            </a:prstGeom>
          </p:spPr>
        </p:pic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AA940D3-D2A0-CCCE-33FB-5EA2211274C5}"/>
              </a:ext>
            </a:extLst>
          </p:cNvPr>
          <p:cNvCxnSpPr>
            <a:cxnSpLocks/>
          </p:cNvCxnSpPr>
          <p:nvPr/>
        </p:nvCxnSpPr>
        <p:spPr>
          <a:xfrm>
            <a:off x="10644647" y="536115"/>
            <a:ext cx="0" cy="62013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02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 C |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27">
            <a:extLst>
              <a:ext uri="{FF2B5EF4-FFF2-40B4-BE49-F238E27FC236}">
                <a16:creationId xmlns:a16="http://schemas.microsoft.com/office/drawing/2014/main" id="{EE66D981-4422-A9B5-826E-7F26A3EBA224}"/>
              </a:ext>
            </a:extLst>
          </p:cNvPr>
          <p:cNvSpPr/>
          <p:nvPr/>
        </p:nvSpPr>
        <p:spPr>
          <a:xfrm>
            <a:off x="10435590" y="274320"/>
            <a:ext cx="1405890" cy="994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8B16073-8B26-07AB-15E2-A9C9DEDAB191}"/>
              </a:ext>
            </a:extLst>
          </p:cNvPr>
          <p:cNvGrpSpPr/>
          <p:nvPr/>
        </p:nvGrpSpPr>
        <p:grpSpPr>
          <a:xfrm>
            <a:off x="1947027" y="564803"/>
            <a:ext cx="2637917" cy="625129"/>
            <a:chOff x="7706233" y="564803"/>
            <a:chExt cx="2637917" cy="625129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517D2A5-CBF2-66E1-4005-35CCBC90E7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706234" y="576057"/>
              <a:ext cx="543135" cy="175010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5FB7EC4-44DF-BD22-83E4-B6C5C73B75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37973" y="564803"/>
              <a:ext cx="483257" cy="200752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7C71EB46-FEBD-F57C-B788-2B1E9DF673B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109832" y="593722"/>
              <a:ext cx="540073" cy="178678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2A02D869-D99A-F3A4-53E8-D0F0893669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838507" y="601576"/>
              <a:ext cx="505643" cy="178679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D362981F-0362-BA2D-8C72-EB3E3B2D4AB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706233" y="967734"/>
              <a:ext cx="543121" cy="19229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E9BE216B-4BCE-5577-5487-0EECA01D4C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70729" y="920547"/>
              <a:ext cx="417743" cy="269385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59B705BE-2FDB-AB1E-D59C-2E625B00FF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109832" y="980903"/>
              <a:ext cx="540073" cy="148672"/>
            </a:xfrm>
            <a:prstGeom prst="rect">
              <a:avLst/>
            </a:prstGeom>
          </p:spPr>
        </p:pic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3A9AEC4-3AB4-17D9-4913-1CF120424329}"/>
              </a:ext>
            </a:extLst>
          </p:cNvPr>
          <p:cNvCxnSpPr>
            <a:cxnSpLocks/>
          </p:cNvCxnSpPr>
          <p:nvPr/>
        </p:nvCxnSpPr>
        <p:spPr>
          <a:xfrm>
            <a:off x="1641324" y="536115"/>
            <a:ext cx="0" cy="62013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D6DC30D-1900-7B1D-F6A3-95C1C70DC573}"/>
              </a:ext>
            </a:extLst>
          </p:cNvPr>
          <p:cNvGrpSpPr/>
          <p:nvPr/>
        </p:nvGrpSpPr>
        <p:grpSpPr>
          <a:xfrm>
            <a:off x="547689" y="555389"/>
            <a:ext cx="749307" cy="577195"/>
            <a:chOff x="8537865" y="1319106"/>
            <a:chExt cx="921208" cy="709611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B942CF4-DE71-26BA-01BF-14C518188C54}"/>
                </a:ext>
              </a:extLst>
            </p:cNvPr>
            <p:cNvSpPr/>
            <p:nvPr/>
          </p:nvSpPr>
          <p:spPr>
            <a:xfrm>
              <a:off x="9313753" y="1915716"/>
              <a:ext cx="142919" cy="106441"/>
            </a:xfrm>
            <a:custGeom>
              <a:avLst/>
              <a:gdLst>
                <a:gd name="connsiteX0" fmla="*/ 0 w 142919"/>
                <a:gd name="connsiteY0" fmla="*/ 106442 h 106441"/>
                <a:gd name="connsiteX1" fmla="*/ 142919 w 142919"/>
                <a:gd name="connsiteY1" fmla="*/ 106442 h 106441"/>
                <a:gd name="connsiteX2" fmla="*/ 142919 w 142919"/>
                <a:gd name="connsiteY2" fmla="*/ 81397 h 106441"/>
                <a:gd name="connsiteX3" fmla="*/ 84914 w 142919"/>
                <a:gd name="connsiteY3" fmla="*/ 81397 h 106441"/>
                <a:gd name="connsiteX4" fmla="*/ 84914 w 142919"/>
                <a:gd name="connsiteY4" fmla="*/ 9243 h 106441"/>
                <a:gd name="connsiteX5" fmla="*/ 61892 w 142919"/>
                <a:gd name="connsiteY5" fmla="*/ 9243 h 106441"/>
                <a:gd name="connsiteX6" fmla="*/ 61892 w 142919"/>
                <a:gd name="connsiteY6" fmla="*/ 81397 h 106441"/>
                <a:gd name="connsiteX7" fmla="*/ 22724 w 142919"/>
                <a:gd name="connsiteY7" fmla="*/ 81397 h 106441"/>
                <a:gd name="connsiteX8" fmla="*/ 22724 w 142919"/>
                <a:gd name="connsiteY8" fmla="*/ 0 h 106441"/>
                <a:gd name="connsiteX9" fmla="*/ 0 w 142919"/>
                <a:gd name="connsiteY9" fmla="*/ 0 h 106441"/>
                <a:gd name="connsiteX10" fmla="*/ 0 w 142919"/>
                <a:gd name="connsiteY10" fmla="*/ 106442 h 10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19" h="106441">
                  <a:moveTo>
                    <a:pt x="0" y="106442"/>
                  </a:moveTo>
                  <a:lnTo>
                    <a:pt x="142919" y="106442"/>
                  </a:lnTo>
                  <a:lnTo>
                    <a:pt x="142919" y="81397"/>
                  </a:lnTo>
                  <a:lnTo>
                    <a:pt x="84914" y="81397"/>
                  </a:lnTo>
                  <a:lnTo>
                    <a:pt x="84914" y="9243"/>
                  </a:lnTo>
                  <a:lnTo>
                    <a:pt x="61892" y="9243"/>
                  </a:lnTo>
                  <a:lnTo>
                    <a:pt x="61892" y="81397"/>
                  </a:lnTo>
                  <a:lnTo>
                    <a:pt x="22724" y="81397"/>
                  </a:lnTo>
                  <a:lnTo>
                    <a:pt x="22724" y="0"/>
                  </a:lnTo>
                  <a:lnTo>
                    <a:pt x="0" y="0"/>
                  </a:lnTo>
                  <a:lnTo>
                    <a:pt x="0" y="106442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E8DFC39-48F5-92AB-28FE-3078D7DA113D}"/>
                </a:ext>
              </a:extLst>
            </p:cNvPr>
            <p:cNvSpPr/>
            <p:nvPr/>
          </p:nvSpPr>
          <p:spPr>
            <a:xfrm>
              <a:off x="9311063" y="1755010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238 h 149674"/>
                <a:gd name="connsiteX9" fmla="*/ 74150 w 148003"/>
                <a:gd name="connsiteY9" fmla="*/ 26238 h 149674"/>
                <a:gd name="connsiteX10" fmla="*/ 23321 w 148003"/>
                <a:gd name="connsiteY10" fmla="*/ 74837 h 149674"/>
                <a:gd name="connsiteX11" fmla="*/ 73851 w 148003"/>
                <a:gd name="connsiteY11" fmla="*/ 123139 h 149674"/>
                <a:gd name="connsiteX12" fmla="*/ 74150 w 148003"/>
                <a:gd name="connsiteY12" fmla="*/ 123139 h 149674"/>
                <a:gd name="connsiteX13" fmla="*/ 124979 w 148003"/>
                <a:gd name="connsiteY13" fmla="*/ 74539 h 149674"/>
                <a:gd name="connsiteX14" fmla="*/ 74449 w 148003"/>
                <a:gd name="connsiteY14" fmla="*/ 26238 h 149674"/>
                <a:gd name="connsiteX15" fmla="*/ 74449 w 148003"/>
                <a:gd name="connsiteY15" fmla="*/ 26238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238"/>
                  </a:moveTo>
                  <a:lnTo>
                    <a:pt x="74150" y="26238"/>
                  </a:lnTo>
                  <a:cubicBezTo>
                    <a:pt x="46344" y="26238"/>
                    <a:pt x="23321" y="46512"/>
                    <a:pt x="23321" y="74837"/>
                  </a:cubicBezTo>
                  <a:cubicBezTo>
                    <a:pt x="23321" y="103162"/>
                    <a:pt x="46045" y="123139"/>
                    <a:pt x="73851" y="123139"/>
                  </a:cubicBezTo>
                  <a:lnTo>
                    <a:pt x="74150" y="123139"/>
                  </a:lnTo>
                  <a:cubicBezTo>
                    <a:pt x="101957" y="123139"/>
                    <a:pt x="124979" y="102864"/>
                    <a:pt x="124979" y="74539"/>
                  </a:cubicBezTo>
                  <a:cubicBezTo>
                    <a:pt x="124979" y="46214"/>
                    <a:pt x="102256" y="26238"/>
                    <a:pt x="74449" y="26238"/>
                  </a:cubicBezTo>
                  <a:lnTo>
                    <a:pt x="74449" y="26238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76BAB298-5C16-D4A2-87C9-477405137510}"/>
                </a:ext>
              </a:extLst>
            </p:cNvPr>
            <p:cNvSpPr/>
            <p:nvPr/>
          </p:nvSpPr>
          <p:spPr>
            <a:xfrm>
              <a:off x="9311063" y="1591024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536 h 149674"/>
                <a:gd name="connsiteX9" fmla="*/ 74150 w 148003"/>
                <a:gd name="connsiteY9" fmla="*/ 26536 h 149674"/>
                <a:gd name="connsiteX10" fmla="*/ 23321 w 148003"/>
                <a:gd name="connsiteY10" fmla="*/ 75135 h 149674"/>
                <a:gd name="connsiteX11" fmla="*/ 73851 w 148003"/>
                <a:gd name="connsiteY11" fmla="*/ 123437 h 149674"/>
                <a:gd name="connsiteX12" fmla="*/ 74150 w 148003"/>
                <a:gd name="connsiteY12" fmla="*/ 123437 h 149674"/>
                <a:gd name="connsiteX13" fmla="*/ 124979 w 148003"/>
                <a:gd name="connsiteY13" fmla="*/ 74837 h 149674"/>
                <a:gd name="connsiteX14" fmla="*/ 74449 w 148003"/>
                <a:gd name="connsiteY14" fmla="*/ 26536 h 149674"/>
                <a:gd name="connsiteX15" fmla="*/ 74449 w 148003"/>
                <a:gd name="connsiteY15" fmla="*/ 26536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536"/>
                  </a:moveTo>
                  <a:lnTo>
                    <a:pt x="74150" y="26536"/>
                  </a:lnTo>
                  <a:cubicBezTo>
                    <a:pt x="46344" y="26536"/>
                    <a:pt x="23321" y="46811"/>
                    <a:pt x="23321" y="75135"/>
                  </a:cubicBezTo>
                  <a:cubicBezTo>
                    <a:pt x="23321" y="103460"/>
                    <a:pt x="46045" y="123437"/>
                    <a:pt x="73851" y="123437"/>
                  </a:cubicBezTo>
                  <a:lnTo>
                    <a:pt x="74150" y="123437"/>
                  </a:lnTo>
                  <a:cubicBezTo>
                    <a:pt x="101957" y="123437"/>
                    <a:pt x="124979" y="103162"/>
                    <a:pt x="124979" y="74837"/>
                  </a:cubicBezTo>
                  <a:cubicBezTo>
                    <a:pt x="124979" y="46512"/>
                    <a:pt x="102256" y="26536"/>
                    <a:pt x="74449" y="26536"/>
                  </a:cubicBezTo>
                  <a:lnTo>
                    <a:pt x="74449" y="26536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AB3945-D07E-07F0-732A-E8E0EA20C39F}"/>
                </a:ext>
              </a:extLst>
            </p:cNvPr>
            <p:cNvSpPr/>
            <p:nvPr/>
          </p:nvSpPr>
          <p:spPr>
            <a:xfrm>
              <a:off x="9313753" y="1441350"/>
              <a:ext cx="142919" cy="129399"/>
            </a:xfrm>
            <a:custGeom>
              <a:avLst/>
              <a:gdLst>
                <a:gd name="connsiteX0" fmla="*/ 0 w 142919"/>
                <a:gd name="connsiteY0" fmla="*/ 129400 h 129399"/>
                <a:gd name="connsiteX1" fmla="*/ 0 w 142919"/>
                <a:gd name="connsiteY1" fmla="*/ 76030 h 129399"/>
                <a:gd name="connsiteX2" fmla="*/ 71160 w 142919"/>
                <a:gd name="connsiteY2" fmla="*/ 0 h 129399"/>
                <a:gd name="connsiteX3" fmla="*/ 71460 w 142919"/>
                <a:gd name="connsiteY3" fmla="*/ 0 h 129399"/>
                <a:gd name="connsiteX4" fmla="*/ 142919 w 142919"/>
                <a:gd name="connsiteY4" fmla="*/ 76030 h 129399"/>
                <a:gd name="connsiteX5" fmla="*/ 142919 w 142919"/>
                <a:gd name="connsiteY5" fmla="*/ 129400 h 129399"/>
                <a:gd name="connsiteX6" fmla="*/ 0 w 142919"/>
                <a:gd name="connsiteY6" fmla="*/ 129400 h 129399"/>
                <a:gd name="connsiteX7" fmla="*/ 120196 w 142919"/>
                <a:gd name="connsiteY7" fmla="*/ 76030 h 129399"/>
                <a:gd name="connsiteX8" fmla="*/ 72058 w 142919"/>
                <a:gd name="connsiteY8" fmla="*/ 26238 h 129399"/>
                <a:gd name="connsiteX9" fmla="*/ 71759 w 142919"/>
                <a:gd name="connsiteY9" fmla="*/ 26238 h 129399"/>
                <a:gd name="connsiteX10" fmla="*/ 23023 w 142919"/>
                <a:gd name="connsiteY10" fmla="*/ 76030 h 129399"/>
                <a:gd name="connsiteX11" fmla="*/ 23023 w 142919"/>
                <a:gd name="connsiteY11" fmla="*/ 104355 h 129399"/>
                <a:gd name="connsiteX12" fmla="*/ 120494 w 142919"/>
                <a:gd name="connsiteY12" fmla="*/ 104355 h 129399"/>
                <a:gd name="connsiteX13" fmla="*/ 120494 w 142919"/>
                <a:gd name="connsiteY13" fmla="*/ 76030 h 129399"/>
                <a:gd name="connsiteX14" fmla="*/ 120196 w 142919"/>
                <a:gd name="connsiteY14" fmla="*/ 76030 h 12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919" h="129399">
                  <a:moveTo>
                    <a:pt x="0" y="129400"/>
                  </a:moveTo>
                  <a:lnTo>
                    <a:pt x="0" y="76030"/>
                  </a:lnTo>
                  <a:cubicBezTo>
                    <a:pt x="0" y="31008"/>
                    <a:pt x="30796" y="0"/>
                    <a:pt x="71160" y="0"/>
                  </a:cubicBezTo>
                  <a:lnTo>
                    <a:pt x="71460" y="0"/>
                  </a:lnTo>
                  <a:cubicBezTo>
                    <a:pt x="111824" y="0"/>
                    <a:pt x="142919" y="31008"/>
                    <a:pt x="142919" y="76030"/>
                  </a:cubicBezTo>
                  <a:lnTo>
                    <a:pt x="142919" y="129400"/>
                  </a:lnTo>
                  <a:lnTo>
                    <a:pt x="0" y="129400"/>
                  </a:lnTo>
                  <a:close/>
                  <a:moveTo>
                    <a:pt x="120196" y="76030"/>
                  </a:moveTo>
                  <a:cubicBezTo>
                    <a:pt x="120196" y="45916"/>
                    <a:pt x="99864" y="26238"/>
                    <a:pt x="72058" y="26238"/>
                  </a:cubicBezTo>
                  <a:lnTo>
                    <a:pt x="71759" y="26238"/>
                  </a:lnTo>
                  <a:cubicBezTo>
                    <a:pt x="43653" y="26238"/>
                    <a:pt x="23023" y="45916"/>
                    <a:pt x="23023" y="76030"/>
                  </a:cubicBezTo>
                  <a:lnTo>
                    <a:pt x="23023" y="104355"/>
                  </a:lnTo>
                  <a:lnTo>
                    <a:pt x="120494" y="104355"/>
                  </a:lnTo>
                  <a:lnTo>
                    <a:pt x="120494" y="76030"/>
                  </a:lnTo>
                  <a:lnTo>
                    <a:pt x="120196" y="76030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961FC10-6ED2-CA66-E76E-CB26899D720A}"/>
                </a:ext>
              </a:extLst>
            </p:cNvPr>
            <p:cNvSpPr/>
            <p:nvPr/>
          </p:nvSpPr>
          <p:spPr>
            <a:xfrm>
              <a:off x="9311063" y="1319702"/>
              <a:ext cx="148010" cy="110615"/>
            </a:xfrm>
            <a:custGeom>
              <a:avLst/>
              <a:gdLst>
                <a:gd name="connsiteX0" fmla="*/ 125278 w 148010"/>
                <a:gd name="connsiteY0" fmla="*/ 110616 h 110615"/>
                <a:gd name="connsiteX1" fmla="*/ 107040 w 148010"/>
                <a:gd name="connsiteY1" fmla="*/ 95410 h 110615"/>
                <a:gd name="connsiteX2" fmla="*/ 125876 w 148010"/>
                <a:gd name="connsiteY2" fmla="*/ 50090 h 110615"/>
                <a:gd name="connsiteX3" fmla="*/ 107638 w 148010"/>
                <a:gd name="connsiteY3" fmla="*/ 24747 h 110615"/>
                <a:gd name="connsiteX4" fmla="*/ 107339 w 148010"/>
                <a:gd name="connsiteY4" fmla="*/ 24747 h 110615"/>
                <a:gd name="connsiteX5" fmla="*/ 85213 w 148010"/>
                <a:gd name="connsiteY5" fmla="*/ 57246 h 110615"/>
                <a:gd name="connsiteX6" fmla="*/ 42158 w 148010"/>
                <a:gd name="connsiteY6" fmla="*/ 105249 h 110615"/>
                <a:gd name="connsiteX7" fmla="*/ 41859 w 148010"/>
                <a:gd name="connsiteY7" fmla="*/ 105249 h 110615"/>
                <a:gd name="connsiteX8" fmla="*/ 0 w 148010"/>
                <a:gd name="connsiteY8" fmla="*/ 56053 h 110615"/>
                <a:gd name="connsiteX9" fmla="*/ 18239 w 148010"/>
                <a:gd name="connsiteY9" fmla="*/ 3876 h 110615"/>
                <a:gd name="connsiteX10" fmla="*/ 37374 w 148010"/>
                <a:gd name="connsiteY10" fmla="*/ 17591 h 110615"/>
                <a:gd name="connsiteX11" fmla="*/ 22425 w 148010"/>
                <a:gd name="connsiteY11" fmla="*/ 56650 h 110615"/>
                <a:gd name="connsiteX12" fmla="*/ 39467 w 148010"/>
                <a:gd name="connsiteY12" fmla="*/ 80204 h 110615"/>
                <a:gd name="connsiteX13" fmla="*/ 39766 w 148010"/>
                <a:gd name="connsiteY13" fmla="*/ 80204 h 110615"/>
                <a:gd name="connsiteX14" fmla="*/ 62490 w 148010"/>
                <a:gd name="connsiteY14" fmla="*/ 46214 h 110615"/>
                <a:gd name="connsiteX15" fmla="*/ 104648 w 148010"/>
                <a:gd name="connsiteY15" fmla="*/ 0 h 110615"/>
                <a:gd name="connsiteX16" fmla="*/ 104947 w 148010"/>
                <a:gd name="connsiteY16" fmla="*/ 0 h 110615"/>
                <a:gd name="connsiteX17" fmla="*/ 148002 w 148010"/>
                <a:gd name="connsiteY17" fmla="*/ 51283 h 110615"/>
                <a:gd name="connsiteX18" fmla="*/ 125278 w 148010"/>
                <a:gd name="connsiteY18" fmla="*/ 110616 h 110615"/>
                <a:gd name="connsiteX19" fmla="*/ 125278 w 148010"/>
                <a:gd name="connsiteY19" fmla="*/ 110616 h 11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8010" h="110615">
                  <a:moveTo>
                    <a:pt x="125278" y="110616"/>
                  </a:moveTo>
                  <a:lnTo>
                    <a:pt x="107040" y="95410"/>
                  </a:lnTo>
                  <a:cubicBezTo>
                    <a:pt x="119000" y="81695"/>
                    <a:pt x="125876" y="67980"/>
                    <a:pt x="125876" y="50090"/>
                  </a:cubicBezTo>
                  <a:cubicBezTo>
                    <a:pt x="125876" y="34586"/>
                    <a:pt x="118701" y="24747"/>
                    <a:pt x="107638" y="24747"/>
                  </a:cubicBezTo>
                  <a:lnTo>
                    <a:pt x="107339" y="24747"/>
                  </a:lnTo>
                  <a:cubicBezTo>
                    <a:pt x="97173" y="24747"/>
                    <a:pt x="91492" y="30412"/>
                    <a:pt x="85213" y="57246"/>
                  </a:cubicBezTo>
                  <a:cubicBezTo>
                    <a:pt x="77738" y="87956"/>
                    <a:pt x="68769" y="105249"/>
                    <a:pt x="42158" y="105249"/>
                  </a:cubicBezTo>
                  <a:lnTo>
                    <a:pt x="41859" y="105249"/>
                  </a:lnTo>
                  <a:cubicBezTo>
                    <a:pt x="17043" y="105249"/>
                    <a:pt x="0" y="84676"/>
                    <a:pt x="0" y="56053"/>
                  </a:cubicBezTo>
                  <a:cubicBezTo>
                    <a:pt x="0" y="35182"/>
                    <a:pt x="6279" y="18486"/>
                    <a:pt x="18239" y="3876"/>
                  </a:cubicBezTo>
                  <a:lnTo>
                    <a:pt x="37374" y="17591"/>
                  </a:lnTo>
                  <a:cubicBezTo>
                    <a:pt x="27806" y="30412"/>
                    <a:pt x="22425" y="43531"/>
                    <a:pt x="22425" y="56650"/>
                  </a:cubicBezTo>
                  <a:cubicBezTo>
                    <a:pt x="22425" y="71558"/>
                    <a:pt x="29899" y="80204"/>
                    <a:pt x="39467" y="80204"/>
                  </a:cubicBezTo>
                  <a:lnTo>
                    <a:pt x="39766" y="80204"/>
                  </a:lnTo>
                  <a:cubicBezTo>
                    <a:pt x="50829" y="80204"/>
                    <a:pt x="55912" y="73645"/>
                    <a:pt x="62490" y="46214"/>
                  </a:cubicBezTo>
                  <a:cubicBezTo>
                    <a:pt x="69965" y="15802"/>
                    <a:pt x="80728" y="0"/>
                    <a:pt x="104648" y="0"/>
                  </a:cubicBezTo>
                  <a:lnTo>
                    <a:pt x="104947" y="0"/>
                  </a:lnTo>
                  <a:cubicBezTo>
                    <a:pt x="131856" y="0"/>
                    <a:pt x="148002" y="21169"/>
                    <a:pt x="148002" y="51283"/>
                  </a:cubicBezTo>
                  <a:cubicBezTo>
                    <a:pt x="148301" y="72750"/>
                    <a:pt x="140527" y="93323"/>
                    <a:pt x="125278" y="110616"/>
                  </a:cubicBezTo>
                  <a:lnTo>
                    <a:pt x="125278" y="110616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F7CB07-4FC4-6957-143E-C0BA65EC2381}"/>
                </a:ext>
              </a:extLst>
            </p:cNvPr>
            <p:cNvSpPr/>
            <p:nvPr/>
          </p:nvSpPr>
          <p:spPr>
            <a:xfrm>
              <a:off x="8537865" y="1319106"/>
              <a:ext cx="327996" cy="340494"/>
            </a:xfrm>
            <a:custGeom>
              <a:avLst/>
              <a:gdLst>
                <a:gd name="connsiteX0" fmla="*/ 0 w 327996"/>
                <a:gd name="connsiteY0" fmla="*/ 171142 h 340494"/>
                <a:gd name="connsiteX1" fmla="*/ 0 w 327996"/>
                <a:gd name="connsiteY1" fmla="*/ 170247 h 340494"/>
                <a:gd name="connsiteX2" fmla="*/ 180293 w 327996"/>
                <a:gd name="connsiteY2" fmla="*/ 0 h 340494"/>
                <a:gd name="connsiteX3" fmla="*/ 316933 w 327996"/>
                <a:gd name="connsiteY3" fmla="*/ 49494 h 340494"/>
                <a:gd name="connsiteX4" fmla="*/ 255939 w 327996"/>
                <a:gd name="connsiteY4" fmla="*/ 123139 h 340494"/>
                <a:gd name="connsiteX5" fmla="*/ 183582 w 327996"/>
                <a:gd name="connsiteY5" fmla="*/ 94814 h 340494"/>
                <a:gd name="connsiteX6" fmla="*/ 110329 w 327996"/>
                <a:gd name="connsiteY6" fmla="*/ 171738 h 340494"/>
                <a:gd name="connsiteX7" fmla="*/ 110329 w 327996"/>
                <a:gd name="connsiteY7" fmla="*/ 172633 h 340494"/>
                <a:gd name="connsiteX8" fmla="*/ 188366 w 327996"/>
                <a:gd name="connsiteY8" fmla="*/ 250451 h 340494"/>
                <a:gd name="connsiteX9" fmla="*/ 225740 w 327996"/>
                <a:gd name="connsiteY9" fmla="*/ 242997 h 340494"/>
                <a:gd name="connsiteX10" fmla="*/ 225740 w 327996"/>
                <a:gd name="connsiteY10" fmla="*/ 210200 h 340494"/>
                <a:gd name="connsiteX11" fmla="*/ 169829 w 327996"/>
                <a:gd name="connsiteY11" fmla="*/ 210200 h 340494"/>
                <a:gd name="connsiteX12" fmla="*/ 169829 w 327996"/>
                <a:gd name="connsiteY12" fmla="*/ 140133 h 340494"/>
                <a:gd name="connsiteX13" fmla="*/ 327996 w 327996"/>
                <a:gd name="connsiteY13" fmla="*/ 140133 h 340494"/>
                <a:gd name="connsiteX14" fmla="*/ 327996 w 327996"/>
                <a:gd name="connsiteY14" fmla="*/ 291597 h 340494"/>
                <a:gd name="connsiteX15" fmla="*/ 183881 w 327996"/>
                <a:gd name="connsiteY15" fmla="*/ 340495 h 340494"/>
                <a:gd name="connsiteX16" fmla="*/ 0 w 327996"/>
                <a:gd name="connsiteY16" fmla="*/ 171142 h 340494"/>
                <a:gd name="connsiteX17" fmla="*/ 0 w 327996"/>
                <a:gd name="connsiteY17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7996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2750"/>
                    <a:pt x="77140" y="0"/>
                    <a:pt x="180293" y="0"/>
                  </a:cubicBezTo>
                  <a:cubicBezTo>
                    <a:pt x="236205" y="0"/>
                    <a:pt x="281652" y="18784"/>
                    <a:pt x="316933" y="49494"/>
                  </a:cubicBezTo>
                  <a:lnTo>
                    <a:pt x="255939" y="123139"/>
                  </a:lnTo>
                  <a:cubicBezTo>
                    <a:pt x="234411" y="104951"/>
                    <a:pt x="210791" y="94814"/>
                    <a:pt x="183582" y="94814"/>
                  </a:cubicBezTo>
                  <a:cubicBezTo>
                    <a:pt x="141125" y="94814"/>
                    <a:pt x="110329" y="127611"/>
                    <a:pt x="110329" y="171738"/>
                  </a:cubicBezTo>
                  <a:lnTo>
                    <a:pt x="110329" y="172633"/>
                  </a:lnTo>
                  <a:cubicBezTo>
                    <a:pt x="110329" y="218847"/>
                    <a:pt x="142620" y="250451"/>
                    <a:pt x="188366" y="250451"/>
                  </a:cubicBezTo>
                  <a:cubicBezTo>
                    <a:pt x="206904" y="250451"/>
                    <a:pt x="217369" y="247768"/>
                    <a:pt x="225740" y="242997"/>
                  </a:cubicBezTo>
                  <a:lnTo>
                    <a:pt x="225740" y="210200"/>
                  </a:lnTo>
                  <a:lnTo>
                    <a:pt x="169829" y="210200"/>
                  </a:lnTo>
                  <a:lnTo>
                    <a:pt x="169829" y="140133"/>
                  </a:lnTo>
                  <a:lnTo>
                    <a:pt x="327996" y="140133"/>
                  </a:lnTo>
                  <a:lnTo>
                    <a:pt x="327996" y="291597"/>
                  </a:lnTo>
                  <a:cubicBezTo>
                    <a:pt x="292416" y="320518"/>
                    <a:pt x="243082" y="340495"/>
                    <a:pt x="183881" y="340495"/>
                  </a:cubicBezTo>
                  <a:cubicBezTo>
                    <a:pt x="81625" y="340495"/>
                    <a:pt x="0" y="272217"/>
                    <a:pt x="0" y="171142"/>
                  </a:cubicBezTo>
                  <a:lnTo>
                    <a:pt x="0" y="171142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B2A9036-B35B-2210-B70D-57E65839FEE0}"/>
                </a:ext>
              </a:extLst>
            </p:cNvPr>
            <p:cNvSpPr/>
            <p:nvPr/>
          </p:nvSpPr>
          <p:spPr>
            <a:xfrm>
              <a:off x="8897255" y="1319106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6E58D61-2D40-0162-5655-411BCAF217B3}"/>
                </a:ext>
              </a:extLst>
            </p:cNvPr>
            <p:cNvSpPr/>
            <p:nvPr/>
          </p:nvSpPr>
          <p:spPr>
            <a:xfrm>
              <a:off x="8897255" y="1688223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7B3D061-FB84-B03D-4FC5-2D68A45C3AF0}"/>
                </a:ext>
              </a:extLst>
            </p:cNvPr>
            <p:cNvSpPr/>
            <p:nvPr/>
          </p:nvSpPr>
          <p:spPr>
            <a:xfrm>
              <a:off x="8550721" y="1694782"/>
              <a:ext cx="327398" cy="327375"/>
            </a:xfrm>
            <a:custGeom>
              <a:avLst/>
              <a:gdLst>
                <a:gd name="connsiteX0" fmla="*/ 327398 w 327398"/>
                <a:gd name="connsiteY0" fmla="*/ 0 h 327375"/>
                <a:gd name="connsiteX1" fmla="*/ 0 w 327398"/>
                <a:gd name="connsiteY1" fmla="*/ 0 h 327375"/>
                <a:gd name="connsiteX2" fmla="*/ 0 w 327398"/>
                <a:gd name="connsiteY2" fmla="*/ 93323 h 327375"/>
                <a:gd name="connsiteX3" fmla="*/ 109731 w 327398"/>
                <a:gd name="connsiteY3" fmla="*/ 93323 h 327375"/>
                <a:gd name="connsiteX4" fmla="*/ 109731 w 327398"/>
                <a:gd name="connsiteY4" fmla="*/ 327376 h 327375"/>
                <a:gd name="connsiteX5" fmla="*/ 217369 w 327398"/>
                <a:gd name="connsiteY5" fmla="*/ 327376 h 327375"/>
                <a:gd name="connsiteX6" fmla="*/ 217369 w 327398"/>
                <a:gd name="connsiteY6" fmla="*/ 93323 h 327375"/>
                <a:gd name="connsiteX7" fmla="*/ 327398 w 327398"/>
                <a:gd name="connsiteY7" fmla="*/ 93323 h 327375"/>
                <a:gd name="connsiteX8" fmla="*/ 327398 w 327398"/>
                <a:gd name="connsiteY8" fmla="*/ 0 h 3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398" h="327375">
                  <a:moveTo>
                    <a:pt x="327398" y="0"/>
                  </a:moveTo>
                  <a:lnTo>
                    <a:pt x="0" y="0"/>
                  </a:lnTo>
                  <a:lnTo>
                    <a:pt x="0" y="93323"/>
                  </a:lnTo>
                  <a:lnTo>
                    <a:pt x="109731" y="93323"/>
                  </a:lnTo>
                  <a:lnTo>
                    <a:pt x="109731" y="327376"/>
                  </a:lnTo>
                  <a:lnTo>
                    <a:pt x="217369" y="327376"/>
                  </a:lnTo>
                  <a:lnTo>
                    <a:pt x="217369" y="93323"/>
                  </a:lnTo>
                  <a:lnTo>
                    <a:pt x="327398" y="93323"/>
                  </a:lnTo>
                  <a:lnTo>
                    <a:pt x="327398" y="0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80742DCC-01CD-F901-E639-D05F44B92639}"/>
              </a:ext>
            </a:extLst>
          </p:cNvPr>
          <p:cNvSpPr/>
          <p:nvPr/>
        </p:nvSpPr>
        <p:spPr>
          <a:xfrm>
            <a:off x="0" y="1607141"/>
            <a:ext cx="12192000" cy="50237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51DBC0F6-0359-16F4-5EE7-A6F79D807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689" y="3429000"/>
            <a:ext cx="11095036" cy="609398"/>
          </a:xfrm>
        </p:spPr>
        <p:txBody>
          <a:bodyPr wrap="square" anchor="b">
            <a:sp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6" name="Subtitle 2">
            <a:extLst>
              <a:ext uri="{FF2B5EF4-FFF2-40B4-BE49-F238E27FC236}">
                <a16:creationId xmlns:a16="http://schemas.microsoft.com/office/drawing/2014/main" id="{C16E71A3-376A-CEE3-357D-1D2C98E2C3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689" y="4170796"/>
            <a:ext cx="11095036" cy="276999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717135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Page C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898DAED4-962E-C335-3A6C-DF38E2BD25D8}"/>
              </a:ext>
            </a:extLst>
          </p:cNvPr>
          <p:cNvSpPr/>
          <p:nvPr/>
        </p:nvSpPr>
        <p:spPr>
          <a:xfrm>
            <a:off x="0" y="1607141"/>
            <a:ext cx="12192000" cy="50237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EE66D981-4422-A9B5-826E-7F26A3EBA224}"/>
              </a:ext>
            </a:extLst>
          </p:cNvPr>
          <p:cNvSpPr/>
          <p:nvPr/>
        </p:nvSpPr>
        <p:spPr>
          <a:xfrm>
            <a:off x="10435590" y="274320"/>
            <a:ext cx="1405890" cy="994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F6D098-B447-79ED-27D6-0983AC947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689" y="3429000"/>
            <a:ext cx="11095036" cy="609398"/>
          </a:xfrm>
        </p:spPr>
        <p:txBody>
          <a:bodyPr wrap="square" anchor="b">
            <a:sp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E6154-9CAB-42A6-DF23-0071FD3E6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689" y="4170796"/>
            <a:ext cx="11095036" cy="276999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8B16073-8B26-07AB-15E2-A9C9DEDAB191}"/>
              </a:ext>
            </a:extLst>
          </p:cNvPr>
          <p:cNvGrpSpPr/>
          <p:nvPr/>
        </p:nvGrpSpPr>
        <p:grpSpPr>
          <a:xfrm>
            <a:off x="1947027" y="564803"/>
            <a:ext cx="2637917" cy="625129"/>
            <a:chOff x="7706233" y="564803"/>
            <a:chExt cx="2637917" cy="625129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517D2A5-CBF2-66E1-4005-35CCBC90E7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706234" y="576057"/>
              <a:ext cx="543135" cy="175010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5FB7EC4-44DF-BD22-83E4-B6C5C73B75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37973" y="564803"/>
              <a:ext cx="483257" cy="200752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7C71EB46-FEBD-F57C-B788-2B1E9DF673B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109832" y="593722"/>
              <a:ext cx="540073" cy="178678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2A02D869-D99A-F3A4-53E8-D0F0893669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838507" y="601576"/>
              <a:ext cx="505643" cy="178679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D362981F-0362-BA2D-8C72-EB3E3B2D4AB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706233" y="967734"/>
              <a:ext cx="543121" cy="19229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E9BE216B-4BCE-5577-5487-0EECA01D4C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70729" y="920547"/>
              <a:ext cx="417743" cy="269385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59B705BE-2FDB-AB1E-D59C-2E625B00FF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109832" y="980903"/>
              <a:ext cx="540073" cy="148672"/>
            </a:xfrm>
            <a:prstGeom prst="rect">
              <a:avLst/>
            </a:prstGeom>
          </p:spPr>
        </p:pic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3A9AEC4-3AB4-17D9-4913-1CF120424329}"/>
              </a:ext>
            </a:extLst>
          </p:cNvPr>
          <p:cNvCxnSpPr>
            <a:cxnSpLocks/>
          </p:cNvCxnSpPr>
          <p:nvPr/>
        </p:nvCxnSpPr>
        <p:spPr>
          <a:xfrm>
            <a:off x="1641324" y="536115"/>
            <a:ext cx="0" cy="62013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D6DC30D-1900-7B1D-F6A3-95C1C70DC573}"/>
              </a:ext>
            </a:extLst>
          </p:cNvPr>
          <p:cNvGrpSpPr/>
          <p:nvPr/>
        </p:nvGrpSpPr>
        <p:grpSpPr>
          <a:xfrm>
            <a:off x="547689" y="555389"/>
            <a:ext cx="749307" cy="577195"/>
            <a:chOff x="8537865" y="1319106"/>
            <a:chExt cx="921208" cy="709611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B942CF4-DE71-26BA-01BF-14C518188C54}"/>
                </a:ext>
              </a:extLst>
            </p:cNvPr>
            <p:cNvSpPr/>
            <p:nvPr/>
          </p:nvSpPr>
          <p:spPr>
            <a:xfrm>
              <a:off x="9313753" y="1915716"/>
              <a:ext cx="142919" cy="106441"/>
            </a:xfrm>
            <a:custGeom>
              <a:avLst/>
              <a:gdLst>
                <a:gd name="connsiteX0" fmla="*/ 0 w 142919"/>
                <a:gd name="connsiteY0" fmla="*/ 106442 h 106441"/>
                <a:gd name="connsiteX1" fmla="*/ 142919 w 142919"/>
                <a:gd name="connsiteY1" fmla="*/ 106442 h 106441"/>
                <a:gd name="connsiteX2" fmla="*/ 142919 w 142919"/>
                <a:gd name="connsiteY2" fmla="*/ 81397 h 106441"/>
                <a:gd name="connsiteX3" fmla="*/ 84914 w 142919"/>
                <a:gd name="connsiteY3" fmla="*/ 81397 h 106441"/>
                <a:gd name="connsiteX4" fmla="*/ 84914 w 142919"/>
                <a:gd name="connsiteY4" fmla="*/ 9243 h 106441"/>
                <a:gd name="connsiteX5" fmla="*/ 61892 w 142919"/>
                <a:gd name="connsiteY5" fmla="*/ 9243 h 106441"/>
                <a:gd name="connsiteX6" fmla="*/ 61892 w 142919"/>
                <a:gd name="connsiteY6" fmla="*/ 81397 h 106441"/>
                <a:gd name="connsiteX7" fmla="*/ 22724 w 142919"/>
                <a:gd name="connsiteY7" fmla="*/ 81397 h 106441"/>
                <a:gd name="connsiteX8" fmla="*/ 22724 w 142919"/>
                <a:gd name="connsiteY8" fmla="*/ 0 h 106441"/>
                <a:gd name="connsiteX9" fmla="*/ 0 w 142919"/>
                <a:gd name="connsiteY9" fmla="*/ 0 h 106441"/>
                <a:gd name="connsiteX10" fmla="*/ 0 w 142919"/>
                <a:gd name="connsiteY10" fmla="*/ 106442 h 10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19" h="106441">
                  <a:moveTo>
                    <a:pt x="0" y="106442"/>
                  </a:moveTo>
                  <a:lnTo>
                    <a:pt x="142919" y="106442"/>
                  </a:lnTo>
                  <a:lnTo>
                    <a:pt x="142919" y="81397"/>
                  </a:lnTo>
                  <a:lnTo>
                    <a:pt x="84914" y="81397"/>
                  </a:lnTo>
                  <a:lnTo>
                    <a:pt x="84914" y="9243"/>
                  </a:lnTo>
                  <a:lnTo>
                    <a:pt x="61892" y="9243"/>
                  </a:lnTo>
                  <a:lnTo>
                    <a:pt x="61892" y="81397"/>
                  </a:lnTo>
                  <a:lnTo>
                    <a:pt x="22724" y="81397"/>
                  </a:lnTo>
                  <a:lnTo>
                    <a:pt x="22724" y="0"/>
                  </a:lnTo>
                  <a:lnTo>
                    <a:pt x="0" y="0"/>
                  </a:lnTo>
                  <a:lnTo>
                    <a:pt x="0" y="106442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E8DFC39-48F5-92AB-28FE-3078D7DA113D}"/>
                </a:ext>
              </a:extLst>
            </p:cNvPr>
            <p:cNvSpPr/>
            <p:nvPr/>
          </p:nvSpPr>
          <p:spPr>
            <a:xfrm>
              <a:off x="9311063" y="1755010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238 h 149674"/>
                <a:gd name="connsiteX9" fmla="*/ 74150 w 148003"/>
                <a:gd name="connsiteY9" fmla="*/ 26238 h 149674"/>
                <a:gd name="connsiteX10" fmla="*/ 23321 w 148003"/>
                <a:gd name="connsiteY10" fmla="*/ 74837 h 149674"/>
                <a:gd name="connsiteX11" fmla="*/ 73851 w 148003"/>
                <a:gd name="connsiteY11" fmla="*/ 123139 h 149674"/>
                <a:gd name="connsiteX12" fmla="*/ 74150 w 148003"/>
                <a:gd name="connsiteY12" fmla="*/ 123139 h 149674"/>
                <a:gd name="connsiteX13" fmla="*/ 124979 w 148003"/>
                <a:gd name="connsiteY13" fmla="*/ 74539 h 149674"/>
                <a:gd name="connsiteX14" fmla="*/ 74449 w 148003"/>
                <a:gd name="connsiteY14" fmla="*/ 26238 h 149674"/>
                <a:gd name="connsiteX15" fmla="*/ 74449 w 148003"/>
                <a:gd name="connsiteY15" fmla="*/ 26238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238"/>
                  </a:moveTo>
                  <a:lnTo>
                    <a:pt x="74150" y="26238"/>
                  </a:lnTo>
                  <a:cubicBezTo>
                    <a:pt x="46344" y="26238"/>
                    <a:pt x="23321" y="46512"/>
                    <a:pt x="23321" y="74837"/>
                  </a:cubicBezTo>
                  <a:cubicBezTo>
                    <a:pt x="23321" y="103162"/>
                    <a:pt x="46045" y="123139"/>
                    <a:pt x="73851" y="123139"/>
                  </a:cubicBezTo>
                  <a:lnTo>
                    <a:pt x="74150" y="123139"/>
                  </a:lnTo>
                  <a:cubicBezTo>
                    <a:pt x="101957" y="123139"/>
                    <a:pt x="124979" y="102864"/>
                    <a:pt x="124979" y="74539"/>
                  </a:cubicBezTo>
                  <a:cubicBezTo>
                    <a:pt x="124979" y="46214"/>
                    <a:pt x="102256" y="26238"/>
                    <a:pt x="74449" y="26238"/>
                  </a:cubicBezTo>
                  <a:lnTo>
                    <a:pt x="74449" y="26238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76BAB298-5C16-D4A2-87C9-477405137510}"/>
                </a:ext>
              </a:extLst>
            </p:cNvPr>
            <p:cNvSpPr/>
            <p:nvPr/>
          </p:nvSpPr>
          <p:spPr>
            <a:xfrm>
              <a:off x="9311063" y="1591024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536 h 149674"/>
                <a:gd name="connsiteX9" fmla="*/ 74150 w 148003"/>
                <a:gd name="connsiteY9" fmla="*/ 26536 h 149674"/>
                <a:gd name="connsiteX10" fmla="*/ 23321 w 148003"/>
                <a:gd name="connsiteY10" fmla="*/ 75135 h 149674"/>
                <a:gd name="connsiteX11" fmla="*/ 73851 w 148003"/>
                <a:gd name="connsiteY11" fmla="*/ 123437 h 149674"/>
                <a:gd name="connsiteX12" fmla="*/ 74150 w 148003"/>
                <a:gd name="connsiteY12" fmla="*/ 123437 h 149674"/>
                <a:gd name="connsiteX13" fmla="*/ 124979 w 148003"/>
                <a:gd name="connsiteY13" fmla="*/ 74837 h 149674"/>
                <a:gd name="connsiteX14" fmla="*/ 74449 w 148003"/>
                <a:gd name="connsiteY14" fmla="*/ 26536 h 149674"/>
                <a:gd name="connsiteX15" fmla="*/ 74449 w 148003"/>
                <a:gd name="connsiteY15" fmla="*/ 26536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536"/>
                  </a:moveTo>
                  <a:lnTo>
                    <a:pt x="74150" y="26536"/>
                  </a:lnTo>
                  <a:cubicBezTo>
                    <a:pt x="46344" y="26536"/>
                    <a:pt x="23321" y="46811"/>
                    <a:pt x="23321" y="75135"/>
                  </a:cubicBezTo>
                  <a:cubicBezTo>
                    <a:pt x="23321" y="103460"/>
                    <a:pt x="46045" y="123437"/>
                    <a:pt x="73851" y="123437"/>
                  </a:cubicBezTo>
                  <a:lnTo>
                    <a:pt x="74150" y="123437"/>
                  </a:lnTo>
                  <a:cubicBezTo>
                    <a:pt x="101957" y="123437"/>
                    <a:pt x="124979" y="103162"/>
                    <a:pt x="124979" y="74837"/>
                  </a:cubicBezTo>
                  <a:cubicBezTo>
                    <a:pt x="124979" y="46512"/>
                    <a:pt x="102256" y="26536"/>
                    <a:pt x="74449" y="26536"/>
                  </a:cubicBezTo>
                  <a:lnTo>
                    <a:pt x="74449" y="26536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AB3945-D07E-07F0-732A-E8E0EA20C39F}"/>
                </a:ext>
              </a:extLst>
            </p:cNvPr>
            <p:cNvSpPr/>
            <p:nvPr/>
          </p:nvSpPr>
          <p:spPr>
            <a:xfrm>
              <a:off x="9313753" y="1441350"/>
              <a:ext cx="142919" cy="129399"/>
            </a:xfrm>
            <a:custGeom>
              <a:avLst/>
              <a:gdLst>
                <a:gd name="connsiteX0" fmla="*/ 0 w 142919"/>
                <a:gd name="connsiteY0" fmla="*/ 129400 h 129399"/>
                <a:gd name="connsiteX1" fmla="*/ 0 w 142919"/>
                <a:gd name="connsiteY1" fmla="*/ 76030 h 129399"/>
                <a:gd name="connsiteX2" fmla="*/ 71160 w 142919"/>
                <a:gd name="connsiteY2" fmla="*/ 0 h 129399"/>
                <a:gd name="connsiteX3" fmla="*/ 71460 w 142919"/>
                <a:gd name="connsiteY3" fmla="*/ 0 h 129399"/>
                <a:gd name="connsiteX4" fmla="*/ 142919 w 142919"/>
                <a:gd name="connsiteY4" fmla="*/ 76030 h 129399"/>
                <a:gd name="connsiteX5" fmla="*/ 142919 w 142919"/>
                <a:gd name="connsiteY5" fmla="*/ 129400 h 129399"/>
                <a:gd name="connsiteX6" fmla="*/ 0 w 142919"/>
                <a:gd name="connsiteY6" fmla="*/ 129400 h 129399"/>
                <a:gd name="connsiteX7" fmla="*/ 120196 w 142919"/>
                <a:gd name="connsiteY7" fmla="*/ 76030 h 129399"/>
                <a:gd name="connsiteX8" fmla="*/ 72058 w 142919"/>
                <a:gd name="connsiteY8" fmla="*/ 26238 h 129399"/>
                <a:gd name="connsiteX9" fmla="*/ 71759 w 142919"/>
                <a:gd name="connsiteY9" fmla="*/ 26238 h 129399"/>
                <a:gd name="connsiteX10" fmla="*/ 23023 w 142919"/>
                <a:gd name="connsiteY10" fmla="*/ 76030 h 129399"/>
                <a:gd name="connsiteX11" fmla="*/ 23023 w 142919"/>
                <a:gd name="connsiteY11" fmla="*/ 104355 h 129399"/>
                <a:gd name="connsiteX12" fmla="*/ 120494 w 142919"/>
                <a:gd name="connsiteY12" fmla="*/ 104355 h 129399"/>
                <a:gd name="connsiteX13" fmla="*/ 120494 w 142919"/>
                <a:gd name="connsiteY13" fmla="*/ 76030 h 129399"/>
                <a:gd name="connsiteX14" fmla="*/ 120196 w 142919"/>
                <a:gd name="connsiteY14" fmla="*/ 76030 h 12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919" h="129399">
                  <a:moveTo>
                    <a:pt x="0" y="129400"/>
                  </a:moveTo>
                  <a:lnTo>
                    <a:pt x="0" y="76030"/>
                  </a:lnTo>
                  <a:cubicBezTo>
                    <a:pt x="0" y="31008"/>
                    <a:pt x="30796" y="0"/>
                    <a:pt x="71160" y="0"/>
                  </a:cubicBezTo>
                  <a:lnTo>
                    <a:pt x="71460" y="0"/>
                  </a:lnTo>
                  <a:cubicBezTo>
                    <a:pt x="111824" y="0"/>
                    <a:pt x="142919" y="31008"/>
                    <a:pt x="142919" y="76030"/>
                  </a:cubicBezTo>
                  <a:lnTo>
                    <a:pt x="142919" y="129400"/>
                  </a:lnTo>
                  <a:lnTo>
                    <a:pt x="0" y="129400"/>
                  </a:lnTo>
                  <a:close/>
                  <a:moveTo>
                    <a:pt x="120196" y="76030"/>
                  </a:moveTo>
                  <a:cubicBezTo>
                    <a:pt x="120196" y="45916"/>
                    <a:pt x="99864" y="26238"/>
                    <a:pt x="72058" y="26238"/>
                  </a:cubicBezTo>
                  <a:lnTo>
                    <a:pt x="71759" y="26238"/>
                  </a:lnTo>
                  <a:cubicBezTo>
                    <a:pt x="43653" y="26238"/>
                    <a:pt x="23023" y="45916"/>
                    <a:pt x="23023" y="76030"/>
                  </a:cubicBezTo>
                  <a:lnTo>
                    <a:pt x="23023" y="104355"/>
                  </a:lnTo>
                  <a:lnTo>
                    <a:pt x="120494" y="104355"/>
                  </a:lnTo>
                  <a:lnTo>
                    <a:pt x="120494" y="76030"/>
                  </a:lnTo>
                  <a:lnTo>
                    <a:pt x="120196" y="76030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961FC10-6ED2-CA66-E76E-CB26899D720A}"/>
                </a:ext>
              </a:extLst>
            </p:cNvPr>
            <p:cNvSpPr/>
            <p:nvPr/>
          </p:nvSpPr>
          <p:spPr>
            <a:xfrm>
              <a:off x="9311063" y="1319702"/>
              <a:ext cx="148010" cy="110615"/>
            </a:xfrm>
            <a:custGeom>
              <a:avLst/>
              <a:gdLst>
                <a:gd name="connsiteX0" fmla="*/ 125278 w 148010"/>
                <a:gd name="connsiteY0" fmla="*/ 110616 h 110615"/>
                <a:gd name="connsiteX1" fmla="*/ 107040 w 148010"/>
                <a:gd name="connsiteY1" fmla="*/ 95410 h 110615"/>
                <a:gd name="connsiteX2" fmla="*/ 125876 w 148010"/>
                <a:gd name="connsiteY2" fmla="*/ 50090 h 110615"/>
                <a:gd name="connsiteX3" fmla="*/ 107638 w 148010"/>
                <a:gd name="connsiteY3" fmla="*/ 24747 h 110615"/>
                <a:gd name="connsiteX4" fmla="*/ 107339 w 148010"/>
                <a:gd name="connsiteY4" fmla="*/ 24747 h 110615"/>
                <a:gd name="connsiteX5" fmla="*/ 85213 w 148010"/>
                <a:gd name="connsiteY5" fmla="*/ 57246 h 110615"/>
                <a:gd name="connsiteX6" fmla="*/ 42158 w 148010"/>
                <a:gd name="connsiteY6" fmla="*/ 105249 h 110615"/>
                <a:gd name="connsiteX7" fmla="*/ 41859 w 148010"/>
                <a:gd name="connsiteY7" fmla="*/ 105249 h 110615"/>
                <a:gd name="connsiteX8" fmla="*/ 0 w 148010"/>
                <a:gd name="connsiteY8" fmla="*/ 56053 h 110615"/>
                <a:gd name="connsiteX9" fmla="*/ 18239 w 148010"/>
                <a:gd name="connsiteY9" fmla="*/ 3876 h 110615"/>
                <a:gd name="connsiteX10" fmla="*/ 37374 w 148010"/>
                <a:gd name="connsiteY10" fmla="*/ 17591 h 110615"/>
                <a:gd name="connsiteX11" fmla="*/ 22425 w 148010"/>
                <a:gd name="connsiteY11" fmla="*/ 56650 h 110615"/>
                <a:gd name="connsiteX12" fmla="*/ 39467 w 148010"/>
                <a:gd name="connsiteY12" fmla="*/ 80204 h 110615"/>
                <a:gd name="connsiteX13" fmla="*/ 39766 w 148010"/>
                <a:gd name="connsiteY13" fmla="*/ 80204 h 110615"/>
                <a:gd name="connsiteX14" fmla="*/ 62490 w 148010"/>
                <a:gd name="connsiteY14" fmla="*/ 46214 h 110615"/>
                <a:gd name="connsiteX15" fmla="*/ 104648 w 148010"/>
                <a:gd name="connsiteY15" fmla="*/ 0 h 110615"/>
                <a:gd name="connsiteX16" fmla="*/ 104947 w 148010"/>
                <a:gd name="connsiteY16" fmla="*/ 0 h 110615"/>
                <a:gd name="connsiteX17" fmla="*/ 148002 w 148010"/>
                <a:gd name="connsiteY17" fmla="*/ 51283 h 110615"/>
                <a:gd name="connsiteX18" fmla="*/ 125278 w 148010"/>
                <a:gd name="connsiteY18" fmla="*/ 110616 h 110615"/>
                <a:gd name="connsiteX19" fmla="*/ 125278 w 148010"/>
                <a:gd name="connsiteY19" fmla="*/ 110616 h 11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8010" h="110615">
                  <a:moveTo>
                    <a:pt x="125278" y="110616"/>
                  </a:moveTo>
                  <a:lnTo>
                    <a:pt x="107040" y="95410"/>
                  </a:lnTo>
                  <a:cubicBezTo>
                    <a:pt x="119000" y="81695"/>
                    <a:pt x="125876" y="67980"/>
                    <a:pt x="125876" y="50090"/>
                  </a:cubicBezTo>
                  <a:cubicBezTo>
                    <a:pt x="125876" y="34586"/>
                    <a:pt x="118701" y="24747"/>
                    <a:pt x="107638" y="24747"/>
                  </a:cubicBezTo>
                  <a:lnTo>
                    <a:pt x="107339" y="24747"/>
                  </a:lnTo>
                  <a:cubicBezTo>
                    <a:pt x="97173" y="24747"/>
                    <a:pt x="91492" y="30412"/>
                    <a:pt x="85213" y="57246"/>
                  </a:cubicBezTo>
                  <a:cubicBezTo>
                    <a:pt x="77738" y="87956"/>
                    <a:pt x="68769" y="105249"/>
                    <a:pt x="42158" y="105249"/>
                  </a:cubicBezTo>
                  <a:lnTo>
                    <a:pt x="41859" y="105249"/>
                  </a:lnTo>
                  <a:cubicBezTo>
                    <a:pt x="17043" y="105249"/>
                    <a:pt x="0" y="84676"/>
                    <a:pt x="0" y="56053"/>
                  </a:cubicBezTo>
                  <a:cubicBezTo>
                    <a:pt x="0" y="35182"/>
                    <a:pt x="6279" y="18486"/>
                    <a:pt x="18239" y="3876"/>
                  </a:cubicBezTo>
                  <a:lnTo>
                    <a:pt x="37374" y="17591"/>
                  </a:lnTo>
                  <a:cubicBezTo>
                    <a:pt x="27806" y="30412"/>
                    <a:pt x="22425" y="43531"/>
                    <a:pt x="22425" y="56650"/>
                  </a:cubicBezTo>
                  <a:cubicBezTo>
                    <a:pt x="22425" y="71558"/>
                    <a:pt x="29899" y="80204"/>
                    <a:pt x="39467" y="80204"/>
                  </a:cubicBezTo>
                  <a:lnTo>
                    <a:pt x="39766" y="80204"/>
                  </a:lnTo>
                  <a:cubicBezTo>
                    <a:pt x="50829" y="80204"/>
                    <a:pt x="55912" y="73645"/>
                    <a:pt x="62490" y="46214"/>
                  </a:cubicBezTo>
                  <a:cubicBezTo>
                    <a:pt x="69965" y="15802"/>
                    <a:pt x="80728" y="0"/>
                    <a:pt x="104648" y="0"/>
                  </a:cubicBezTo>
                  <a:lnTo>
                    <a:pt x="104947" y="0"/>
                  </a:lnTo>
                  <a:cubicBezTo>
                    <a:pt x="131856" y="0"/>
                    <a:pt x="148002" y="21169"/>
                    <a:pt x="148002" y="51283"/>
                  </a:cubicBezTo>
                  <a:cubicBezTo>
                    <a:pt x="148301" y="72750"/>
                    <a:pt x="140527" y="93323"/>
                    <a:pt x="125278" y="110616"/>
                  </a:cubicBezTo>
                  <a:lnTo>
                    <a:pt x="125278" y="110616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F7CB07-4FC4-6957-143E-C0BA65EC2381}"/>
                </a:ext>
              </a:extLst>
            </p:cNvPr>
            <p:cNvSpPr/>
            <p:nvPr/>
          </p:nvSpPr>
          <p:spPr>
            <a:xfrm>
              <a:off x="8537865" y="1319106"/>
              <a:ext cx="327996" cy="340494"/>
            </a:xfrm>
            <a:custGeom>
              <a:avLst/>
              <a:gdLst>
                <a:gd name="connsiteX0" fmla="*/ 0 w 327996"/>
                <a:gd name="connsiteY0" fmla="*/ 171142 h 340494"/>
                <a:gd name="connsiteX1" fmla="*/ 0 w 327996"/>
                <a:gd name="connsiteY1" fmla="*/ 170247 h 340494"/>
                <a:gd name="connsiteX2" fmla="*/ 180293 w 327996"/>
                <a:gd name="connsiteY2" fmla="*/ 0 h 340494"/>
                <a:gd name="connsiteX3" fmla="*/ 316933 w 327996"/>
                <a:gd name="connsiteY3" fmla="*/ 49494 h 340494"/>
                <a:gd name="connsiteX4" fmla="*/ 255939 w 327996"/>
                <a:gd name="connsiteY4" fmla="*/ 123139 h 340494"/>
                <a:gd name="connsiteX5" fmla="*/ 183582 w 327996"/>
                <a:gd name="connsiteY5" fmla="*/ 94814 h 340494"/>
                <a:gd name="connsiteX6" fmla="*/ 110329 w 327996"/>
                <a:gd name="connsiteY6" fmla="*/ 171738 h 340494"/>
                <a:gd name="connsiteX7" fmla="*/ 110329 w 327996"/>
                <a:gd name="connsiteY7" fmla="*/ 172633 h 340494"/>
                <a:gd name="connsiteX8" fmla="*/ 188366 w 327996"/>
                <a:gd name="connsiteY8" fmla="*/ 250451 h 340494"/>
                <a:gd name="connsiteX9" fmla="*/ 225740 w 327996"/>
                <a:gd name="connsiteY9" fmla="*/ 242997 h 340494"/>
                <a:gd name="connsiteX10" fmla="*/ 225740 w 327996"/>
                <a:gd name="connsiteY10" fmla="*/ 210200 h 340494"/>
                <a:gd name="connsiteX11" fmla="*/ 169829 w 327996"/>
                <a:gd name="connsiteY11" fmla="*/ 210200 h 340494"/>
                <a:gd name="connsiteX12" fmla="*/ 169829 w 327996"/>
                <a:gd name="connsiteY12" fmla="*/ 140133 h 340494"/>
                <a:gd name="connsiteX13" fmla="*/ 327996 w 327996"/>
                <a:gd name="connsiteY13" fmla="*/ 140133 h 340494"/>
                <a:gd name="connsiteX14" fmla="*/ 327996 w 327996"/>
                <a:gd name="connsiteY14" fmla="*/ 291597 h 340494"/>
                <a:gd name="connsiteX15" fmla="*/ 183881 w 327996"/>
                <a:gd name="connsiteY15" fmla="*/ 340495 h 340494"/>
                <a:gd name="connsiteX16" fmla="*/ 0 w 327996"/>
                <a:gd name="connsiteY16" fmla="*/ 171142 h 340494"/>
                <a:gd name="connsiteX17" fmla="*/ 0 w 327996"/>
                <a:gd name="connsiteY17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7996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2750"/>
                    <a:pt x="77140" y="0"/>
                    <a:pt x="180293" y="0"/>
                  </a:cubicBezTo>
                  <a:cubicBezTo>
                    <a:pt x="236205" y="0"/>
                    <a:pt x="281652" y="18784"/>
                    <a:pt x="316933" y="49494"/>
                  </a:cubicBezTo>
                  <a:lnTo>
                    <a:pt x="255939" y="123139"/>
                  </a:lnTo>
                  <a:cubicBezTo>
                    <a:pt x="234411" y="104951"/>
                    <a:pt x="210791" y="94814"/>
                    <a:pt x="183582" y="94814"/>
                  </a:cubicBezTo>
                  <a:cubicBezTo>
                    <a:pt x="141125" y="94814"/>
                    <a:pt x="110329" y="127611"/>
                    <a:pt x="110329" y="171738"/>
                  </a:cubicBezTo>
                  <a:lnTo>
                    <a:pt x="110329" y="172633"/>
                  </a:lnTo>
                  <a:cubicBezTo>
                    <a:pt x="110329" y="218847"/>
                    <a:pt x="142620" y="250451"/>
                    <a:pt x="188366" y="250451"/>
                  </a:cubicBezTo>
                  <a:cubicBezTo>
                    <a:pt x="206904" y="250451"/>
                    <a:pt x="217369" y="247768"/>
                    <a:pt x="225740" y="242997"/>
                  </a:cubicBezTo>
                  <a:lnTo>
                    <a:pt x="225740" y="210200"/>
                  </a:lnTo>
                  <a:lnTo>
                    <a:pt x="169829" y="210200"/>
                  </a:lnTo>
                  <a:lnTo>
                    <a:pt x="169829" y="140133"/>
                  </a:lnTo>
                  <a:lnTo>
                    <a:pt x="327996" y="140133"/>
                  </a:lnTo>
                  <a:lnTo>
                    <a:pt x="327996" y="291597"/>
                  </a:lnTo>
                  <a:cubicBezTo>
                    <a:pt x="292416" y="320518"/>
                    <a:pt x="243082" y="340495"/>
                    <a:pt x="183881" y="340495"/>
                  </a:cubicBezTo>
                  <a:cubicBezTo>
                    <a:pt x="81625" y="340495"/>
                    <a:pt x="0" y="272217"/>
                    <a:pt x="0" y="171142"/>
                  </a:cubicBezTo>
                  <a:lnTo>
                    <a:pt x="0" y="171142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B2A9036-B35B-2210-B70D-57E65839FEE0}"/>
                </a:ext>
              </a:extLst>
            </p:cNvPr>
            <p:cNvSpPr/>
            <p:nvPr/>
          </p:nvSpPr>
          <p:spPr>
            <a:xfrm>
              <a:off x="8897255" y="1319106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6E58D61-2D40-0162-5655-411BCAF217B3}"/>
                </a:ext>
              </a:extLst>
            </p:cNvPr>
            <p:cNvSpPr/>
            <p:nvPr/>
          </p:nvSpPr>
          <p:spPr>
            <a:xfrm>
              <a:off x="8897255" y="1688223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7B3D061-FB84-B03D-4FC5-2D68A45C3AF0}"/>
                </a:ext>
              </a:extLst>
            </p:cNvPr>
            <p:cNvSpPr/>
            <p:nvPr/>
          </p:nvSpPr>
          <p:spPr>
            <a:xfrm>
              <a:off x="8550721" y="1694782"/>
              <a:ext cx="327398" cy="327375"/>
            </a:xfrm>
            <a:custGeom>
              <a:avLst/>
              <a:gdLst>
                <a:gd name="connsiteX0" fmla="*/ 327398 w 327398"/>
                <a:gd name="connsiteY0" fmla="*/ 0 h 327375"/>
                <a:gd name="connsiteX1" fmla="*/ 0 w 327398"/>
                <a:gd name="connsiteY1" fmla="*/ 0 h 327375"/>
                <a:gd name="connsiteX2" fmla="*/ 0 w 327398"/>
                <a:gd name="connsiteY2" fmla="*/ 93323 h 327375"/>
                <a:gd name="connsiteX3" fmla="*/ 109731 w 327398"/>
                <a:gd name="connsiteY3" fmla="*/ 93323 h 327375"/>
                <a:gd name="connsiteX4" fmla="*/ 109731 w 327398"/>
                <a:gd name="connsiteY4" fmla="*/ 327376 h 327375"/>
                <a:gd name="connsiteX5" fmla="*/ 217369 w 327398"/>
                <a:gd name="connsiteY5" fmla="*/ 327376 h 327375"/>
                <a:gd name="connsiteX6" fmla="*/ 217369 w 327398"/>
                <a:gd name="connsiteY6" fmla="*/ 93323 h 327375"/>
                <a:gd name="connsiteX7" fmla="*/ 327398 w 327398"/>
                <a:gd name="connsiteY7" fmla="*/ 93323 h 327375"/>
                <a:gd name="connsiteX8" fmla="*/ 327398 w 327398"/>
                <a:gd name="connsiteY8" fmla="*/ 0 h 3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398" h="327375">
                  <a:moveTo>
                    <a:pt x="327398" y="0"/>
                  </a:moveTo>
                  <a:lnTo>
                    <a:pt x="0" y="0"/>
                  </a:lnTo>
                  <a:lnTo>
                    <a:pt x="0" y="93323"/>
                  </a:lnTo>
                  <a:lnTo>
                    <a:pt x="109731" y="93323"/>
                  </a:lnTo>
                  <a:lnTo>
                    <a:pt x="109731" y="327376"/>
                  </a:lnTo>
                  <a:lnTo>
                    <a:pt x="217369" y="327376"/>
                  </a:lnTo>
                  <a:lnTo>
                    <a:pt x="217369" y="93323"/>
                  </a:lnTo>
                  <a:lnTo>
                    <a:pt x="327398" y="93323"/>
                  </a:lnTo>
                  <a:lnTo>
                    <a:pt x="327398" y="0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111158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sic Page |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D91DC-DE11-61C9-E9B5-A82B0A808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E43BE-770F-1BE5-0654-5620303F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3649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D91DC-DE11-61C9-E9B5-A82B0A808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92" y="554613"/>
            <a:ext cx="8908952" cy="3323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E43BE-770F-1BE5-0654-5620303F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E591554E-AA05-4643-B577-6B216F73584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6991D9-64EA-CC0D-BA63-CBE11163EE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5625" y="1295399"/>
            <a:ext cx="8908415" cy="475586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Aft>
                <a:spcPts val="500"/>
              </a:spcAft>
              <a:buNone/>
              <a:defRPr/>
            </a:lvl1pPr>
            <a:lvl2pPr marL="457189" indent="0">
              <a:lnSpc>
                <a:spcPct val="120000"/>
              </a:lnSpc>
              <a:spcAft>
                <a:spcPts val="500"/>
              </a:spcAft>
              <a:buNone/>
              <a:defRPr/>
            </a:lvl2pPr>
            <a:lvl3pPr marL="914377" indent="0">
              <a:lnSpc>
                <a:spcPct val="120000"/>
              </a:lnSpc>
              <a:spcAft>
                <a:spcPts val="500"/>
              </a:spcAft>
              <a:buNone/>
              <a:defRPr/>
            </a:lvl3pPr>
            <a:lvl4pPr marL="1371566" indent="0">
              <a:lnSpc>
                <a:spcPct val="120000"/>
              </a:lnSpc>
              <a:spcAft>
                <a:spcPts val="500"/>
              </a:spcAft>
              <a:buNone/>
              <a:defRPr/>
            </a:lvl4pPr>
            <a:lvl5pPr marL="1828755" indent="0">
              <a:lnSpc>
                <a:spcPct val="120000"/>
              </a:lnSpc>
              <a:spcAft>
                <a:spcPts val="5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980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A | Bold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D91DC-DE11-61C9-E9B5-A82B0A808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92" y="1606674"/>
            <a:ext cx="5057367" cy="3323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E43BE-770F-1BE5-0654-5620303F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A993B1-346F-2887-61FB-F4D012FBB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9687" y="2120095"/>
            <a:ext cx="4722872" cy="2154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945AF45B-817C-FCDE-46C2-9F13CD79AF72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32951" y="1517774"/>
            <a:ext cx="5533147" cy="4189157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BD813EA-578B-0451-7C33-993B30661166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555192" y="2094304"/>
            <a:ext cx="226585" cy="21544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DB986FD-480B-F0E2-3930-A2703325A64D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889687" y="2584034"/>
            <a:ext cx="4722872" cy="2154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3EDC26-19A3-CE21-BA3C-2FCCC4A65D9A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555192" y="2558243"/>
            <a:ext cx="226585" cy="21544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27A9073-3E39-9219-0795-ABE8D9FA28D9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889687" y="3047973"/>
            <a:ext cx="4722872" cy="2154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A7A3BEF3-0D1E-8546-565B-9E7AC176FE11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555192" y="3022182"/>
            <a:ext cx="226585" cy="21544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A9EB95FF-BAE2-23B2-DA5C-CD70E5652D8C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89687" y="3511912"/>
            <a:ext cx="4722872" cy="2154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22EBC4E4-5323-684B-8BF4-D27FB62CD8CB}"/>
              </a:ext>
            </a:extLst>
          </p:cNvPr>
          <p:cNvSpPr>
            <a:spLocks noGrp="1"/>
          </p:cNvSpPr>
          <p:nvPr>
            <p:ph type="body" sz="half" idx="26"/>
          </p:nvPr>
        </p:nvSpPr>
        <p:spPr>
          <a:xfrm>
            <a:off x="555192" y="3486121"/>
            <a:ext cx="226585" cy="21544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A168046A-561D-540D-996A-28788C594049}"/>
              </a:ext>
            </a:extLst>
          </p:cNvPr>
          <p:cNvSpPr>
            <a:spLocks noGrp="1"/>
          </p:cNvSpPr>
          <p:nvPr>
            <p:ph type="body" sz="half" idx="27"/>
          </p:nvPr>
        </p:nvSpPr>
        <p:spPr>
          <a:xfrm>
            <a:off x="889687" y="3975851"/>
            <a:ext cx="4722872" cy="2154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C751DCDA-FC1C-F46C-9F47-0DDD7B022B5C}"/>
              </a:ext>
            </a:extLst>
          </p:cNvPr>
          <p:cNvSpPr>
            <a:spLocks noGrp="1"/>
          </p:cNvSpPr>
          <p:nvPr>
            <p:ph type="body" sz="half" idx="28"/>
          </p:nvPr>
        </p:nvSpPr>
        <p:spPr>
          <a:xfrm>
            <a:off x="555192" y="3950060"/>
            <a:ext cx="226585" cy="21544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3E652353-825C-0D74-E2CF-A37F455AA9B9}"/>
              </a:ext>
            </a:extLst>
          </p:cNvPr>
          <p:cNvSpPr>
            <a:spLocks noGrp="1"/>
          </p:cNvSpPr>
          <p:nvPr>
            <p:ph type="body" sz="half" idx="29"/>
          </p:nvPr>
        </p:nvSpPr>
        <p:spPr>
          <a:xfrm>
            <a:off x="889687" y="4439790"/>
            <a:ext cx="4722872" cy="2154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0BC6FA35-3C98-F65F-57C3-A3B05930AEF4}"/>
              </a:ext>
            </a:extLst>
          </p:cNvPr>
          <p:cNvSpPr>
            <a:spLocks noGrp="1"/>
          </p:cNvSpPr>
          <p:nvPr>
            <p:ph type="body" sz="half" idx="30"/>
          </p:nvPr>
        </p:nvSpPr>
        <p:spPr>
          <a:xfrm>
            <a:off x="555192" y="4404167"/>
            <a:ext cx="226585" cy="21544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F6BA92A8-880D-1E65-7E23-97D0F3110995}"/>
              </a:ext>
            </a:extLst>
          </p:cNvPr>
          <p:cNvSpPr>
            <a:spLocks noGrp="1"/>
          </p:cNvSpPr>
          <p:nvPr>
            <p:ph type="body" sz="half" idx="31"/>
          </p:nvPr>
        </p:nvSpPr>
        <p:spPr>
          <a:xfrm>
            <a:off x="889687" y="4903729"/>
            <a:ext cx="4722872" cy="2154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B7B88584-2061-613A-1027-372B4A7F9601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555192" y="4877938"/>
            <a:ext cx="226585" cy="21544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724CC1C7-BD25-7782-F76B-65D587E1C7B9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889687" y="5367667"/>
            <a:ext cx="4722872" cy="2154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A917E10D-3142-99E6-685D-70892448B47F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55192" y="5341876"/>
            <a:ext cx="226585" cy="21544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93450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B | Bullet List |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4815E46-9F65-CD80-D6FF-8A5204D947D3}"/>
              </a:ext>
            </a:extLst>
          </p:cNvPr>
          <p:cNvSpPr/>
          <p:nvPr/>
        </p:nvSpPr>
        <p:spPr>
          <a:xfrm>
            <a:off x="6096000" y="0"/>
            <a:ext cx="6096000" cy="6629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AD91DC-DE11-61C9-E9B5-A82B0A808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1693" y="1727201"/>
            <a:ext cx="4722872" cy="3323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E43BE-770F-1BE5-0654-5620303F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A993B1-346F-2887-61FB-F4D012FBB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41693" y="2265213"/>
            <a:ext cx="4722872" cy="215444"/>
          </a:xfrm>
        </p:spPr>
        <p:txBody>
          <a:bodyPr anchor="ctr" anchorCtr="0">
            <a:spAutoFit/>
          </a:bodyPr>
          <a:lstStyle>
            <a:lvl1pPr marL="230188" indent="-2301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System Font Regular"/>
              <a:buChar char="●"/>
              <a:tabLst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945AF45B-817C-FCDE-46C2-9F13CD79AF72}"/>
              </a:ext>
            </a:extLst>
          </p:cNvPr>
          <p:cNvPicPr>
            <a:picLocks noChangeAspect="1"/>
          </p:cNvPicPr>
          <p:nvPr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071" t="-1121" r="9540" b="-2857"/>
          <a:stretch/>
        </p:blipFill>
        <p:spPr>
          <a:xfrm>
            <a:off x="-1" y="0"/>
            <a:ext cx="6095999" cy="6629400"/>
          </a:xfrm>
          <a:prstGeom prst="rect">
            <a:avLst/>
          </a:prstGeom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DB986FD-480B-F0E2-3930-A2703325A64D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6841693" y="2703752"/>
            <a:ext cx="4722872" cy="215444"/>
          </a:xfrm>
        </p:spPr>
        <p:txBody>
          <a:bodyPr anchor="ctr" anchorCtr="0">
            <a:spAutoFit/>
          </a:bodyPr>
          <a:lstStyle>
            <a:lvl1pPr marL="230188" indent="-2301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System Font Regular"/>
              <a:buChar char="●"/>
              <a:tabLst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27A9073-3E39-9219-0795-ABE8D9FA28D9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6841693" y="3142291"/>
            <a:ext cx="4722872" cy="215444"/>
          </a:xfrm>
        </p:spPr>
        <p:txBody>
          <a:bodyPr anchor="ctr" anchorCtr="0">
            <a:spAutoFit/>
          </a:bodyPr>
          <a:lstStyle>
            <a:lvl1pPr marL="230188" indent="-2301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System Font Regular"/>
              <a:buChar char="●"/>
              <a:tabLst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A9EB95FF-BAE2-23B2-DA5C-CD70E5652D8C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841693" y="3580830"/>
            <a:ext cx="4722872" cy="215444"/>
          </a:xfrm>
        </p:spPr>
        <p:txBody>
          <a:bodyPr anchor="ctr" anchorCtr="0">
            <a:spAutoFit/>
          </a:bodyPr>
          <a:lstStyle>
            <a:lvl1pPr marL="230188" indent="-2301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System Font Regular"/>
              <a:buChar char="●"/>
              <a:tabLst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A168046A-561D-540D-996A-28788C594049}"/>
              </a:ext>
            </a:extLst>
          </p:cNvPr>
          <p:cNvSpPr>
            <a:spLocks noGrp="1"/>
          </p:cNvSpPr>
          <p:nvPr>
            <p:ph type="body" sz="half" idx="27"/>
          </p:nvPr>
        </p:nvSpPr>
        <p:spPr>
          <a:xfrm>
            <a:off x="6841693" y="4019369"/>
            <a:ext cx="4722872" cy="215444"/>
          </a:xfrm>
        </p:spPr>
        <p:txBody>
          <a:bodyPr anchor="ctr" anchorCtr="0">
            <a:spAutoFit/>
          </a:bodyPr>
          <a:lstStyle>
            <a:lvl1pPr marL="230188" indent="-2301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System Font Regular"/>
              <a:buChar char="●"/>
              <a:tabLst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3E652353-825C-0D74-E2CF-A37F455AA9B9}"/>
              </a:ext>
            </a:extLst>
          </p:cNvPr>
          <p:cNvSpPr>
            <a:spLocks noGrp="1"/>
          </p:cNvSpPr>
          <p:nvPr>
            <p:ph type="body" sz="half" idx="29"/>
          </p:nvPr>
        </p:nvSpPr>
        <p:spPr>
          <a:xfrm>
            <a:off x="6841693" y="4457908"/>
            <a:ext cx="4722872" cy="215444"/>
          </a:xfrm>
        </p:spPr>
        <p:txBody>
          <a:bodyPr anchor="ctr" anchorCtr="0">
            <a:spAutoFit/>
          </a:bodyPr>
          <a:lstStyle>
            <a:lvl1pPr marL="230188" indent="-2301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System Font Regular"/>
              <a:buChar char="●"/>
              <a:tabLst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F6BA92A8-880D-1E65-7E23-97D0F3110995}"/>
              </a:ext>
            </a:extLst>
          </p:cNvPr>
          <p:cNvSpPr>
            <a:spLocks noGrp="1"/>
          </p:cNvSpPr>
          <p:nvPr>
            <p:ph type="body" sz="half" idx="31"/>
          </p:nvPr>
        </p:nvSpPr>
        <p:spPr>
          <a:xfrm>
            <a:off x="6841693" y="4896447"/>
            <a:ext cx="4722872" cy="215444"/>
          </a:xfrm>
        </p:spPr>
        <p:txBody>
          <a:bodyPr anchor="ctr" anchorCtr="0">
            <a:spAutoFit/>
          </a:bodyPr>
          <a:lstStyle>
            <a:lvl1pPr marL="230188" indent="-2301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System Font Regular"/>
              <a:buChar char="●"/>
              <a:tabLst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724CC1C7-BD25-7782-F76B-65D587E1C7B9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6841693" y="5334985"/>
            <a:ext cx="4722872" cy="215444"/>
          </a:xfrm>
        </p:spPr>
        <p:txBody>
          <a:bodyPr anchor="ctr" anchorCtr="0">
            <a:spAutoFit/>
          </a:bodyPr>
          <a:lstStyle>
            <a:lvl1pPr marL="230188" indent="-2301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System Font Regular"/>
              <a:buChar char="●"/>
              <a:tabLst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552D95C-C141-3FC0-963C-995ADF7FEA91}"/>
              </a:ext>
            </a:extLst>
          </p:cNvPr>
          <p:cNvGrpSpPr/>
          <p:nvPr/>
        </p:nvGrpSpPr>
        <p:grpSpPr>
          <a:xfrm>
            <a:off x="10895881" y="551438"/>
            <a:ext cx="751607" cy="578967"/>
            <a:chOff x="8537865" y="1319106"/>
            <a:chExt cx="921208" cy="709611"/>
          </a:xfrm>
          <a:solidFill>
            <a:schemeClr val="bg1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FF502D50-6D30-CC26-DC69-8CF47689D90E}"/>
                </a:ext>
              </a:extLst>
            </p:cNvPr>
            <p:cNvSpPr/>
            <p:nvPr/>
          </p:nvSpPr>
          <p:spPr>
            <a:xfrm>
              <a:off x="9313753" y="1915716"/>
              <a:ext cx="142919" cy="106441"/>
            </a:xfrm>
            <a:custGeom>
              <a:avLst/>
              <a:gdLst>
                <a:gd name="connsiteX0" fmla="*/ 0 w 142919"/>
                <a:gd name="connsiteY0" fmla="*/ 106442 h 106441"/>
                <a:gd name="connsiteX1" fmla="*/ 142919 w 142919"/>
                <a:gd name="connsiteY1" fmla="*/ 106442 h 106441"/>
                <a:gd name="connsiteX2" fmla="*/ 142919 w 142919"/>
                <a:gd name="connsiteY2" fmla="*/ 81397 h 106441"/>
                <a:gd name="connsiteX3" fmla="*/ 84914 w 142919"/>
                <a:gd name="connsiteY3" fmla="*/ 81397 h 106441"/>
                <a:gd name="connsiteX4" fmla="*/ 84914 w 142919"/>
                <a:gd name="connsiteY4" fmla="*/ 9243 h 106441"/>
                <a:gd name="connsiteX5" fmla="*/ 61892 w 142919"/>
                <a:gd name="connsiteY5" fmla="*/ 9243 h 106441"/>
                <a:gd name="connsiteX6" fmla="*/ 61892 w 142919"/>
                <a:gd name="connsiteY6" fmla="*/ 81397 h 106441"/>
                <a:gd name="connsiteX7" fmla="*/ 22724 w 142919"/>
                <a:gd name="connsiteY7" fmla="*/ 81397 h 106441"/>
                <a:gd name="connsiteX8" fmla="*/ 22724 w 142919"/>
                <a:gd name="connsiteY8" fmla="*/ 0 h 106441"/>
                <a:gd name="connsiteX9" fmla="*/ 0 w 142919"/>
                <a:gd name="connsiteY9" fmla="*/ 0 h 106441"/>
                <a:gd name="connsiteX10" fmla="*/ 0 w 142919"/>
                <a:gd name="connsiteY10" fmla="*/ 106442 h 10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19" h="106441">
                  <a:moveTo>
                    <a:pt x="0" y="106442"/>
                  </a:moveTo>
                  <a:lnTo>
                    <a:pt x="142919" y="106442"/>
                  </a:lnTo>
                  <a:lnTo>
                    <a:pt x="142919" y="81397"/>
                  </a:lnTo>
                  <a:lnTo>
                    <a:pt x="84914" y="81397"/>
                  </a:lnTo>
                  <a:lnTo>
                    <a:pt x="84914" y="9243"/>
                  </a:lnTo>
                  <a:lnTo>
                    <a:pt x="61892" y="9243"/>
                  </a:lnTo>
                  <a:lnTo>
                    <a:pt x="61892" y="81397"/>
                  </a:lnTo>
                  <a:lnTo>
                    <a:pt x="22724" y="81397"/>
                  </a:lnTo>
                  <a:lnTo>
                    <a:pt x="22724" y="0"/>
                  </a:lnTo>
                  <a:lnTo>
                    <a:pt x="0" y="0"/>
                  </a:lnTo>
                  <a:lnTo>
                    <a:pt x="0" y="1064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FAF4829-E24A-B998-0F79-221B8C5B0E8A}"/>
                </a:ext>
              </a:extLst>
            </p:cNvPr>
            <p:cNvSpPr/>
            <p:nvPr/>
          </p:nvSpPr>
          <p:spPr>
            <a:xfrm>
              <a:off x="9311063" y="1755010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238 h 149674"/>
                <a:gd name="connsiteX9" fmla="*/ 74150 w 148003"/>
                <a:gd name="connsiteY9" fmla="*/ 26238 h 149674"/>
                <a:gd name="connsiteX10" fmla="*/ 23321 w 148003"/>
                <a:gd name="connsiteY10" fmla="*/ 74837 h 149674"/>
                <a:gd name="connsiteX11" fmla="*/ 73851 w 148003"/>
                <a:gd name="connsiteY11" fmla="*/ 123139 h 149674"/>
                <a:gd name="connsiteX12" fmla="*/ 74150 w 148003"/>
                <a:gd name="connsiteY12" fmla="*/ 123139 h 149674"/>
                <a:gd name="connsiteX13" fmla="*/ 124979 w 148003"/>
                <a:gd name="connsiteY13" fmla="*/ 74539 h 149674"/>
                <a:gd name="connsiteX14" fmla="*/ 74449 w 148003"/>
                <a:gd name="connsiteY14" fmla="*/ 26238 h 149674"/>
                <a:gd name="connsiteX15" fmla="*/ 74449 w 148003"/>
                <a:gd name="connsiteY15" fmla="*/ 26238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238"/>
                  </a:moveTo>
                  <a:lnTo>
                    <a:pt x="74150" y="26238"/>
                  </a:lnTo>
                  <a:cubicBezTo>
                    <a:pt x="46344" y="26238"/>
                    <a:pt x="23321" y="46512"/>
                    <a:pt x="23321" y="74837"/>
                  </a:cubicBezTo>
                  <a:cubicBezTo>
                    <a:pt x="23321" y="103162"/>
                    <a:pt x="46045" y="123139"/>
                    <a:pt x="73851" y="123139"/>
                  </a:cubicBezTo>
                  <a:lnTo>
                    <a:pt x="74150" y="123139"/>
                  </a:lnTo>
                  <a:cubicBezTo>
                    <a:pt x="101957" y="123139"/>
                    <a:pt x="124979" y="102864"/>
                    <a:pt x="124979" y="74539"/>
                  </a:cubicBezTo>
                  <a:cubicBezTo>
                    <a:pt x="124979" y="46214"/>
                    <a:pt x="102256" y="26238"/>
                    <a:pt x="74449" y="26238"/>
                  </a:cubicBezTo>
                  <a:lnTo>
                    <a:pt x="74449" y="2623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C49DAF5-FC66-5165-AD33-007F255325B8}"/>
                </a:ext>
              </a:extLst>
            </p:cNvPr>
            <p:cNvSpPr/>
            <p:nvPr/>
          </p:nvSpPr>
          <p:spPr>
            <a:xfrm>
              <a:off x="9311063" y="1591024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536 h 149674"/>
                <a:gd name="connsiteX9" fmla="*/ 74150 w 148003"/>
                <a:gd name="connsiteY9" fmla="*/ 26536 h 149674"/>
                <a:gd name="connsiteX10" fmla="*/ 23321 w 148003"/>
                <a:gd name="connsiteY10" fmla="*/ 75135 h 149674"/>
                <a:gd name="connsiteX11" fmla="*/ 73851 w 148003"/>
                <a:gd name="connsiteY11" fmla="*/ 123437 h 149674"/>
                <a:gd name="connsiteX12" fmla="*/ 74150 w 148003"/>
                <a:gd name="connsiteY12" fmla="*/ 123437 h 149674"/>
                <a:gd name="connsiteX13" fmla="*/ 124979 w 148003"/>
                <a:gd name="connsiteY13" fmla="*/ 74837 h 149674"/>
                <a:gd name="connsiteX14" fmla="*/ 74449 w 148003"/>
                <a:gd name="connsiteY14" fmla="*/ 26536 h 149674"/>
                <a:gd name="connsiteX15" fmla="*/ 74449 w 148003"/>
                <a:gd name="connsiteY15" fmla="*/ 26536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536"/>
                  </a:moveTo>
                  <a:lnTo>
                    <a:pt x="74150" y="26536"/>
                  </a:lnTo>
                  <a:cubicBezTo>
                    <a:pt x="46344" y="26536"/>
                    <a:pt x="23321" y="46811"/>
                    <a:pt x="23321" y="75135"/>
                  </a:cubicBezTo>
                  <a:cubicBezTo>
                    <a:pt x="23321" y="103460"/>
                    <a:pt x="46045" y="123437"/>
                    <a:pt x="73851" y="123437"/>
                  </a:cubicBezTo>
                  <a:lnTo>
                    <a:pt x="74150" y="123437"/>
                  </a:lnTo>
                  <a:cubicBezTo>
                    <a:pt x="101957" y="123437"/>
                    <a:pt x="124979" y="103162"/>
                    <a:pt x="124979" y="74837"/>
                  </a:cubicBezTo>
                  <a:cubicBezTo>
                    <a:pt x="124979" y="46512"/>
                    <a:pt x="102256" y="26536"/>
                    <a:pt x="74449" y="26536"/>
                  </a:cubicBezTo>
                  <a:lnTo>
                    <a:pt x="74449" y="265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A995F33-443D-435E-2231-45552DFE875F}"/>
                </a:ext>
              </a:extLst>
            </p:cNvPr>
            <p:cNvSpPr/>
            <p:nvPr/>
          </p:nvSpPr>
          <p:spPr>
            <a:xfrm>
              <a:off x="9313753" y="1441350"/>
              <a:ext cx="142919" cy="129399"/>
            </a:xfrm>
            <a:custGeom>
              <a:avLst/>
              <a:gdLst>
                <a:gd name="connsiteX0" fmla="*/ 0 w 142919"/>
                <a:gd name="connsiteY0" fmla="*/ 129400 h 129399"/>
                <a:gd name="connsiteX1" fmla="*/ 0 w 142919"/>
                <a:gd name="connsiteY1" fmla="*/ 76030 h 129399"/>
                <a:gd name="connsiteX2" fmla="*/ 71160 w 142919"/>
                <a:gd name="connsiteY2" fmla="*/ 0 h 129399"/>
                <a:gd name="connsiteX3" fmla="*/ 71460 w 142919"/>
                <a:gd name="connsiteY3" fmla="*/ 0 h 129399"/>
                <a:gd name="connsiteX4" fmla="*/ 142919 w 142919"/>
                <a:gd name="connsiteY4" fmla="*/ 76030 h 129399"/>
                <a:gd name="connsiteX5" fmla="*/ 142919 w 142919"/>
                <a:gd name="connsiteY5" fmla="*/ 129400 h 129399"/>
                <a:gd name="connsiteX6" fmla="*/ 0 w 142919"/>
                <a:gd name="connsiteY6" fmla="*/ 129400 h 129399"/>
                <a:gd name="connsiteX7" fmla="*/ 120196 w 142919"/>
                <a:gd name="connsiteY7" fmla="*/ 76030 h 129399"/>
                <a:gd name="connsiteX8" fmla="*/ 72058 w 142919"/>
                <a:gd name="connsiteY8" fmla="*/ 26238 h 129399"/>
                <a:gd name="connsiteX9" fmla="*/ 71759 w 142919"/>
                <a:gd name="connsiteY9" fmla="*/ 26238 h 129399"/>
                <a:gd name="connsiteX10" fmla="*/ 23023 w 142919"/>
                <a:gd name="connsiteY10" fmla="*/ 76030 h 129399"/>
                <a:gd name="connsiteX11" fmla="*/ 23023 w 142919"/>
                <a:gd name="connsiteY11" fmla="*/ 104355 h 129399"/>
                <a:gd name="connsiteX12" fmla="*/ 120494 w 142919"/>
                <a:gd name="connsiteY12" fmla="*/ 104355 h 129399"/>
                <a:gd name="connsiteX13" fmla="*/ 120494 w 142919"/>
                <a:gd name="connsiteY13" fmla="*/ 76030 h 129399"/>
                <a:gd name="connsiteX14" fmla="*/ 120196 w 142919"/>
                <a:gd name="connsiteY14" fmla="*/ 76030 h 12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919" h="129399">
                  <a:moveTo>
                    <a:pt x="0" y="129400"/>
                  </a:moveTo>
                  <a:lnTo>
                    <a:pt x="0" y="76030"/>
                  </a:lnTo>
                  <a:cubicBezTo>
                    <a:pt x="0" y="31008"/>
                    <a:pt x="30796" y="0"/>
                    <a:pt x="71160" y="0"/>
                  </a:cubicBezTo>
                  <a:lnTo>
                    <a:pt x="71460" y="0"/>
                  </a:lnTo>
                  <a:cubicBezTo>
                    <a:pt x="111824" y="0"/>
                    <a:pt x="142919" y="31008"/>
                    <a:pt x="142919" y="76030"/>
                  </a:cubicBezTo>
                  <a:lnTo>
                    <a:pt x="142919" y="129400"/>
                  </a:lnTo>
                  <a:lnTo>
                    <a:pt x="0" y="129400"/>
                  </a:lnTo>
                  <a:close/>
                  <a:moveTo>
                    <a:pt x="120196" y="76030"/>
                  </a:moveTo>
                  <a:cubicBezTo>
                    <a:pt x="120196" y="45916"/>
                    <a:pt x="99864" y="26238"/>
                    <a:pt x="72058" y="26238"/>
                  </a:cubicBezTo>
                  <a:lnTo>
                    <a:pt x="71759" y="26238"/>
                  </a:lnTo>
                  <a:cubicBezTo>
                    <a:pt x="43653" y="26238"/>
                    <a:pt x="23023" y="45916"/>
                    <a:pt x="23023" y="76030"/>
                  </a:cubicBezTo>
                  <a:lnTo>
                    <a:pt x="23023" y="104355"/>
                  </a:lnTo>
                  <a:lnTo>
                    <a:pt x="120494" y="104355"/>
                  </a:lnTo>
                  <a:lnTo>
                    <a:pt x="120494" y="76030"/>
                  </a:lnTo>
                  <a:lnTo>
                    <a:pt x="120196" y="7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8BFF61A4-6AA1-77C2-9FF3-8458352016FA}"/>
                </a:ext>
              </a:extLst>
            </p:cNvPr>
            <p:cNvSpPr/>
            <p:nvPr/>
          </p:nvSpPr>
          <p:spPr>
            <a:xfrm>
              <a:off x="9311063" y="1319702"/>
              <a:ext cx="148010" cy="110615"/>
            </a:xfrm>
            <a:custGeom>
              <a:avLst/>
              <a:gdLst>
                <a:gd name="connsiteX0" fmla="*/ 125278 w 148010"/>
                <a:gd name="connsiteY0" fmla="*/ 110616 h 110615"/>
                <a:gd name="connsiteX1" fmla="*/ 107040 w 148010"/>
                <a:gd name="connsiteY1" fmla="*/ 95410 h 110615"/>
                <a:gd name="connsiteX2" fmla="*/ 125876 w 148010"/>
                <a:gd name="connsiteY2" fmla="*/ 50090 h 110615"/>
                <a:gd name="connsiteX3" fmla="*/ 107638 w 148010"/>
                <a:gd name="connsiteY3" fmla="*/ 24747 h 110615"/>
                <a:gd name="connsiteX4" fmla="*/ 107339 w 148010"/>
                <a:gd name="connsiteY4" fmla="*/ 24747 h 110615"/>
                <a:gd name="connsiteX5" fmla="*/ 85213 w 148010"/>
                <a:gd name="connsiteY5" fmla="*/ 57246 h 110615"/>
                <a:gd name="connsiteX6" fmla="*/ 42158 w 148010"/>
                <a:gd name="connsiteY6" fmla="*/ 105249 h 110615"/>
                <a:gd name="connsiteX7" fmla="*/ 41859 w 148010"/>
                <a:gd name="connsiteY7" fmla="*/ 105249 h 110615"/>
                <a:gd name="connsiteX8" fmla="*/ 0 w 148010"/>
                <a:gd name="connsiteY8" fmla="*/ 56053 h 110615"/>
                <a:gd name="connsiteX9" fmla="*/ 18239 w 148010"/>
                <a:gd name="connsiteY9" fmla="*/ 3876 h 110615"/>
                <a:gd name="connsiteX10" fmla="*/ 37374 w 148010"/>
                <a:gd name="connsiteY10" fmla="*/ 17591 h 110615"/>
                <a:gd name="connsiteX11" fmla="*/ 22425 w 148010"/>
                <a:gd name="connsiteY11" fmla="*/ 56650 h 110615"/>
                <a:gd name="connsiteX12" fmla="*/ 39467 w 148010"/>
                <a:gd name="connsiteY12" fmla="*/ 80204 h 110615"/>
                <a:gd name="connsiteX13" fmla="*/ 39766 w 148010"/>
                <a:gd name="connsiteY13" fmla="*/ 80204 h 110615"/>
                <a:gd name="connsiteX14" fmla="*/ 62490 w 148010"/>
                <a:gd name="connsiteY14" fmla="*/ 46214 h 110615"/>
                <a:gd name="connsiteX15" fmla="*/ 104648 w 148010"/>
                <a:gd name="connsiteY15" fmla="*/ 0 h 110615"/>
                <a:gd name="connsiteX16" fmla="*/ 104947 w 148010"/>
                <a:gd name="connsiteY16" fmla="*/ 0 h 110615"/>
                <a:gd name="connsiteX17" fmla="*/ 148002 w 148010"/>
                <a:gd name="connsiteY17" fmla="*/ 51283 h 110615"/>
                <a:gd name="connsiteX18" fmla="*/ 125278 w 148010"/>
                <a:gd name="connsiteY18" fmla="*/ 110616 h 110615"/>
                <a:gd name="connsiteX19" fmla="*/ 125278 w 148010"/>
                <a:gd name="connsiteY19" fmla="*/ 110616 h 11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8010" h="110615">
                  <a:moveTo>
                    <a:pt x="125278" y="110616"/>
                  </a:moveTo>
                  <a:lnTo>
                    <a:pt x="107040" y="95410"/>
                  </a:lnTo>
                  <a:cubicBezTo>
                    <a:pt x="119000" y="81695"/>
                    <a:pt x="125876" y="67980"/>
                    <a:pt x="125876" y="50090"/>
                  </a:cubicBezTo>
                  <a:cubicBezTo>
                    <a:pt x="125876" y="34586"/>
                    <a:pt x="118701" y="24747"/>
                    <a:pt x="107638" y="24747"/>
                  </a:cubicBezTo>
                  <a:lnTo>
                    <a:pt x="107339" y="24747"/>
                  </a:lnTo>
                  <a:cubicBezTo>
                    <a:pt x="97173" y="24747"/>
                    <a:pt x="91492" y="30412"/>
                    <a:pt x="85213" y="57246"/>
                  </a:cubicBezTo>
                  <a:cubicBezTo>
                    <a:pt x="77738" y="87956"/>
                    <a:pt x="68769" y="105249"/>
                    <a:pt x="42158" y="105249"/>
                  </a:cubicBezTo>
                  <a:lnTo>
                    <a:pt x="41859" y="105249"/>
                  </a:lnTo>
                  <a:cubicBezTo>
                    <a:pt x="17043" y="105249"/>
                    <a:pt x="0" y="84676"/>
                    <a:pt x="0" y="56053"/>
                  </a:cubicBezTo>
                  <a:cubicBezTo>
                    <a:pt x="0" y="35182"/>
                    <a:pt x="6279" y="18486"/>
                    <a:pt x="18239" y="3876"/>
                  </a:cubicBezTo>
                  <a:lnTo>
                    <a:pt x="37374" y="17591"/>
                  </a:lnTo>
                  <a:cubicBezTo>
                    <a:pt x="27806" y="30412"/>
                    <a:pt x="22425" y="43531"/>
                    <a:pt x="22425" y="56650"/>
                  </a:cubicBezTo>
                  <a:cubicBezTo>
                    <a:pt x="22425" y="71558"/>
                    <a:pt x="29899" y="80204"/>
                    <a:pt x="39467" y="80204"/>
                  </a:cubicBezTo>
                  <a:lnTo>
                    <a:pt x="39766" y="80204"/>
                  </a:lnTo>
                  <a:cubicBezTo>
                    <a:pt x="50829" y="80204"/>
                    <a:pt x="55912" y="73645"/>
                    <a:pt x="62490" y="46214"/>
                  </a:cubicBezTo>
                  <a:cubicBezTo>
                    <a:pt x="69965" y="15802"/>
                    <a:pt x="80728" y="0"/>
                    <a:pt x="104648" y="0"/>
                  </a:cubicBezTo>
                  <a:lnTo>
                    <a:pt x="104947" y="0"/>
                  </a:lnTo>
                  <a:cubicBezTo>
                    <a:pt x="131856" y="0"/>
                    <a:pt x="148002" y="21169"/>
                    <a:pt x="148002" y="51283"/>
                  </a:cubicBezTo>
                  <a:cubicBezTo>
                    <a:pt x="148301" y="72750"/>
                    <a:pt x="140527" y="93323"/>
                    <a:pt x="125278" y="110616"/>
                  </a:cubicBezTo>
                  <a:lnTo>
                    <a:pt x="125278" y="1106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9D5C39C-7B8A-20F5-EDBC-67257B252123}"/>
                </a:ext>
              </a:extLst>
            </p:cNvPr>
            <p:cNvSpPr/>
            <p:nvPr/>
          </p:nvSpPr>
          <p:spPr>
            <a:xfrm>
              <a:off x="8537865" y="1319106"/>
              <a:ext cx="327996" cy="340494"/>
            </a:xfrm>
            <a:custGeom>
              <a:avLst/>
              <a:gdLst>
                <a:gd name="connsiteX0" fmla="*/ 0 w 327996"/>
                <a:gd name="connsiteY0" fmla="*/ 171142 h 340494"/>
                <a:gd name="connsiteX1" fmla="*/ 0 w 327996"/>
                <a:gd name="connsiteY1" fmla="*/ 170247 h 340494"/>
                <a:gd name="connsiteX2" fmla="*/ 180293 w 327996"/>
                <a:gd name="connsiteY2" fmla="*/ 0 h 340494"/>
                <a:gd name="connsiteX3" fmla="*/ 316933 w 327996"/>
                <a:gd name="connsiteY3" fmla="*/ 49494 h 340494"/>
                <a:gd name="connsiteX4" fmla="*/ 255939 w 327996"/>
                <a:gd name="connsiteY4" fmla="*/ 123139 h 340494"/>
                <a:gd name="connsiteX5" fmla="*/ 183582 w 327996"/>
                <a:gd name="connsiteY5" fmla="*/ 94814 h 340494"/>
                <a:gd name="connsiteX6" fmla="*/ 110329 w 327996"/>
                <a:gd name="connsiteY6" fmla="*/ 171738 h 340494"/>
                <a:gd name="connsiteX7" fmla="*/ 110329 w 327996"/>
                <a:gd name="connsiteY7" fmla="*/ 172633 h 340494"/>
                <a:gd name="connsiteX8" fmla="*/ 188366 w 327996"/>
                <a:gd name="connsiteY8" fmla="*/ 250451 h 340494"/>
                <a:gd name="connsiteX9" fmla="*/ 225740 w 327996"/>
                <a:gd name="connsiteY9" fmla="*/ 242997 h 340494"/>
                <a:gd name="connsiteX10" fmla="*/ 225740 w 327996"/>
                <a:gd name="connsiteY10" fmla="*/ 210200 h 340494"/>
                <a:gd name="connsiteX11" fmla="*/ 169829 w 327996"/>
                <a:gd name="connsiteY11" fmla="*/ 210200 h 340494"/>
                <a:gd name="connsiteX12" fmla="*/ 169829 w 327996"/>
                <a:gd name="connsiteY12" fmla="*/ 140133 h 340494"/>
                <a:gd name="connsiteX13" fmla="*/ 327996 w 327996"/>
                <a:gd name="connsiteY13" fmla="*/ 140133 h 340494"/>
                <a:gd name="connsiteX14" fmla="*/ 327996 w 327996"/>
                <a:gd name="connsiteY14" fmla="*/ 291597 h 340494"/>
                <a:gd name="connsiteX15" fmla="*/ 183881 w 327996"/>
                <a:gd name="connsiteY15" fmla="*/ 340495 h 340494"/>
                <a:gd name="connsiteX16" fmla="*/ 0 w 327996"/>
                <a:gd name="connsiteY16" fmla="*/ 171142 h 340494"/>
                <a:gd name="connsiteX17" fmla="*/ 0 w 327996"/>
                <a:gd name="connsiteY17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7996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2750"/>
                    <a:pt x="77140" y="0"/>
                    <a:pt x="180293" y="0"/>
                  </a:cubicBezTo>
                  <a:cubicBezTo>
                    <a:pt x="236205" y="0"/>
                    <a:pt x="281652" y="18784"/>
                    <a:pt x="316933" y="49494"/>
                  </a:cubicBezTo>
                  <a:lnTo>
                    <a:pt x="255939" y="123139"/>
                  </a:lnTo>
                  <a:cubicBezTo>
                    <a:pt x="234411" y="104951"/>
                    <a:pt x="210791" y="94814"/>
                    <a:pt x="183582" y="94814"/>
                  </a:cubicBezTo>
                  <a:cubicBezTo>
                    <a:pt x="141125" y="94814"/>
                    <a:pt x="110329" y="127611"/>
                    <a:pt x="110329" y="171738"/>
                  </a:cubicBezTo>
                  <a:lnTo>
                    <a:pt x="110329" y="172633"/>
                  </a:lnTo>
                  <a:cubicBezTo>
                    <a:pt x="110329" y="218847"/>
                    <a:pt x="142620" y="250451"/>
                    <a:pt x="188366" y="250451"/>
                  </a:cubicBezTo>
                  <a:cubicBezTo>
                    <a:pt x="206904" y="250451"/>
                    <a:pt x="217369" y="247768"/>
                    <a:pt x="225740" y="242997"/>
                  </a:cubicBezTo>
                  <a:lnTo>
                    <a:pt x="225740" y="210200"/>
                  </a:lnTo>
                  <a:lnTo>
                    <a:pt x="169829" y="210200"/>
                  </a:lnTo>
                  <a:lnTo>
                    <a:pt x="169829" y="140133"/>
                  </a:lnTo>
                  <a:lnTo>
                    <a:pt x="327996" y="140133"/>
                  </a:lnTo>
                  <a:lnTo>
                    <a:pt x="327996" y="291597"/>
                  </a:lnTo>
                  <a:cubicBezTo>
                    <a:pt x="292416" y="320518"/>
                    <a:pt x="243082" y="340495"/>
                    <a:pt x="183881" y="340495"/>
                  </a:cubicBezTo>
                  <a:cubicBezTo>
                    <a:pt x="81625" y="340495"/>
                    <a:pt x="0" y="272217"/>
                    <a:pt x="0" y="171142"/>
                  </a:cubicBezTo>
                  <a:lnTo>
                    <a:pt x="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A9BE049-90E2-5E47-8378-A96F35583E6F}"/>
                </a:ext>
              </a:extLst>
            </p:cNvPr>
            <p:cNvSpPr/>
            <p:nvPr/>
          </p:nvSpPr>
          <p:spPr>
            <a:xfrm>
              <a:off x="8897255" y="1319106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6CDF586F-A28C-6256-EE51-EFA4260C6B3C}"/>
                </a:ext>
              </a:extLst>
            </p:cNvPr>
            <p:cNvSpPr/>
            <p:nvPr/>
          </p:nvSpPr>
          <p:spPr>
            <a:xfrm>
              <a:off x="8897255" y="1688223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7622D0C9-649A-CC75-BFCE-02246F2ADFB2}"/>
                </a:ext>
              </a:extLst>
            </p:cNvPr>
            <p:cNvSpPr/>
            <p:nvPr/>
          </p:nvSpPr>
          <p:spPr>
            <a:xfrm>
              <a:off x="8550721" y="1694782"/>
              <a:ext cx="327398" cy="327375"/>
            </a:xfrm>
            <a:custGeom>
              <a:avLst/>
              <a:gdLst>
                <a:gd name="connsiteX0" fmla="*/ 327398 w 327398"/>
                <a:gd name="connsiteY0" fmla="*/ 0 h 327375"/>
                <a:gd name="connsiteX1" fmla="*/ 0 w 327398"/>
                <a:gd name="connsiteY1" fmla="*/ 0 h 327375"/>
                <a:gd name="connsiteX2" fmla="*/ 0 w 327398"/>
                <a:gd name="connsiteY2" fmla="*/ 93323 h 327375"/>
                <a:gd name="connsiteX3" fmla="*/ 109731 w 327398"/>
                <a:gd name="connsiteY3" fmla="*/ 93323 h 327375"/>
                <a:gd name="connsiteX4" fmla="*/ 109731 w 327398"/>
                <a:gd name="connsiteY4" fmla="*/ 327376 h 327375"/>
                <a:gd name="connsiteX5" fmla="*/ 217369 w 327398"/>
                <a:gd name="connsiteY5" fmla="*/ 327376 h 327375"/>
                <a:gd name="connsiteX6" fmla="*/ 217369 w 327398"/>
                <a:gd name="connsiteY6" fmla="*/ 93323 h 327375"/>
                <a:gd name="connsiteX7" fmla="*/ 327398 w 327398"/>
                <a:gd name="connsiteY7" fmla="*/ 93323 h 327375"/>
                <a:gd name="connsiteX8" fmla="*/ 327398 w 327398"/>
                <a:gd name="connsiteY8" fmla="*/ 0 h 3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398" h="327375">
                  <a:moveTo>
                    <a:pt x="327398" y="0"/>
                  </a:moveTo>
                  <a:lnTo>
                    <a:pt x="0" y="0"/>
                  </a:lnTo>
                  <a:lnTo>
                    <a:pt x="0" y="93323"/>
                  </a:lnTo>
                  <a:lnTo>
                    <a:pt x="109731" y="93323"/>
                  </a:lnTo>
                  <a:lnTo>
                    <a:pt x="109731" y="327376"/>
                  </a:lnTo>
                  <a:lnTo>
                    <a:pt x="217369" y="327376"/>
                  </a:lnTo>
                  <a:lnTo>
                    <a:pt x="217369" y="93323"/>
                  </a:lnTo>
                  <a:lnTo>
                    <a:pt x="327398" y="93323"/>
                  </a:lnTo>
                  <a:lnTo>
                    <a:pt x="327398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043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B | Bullet List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4815E46-9F65-CD80-D6FF-8A5204D947D3}"/>
              </a:ext>
            </a:extLst>
          </p:cNvPr>
          <p:cNvSpPr/>
          <p:nvPr/>
        </p:nvSpPr>
        <p:spPr>
          <a:xfrm>
            <a:off x="6096000" y="0"/>
            <a:ext cx="6096000" cy="6629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AD91DC-DE11-61C9-E9B5-A82B0A808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1693" y="1727201"/>
            <a:ext cx="4722872" cy="3323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E43BE-770F-1BE5-0654-5620303F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A993B1-346F-2887-61FB-F4D012FBB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41693" y="2265213"/>
            <a:ext cx="4722872" cy="215444"/>
          </a:xfrm>
        </p:spPr>
        <p:txBody>
          <a:bodyPr anchor="ctr" anchorCtr="0">
            <a:spAutoFit/>
          </a:bodyPr>
          <a:lstStyle>
            <a:lvl1pPr marL="230188" indent="-2301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stem Font Regular"/>
              <a:buChar char="●"/>
              <a:tabLst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945AF45B-817C-FCDE-46C2-9F13CD79AF72}"/>
              </a:ext>
            </a:extLst>
          </p:cNvPr>
          <p:cNvPicPr>
            <a:picLocks noChangeAspect="1"/>
          </p:cNvPicPr>
          <p:nvPr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071" t="-1121" r="9540" b="-2857"/>
          <a:stretch/>
        </p:blipFill>
        <p:spPr>
          <a:xfrm>
            <a:off x="-1" y="0"/>
            <a:ext cx="6095999" cy="6629400"/>
          </a:xfrm>
          <a:prstGeom prst="rect">
            <a:avLst/>
          </a:prstGeom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DB986FD-480B-F0E2-3930-A2703325A64D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6841693" y="2703752"/>
            <a:ext cx="4722872" cy="215444"/>
          </a:xfrm>
        </p:spPr>
        <p:txBody>
          <a:bodyPr anchor="ctr" anchorCtr="0">
            <a:spAutoFit/>
          </a:bodyPr>
          <a:lstStyle>
            <a:lvl1pPr marL="230188" indent="-2301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stem Font Regular"/>
              <a:buChar char="●"/>
              <a:tabLst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27A9073-3E39-9219-0795-ABE8D9FA28D9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6841693" y="3142291"/>
            <a:ext cx="4722872" cy="215444"/>
          </a:xfrm>
        </p:spPr>
        <p:txBody>
          <a:bodyPr anchor="ctr" anchorCtr="0">
            <a:spAutoFit/>
          </a:bodyPr>
          <a:lstStyle>
            <a:lvl1pPr marL="230188" indent="-2301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stem Font Regular"/>
              <a:buChar char="●"/>
              <a:tabLst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A9EB95FF-BAE2-23B2-DA5C-CD70E5652D8C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841693" y="3580830"/>
            <a:ext cx="4722872" cy="215444"/>
          </a:xfrm>
        </p:spPr>
        <p:txBody>
          <a:bodyPr anchor="ctr" anchorCtr="0">
            <a:spAutoFit/>
          </a:bodyPr>
          <a:lstStyle>
            <a:lvl1pPr marL="230188" indent="-2301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stem Font Regular"/>
              <a:buChar char="●"/>
              <a:tabLst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A168046A-561D-540D-996A-28788C594049}"/>
              </a:ext>
            </a:extLst>
          </p:cNvPr>
          <p:cNvSpPr>
            <a:spLocks noGrp="1"/>
          </p:cNvSpPr>
          <p:nvPr>
            <p:ph type="body" sz="half" idx="27"/>
          </p:nvPr>
        </p:nvSpPr>
        <p:spPr>
          <a:xfrm>
            <a:off x="6841693" y="4019369"/>
            <a:ext cx="4722872" cy="215444"/>
          </a:xfrm>
        </p:spPr>
        <p:txBody>
          <a:bodyPr anchor="ctr" anchorCtr="0">
            <a:spAutoFit/>
          </a:bodyPr>
          <a:lstStyle>
            <a:lvl1pPr marL="230188" indent="-2301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stem Font Regular"/>
              <a:buChar char="●"/>
              <a:tabLst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3E652353-825C-0D74-E2CF-A37F455AA9B9}"/>
              </a:ext>
            </a:extLst>
          </p:cNvPr>
          <p:cNvSpPr>
            <a:spLocks noGrp="1"/>
          </p:cNvSpPr>
          <p:nvPr>
            <p:ph type="body" sz="half" idx="29"/>
          </p:nvPr>
        </p:nvSpPr>
        <p:spPr>
          <a:xfrm>
            <a:off x="6841693" y="4457908"/>
            <a:ext cx="4722872" cy="215444"/>
          </a:xfrm>
        </p:spPr>
        <p:txBody>
          <a:bodyPr anchor="ctr" anchorCtr="0">
            <a:spAutoFit/>
          </a:bodyPr>
          <a:lstStyle>
            <a:lvl1pPr marL="230188" indent="-2301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stem Font Regular"/>
              <a:buChar char="●"/>
              <a:tabLst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F6BA92A8-880D-1E65-7E23-97D0F3110995}"/>
              </a:ext>
            </a:extLst>
          </p:cNvPr>
          <p:cNvSpPr>
            <a:spLocks noGrp="1"/>
          </p:cNvSpPr>
          <p:nvPr>
            <p:ph type="body" sz="half" idx="31"/>
          </p:nvPr>
        </p:nvSpPr>
        <p:spPr>
          <a:xfrm>
            <a:off x="6841693" y="4896447"/>
            <a:ext cx="4722872" cy="215444"/>
          </a:xfrm>
        </p:spPr>
        <p:txBody>
          <a:bodyPr anchor="ctr" anchorCtr="0">
            <a:spAutoFit/>
          </a:bodyPr>
          <a:lstStyle>
            <a:lvl1pPr marL="230188" indent="-2301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stem Font Regular"/>
              <a:buChar char="●"/>
              <a:tabLst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724CC1C7-BD25-7782-F76B-65D587E1C7B9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6841693" y="5334985"/>
            <a:ext cx="4722872" cy="215444"/>
          </a:xfrm>
        </p:spPr>
        <p:txBody>
          <a:bodyPr anchor="ctr" anchorCtr="0">
            <a:spAutoFit/>
          </a:bodyPr>
          <a:lstStyle>
            <a:lvl1pPr marL="230188" indent="-2301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stem Font Regular"/>
              <a:buChar char="●"/>
              <a:tabLst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552D95C-C141-3FC0-963C-995ADF7FEA91}"/>
              </a:ext>
            </a:extLst>
          </p:cNvPr>
          <p:cNvGrpSpPr/>
          <p:nvPr/>
        </p:nvGrpSpPr>
        <p:grpSpPr>
          <a:xfrm>
            <a:off x="10895881" y="551438"/>
            <a:ext cx="751607" cy="578967"/>
            <a:chOff x="8537865" y="1319106"/>
            <a:chExt cx="921208" cy="70961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FF502D50-6D30-CC26-DC69-8CF47689D90E}"/>
                </a:ext>
              </a:extLst>
            </p:cNvPr>
            <p:cNvSpPr/>
            <p:nvPr/>
          </p:nvSpPr>
          <p:spPr>
            <a:xfrm>
              <a:off x="9313753" y="1915716"/>
              <a:ext cx="142919" cy="106441"/>
            </a:xfrm>
            <a:custGeom>
              <a:avLst/>
              <a:gdLst>
                <a:gd name="connsiteX0" fmla="*/ 0 w 142919"/>
                <a:gd name="connsiteY0" fmla="*/ 106442 h 106441"/>
                <a:gd name="connsiteX1" fmla="*/ 142919 w 142919"/>
                <a:gd name="connsiteY1" fmla="*/ 106442 h 106441"/>
                <a:gd name="connsiteX2" fmla="*/ 142919 w 142919"/>
                <a:gd name="connsiteY2" fmla="*/ 81397 h 106441"/>
                <a:gd name="connsiteX3" fmla="*/ 84914 w 142919"/>
                <a:gd name="connsiteY3" fmla="*/ 81397 h 106441"/>
                <a:gd name="connsiteX4" fmla="*/ 84914 w 142919"/>
                <a:gd name="connsiteY4" fmla="*/ 9243 h 106441"/>
                <a:gd name="connsiteX5" fmla="*/ 61892 w 142919"/>
                <a:gd name="connsiteY5" fmla="*/ 9243 h 106441"/>
                <a:gd name="connsiteX6" fmla="*/ 61892 w 142919"/>
                <a:gd name="connsiteY6" fmla="*/ 81397 h 106441"/>
                <a:gd name="connsiteX7" fmla="*/ 22724 w 142919"/>
                <a:gd name="connsiteY7" fmla="*/ 81397 h 106441"/>
                <a:gd name="connsiteX8" fmla="*/ 22724 w 142919"/>
                <a:gd name="connsiteY8" fmla="*/ 0 h 106441"/>
                <a:gd name="connsiteX9" fmla="*/ 0 w 142919"/>
                <a:gd name="connsiteY9" fmla="*/ 0 h 106441"/>
                <a:gd name="connsiteX10" fmla="*/ 0 w 142919"/>
                <a:gd name="connsiteY10" fmla="*/ 106442 h 10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19" h="106441">
                  <a:moveTo>
                    <a:pt x="0" y="106442"/>
                  </a:moveTo>
                  <a:lnTo>
                    <a:pt x="142919" y="106442"/>
                  </a:lnTo>
                  <a:lnTo>
                    <a:pt x="142919" y="81397"/>
                  </a:lnTo>
                  <a:lnTo>
                    <a:pt x="84914" y="81397"/>
                  </a:lnTo>
                  <a:lnTo>
                    <a:pt x="84914" y="9243"/>
                  </a:lnTo>
                  <a:lnTo>
                    <a:pt x="61892" y="9243"/>
                  </a:lnTo>
                  <a:lnTo>
                    <a:pt x="61892" y="81397"/>
                  </a:lnTo>
                  <a:lnTo>
                    <a:pt x="22724" y="81397"/>
                  </a:lnTo>
                  <a:lnTo>
                    <a:pt x="22724" y="0"/>
                  </a:lnTo>
                  <a:lnTo>
                    <a:pt x="0" y="0"/>
                  </a:lnTo>
                  <a:lnTo>
                    <a:pt x="0" y="106442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FAF4829-E24A-B998-0F79-221B8C5B0E8A}"/>
                </a:ext>
              </a:extLst>
            </p:cNvPr>
            <p:cNvSpPr/>
            <p:nvPr/>
          </p:nvSpPr>
          <p:spPr>
            <a:xfrm>
              <a:off x="9311063" y="1755010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238 h 149674"/>
                <a:gd name="connsiteX9" fmla="*/ 74150 w 148003"/>
                <a:gd name="connsiteY9" fmla="*/ 26238 h 149674"/>
                <a:gd name="connsiteX10" fmla="*/ 23321 w 148003"/>
                <a:gd name="connsiteY10" fmla="*/ 74837 h 149674"/>
                <a:gd name="connsiteX11" fmla="*/ 73851 w 148003"/>
                <a:gd name="connsiteY11" fmla="*/ 123139 h 149674"/>
                <a:gd name="connsiteX12" fmla="*/ 74150 w 148003"/>
                <a:gd name="connsiteY12" fmla="*/ 123139 h 149674"/>
                <a:gd name="connsiteX13" fmla="*/ 124979 w 148003"/>
                <a:gd name="connsiteY13" fmla="*/ 74539 h 149674"/>
                <a:gd name="connsiteX14" fmla="*/ 74449 w 148003"/>
                <a:gd name="connsiteY14" fmla="*/ 26238 h 149674"/>
                <a:gd name="connsiteX15" fmla="*/ 74449 w 148003"/>
                <a:gd name="connsiteY15" fmla="*/ 26238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238"/>
                  </a:moveTo>
                  <a:lnTo>
                    <a:pt x="74150" y="26238"/>
                  </a:lnTo>
                  <a:cubicBezTo>
                    <a:pt x="46344" y="26238"/>
                    <a:pt x="23321" y="46512"/>
                    <a:pt x="23321" y="74837"/>
                  </a:cubicBezTo>
                  <a:cubicBezTo>
                    <a:pt x="23321" y="103162"/>
                    <a:pt x="46045" y="123139"/>
                    <a:pt x="73851" y="123139"/>
                  </a:cubicBezTo>
                  <a:lnTo>
                    <a:pt x="74150" y="123139"/>
                  </a:lnTo>
                  <a:cubicBezTo>
                    <a:pt x="101957" y="123139"/>
                    <a:pt x="124979" y="102864"/>
                    <a:pt x="124979" y="74539"/>
                  </a:cubicBezTo>
                  <a:cubicBezTo>
                    <a:pt x="124979" y="46214"/>
                    <a:pt x="102256" y="26238"/>
                    <a:pt x="74449" y="26238"/>
                  </a:cubicBezTo>
                  <a:lnTo>
                    <a:pt x="74449" y="26238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C49DAF5-FC66-5165-AD33-007F255325B8}"/>
                </a:ext>
              </a:extLst>
            </p:cNvPr>
            <p:cNvSpPr/>
            <p:nvPr/>
          </p:nvSpPr>
          <p:spPr>
            <a:xfrm>
              <a:off x="9311063" y="1591024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536 h 149674"/>
                <a:gd name="connsiteX9" fmla="*/ 74150 w 148003"/>
                <a:gd name="connsiteY9" fmla="*/ 26536 h 149674"/>
                <a:gd name="connsiteX10" fmla="*/ 23321 w 148003"/>
                <a:gd name="connsiteY10" fmla="*/ 75135 h 149674"/>
                <a:gd name="connsiteX11" fmla="*/ 73851 w 148003"/>
                <a:gd name="connsiteY11" fmla="*/ 123437 h 149674"/>
                <a:gd name="connsiteX12" fmla="*/ 74150 w 148003"/>
                <a:gd name="connsiteY12" fmla="*/ 123437 h 149674"/>
                <a:gd name="connsiteX13" fmla="*/ 124979 w 148003"/>
                <a:gd name="connsiteY13" fmla="*/ 74837 h 149674"/>
                <a:gd name="connsiteX14" fmla="*/ 74449 w 148003"/>
                <a:gd name="connsiteY14" fmla="*/ 26536 h 149674"/>
                <a:gd name="connsiteX15" fmla="*/ 74449 w 148003"/>
                <a:gd name="connsiteY15" fmla="*/ 26536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536"/>
                  </a:moveTo>
                  <a:lnTo>
                    <a:pt x="74150" y="26536"/>
                  </a:lnTo>
                  <a:cubicBezTo>
                    <a:pt x="46344" y="26536"/>
                    <a:pt x="23321" y="46811"/>
                    <a:pt x="23321" y="75135"/>
                  </a:cubicBezTo>
                  <a:cubicBezTo>
                    <a:pt x="23321" y="103460"/>
                    <a:pt x="46045" y="123437"/>
                    <a:pt x="73851" y="123437"/>
                  </a:cubicBezTo>
                  <a:lnTo>
                    <a:pt x="74150" y="123437"/>
                  </a:lnTo>
                  <a:cubicBezTo>
                    <a:pt x="101957" y="123437"/>
                    <a:pt x="124979" y="103162"/>
                    <a:pt x="124979" y="74837"/>
                  </a:cubicBezTo>
                  <a:cubicBezTo>
                    <a:pt x="124979" y="46512"/>
                    <a:pt x="102256" y="26536"/>
                    <a:pt x="74449" y="26536"/>
                  </a:cubicBezTo>
                  <a:lnTo>
                    <a:pt x="74449" y="26536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A995F33-443D-435E-2231-45552DFE875F}"/>
                </a:ext>
              </a:extLst>
            </p:cNvPr>
            <p:cNvSpPr/>
            <p:nvPr/>
          </p:nvSpPr>
          <p:spPr>
            <a:xfrm>
              <a:off x="9313753" y="1441350"/>
              <a:ext cx="142919" cy="129399"/>
            </a:xfrm>
            <a:custGeom>
              <a:avLst/>
              <a:gdLst>
                <a:gd name="connsiteX0" fmla="*/ 0 w 142919"/>
                <a:gd name="connsiteY0" fmla="*/ 129400 h 129399"/>
                <a:gd name="connsiteX1" fmla="*/ 0 w 142919"/>
                <a:gd name="connsiteY1" fmla="*/ 76030 h 129399"/>
                <a:gd name="connsiteX2" fmla="*/ 71160 w 142919"/>
                <a:gd name="connsiteY2" fmla="*/ 0 h 129399"/>
                <a:gd name="connsiteX3" fmla="*/ 71460 w 142919"/>
                <a:gd name="connsiteY3" fmla="*/ 0 h 129399"/>
                <a:gd name="connsiteX4" fmla="*/ 142919 w 142919"/>
                <a:gd name="connsiteY4" fmla="*/ 76030 h 129399"/>
                <a:gd name="connsiteX5" fmla="*/ 142919 w 142919"/>
                <a:gd name="connsiteY5" fmla="*/ 129400 h 129399"/>
                <a:gd name="connsiteX6" fmla="*/ 0 w 142919"/>
                <a:gd name="connsiteY6" fmla="*/ 129400 h 129399"/>
                <a:gd name="connsiteX7" fmla="*/ 120196 w 142919"/>
                <a:gd name="connsiteY7" fmla="*/ 76030 h 129399"/>
                <a:gd name="connsiteX8" fmla="*/ 72058 w 142919"/>
                <a:gd name="connsiteY8" fmla="*/ 26238 h 129399"/>
                <a:gd name="connsiteX9" fmla="*/ 71759 w 142919"/>
                <a:gd name="connsiteY9" fmla="*/ 26238 h 129399"/>
                <a:gd name="connsiteX10" fmla="*/ 23023 w 142919"/>
                <a:gd name="connsiteY10" fmla="*/ 76030 h 129399"/>
                <a:gd name="connsiteX11" fmla="*/ 23023 w 142919"/>
                <a:gd name="connsiteY11" fmla="*/ 104355 h 129399"/>
                <a:gd name="connsiteX12" fmla="*/ 120494 w 142919"/>
                <a:gd name="connsiteY12" fmla="*/ 104355 h 129399"/>
                <a:gd name="connsiteX13" fmla="*/ 120494 w 142919"/>
                <a:gd name="connsiteY13" fmla="*/ 76030 h 129399"/>
                <a:gd name="connsiteX14" fmla="*/ 120196 w 142919"/>
                <a:gd name="connsiteY14" fmla="*/ 76030 h 12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919" h="129399">
                  <a:moveTo>
                    <a:pt x="0" y="129400"/>
                  </a:moveTo>
                  <a:lnTo>
                    <a:pt x="0" y="76030"/>
                  </a:lnTo>
                  <a:cubicBezTo>
                    <a:pt x="0" y="31008"/>
                    <a:pt x="30796" y="0"/>
                    <a:pt x="71160" y="0"/>
                  </a:cubicBezTo>
                  <a:lnTo>
                    <a:pt x="71460" y="0"/>
                  </a:lnTo>
                  <a:cubicBezTo>
                    <a:pt x="111824" y="0"/>
                    <a:pt x="142919" y="31008"/>
                    <a:pt x="142919" y="76030"/>
                  </a:cubicBezTo>
                  <a:lnTo>
                    <a:pt x="142919" y="129400"/>
                  </a:lnTo>
                  <a:lnTo>
                    <a:pt x="0" y="129400"/>
                  </a:lnTo>
                  <a:close/>
                  <a:moveTo>
                    <a:pt x="120196" y="76030"/>
                  </a:moveTo>
                  <a:cubicBezTo>
                    <a:pt x="120196" y="45916"/>
                    <a:pt x="99864" y="26238"/>
                    <a:pt x="72058" y="26238"/>
                  </a:cubicBezTo>
                  <a:lnTo>
                    <a:pt x="71759" y="26238"/>
                  </a:lnTo>
                  <a:cubicBezTo>
                    <a:pt x="43653" y="26238"/>
                    <a:pt x="23023" y="45916"/>
                    <a:pt x="23023" y="76030"/>
                  </a:cubicBezTo>
                  <a:lnTo>
                    <a:pt x="23023" y="104355"/>
                  </a:lnTo>
                  <a:lnTo>
                    <a:pt x="120494" y="104355"/>
                  </a:lnTo>
                  <a:lnTo>
                    <a:pt x="120494" y="76030"/>
                  </a:lnTo>
                  <a:lnTo>
                    <a:pt x="120196" y="76030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8BFF61A4-6AA1-77C2-9FF3-8458352016FA}"/>
                </a:ext>
              </a:extLst>
            </p:cNvPr>
            <p:cNvSpPr/>
            <p:nvPr/>
          </p:nvSpPr>
          <p:spPr>
            <a:xfrm>
              <a:off x="9311063" y="1319702"/>
              <a:ext cx="148010" cy="110615"/>
            </a:xfrm>
            <a:custGeom>
              <a:avLst/>
              <a:gdLst>
                <a:gd name="connsiteX0" fmla="*/ 125278 w 148010"/>
                <a:gd name="connsiteY0" fmla="*/ 110616 h 110615"/>
                <a:gd name="connsiteX1" fmla="*/ 107040 w 148010"/>
                <a:gd name="connsiteY1" fmla="*/ 95410 h 110615"/>
                <a:gd name="connsiteX2" fmla="*/ 125876 w 148010"/>
                <a:gd name="connsiteY2" fmla="*/ 50090 h 110615"/>
                <a:gd name="connsiteX3" fmla="*/ 107638 w 148010"/>
                <a:gd name="connsiteY3" fmla="*/ 24747 h 110615"/>
                <a:gd name="connsiteX4" fmla="*/ 107339 w 148010"/>
                <a:gd name="connsiteY4" fmla="*/ 24747 h 110615"/>
                <a:gd name="connsiteX5" fmla="*/ 85213 w 148010"/>
                <a:gd name="connsiteY5" fmla="*/ 57246 h 110615"/>
                <a:gd name="connsiteX6" fmla="*/ 42158 w 148010"/>
                <a:gd name="connsiteY6" fmla="*/ 105249 h 110615"/>
                <a:gd name="connsiteX7" fmla="*/ 41859 w 148010"/>
                <a:gd name="connsiteY7" fmla="*/ 105249 h 110615"/>
                <a:gd name="connsiteX8" fmla="*/ 0 w 148010"/>
                <a:gd name="connsiteY8" fmla="*/ 56053 h 110615"/>
                <a:gd name="connsiteX9" fmla="*/ 18239 w 148010"/>
                <a:gd name="connsiteY9" fmla="*/ 3876 h 110615"/>
                <a:gd name="connsiteX10" fmla="*/ 37374 w 148010"/>
                <a:gd name="connsiteY10" fmla="*/ 17591 h 110615"/>
                <a:gd name="connsiteX11" fmla="*/ 22425 w 148010"/>
                <a:gd name="connsiteY11" fmla="*/ 56650 h 110615"/>
                <a:gd name="connsiteX12" fmla="*/ 39467 w 148010"/>
                <a:gd name="connsiteY12" fmla="*/ 80204 h 110615"/>
                <a:gd name="connsiteX13" fmla="*/ 39766 w 148010"/>
                <a:gd name="connsiteY13" fmla="*/ 80204 h 110615"/>
                <a:gd name="connsiteX14" fmla="*/ 62490 w 148010"/>
                <a:gd name="connsiteY14" fmla="*/ 46214 h 110615"/>
                <a:gd name="connsiteX15" fmla="*/ 104648 w 148010"/>
                <a:gd name="connsiteY15" fmla="*/ 0 h 110615"/>
                <a:gd name="connsiteX16" fmla="*/ 104947 w 148010"/>
                <a:gd name="connsiteY16" fmla="*/ 0 h 110615"/>
                <a:gd name="connsiteX17" fmla="*/ 148002 w 148010"/>
                <a:gd name="connsiteY17" fmla="*/ 51283 h 110615"/>
                <a:gd name="connsiteX18" fmla="*/ 125278 w 148010"/>
                <a:gd name="connsiteY18" fmla="*/ 110616 h 110615"/>
                <a:gd name="connsiteX19" fmla="*/ 125278 w 148010"/>
                <a:gd name="connsiteY19" fmla="*/ 110616 h 11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8010" h="110615">
                  <a:moveTo>
                    <a:pt x="125278" y="110616"/>
                  </a:moveTo>
                  <a:lnTo>
                    <a:pt x="107040" y="95410"/>
                  </a:lnTo>
                  <a:cubicBezTo>
                    <a:pt x="119000" y="81695"/>
                    <a:pt x="125876" y="67980"/>
                    <a:pt x="125876" y="50090"/>
                  </a:cubicBezTo>
                  <a:cubicBezTo>
                    <a:pt x="125876" y="34586"/>
                    <a:pt x="118701" y="24747"/>
                    <a:pt x="107638" y="24747"/>
                  </a:cubicBezTo>
                  <a:lnTo>
                    <a:pt x="107339" y="24747"/>
                  </a:lnTo>
                  <a:cubicBezTo>
                    <a:pt x="97173" y="24747"/>
                    <a:pt x="91492" y="30412"/>
                    <a:pt x="85213" y="57246"/>
                  </a:cubicBezTo>
                  <a:cubicBezTo>
                    <a:pt x="77738" y="87956"/>
                    <a:pt x="68769" y="105249"/>
                    <a:pt x="42158" y="105249"/>
                  </a:cubicBezTo>
                  <a:lnTo>
                    <a:pt x="41859" y="105249"/>
                  </a:lnTo>
                  <a:cubicBezTo>
                    <a:pt x="17043" y="105249"/>
                    <a:pt x="0" y="84676"/>
                    <a:pt x="0" y="56053"/>
                  </a:cubicBezTo>
                  <a:cubicBezTo>
                    <a:pt x="0" y="35182"/>
                    <a:pt x="6279" y="18486"/>
                    <a:pt x="18239" y="3876"/>
                  </a:cubicBezTo>
                  <a:lnTo>
                    <a:pt x="37374" y="17591"/>
                  </a:lnTo>
                  <a:cubicBezTo>
                    <a:pt x="27806" y="30412"/>
                    <a:pt x="22425" y="43531"/>
                    <a:pt x="22425" y="56650"/>
                  </a:cubicBezTo>
                  <a:cubicBezTo>
                    <a:pt x="22425" y="71558"/>
                    <a:pt x="29899" y="80204"/>
                    <a:pt x="39467" y="80204"/>
                  </a:cubicBezTo>
                  <a:lnTo>
                    <a:pt x="39766" y="80204"/>
                  </a:lnTo>
                  <a:cubicBezTo>
                    <a:pt x="50829" y="80204"/>
                    <a:pt x="55912" y="73645"/>
                    <a:pt x="62490" y="46214"/>
                  </a:cubicBezTo>
                  <a:cubicBezTo>
                    <a:pt x="69965" y="15802"/>
                    <a:pt x="80728" y="0"/>
                    <a:pt x="104648" y="0"/>
                  </a:cubicBezTo>
                  <a:lnTo>
                    <a:pt x="104947" y="0"/>
                  </a:lnTo>
                  <a:cubicBezTo>
                    <a:pt x="131856" y="0"/>
                    <a:pt x="148002" y="21169"/>
                    <a:pt x="148002" y="51283"/>
                  </a:cubicBezTo>
                  <a:cubicBezTo>
                    <a:pt x="148301" y="72750"/>
                    <a:pt x="140527" y="93323"/>
                    <a:pt x="125278" y="110616"/>
                  </a:cubicBezTo>
                  <a:lnTo>
                    <a:pt x="125278" y="110616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9D5C39C-7B8A-20F5-EDBC-67257B252123}"/>
                </a:ext>
              </a:extLst>
            </p:cNvPr>
            <p:cNvSpPr/>
            <p:nvPr/>
          </p:nvSpPr>
          <p:spPr>
            <a:xfrm>
              <a:off x="8537865" y="1319106"/>
              <a:ext cx="327996" cy="340494"/>
            </a:xfrm>
            <a:custGeom>
              <a:avLst/>
              <a:gdLst>
                <a:gd name="connsiteX0" fmla="*/ 0 w 327996"/>
                <a:gd name="connsiteY0" fmla="*/ 171142 h 340494"/>
                <a:gd name="connsiteX1" fmla="*/ 0 w 327996"/>
                <a:gd name="connsiteY1" fmla="*/ 170247 h 340494"/>
                <a:gd name="connsiteX2" fmla="*/ 180293 w 327996"/>
                <a:gd name="connsiteY2" fmla="*/ 0 h 340494"/>
                <a:gd name="connsiteX3" fmla="*/ 316933 w 327996"/>
                <a:gd name="connsiteY3" fmla="*/ 49494 h 340494"/>
                <a:gd name="connsiteX4" fmla="*/ 255939 w 327996"/>
                <a:gd name="connsiteY4" fmla="*/ 123139 h 340494"/>
                <a:gd name="connsiteX5" fmla="*/ 183582 w 327996"/>
                <a:gd name="connsiteY5" fmla="*/ 94814 h 340494"/>
                <a:gd name="connsiteX6" fmla="*/ 110329 w 327996"/>
                <a:gd name="connsiteY6" fmla="*/ 171738 h 340494"/>
                <a:gd name="connsiteX7" fmla="*/ 110329 w 327996"/>
                <a:gd name="connsiteY7" fmla="*/ 172633 h 340494"/>
                <a:gd name="connsiteX8" fmla="*/ 188366 w 327996"/>
                <a:gd name="connsiteY8" fmla="*/ 250451 h 340494"/>
                <a:gd name="connsiteX9" fmla="*/ 225740 w 327996"/>
                <a:gd name="connsiteY9" fmla="*/ 242997 h 340494"/>
                <a:gd name="connsiteX10" fmla="*/ 225740 w 327996"/>
                <a:gd name="connsiteY10" fmla="*/ 210200 h 340494"/>
                <a:gd name="connsiteX11" fmla="*/ 169829 w 327996"/>
                <a:gd name="connsiteY11" fmla="*/ 210200 h 340494"/>
                <a:gd name="connsiteX12" fmla="*/ 169829 w 327996"/>
                <a:gd name="connsiteY12" fmla="*/ 140133 h 340494"/>
                <a:gd name="connsiteX13" fmla="*/ 327996 w 327996"/>
                <a:gd name="connsiteY13" fmla="*/ 140133 h 340494"/>
                <a:gd name="connsiteX14" fmla="*/ 327996 w 327996"/>
                <a:gd name="connsiteY14" fmla="*/ 291597 h 340494"/>
                <a:gd name="connsiteX15" fmla="*/ 183881 w 327996"/>
                <a:gd name="connsiteY15" fmla="*/ 340495 h 340494"/>
                <a:gd name="connsiteX16" fmla="*/ 0 w 327996"/>
                <a:gd name="connsiteY16" fmla="*/ 171142 h 340494"/>
                <a:gd name="connsiteX17" fmla="*/ 0 w 327996"/>
                <a:gd name="connsiteY17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7996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2750"/>
                    <a:pt x="77140" y="0"/>
                    <a:pt x="180293" y="0"/>
                  </a:cubicBezTo>
                  <a:cubicBezTo>
                    <a:pt x="236205" y="0"/>
                    <a:pt x="281652" y="18784"/>
                    <a:pt x="316933" y="49494"/>
                  </a:cubicBezTo>
                  <a:lnTo>
                    <a:pt x="255939" y="123139"/>
                  </a:lnTo>
                  <a:cubicBezTo>
                    <a:pt x="234411" y="104951"/>
                    <a:pt x="210791" y="94814"/>
                    <a:pt x="183582" y="94814"/>
                  </a:cubicBezTo>
                  <a:cubicBezTo>
                    <a:pt x="141125" y="94814"/>
                    <a:pt x="110329" y="127611"/>
                    <a:pt x="110329" y="171738"/>
                  </a:cubicBezTo>
                  <a:lnTo>
                    <a:pt x="110329" y="172633"/>
                  </a:lnTo>
                  <a:cubicBezTo>
                    <a:pt x="110329" y="218847"/>
                    <a:pt x="142620" y="250451"/>
                    <a:pt x="188366" y="250451"/>
                  </a:cubicBezTo>
                  <a:cubicBezTo>
                    <a:pt x="206904" y="250451"/>
                    <a:pt x="217369" y="247768"/>
                    <a:pt x="225740" y="242997"/>
                  </a:cubicBezTo>
                  <a:lnTo>
                    <a:pt x="225740" y="210200"/>
                  </a:lnTo>
                  <a:lnTo>
                    <a:pt x="169829" y="210200"/>
                  </a:lnTo>
                  <a:lnTo>
                    <a:pt x="169829" y="140133"/>
                  </a:lnTo>
                  <a:lnTo>
                    <a:pt x="327996" y="140133"/>
                  </a:lnTo>
                  <a:lnTo>
                    <a:pt x="327996" y="291597"/>
                  </a:lnTo>
                  <a:cubicBezTo>
                    <a:pt x="292416" y="320518"/>
                    <a:pt x="243082" y="340495"/>
                    <a:pt x="183881" y="340495"/>
                  </a:cubicBezTo>
                  <a:cubicBezTo>
                    <a:pt x="81625" y="340495"/>
                    <a:pt x="0" y="272217"/>
                    <a:pt x="0" y="171142"/>
                  </a:cubicBezTo>
                  <a:lnTo>
                    <a:pt x="0" y="171142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A9BE049-90E2-5E47-8378-A96F35583E6F}"/>
                </a:ext>
              </a:extLst>
            </p:cNvPr>
            <p:cNvSpPr/>
            <p:nvPr/>
          </p:nvSpPr>
          <p:spPr>
            <a:xfrm>
              <a:off x="8897255" y="1319106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6CDF586F-A28C-6256-EE51-EFA4260C6B3C}"/>
                </a:ext>
              </a:extLst>
            </p:cNvPr>
            <p:cNvSpPr/>
            <p:nvPr/>
          </p:nvSpPr>
          <p:spPr>
            <a:xfrm>
              <a:off x="8897255" y="1688223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7622D0C9-649A-CC75-BFCE-02246F2ADFB2}"/>
                </a:ext>
              </a:extLst>
            </p:cNvPr>
            <p:cNvSpPr/>
            <p:nvPr/>
          </p:nvSpPr>
          <p:spPr>
            <a:xfrm>
              <a:off x="8550721" y="1694782"/>
              <a:ext cx="327398" cy="327375"/>
            </a:xfrm>
            <a:custGeom>
              <a:avLst/>
              <a:gdLst>
                <a:gd name="connsiteX0" fmla="*/ 327398 w 327398"/>
                <a:gd name="connsiteY0" fmla="*/ 0 h 327375"/>
                <a:gd name="connsiteX1" fmla="*/ 0 w 327398"/>
                <a:gd name="connsiteY1" fmla="*/ 0 h 327375"/>
                <a:gd name="connsiteX2" fmla="*/ 0 w 327398"/>
                <a:gd name="connsiteY2" fmla="*/ 93323 h 327375"/>
                <a:gd name="connsiteX3" fmla="*/ 109731 w 327398"/>
                <a:gd name="connsiteY3" fmla="*/ 93323 h 327375"/>
                <a:gd name="connsiteX4" fmla="*/ 109731 w 327398"/>
                <a:gd name="connsiteY4" fmla="*/ 327376 h 327375"/>
                <a:gd name="connsiteX5" fmla="*/ 217369 w 327398"/>
                <a:gd name="connsiteY5" fmla="*/ 327376 h 327375"/>
                <a:gd name="connsiteX6" fmla="*/ 217369 w 327398"/>
                <a:gd name="connsiteY6" fmla="*/ 93323 h 327375"/>
                <a:gd name="connsiteX7" fmla="*/ 327398 w 327398"/>
                <a:gd name="connsiteY7" fmla="*/ 93323 h 327375"/>
                <a:gd name="connsiteX8" fmla="*/ 327398 w 327398"/>
                <a:gd name="connsiteY8" fmla="*/ 0 h 3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398" h="327375">
                  <a:moveTo>
                    <a:pt x="327398" y="0"/>
                  </a:moveTo>
                  <a:lnTo>
                    <a:pt x="0" y="0"/>
                  </a:lnTo>
                  <a:lnTo>
                    <a:pt x="0" y="93323"/>
                  </a:lnTo>
                  <a:lnTo>
                    <a:pt x="109731" y="93323"/>
                  </a:lnTo>
                  <a:lnTo>
                    <a:pt x="109731" y="327376"/>
                  </a:lnTo>
                  <a:lnTo>
                    <a:pt x="217369" y="327376"/>
                  </a:lnTo>
                  <a:lnTo>
                    <a:pt x="217369" y="93323"/>
                  </a:lnTo>
                  <a:lnTo>
                    <a:pt x="327398" y="93323"/>
                  </a:lnTo>
                  <a:lnTo>
                    <a:pt x="327398" y="0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79753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C | Bold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Freeform 245">
            <a:extLst>
              <a:ext uri="{FF2B5EF4-FFF2-40B4-BE49-F238E27FC236}">
                <a16:creationId xmlns:a16="http://schemas.microsoft.com/office/drawing/2014/main" id="{99569987-DAE7-024C-CE70-CE604D15DB33}"/>
              </a:ext>
            </a:extLst>
          </p:cNvPr>
          <p:cNvSpPr/>
          <p:nvPr/>
        </p:nvSpPr>
        <p:spPr>
          <a:xfrm>
            <a:off x="0" y="316589"/>
            <a:ext cx="2715580" cy="5979155"/>
          </a:xfrm>
          <a:custGeom>
            <a:avLst/>
            <a:gdLst>
              <a:gd name="connsiteX0" fmla="*/ 0 w 2715580"/>
              <a:gd name="connsiteY0" fmla="*/ 0 h 5979155"/>
              <a:gd name="connsiteX1" fmla="*/ 18588 w 2715580"/>
              <a:gd name="connsiteY1" fmla="*/ 938 h 5979155"/>
              <a:gd name="connsiteX2" fmla="*/ 2715580 w 2715580"/>
              <a:gd name="connsiteY2" fmla="*/ 2989577 h 5979155"/>
              <a:gd name="connsiteX3" fmla="*/ 18588 w 2715580"/>
              <a:gd name="connsiteY3" fmla="*/ 5978216 h 5979155"/>
              <a:gd name="connsiteX4" fmla="*/ 0 w 2715580"/>
              <a:gd name="connsiteY4" fmla="*/ 5979155 h 5979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15580" h="5979155">
                <a:moveTo>
                  <a:pt x="0" y="0"/>
                </a:moveTo>
                <a:lnTo>
                  <a:pt x="18588" y="938"/>
                </a:lnTo>
                <a:cubicBezTo>
                  <a:pt x="1533449" y="154781"/>
                  <a:pt x="2715580" y="1434128"/>
                  <a:pt x="2715580" y="2989577"/>
                </a:cubicBezTo>
                <a:cubicBezTo>
                  <a:pt x="2715580" y="4545027"/>
                  <a:pt x="1533449" y="5824374"/>
                  <a:pt x="18588" y="5978216"/>
                </a:cubicBezTo>
                <a:lnTo>
                  <a:pt x="0" y="597915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E43BE-770F-1BE5-0654-5620303F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247" name="Title 1">
            <a:extLst>
              <a:ext uri="{FF2B5EF4-FFF2-40B4-BE49-F238E27FC236}">
                <a16:creationId xmlns:a16="http://schemas.microsoft.com/office/drawing/2014/main" id="{72D1D7FA-1321-9D83-3B20-EA07E9716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92" y="3130322"/>
            <a:ext cx="1651295" cy="38542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416E8BE-9E4A-F9D1-0A61-23D405B5F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34895" y="1650974"/>
            <a:ext cx="4722872" cy="2154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A6839F7-EA70-636B-2EB3-F928D4654FE8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200400" y="1625183"/>
            <a:ext cx="226585" cy="21544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CFF8C-CC52-75DA-F0D9-AB1E7C7118F8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3534895" y="2114913"/>
            <a:ext cx="4722872" cy="2154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73F373B-D49E-0F16-6426-01B87B521B9D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3200400" y="2089122"/>
            <a:ext cx="226585" cy="21544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F978D38-262D-58F3-8C5E-B9C59C25295D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3534895" y="2578852"/>
            <a:ext cx="4722872" cy="2154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6694B72-63E2-F7C1-9C18-58964A776183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00400" y="2553061"/>
            <a:ext cx="226585" cy="21544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9079356-DA5C-1690-2B27-8D6DE7FB5201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3534895" y="3042791"/>
            <a:ext cx="4722872" cy="2154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2CCAA1A-BA55-BF26-BB73-0D81B889C5C2}"/>
              </a:ext>
            </a:extLst>
          </p:cNvPr>
          <p:cNvSpPr>
            <a:spLocks noGrp="1"/>
          </p:cNvSpPr>
          <p:nvPr>
            <p:ph type="body" sz="half" idx="26"/>
          </p:nvPr>
        </p:nvSpPr>
        <p:spPr>
          <a:xfrm>
            <a:off x="3200400" y="3017000"/>
            <a:ext cx="226585" cy="21544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8972AF5-A38A-8595-DCC7-844DDCDBE240}"/>
              </a:ext>
            </a:extLst>
          </p:cNvPr>
          <p:cNvSpPr>
            <a:spLocks noGrp="1"/>
          </p:cNvSpPr>
          <p:nvPr>
            <p:ph type="body" sz="half" idx="27"/>
          </p:nvPr>
        </p:nvSpPr>
        <p:spPr>
          <a:xfrm>
            <a:off x="3534895" y="3506730"/>
            <a:ext cx="4722872" cy="2154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6AA512A-9BC9-69F7-D393-31C9F40178DC}"/>
              </a:ext>
            </a:extLst>
          </p:cNvPr>
          <p:cNvSpPr>
            <a:spLocks noGrp="1"/>
          </p:cNvSpPr>
          <p:nvPr>
            <p:ph type="body" sz="half" idx="28"/>
          </p:nvPr>
        </p:nvSpPr>
        <p:spPr>
          <a:xfrm>
            <a:off x="3200400" y="3480939"/>
            <a:ext cx="226585" cy="21544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E22EAC5-2E11-DB19-9BF8-915E01BED863}"/>
              </a:ext>
            </a:extLst>
          </p:cNvPr>
          <p:cNvSpPr>
            <a:spLocks noGrp="1"/>
          </p:cNvSpPr>
          <p:nvPr>
            <p:ph type="body" sz="half" idx="29"/>
          </p:nvPr>
        </p:nvSpPr>
        <p:spPr>
          <a:xfrm>
            <a:off x="3534895" y="3970669"/>
            <a:ext cx="4722872" cy="2154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5FCB63F3-24B3-78C4-060E-DF62F3C53E3E}"/>
              </a:ext>
            </a:extLst>
          </p:cNvPr>
          <p:cNvSpPr>
            <a:spLocks noGrp="1"/>
          </p:cNvSpPr>
          <p:nvPr>
            <p:ph type="body" sz="half" idx="30"/>
          </p:nvPr>
        </p:nvSpPr>
        <p:spPr>
          <a:xfrm>
            <a:off x="3200400" y="3935046"/>
            <a:ext cx="226585" cy="21544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A3D40FB-E7B3-81A5-70A1-817FC81C505D}"/>
              </a:ext>
            </a:extLst>
          </p:cNvPr>
          <p:cNvSpPr>
            <a:spLocks noGrp="1"/>
          </p:cNvSpPr>
          <p:nvPr>
            <p:ph type="body" sz="half" idx="31"/>
          </p:nvPr>
        </p:nvSpPr>
        <p:spPr>
          <a:xfrm>
            <a:off x="3534895" y="4434608"/>
            <a:ext cx="4722872" cy="2154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8A5A581-432D-5D44-CD75-8398F8672A43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200400" y="4408817"/>
            <a:ext cx="226585" cy="21544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AE37033-1853-6E77-C5BB-AB22A4CBCA5E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534895" y="4898546"/>
            <a:ext cx="4722872" cy="2154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E75AEEF-1E2B-FB24-6672-B2E03EAE829B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3200400" y="4872755"/>
            <a:ext cx="226585" cy="21544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53097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C |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Freeform 245">
            <a:extLst>
              <a:ext uri="{FF2B5EF4-FFF2-40B4-BE49-F238E27FC236}">
                <a16:creationId xmlns:a16="http://schemas.microsoft.com/office/drawing/2014/main" id="{99569987-DAE7-024C-CE70-CE604D15DB33}"/>
              </a:ext>
            </a:extLst>
          </p:cNvPr>
          <p:cNvSpPr/>
          <p:nvPr/>
        </p:nvSpPr>
        <p:spPr>
          <a:xfrm>
            <a:off x="0" y="316589"/>
            <a:ext cx="2715580" cy="5979155"/>
          </a:xfrm>
          <a:custGeom>
            <a:avLst/>
            <a:gdLst>
              <a:gd name="connsiteX0" fmla="*/ 0 w 2715580"/>
              <a:gd name="connsiteY0" fmla="*/ 0 h 5979155"/>
              <a:gd name="connsiteX1" fmla="*/ 18588 w 2715580"/>
              <a:gd name="connsiteY1" fmla="*/ 938 h 5979155"/>
              <a:gd name="connsiteX2" fmla="*/ 2715580 w 2715580"/>
              <a:gd name="connsiteY2" fmla="*/ 2989577 h 5979155"/>
              <a:gd name="connsiteX3" fmla="*/ 18588 w 2715580"/>
              <a:gd name="connsiteY3" fmla="*/ 5978216 h 5979155"/>
              <a:gd name="connsiteX4" fmla="*/ 0 w 2715580"/>
              <a:gd name="connsiteY4" fmla="*/ 5979155 h 5979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15580" h="5979155">
                <a:moveTo>
                  <a:pt x="0" y="0"/>
                </a:moveTo>
                <a:lnTo>
                  <a:pt x="18588" y="938"/>
                </a:lnTo>
                <a:cubicBezTo>
                  <a:pt x="1533449" y="154781"/>
                  <a:pt x="2715580" y="1434128"/>
                  <a:pt x="2715580" y="2989577"/>
                </a:cubicBezTo>
                <a:cubicBezTo>
                  <a:pt x="2715580" y="4545027"/>
                  <a:pt x="1533449" y="5824374"/>
                  <a:pt x="18588" y="5978216"/>
                </a:cubicBezTo>
                <a:lnTo>
                  <a:pt x="0" y="597915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E43BE-770F-1BE5-0654-5620303F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4FC74F-182B-1304-78CF-DD4A319DB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92" y="3130322"/>
            <a:ext cx="1651295" cy="38542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0CE2C8D-6818-8357-3DC9-A1D14C6CB6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00400" y="1790674"/>
            <a:ext cx="4722872" cy="215444"/>
          </a:xfrm>
        </p:spPr>
        <p:txBody>
          <a:bodyPr anchor="ctr" anchorCtr="0">
            <a:spAutoFit/>
          </a:bodyPr>
          <a:lstStyle>
            <a:lvl1pPr marL="230188" indent="-2301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stem Font Regular"/>
              <a:buChar char="●"/>
              <a:tabLst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2DBB38-CEF0-E3EB-934C-229A6F658F1E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3200400" y="2229213"/>
            <a:ext cx="4722872" cy="215444"/>
          </a:xfrm>
        </p:spPr>
        <p:txBody>
          <a:bodyPr anchor="ctr" anchorCtr="0">
            <a:spAutoFit/>
          </a:bodyPr>
          <a:lstStyle>
            <a:lvl1pPr marL="230188" indent="-2301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stem Font Regular"/>
              <a:buChar char="●"/>
              <a:tabLst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1E99001-0863-ACD4-3D3F-4CAB9FA2B620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3200400" y="2667752"/>
            <a:ext cx="4722872" cy="215444"/>
          </a:xfrm>
        </p:spPr>
        <p:txBody>
          <a:bodyPr anchor="ctr" anchorCtr="0">
            <a:spAutoFit/>
          </a:bodyPr>
          <a:lstStyle>
            <a:lvl1pPr marL="230188" indent="-2301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stem Font Regular"/>
              <a:buChar char="●"/>
              <a:tabLst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3F00877-E9A7-C449-579D-8E7F36D04858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3200400" y="3106291"/>
            <a:ext cx="4722872" cy="215444"/>
          </a:xfrm>
        </p:spPr>
        <p:txBody>
          <a:bodyPr anchor="ctr" anchorCtr="0">
            <a:spAutoFit/>
          </a:bodyPr>
          <a:lstStyle>
            <a:lvl1pPr marL="230188" indent="-2301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stem Font Regular"/>
              <a:buChar char="●"/>
              <a:tabLst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D7C6F4B-9A3D-3AC3-B9F8-2A9A63304895}"/>
              </a:ext>
            </a:extLst>
          </p:cNvPr>
          <p:cNvSpPr>
            <a:spLocks noGrp="1"/>
          </p:cNvSpPr>
          <p:nvPr>
            <p:ph type="body" sz="half" idx="27"/>
          </p:nvPr>
        </p:nvSpPr>
        <p:spPr>
          <a:xfrm>
            <a:off x="3200400" y="3544830"/>
            <a:ext cx="4722872" cy="215444"/>
          </a:xfrm>
        </p:spPr>
        <p:txBody>
          <a:bodyPr anchor="ctr" anchorCtr="0">
            <a:spAutoFit/>
          </a:bodyPr>
          <a:lstStyle>
            <a:lvl1pPr marL="230188" indent="-2301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stem Font Regular"/>
              <a:buChar char="●"/>
              <a:tabLst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FFA5E7B-635C-94CC-2615-97583EED2D50}"/>
              </a:ext>
            </a:extLst>
          </p:cNvPr>
          <p:cNvSpPr>
            <a:spLocks noGrp="1"/>
          </p:cNvSpPr>
          <p:nvPr>
            <p:ph type="body" sz="half" idx="29"/>
          </p:nvPr>
        </p:nvSpPr>
        <p:spPr>
          <a:xfrm>
            <a:off x="3200400" y="3983369"/>
            <a:ext cx="4722872" cy="215444"/>
          </a:xfrm>
        </p:spPr>
        <p:txBody>
          <a:bodyPr anchor="ctr" anchorCtr="0">
            <a:spAutoFit/>
          </a:bodyPr>
          <a:lstStyle>
            <a:lvl1pPr marL="230188" indent="-2301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stem Font Regular"/>
              <a:buChar char="●"/>
              <a:tabLst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B2F9BD0-6D18-F921-A3C0-C1118049A5C1}"/>
              </a:ext>
            </a:extLst>
          </p:cNvPr>
          <p:cNvSpPr>
            <a:spLocks noGrp="1"/>
          </p:cNvSpPr>
          <p:nvPr>
            <p:ph type="body" sz="half" idx="31"/>
          </p:nvPr>
        </p:nvSpPr>
        <p:spPr>
          <a:xfrm>
            <a:off x="3200400" y="4421908"/>
            <a:ext cx="4722872" cy="215444"/>
          </a:xfrm>
        </p:spPr>
        <p:txBody>
          <a:bodyPr anchor="ctr" anchorCtr="0">
            <a:spAutoFit/>
          </a:bodyPr>
          <a:lstStyle>
            <a:lvl1pPr marL="230188" indent="-2301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stem Font Regular"/>
              <a:buChar char="●"/>
              <a:tabLst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0E7CEDF-500F-7FA5-8F9C-C09A9D58D74D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200400" y="4860446"/>
            <a:ext cx="4722872" cy="215444"/>
          </a:xfrm>
        </p:spPr>
        <p:txBody>
          <a:bodyPr anchor="ctr" anchorCtr="0">
            <a:spAutoFit/>
          </a:bodyPr>
          <a:lstStyle>
            <a:lvl1pPr marL="230188" indent="-2301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stem Font Regular"/>
              <a:buChar char="●"/>
              <a:tabLst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65079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Slide A |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D098-B447-79ED-27D6-0983AC947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689" y="3239940"/>
            <a:ext cx="4778691" cy="332399"/>
          </a:xfrm>
        </p:spPr>
        <p:txBody>
          <a:bodyPr wrap="square" anchor="b">
            <a:spAutoFit/>
          </a:bodyPr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E6154-9CAB-42A6-DF23-0071FD3E6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689" y="3704737"/>
            <a:ext cx="4778691" cy="249299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867F4-45F0-F501-290D-2C2DFBB41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pic>
        <p:nvPicPr>
          <p:cNvPr id="388" name="Graphic 387">
            <a:extLst>
              <a:ext uri="{FF2B5EF4-FFF2-40B4-BE49-F238E27FC236}">
                <a16:creationId xmlns:a16="http://schemas.microsoft.com/office/drawing/2014/main" id="{2E5AEBB0-B23F-11F3-34C2-C56DA2767E11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32951" y="1517774"/>
            <a:ext cx="5533147" cy="418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967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Slide A | 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D098-B447-79ED-27D6-0983AC947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689" y="3239940"/>
            <a:ext cx="4778691" cy="332399"/>
          </a:xfrm>
        </p:spPr>
        <p:txBody>
          <a:bodyPr wrap="square" anchor="b">
            <a:sp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E6154-9CAB-42A6-DF23-0071FD3E6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689" y="3704737"/>
            <a:ext cx="4778691" cy="249299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867F4-45F0-F501-290D-2C2DFBB41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935FED-C218-FF81-0A75-0A1CE31A42D9}"/>
              </a:ext>
            </a:extLst>
          </p:cNvPr>
          <p:cNvSpPr/>
          <p:nvPr/>
        </p:nvSpPr>
        <p:spPr>
          <a:xfrm>
            <a:off x="10664190" y="388620"/>
            <a:ext cx="1268730" cy="960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4C48490-AEC7-0D63-DDD0-3482989DCAC5}"/>
              </a:ext>
            </a:extLst>
          </p:cNvPr>
          <p:cNvGrpSpPr/>
          <p:nvPr/>
        </p:nvGrpSpPr>
        <p:grpSpPr>
          <a:xfrm>
            <a:off x="10895881" y="551438"/>
            <a:ext cx="751607" cy="578967"/>
            <a:chOff x="8537865" y="1319106"/>
            <a:chExt cx="921208" cy="709611"/>
          </a:xfrm>
          <a:solidFill>
            <a:schemeClr val="bg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6CC7DF2-3E68-0C51-9956-A4914CB19F45}"/>
                </a:ext>
              </a:extLst>
            </p:cNvPr>
            <p:cNvSpPr/>
            <p:nvPr/>
          </p:nvSpPr>
          <p:spPr>
            <a:xfrm>
              <a:off x="9313753" y="1915716"/>
              <a:ext cx="142919" cy="106441"/>
            </a:xfrm>
            <a:custGeom>
              <a:avLst/>
              <a:gdLst>
                <a:gd name="connsiteX0" fmla="*/ 0 w 142919"/>
                <a:gd name="connsiteY0" fmla="*/ 106442 h 106441"/>
                <a:gd name="connsiteX1" fmla="*/ 142919 w 142919"/>
                <a:gd name="connsiteY1" fmla="*/ 106442 h 106441"/>
                <a:gd name="connsiteX2" fmla="*/ 142919 w 142919"/>
                <a:gd name="connsiteY2" fmla="*/ 81397 h 106441"/>
                <a:gd name="connsiteX3" fmla="*/ 84914 w 142919"/>
                <a:gd name="connsiteY3" fmla="*/ 81397 h 106441"/>
                <a:gd name="connsiteX4" fmla="*/ 84914 w 142919"/>
                <a:gd name="connsiteY4" fmla="*/ 9243 h 106441"/>
                <a:gd name="connsiteX5" fmla="*/ 61892 w 142919"/>
                <a:gd name="connsiteY5" fmla="*/ 9243 h 106441"/>
                <a:gd name="connsiteX6" fmla="*/ 61892 w 142919"/>
                <a:gd name="connsiteY6" fmla="*/ 81397 h 106441"/>
                <a:gd name="connsiteX7" fmla="*/ 22724 w 142919"/>
                <a:gd name="connsiteY7" fmla="*/ 81397 h 106441"/>
                <a:gd name="connsiteX8" fmla="*/ 22724 w 142919"/>
                <a:gd name="connsiteY8" fmla="*/ 0 h 106441"/>
                <a:gd name="connsiteX9" fmla="*/ 0 w 142919"/>
                <a:gd name="connsiteY9" fmla="*/ 0 h 106441"/>
                <a:gd name="connsiteX10" fmla="*/ 0 w 142919"/>
                <a:gd name="connsiteY10" fmla="*/ 106442 h 10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19" h="106441">
                  <a:moveTo>
                    <a:pt x="0" y="106442"/>
                  </a:moveTo>
                  <a:lnTo>
                    <a:pt x="142919" y="106442"/>
                  </a:lnTo>
                  <a:lnTo>
                    <a:pt x="142919" y="81397"/>
                  </a:lnTo>
                  <a:lnTo>
                    <a:pt x="84914" y="81397"/>
                  </a:lnTo>
                  <a:lnTo>
                    <a:pt x="84914" y="9243"/>
                  </a:lnTo>
                  <a:lnTo>
                    <a:pt x="61892" y="9243"/>
                  </a:lnTo>
                  <a:lnTo>
                    <a:pt x="61892" y="81397"/>
                  </a:lnTo>
                  <a:lnTo>
                    <a:pt x="22724" y="81397"/>
                  </a:lnTo>
                  <a:lnTo>
                    <a:pt x="22724" y="0"/>
                  </a:lnTo>
                  <a:lnTo>
                    <a:pt x="0" y="0"/>
                  </a:lnTo>
                  <a:lnTo>
                    <a:pt x="0" y="1064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83EE0E1-C130-A961-E1DF-9EFB6134FA4F}"/>
                </a:ext>
              </a:extLst>
            </p:cNvPr>
            <p:cNvSpPr/>
            <p:nvPr/>
          </p:nvSpPr>
          <p:spPr>
            <a:xfrm>
              <a:off x="9311063" y="1755010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238 h 149674"/>
                <a:gd name="connsiteX9" fmla="*/ 74150 w 148003"/>
                <a:gd name="connsiteY9" fmla="*/ 26238 h 149674"/>
                <a:gd name="connsiteX10" fmla="*/ 23321 w 148003"/>
                <a:gd name="connsiteY10" fmla="*/ 74837 h 149674"/>
                <a:gd name="connsiteX11" fmla="*/ 73851 w 148003"/>
                <a:gd name="connsiteY11" fmla="*/ 123139 h 149674"/>
                <a:gd name="connsiteX12" fmla="*/ 74150 w 148003"/>
                <a:gd name="connsiteY12" fmla="*/ 123139 h 149674"/>
                <a:gd name="connsiteX13" fmla="*/ 124979 w 148003"/>
                <a:gd name="connsiteY13" fmla="*/ 74539 h 149674"/>
                <a:gd name="connsiteX14" fmla="*/ 74449 w 148003"/>
                <a:gd name="connsiteY14" fmla="*/ 26238 h 149674"/>
                <a:gd name="connsiteX15" fmla="*/ 74449 w 148003"/>
                <a:gd name="connsiteY15" fmla="*/ 26238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238"/>
                  </a:moveTo>
                  <a:lnTo>
                    <a:pt x="74150" y="26238"/>
                  </a:lnTo>
                  <a:cubicBezTo>
                    <a:pt x="46344" y="26238"/>
                    <a:pt x="23321" y="46512"/>
                    <a:pt x="23321" y="74837"/>
                  </a:cubicBezTo>
                  <a:cubicBezTo>
                    <a:pt x="23321" y="103162"/>
                    <a:pt x="46045" y="123139"/>
                    <a:pt x="73851" y="123139"/>
                  </a:cubicBezTo>
                  <a:lnTo>
                    <a:pt x="74150" y="123139"/>
                  </a:lnTo>
                  <a:cubicBezTo>
                    <a:pt x="101957" y="123139"/>
                    <a:pt x="124979" y="102864"/>
                    <a:pt x="124979" y="74539"/>
                  </a:cubicBezTo>
                  <a:cubicBezTo>
                    <a:pt x="124979" y="46214"/>
                    <a:pt x="102256" y="26238"/>
                    <a:pt x="74449" y="26238"/>
                  </a:cubicBezTo>
                  <a:lnTo>
                    <a:pt x="74449" y="2623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BD2A74C-B414-5458-858E-EAEF965FD47A}"/>
                </a:ext>
              </a:extLst>
            </p:cNvPr>
            <p:cNvSpPr/>
            <p:nvPr/>
          </p:nvSpPr>
          <p:spPr>
            <a:xfrm>
              <a:off x="9311063" y="1591024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536 h 149674"/>
                <a:gd name="connsiteX9" fmla="*/ 74150 w 148003"/>
                <a:gd name="connsiteY9" fmla="*/ 26536 h 149674"/>
                <a:gd name="connsiteX10" fmla="*/ 23321 w 148003"/>
                <a:gd name="connsiteY10" fmla="*/ 75135 h 149674"/>
                <a:gd name="connsiteX11" fmla="*/ 73851 w 148003"/>
                <a:gd name="connsiteY11" fmla="*/ 123437 h 149674"/>
                <a:gd name="connsiteX12" fmla="*/ 74150 w 148003"/>
                <a:gd name="connsiteY12" fmla="*/ 123437 h 149674"/>
                <a:gd name="connsiteX13" fmla="*/ 124979 w 148003"/>
                <a:gd name="connsiteY13" fmla="*/ 74837 h 149674"/>
                <a:gd name="connsiteX14" fmla="*/ 74449 w 148003"/>
                <a:gd name="connsiteY14" fmla="*/ 26536 h 149674"/>
                <a:gd name="connsiteX15" fmla="*/ 74449 w 148003"/>
                <a:gd name="connsiteY15" fmla="*/ 26536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536"/>
                  </a:moveTo>
                  <a:lnTo>
                    <a:pt x="74150" y="26536"/>
                  </a:lnTo>
                  <a:cubicBezTo>
                    <a:pt x="46344" y="26536"/>
                    <a:pt x="23321" y="46811"/>
                    <a:pt x="23321" y="75135"/>
                  </a:cubicBezTo>
                  <a:cubicBezTo>
                    <a:pt x="23321" y="103460"/>
                    <a:pt x="46045" y="123437"/>
                    <a:pt x="73851" y="123437"/>
                  </a:cubicBezTo>
                  <a:lnTo>
                    <a:pt x="74150" y="123437"/>
                  </a:lnTo>
                  <a:cubicBezTo>
                    <a:pt x="101957" y="123437"/>
                    <a:pt x="124979" y="103162"/>
                    <a:pt x="124979" y="74837"/>
                  </a:cubicBezTo>
                  <a:cubicBezTo>
                    <a:pt x="124979" y="46512"/>
                    <a:pt x="102256" y="26536"/>
                    <a:pt x="74449" y="26536"/>
                  </a:cubicBezTo>
                  <a:lnTo>
                    <a:pt x="74449" y="265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638FFE0-656E-CC56-A7EC-DE7332F05B05}"/>
                </a:ext>
              </a:extLst>
            </p:cNvPr>
            <p:cNvSpPr/>
            <p:nvPr/>
          </p:nvSpPr>
          <p:spPr>
            <a:xfrm>
              <a:off x="9313753" y="1441350"/>
              <a:ext cx="142919" cy="129399"/>
            </a:xfrm>
            <a:custGeom>
              <a:avLst/>
              <a:gdLst>
                <a:gd name="connsiteX0" fmla="*/ 0 w 142919"/>
                <a:gd name="connsiteY0" fmla="*/ 129400 h 129399"/>
                <a:gd name="connsiteX1" fmla="*/ 0 w 142919"/>
                <a:gd name="connsiteY1" fmla="*/ 76030 h 129399"/>
                <a:gd name="connsiteX2" fmla="*/ 71160 w 142919"/>
                <a:gd name="connsiteY2" fmla="*/ 0 h 129399"/>
                <a:gd name="connsiteX3" fmla="*/ 71460 w 142919"/>
                <a:gd name="connsiteY3" fmla="*/ 0 h 129399"/>
                <a:gd name="connsiteX4" fmla="*/ 142919 w 142919"/>
                <a:gd name="connsiteY4" fmla="*/ 76030 h 129399"/>
                <a:gd name="connsiteX5" fmla="*/ 142919 w 142919"/>
                <a:gd name="connsiteY5" fmla="*/ 129400 h 129399"/>
                <a:gd name="connsiteX6" fmla="*/ 0 w 142919"/>
                <a:gd name="connsiteY6" fmla="*/ 129400 h 129399"/>
                <a:gd name="connsiteX7" fmla="*/ 120196 w 142919"/>
                <a:gd name="connsiteY7" fmla="*/ 76030 h 129399"/>
                <a:gd name="connsiteX8" fmla="*/ 72058 w 142919"/>
                <a:gd name="connsiteY8" fmla="*/ 26238 h 129399"/>
                <a:gd name="connsiteX9" fmla="*/ 71759 w 142919"/>
                <a:gd name="connsiteY9" fmla="*/ 26238 h 129399"/>
                <a:gd name="connsiteX10" fmla="*/ 23023 w 142919"/>
                <a:gd name="connsiteY10" fmla="*/ 76030 h 129399"/>
                <a:gd name="connsiteX11" fmla="*/ 23023 w 142919"/>
                <a:gd name="connsiteY11" fmla="*/ 104355 h 129399"/>
                <a:gd name="connsiteX12" fmla="*/ 120494 w 142919"/>
                <a:gd name="connsiteY12" fmla="*/ 104355 h 129399"/>
                <a:gd name="connsiteX13" fmla="*/ 120494 w 142919"/>
                <a:gd name="connsiteY13" fmla="*/ 76030 h 129399"/>
                <a:gd name="connsiteX14" fmla="*/ 120196 w 142919"/>
                <a:gd name="connsiteY14" fmla="*/ 76030 h 12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919" h="129399">
                  <a:moveTo>
                    <a:pt x="0" y="129400"/>
                  </a:moveTo>
                  <a:lnTo>
                    <a:pt x="0" y="76030"/>
                  </a:lnTo>
                  <a:cubicBezTo>
                    <a:pt x="0" y="31008"/>
                    <a:pt x="30796" y="0"/>
                    <a:pt x="71160" y="0"/>
                  </a:cubicBezTo>
                  <a:lnTo>
                    <a:pt x="71460" y="0"/>
                  </a:lnTo>
                  <a:cubicBezTo>
                    <a:pt x="111824" y="0"/>
                    <a:pt x="142919" y="31008"/>
                    <a:pt x="142919" y="76030"/>
                  </a:cubicBezTo>
                  <a:lnTo>
                    <a:pt x="142919" y="129400"/>
                  </a:lnTo>
                  <a:lnTo>
                    <a:pt x="0" y="129400"/>
                  </a:lnTo>
                  <a:close/>
                  <a:moveTo>
                    <a:pt x="120196" y="76030"/>
                  </a:moveTo>
                  <a:cubicBezTo>
                    <a:pt x="120196" y="45916"/>
                    <a:pt x="99864" y="26238"/>
                    <a:pt x="72058" y="26238"/>
                  </a:cubicBezTo>
                  <a:lnTo>
                    <a:pt x="71759" y="26238"/>
                  </a:lnTo>
                  <a:cubicBezTo>
                    <a:pt x="43653" y="26238"/>
                    <a:pt x="23023" y="45916"/>
                    <a:pt x="23023" y="76030"/>
                  </a:cubicBezTo>
                  <a:lnTo>
                    <a:pt x="23023" y="104355"/>
                  </a:lnTo>
                  <a:lnTo>
                    <a:pt x="120494" y="104355"/>
                  </a:lnTo>
                  <a:lnTo>
                    <a:pt x="120494" y="76030"/>
                  </a:lnTo>
                  <a:lnTo>
                    <a:pt x="120196" y="7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68BB148-B384-7FE9-507E-948175B252A3}"/>
                </a:ext>
              </a:extLst>
            </p:cNvPr>
            <p:cNvSpPr/>
            <p:nvPr/>
          </p:nvSpPr>
          <p:spPr>
            <a:xfrm>
              <a:off x="9311063" y="1319702"/>
              <a:ext cx="148010" cy="110615"/>
            </a:xfrm>
            <a:custGeom>
              <a:avLst/>
              <a:gdLst>
                <a:gd name="connsiteX0" fmla="*/ 125278 w 148010"/>
                <a:gd name="connsiteY0" fmla="*/ 110616 h 110615"/>
                <a:gd name="connsiteX1" fmla="*/ 107040 w 148010"/>
                <a:gd name="connsiteY1" fmla="*/ 95410 h 110615"/>
                <a:gd name="connsiteX2" fmla="*/ 125876 w 148010"/>
                <a:gd name="connsiteY2" fmla="*/ 50090 h 110615"/>
                <a:gd name="connsiteX3" fmla="*/ 107638 w 148010"/>
                <a:gd name="connsiteY3" fmla="*/ 24747 h 110615"/>
                <a:gd name="connsiteX4" fmla="*/ 107339 w 148010"/>
                <a:gd name="connsiteY4" fmla="*/ 24747 h 110615"/>
                <a:gd name="connsiteX5" fmla="*/ 85213 w 148010"/>
                <a:gd name="connsiteY5" fmla="*/ 57246 h 110615"/>
                <a:gd name="connsiteX6" fmla="*/ 42158 w 148010"/>
                <a:gd name="connsiteY6" fmla="*/ 105249 h 110615"/>
                <a:gd name="connsiteX7" fmla="*/ 41859 w 148010"/>
                <a:gd name="connsiteY7" fmla="*/ 105249 h 110615"/>
                <a:gd name="connsiteX8" fmla="*/ 0 w 148010"/>
                <a:gd name="connsiteY8" fmla="*/ 56053 h 110615"/>
                <a:gd name="connsiteX9" fmla="*/ 18239 w 148010"/>
                <a:gd name="connsiteY9" fmla="*/ 3876 h 110615"/>
                <a:gd name="connsiteX10" fmla="*/ 37374 w 148010"/>
                <a:gd name="connsiteY10" fmla="*/ 17591 h 110615"/>
                <a:gd name="connsiteX11" fmla="*/ 22425 w 148010"/>
                <a:gd name="connsiteY11" fmla="*/ 56650 h 110615"/>
                <a:gd name="connsiteX12" fmla="*/ 39467 w 148010"/>
                <a:gd name="connsiteY12" fmla="*/ 80204 h 110615"/>
                <a:gd name="connsiteX13" fmla="*/ 39766 w 148010"/>
                <a:gd name="connsiteY13" fmla="*/ 80204 h 110615"/>
                <a:gd name="connsiteX14" fmla="*/ 62490 w 148010"/>
                <a:gd name="connsiteY14" fmla="*/ 46214 h 110615"/>
                <a:gd name="connsiteX15" fmla="*/ 104648 w 148010"/>
                <a:gd name="connsiteY15" fmla="*/ 0 h 110615"/>
                <a:gd name="connsiteX16" fmla="*/ 104947 w 148010"/>
                <a:gd name="connsiteY16" fmla="*/ 0 h 110615"/>
                <a:gd name="connsiteX17" fmla="*/ 148002 w 148010"/>
                <a:gd name="connsiteY17" fmla="*/ 51283 h 110615"/>
                <a:gd name="connsiteX18" fmla="*/ 125278 w 148010"/>
                <a:gd name="connsiteY18" fmla="*/ 110616 h 110615"/>
                <a:gd name="connsiteX19" fmla="*/ 125278 w 148010"/>
                <a:gd name="connsiteY19" fmla="*/ 110616 h 11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8010" h="110615">
                  <a:moveTo>
                    <a:pt x="125278" y="110616"/>
                  </a:moveTo>
                  <a:lnTo>
                    <a:pt x="107040" y="95410"/>
                  </a:lnTo>
                  <a:cubicBezTo>
                    <a:pt x="119000" y="81695"/>
                    <a:pt x="125876" y="67980"/>
                    <a:pt x="125876" y="50090"/>
                  </a:cubicBezTo>
                  <a:cubicBezTo>
                    <a:pt x="125876" y="34586"/>
                    <a:pt x="118701" y="24747"/>
                    <a:pt x="107638" y="24747"/>
                  </a:cubicBezTo>
                  <a:lnTo>
                    <a:pt x="107339" y="24747"/>
                  </a:lnTo>
                  <a:cubicBezTo>
                    <a:pt x="97173" y="24747"/>
                    <a:pt x="91492" y="30412"/>
                    <a:pt x="85213" y="57246"/>
                  </a:cubicBezTo>
                  <a:cubicBezTo>
                    <a:pt x="77738" y="87956"/>
                    <a:pt x="68769" y="105249"/>
                    <a:pt x="42158" y="105249"/>
                  </a:cubicBezTo>
                  <a:lnTo>
                    <a:pt x="41859" y="105249"/>
                  </a:lnTo>
                  <a:cubicBezTo>
                    <a:pt x="17043" y="105249"/>
                    <a:pt x="0" y="84676"/>
                    <a:pt x="0" y="56053"/>
                  </a:cubicBezTo>
                  <a:cubicBezTo>
                    <a:pt x="0" y="35182"/>
                    <a:pt x="6279" y="18486"/>
                    <a:pt x="18239" y="3876"/>
                  </a:cubicBezTo>
                  <a:lnTo>
                    <a:pt x="37374" y="17591"/>
                  </a:lnTo>
                  <a:cubicBezTo>
                    <a:pt x="27806" y="30412"/>
                    <a:pt x="22425" y="43531"/>
                    <a:pt x="22425" y="56650"/>
                  </a:cubicBezTo>
                  <a:cubicBezTo>
                    <a:pt x="22425" y="71558"/>
                    <a:pt x="29899" y="80204"/>
                    <a:pt x="39467" y="80204"/>
                  </a:cubicBezTo>
                  <a:lnTo>
                    <a:pt x="39766" y="80204"/>
                  </a:lnTo>
                  <a:cubicBezTo>
                    <a:pt x="50829" y="80204"/>
                    <a:pt x="55912" y="73645"/>
                    <a:pt x="62490" y="46214"/>
                  </a:cubicBezTo>
                  <a:cubicBezTo>
                    <a:pt x="69965" y="15802"/>
                    <a:pt x="80728" y="0"/>
                    <a:pt x="104648" y="0"/>
                  </a:cubicBezTo>
                  <a:lnTo>
                    <a:pt x="104947" y="0"/>
                  </a:lnTo>
                  <a:cubicBezTo>
                    <a:pt x="131856" y="0"/>
                    <a:pt x="148002" y="21169"/>
                    <a:pt x="148002" y="51283"/>
                  </a:cubicBezTo>
                  <a:cubicBezTo>
                    <a:pt x="148301" y="72750"/>
                    <a:pt x="140527" y="93323"/>
                    <a:pt x="125278" y="110616"/>
                  </a:cubicBezTo>
                  <a:lnTo>
                    <a:pt x="125278" y="1106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F7ED78A-5A0A-8823-FFF9-474C4A1167AC}"/>
                </a:ext>
              </a:extLst>
            </p:cNvPr>
            <p:cNvSpPr/>
            <p:nvPr/>
          </p:nvSpPr>
          <p:spPr>
            <a:xfrm>
              <a:off x="8537865" y="1319106"/>
              <a:ext cx="327996" cy="340494"/>
            </a:xfrm>
            <a:custGeom>
              <a:avLst/>
              <a:gdLst>
                <a:gd name="connsiteX0" fmla="*/ 0 w 327996"/>
                <a:gd name="connsiteY0" fmla="*/ 171142 h 340494"/>
                <a:gd name="connsiteX1" fmla="*/ 0 w 327996"/>
                <a:gd name="connsiteY1" fmla="*/ 170247 h 340494"/>
                <a:gd name="connsiteX2" fmla="*/ 180293 w 327996"/>
                <a:gd name="connsiteY2" fmla="*/ 0 h 340494"/>
                <a:gd name="connsiteX3" fmla="*/ 316933 w 327996"/>
                <a:gd name="connsiteY3" fmla="*/ 49494 h 340494"/>
                <a:gd name="connsiteX4" fmla="*/ 255939 w 327996"/>
                <a:gd name="connsiteY4" fmla="*/ 123139 h 340494"/>
                <a:gd name="connsiteX5" fmla="*/ 183582 w 327996"/>
                <a:gd name="connsiteY5" fmla="*/ 94814 h 340494"/>
                <a:gd name="connsiteX6" fmla="*/ 110329 w 327996"/>
                <a:gd name="connsiteY6" fmla="*/ 171738 h 340494"/>
                <a:gd name="connsiteX7" fmla="*/ 110329 w 327996"/>
                <a:gd name="connsiteY7" fmla="*/ 172633 h 340494"/>
                <a:gd name="connsiteX8" fmla="*/ 188366 w 327996"/>
                <a:gd name="connsiteY8" fmla="*/ 250451 h 340494"/>
                <a:gd name="connsiteX9" fmla="*/ 225740 w 327996"/>
                <a:gd name="connsiteY9" fmla="*/ 242997 h 340494"/>
                <a:gd name="connsiteX10" fmla="*/ 225740 w 327996"/>
                <a:gd name="connsiteY10" fmla="*/ 210200 h 340494"/>
                <a:gd name="connsiteX11" fmla="*/ 169829 w 327996"/>
                <a:gd name="connsiteY11" fmla="*/ 210200 h 340494"/>
                <a:gd name="connsiteX12" fmla="*/ 169829 w 327996"/>
                <a:gd name="connsiteY12" fmla="*/ 140133 h 340494"/>
                <a:gd name="connsiteX13" fmla="*/ 327996 w 327996"/>
                <a:gd name="connsiteY13" fmla="*/ 140133 h 340494"/>
                <a:gd name="connsiteX14" fmla="*/ 327996 w 327996"/>
                <a:gd name="connsiteY14" fmla="*/ 291597 h 340494"/>
                <a:gd name="connsiteX15" fmla="*/ 183881 w 327996"/>
                <a:gd name="connsiteY15" fmla="*/ 340495 h 340494"/>
                <a:gd name="connsiteX16" fmla="*/ 0 w 327996"/>
                <a:gd name="connsiteY16" fmla="*/ 171142 h 340494"/>
                <a:gd name="connsiteX17" fmla="*/ 0 w 327996"/>
                <a:gd name="connsiteY17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7996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2750"/>
                    <a:pt x="77140" y="0"/>
                    <a:pt x="180293" y="0"/>
                  </a:cubicBezTo>
                  <a:cubicBezTo>
                    <a:pt x="236205" y="0"/>
                    <a:pt x="281652" y="18784"/>
                    <a:pt x="316933" y="49494"/>
                  </a:cubicBezTo>
                  <a:lnTo>
                    <a:pt x="255939" y="123139"/>
                  </a:lnTo>
                  <a:cubicBezTo>
                    <a:pt x="234411" y="104951"/>
                    <a:pt x="210791" y="94814"/>
                    <a:pt x="183582" y="94814"/>
                  </a:cubicBezTo>
                  <a:cubicBezTo>
                    <a:pt x="141125" y="94814"/>
                    <a:pt x="110329" y="127611"/>
                    <a:pt x="110329" y="171738"/>
                  </a:cubicBezTo>
                  <a:lnTo>
                    <a:pt x="110329" y="172633"/>
                  </a:lnTo>
                  <a:cubicBezTo>
                    <a:pt x="110329" y="218847"/>
                    <a:pt x="142620" y="250451"/>
                    <a:pt x="188366" y="250451"/>
                  </a:cubicBezTo>
                  <a:cubicBezTo>
                    <a:pt x="206904" y="250451"/>
                    <a:pt x="217369" y="247768"/>
                    <a:pt x="225740" y="242997"/>
                  </a:cubicBezTo>
                  <a:lnTo>
                    <a:pt x="225740" y="210200"/>
                  </a:lnTo>
                  <a:lnTo>
                    <a:pt x="169829" y="210200"/>
                  </a:lnTo>
                  <a:lnTo>
                    <a:pt x="169829" y="140133"/>
                  </a:lnTo>
                  <a:lnTo>
                    <a:pt x="327996" y="140133"/>
                  </a:lnTo>
                  <a:lnTo>
                    <a:pt x="327996" y="291597"/>
                  </a:lnTo>
                  <a:cubicBezTo>
                    <a:pt x="292416" y="320518"/>
                    <a:pt x="243082" y="340495"/>
                    <a:pt x="183881" y="340495"/>
                  </a:cubicBezTo>
                  <a:cubicBezTo>
                    <a:pt x="81625" y="340495"/>
                    <a:pt x="0" y="272217"/>
                    <a:pt x="0" y="171142"/>
                  </a:cubicBezTo>
                  <a:lnTo>
                    <a:pt x="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9751C892-6A21-8961-1692-94EC30BC0907}"/>
                </a:ext>
              </a:extLst>
            </p:cNvPr>
            <p:cNvSpPr/>
            <p:nvPr/>
          </p:nvSpPr>
          <p:spPr>
            <a:xfrm>
              <a:off x="8897255" y="1319106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B6B9EECB-64BA-AE5C-65C8-32662E25EC31}"/>
                </a:ext>
              </a:extLst>
            </p:cNvPr>
            <p:cNvSpPr/>
            <p:nvPr/>
          </p:nvSpPr>
          <p:spPr>
            <a:xfrm>
              <a:off x="8897255" y="1688223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68A8DF15-A0C5-1923-7BD7-30176FDF412C}"/>
                </a:ext>
              </a:extLst>
            </p:cNvPr>
            <p:cNvSpPr/>
            <p:nvPr/>
          </p:nvSpPr>
          <p:spPr>
            <a:xfrm>
              <a:off x="8550721" y="1694782"/>
              <a:ext cx="327398" cy="327375"/>
            </a:xfrm>
            <a:custGeom>
              <a:avLst/>
              <a:gdLst>
                <a:gd name="connsiteX0" fmla="*/ 327398 w 327398"/>
                <a:gd name="connsiteY0" fmla="*/ 0 h 327375"/>
                <a:gd name="connsiteX1" fmla="*/ 0 w 327398"/>
                <a:gd name="connsiteY1" fmla="*/ 0 h 327375"/>
                <a:gd name="connsiteX2" fmla="*/ 0 w 327398"/>
                <a:gd name="connsiteY2" fmla="*/ 93323 h 327375"/>
                <a:gd name="connsiteX3" fmla="*/ 109731 w 327398"/>
                <a:gd name="connsiteY3" fmla="*/ 93323 h 327375"/>
                <a:gd name="connsiteX4" fmla="*/ 109731 w 327398"/>
                <a:gd name="connsiteY4" fmla="*/ 327376 h 327375"/>
                <a:gd name="connsiteX5" fmla="*/ 217369 w 327398"/>
                <a:gd name="connsiteY5" fmla="*/ 327376 h 327375"/>
                <a:gd name="connsiteX6" fmla="*/ 217369 w 327398"/>
                <a:gd name="connsiteY6" fmla="*/ 93323 h 327375"/>
                <a:gd name="connsiteX7" fmla="*/ 327398 w 327398"/>
                <a:gd name="connsiteY7" fmla="*/ 93323 h 327375"/>
                <a:gd name="connsiteX8" fmla="*/ 327398 w 327398"/>
                <a:gd name="connsiteY8" fmla="*/ 0 h 3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398" h="327375">
                  <a:moveTo>
                    <a:pt x="327398" y="0"/>
                  </a:moveTo>
                  <a:lnTo>
                    <a:pt x="0" y="0"/>
                  </a:lnTo>
                  <a:lnTo>
                    <a:pt x="0" y="93323"/>
                  </a:lnTo>
                  <a:lnTo>
                    <a:pt x="109731" y="93323"/>
                  </a:lnTo>
                  <a:lnTo>
                    <a:pt x="109731" y="327376"/>
                  </a:lnTo>
                  <a:lnTo>
                    <a:pt x="217369" y="327376"/>
                  </a:lnTo>
                  <a:lnTo>
                    <a:pt x="217369" y="93323"/>
                  </a:lnTo>
                  <a:lnTo>
                    <a:pt x="327398" y="93323"/>
                  </a:lnTo>
                  <a:lnTo>
                    <a:pt x="327398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388" name="Graphic 387">
            <a:extLst>
              <a:ext uri="{FF2B5EF4-FFF2-40B4-BE49-F238E27FC236}">
                <a16:creationId xmlns:a16="http://schemas.microsoft.com/office/drawing/2014/main" id="{2E5AEBB0-B23F-11F3-34C2-C56DA2767E11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32951" y="1517774"/>
            <a:ext cx="5533147" cy="418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7981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Slide A |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D098-B447-79ED-27D6-0983AC947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689" y="3239940"/>
            <a:ext cx="4778691" cy="332399"/>
          </a:xfrm>
        </p:spPr>
        <p:txBody>
          <a:bodyPr wrap="square" anchor="b">
            <a:sp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E6154-9CAB-42A6-DF23-0071FD3E6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689" y="3704737"/>
            <a:ext cx="4778691" cy="249299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867F4-45F0-F501-290D-2C2DFBB41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pic>
        <p:nvPicPr>
          <p:cNvPr id="388" name="Graphic 387">
            <a:extLst>
              <a:ext uri="{FF2B5EF4-FFF2-40B4-BE49-F238E27FC236}">
                <a16:creationId xmlns:a16="http://schemas.microsoft.com/office/drawing/2014/main" id="{2E5AEBB0-B23F-11F3-34C2-C56DA2767E11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32951" y="1517774"/>
            <a:ext cx="5533147" cy="418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0081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B | Red and gre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FFEA7E5-FAA3-F754-B1B7-574A95A95772}"/>
              </a:ext>
            </a:extLst>
          </p:cNvPr>
          <p:cNvSpPr/>
          <p:nvPr/>
        </p:nvSpPr>
        <p:spPr>
          <a:xfrm>
            <a:off x="0" y="15048"/>
            <a:ext cx="6096000" cy="68429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F6D098-B447-79ED-27D6-0983AC947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689" y="2505944"/>
            <a:ext cx="4778691" cy="1218795"/>
          </a:xfrm>
        </p:spPr>
        <p:txBody>
          <a:bodyPr wrap="square" anchor="b">
            <a:sp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E6154-9CAB-42A6-DF23-0071FD3E6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689" y="3857137"/>
            <a:ext cx="4778691" cy="307777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867F4-45F0-F501-290D-2C2DFBB41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pic>
        <p:nvPicPr>
          <p:cNvPr id="123" name="Picture 122">
            <a:extLst>
              <a:ext uri="{FF2B5EF4-FFF2-40B4-BE49-F238E27FC236}">
                <a16:creationId xmlns:a16="http://schemas.microsoft.com/office/drawing/2014/main" id="{6834A8AF-526C-57F3-3584-2324C0C2531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1638024"/>
            <a:ext cx="6096000" cy="368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3635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B | Black and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FFEA7E5-FAA3-F754-B1B7-574A95A95772}"/>
              </a:ext>
            </a:extLst>
          </p:cNvPr>
          <p:cNvSpPr/>
          <p:nvPr/>
        </p:nvSpPr>
        <p:spPr>
          <a:xfrm>
            <a:off x="0" y="15048"/>
            <a:ext cx="6096000" cy="663975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F6D098-B447-79ED-27D6-0983AC947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689" y="2505944"/>
            <a:ext cx="4778691" cy="1218795"/>
          </a:xfrm>
        </p:spPr>
        <p:txBody>
          <a:bodyPr wrap="square" anchor="b">
            <a:sp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E6154-9CAB-42A6-DF23-0071FD3E6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689" y="3857137"/>
            <a:ext cx="4778691" cy="307777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867F4-45F0-F501-290D-2C2DFBB41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124" name="object 104">
            <a:extLst>
              <a:ext uri="{FF2B5EF4-FFF2-40B4-BE49-F238E27FC236}">
                <a16:creationId xmlns:a16="http://schemas.microsoft.com/office/drawing/2014/main" id="{841C84C9-721F-AB7D-2709-C660ADC2CC53}"/>
              </a:ext>
            </a:extLst>
          </p:cNvPr>
          <p:cNvSpPr/>
          <p:nvPr/>
        </p:nvSpPr>
        <p:spPr>
          <a:xfrm flipV="1">
            <a:off x="0" y="6629400"/>
            <a:ext cx="12192000" cy="228600"/>
          </a:xfrm>
          <a:custGeom>
            <a:avLst/>
            <a:gdLst/>
            <a:ahLst/>
            <a:cxnLst/>
            <a:rect l="l" t="t" r="r" b="b"/>
            <a:pathLst>
              <a:path w="24384000" h="381000">
                <a:moveTo>
                  <a:pt x="0" y="381000"/>
                </a:moveTo>
                <a:lnTo>
                  <a:pt x="24384000" y="381000"/>
                </a:lnTo>
                <a:lnTo>
                  <a:pt x="243840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endParaRPr sz="675"/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87E338F8-54C4-E383-BEEB-1C6FFB6A8D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1638024"/>
            <a:ext cx="6096000" cy="368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7529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ed Breaker A | Auntie Anne'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4" descr="A person holding blue cups with food in them&#10;&#10;Description automatically generated">
            <a:extLst>
              <a:ext uri="{FF2B5EF4-FFF2-40B4-BE49-F238E27FC236}">
                <a16:creationId xmlns:a16="http://schemas.microsoft.com/office/drawing/2014/main" id="{3A1BA31E-4FBF-F408-74FD-78554BAEE5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8AAA45E-CBDF-D3F6-11BA-16C5181A8989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9219" y="594295"/>
            <a:ext cx="1473200" cy="469900"/>
          </a:xfrm>
          <a:prstGeom prst="rect">
            <a:avLst/>
          </a:prstGeom>
          <a:effectLst>
            <a:outerShdw blurRad="693498" dist="50800" dir="5400000" algn="ctr" rotWithShape="0">
              <a:srgbClr val="000000">
                <a:alpha val="77000"/>
              </a:srgbClr>
            </a:outerShdw>
          </a:effec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0DCC411-C540-2D21-BEA9-45898F7A85EB}"/>
              </a:ext>
            </a:extLst>
          </p:cNvPr>
          <p:cNvGrpSpPr/>
          <p:nvPr/>
        </p:nvGrpSpPr>
        <p:grpSpPr>
          <a:xfrm>
            <a:off x="10895881" y="551438"/>
            <a:ext cx="751607" cy="578967"/>
            <a:chOff x="8537865" y="1319106"/>
            <a:chExt cx="921208" cy="709611"/>
          </a:xfrm>
          <a:solidFill>
            <a:schemeClr val="bg1"/>
          </a:solidFill>
          <a:effectLst>
            <a:outerShdw blurRad="693498" dist="50800" dir="5400000" algn="ctr" rotWithShape="0">
              <a:srgbClr val="000000">
                <a:alpha val="77000"/>
              </a:srgbClr>
            </a:outerShdw>
          </a:effectLst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6D1E357B-6FCA-8CDE-9606-9F85B3787CA8}"/>
                </a:ext>
              </a:extLst>
            </p:cNvPr>
            <p:cNvSpPr/>
            <p:nvPr/>
          </p:nvSpPr>
          <p:spPr>
            <a:xfrm>
              <a:off x="9313753" y="1915716"/>
              <a:ext cx="142919" cy="106441"/>
            </a:xfrm>
            <a:custGeom>
              <a:avLst/>
              <a:gdLst>
                <a:gd name="connsiteX0" fmla="*/ 0 w 142919"/>
                <a:gd name="connsiteY0" fmla="*/ 106442 h 106441"/>
                <a:gd name="connsiteX1" fmla="*/ 142919 w 142919"/>
                <a:gd name="connsiteY1" fmla="*/ 106442 h 106441"/>
                <a:gd name="connsiteX2" fmla="*/ 142919 w 142919"/>
                <a:gd name="connsiteY2" fmla="*/ 81397 h 106441"/>
                <a:gd name="connsiteX3" fmla="*/ 84914 w 142919"/>
                <a:gd name="connsiteY3" fmla="*/ 81397 h 106441"/>
                <a:gd name="connsiteX4" fmla="*/ 84914 w 142919"/>
                <a:gd name="connsiteY4" fmla="*/ 9243 h 106441"/>
                <a:gd name="connsiteX5" fmla="*/ 61892 w 142919"/>
                <a:gd name="connsiteY5" fmla="*/ 9243 h 106441"/>
                <a:gd name="connsiteX6" fmla="*/ 61892 w 142919"/>
                <a:gd name="connsiteY6" fmla="*/ 81397 h 106441"/>
                <a:gd name="connsiteX7" fmla="*/ 22724 w 142919"/>
                <a:gd name="connsiteY7" fmla="*/ 81397 h 106441"/>
                <a:gd name="connsiteX8" fmla="*/ 22724 w 142919"/>
                <a:gd name="connsiteY8" fmla="*/ 0 h 106441"/>
                <a:gd name="connsiteX9" fmla="*/ 0 w 142919"/>
                <a:gd name="connsiteY9" fmla="*/ 0 h 106441"/>
                <a:gd name="connsiteX10" fmla="*/ 0 w 142919"/>
                <a:gd name="connsiteY10" fmla="*/ 106442 h 10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19" h="106441">
                  <a:moveTo>
                    <a:pt x="0" y="106442"/>
                  </a:moveTo>
                  <a:lnTo>
                    <a:pt x="142919" y="106442"/>
                  </a:lnTo>
                  <a:lnTo>
                    <a:pt x="142919" y="81397"/>
                  </a:lnTo>
                  <a:lnTo>
                    <a:pt x="84914" y="81397"/>
                  </a:lnTo>
                  <a:lnTo>
                    <a:pt x="84914" y="9243"/>
                  </a:lnTo>
                  <a:lnTo>
                    <a:pt x="61892" y="9243"/>
                  </a:lnTo>
                  <a:lnTo>
                    <a:pt x="61892" y="81397"/>
                  </a:lnTo>
                  <a:lnTo>
                    <a:pt x="22724" y="81397"/>
                  </a:lnTo>
                  <a:lnTo>
                    <a:pt x="22724" y="0"/>
                  </a:lnTo>
                  <a:lnTo>
                    <a:pt x="0" y="0"/>
                  </a:lnTo>
                  <a:lnTo>
                    <a:pt x="0" y="1064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5B897EA-D2A4-4B7A-4252-053E07932C16}"/>
                </a:ext>
              </a:extLst>
            </p:cNvPr>
            <p:cNvSpPr/>
            <p:nvPr/>
          </p:nvSpPr>
          <p:spPr>
            <a:xfrm>
              <a:off x="9311063" y="1755010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238 h 149674"/>
                <a:gd name="connsiteX9" fmla="*/ 74150 w 148003"/>
                <a:gd name="connsiteY9" fmla="*/ 26238 h 149674"/>
                <a:gd name="connsiteX10" fmla="*/ 23321 w 148003"/>
                <a:gd name="connsiteY10" fmla="*/ 74837 h 149674"/>
                <a:gd name="connsiteX11" fmla="*/ 73851 w 148003"/>
                <a:gd name="connsiteY11" fmla="*/ 123139 h 149674"/>
                <a:gd name="connsiteX12" fmla="*/ 74150 w 148003"/>
                <a:gd name="connsiteY12" fmla="*/ 123139 h 149674"/>
                <a:gd name="connsiteX13" fmla="*/ 124979 w 148003"/>
                <a:gd name="connsiteY13" fmla="*/ 74539 h 149674"/>
                <a:gd name="connsiteX14" fmla="*/ 74449 w 148003"/>
                <a:gd name="connsiteY14" fmla="*/ 26238 h 149674"/>
                <a:gd name="connsiteX15" fmla="*/ 74449 w 148003"/>
                <a:gd name="connsiteY15" fmla="*/ 26238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238"/>
                  </a:moveTo>
                  <a:lnTo>
                    <a:pt x="74150" y="26238"/>
                  </a:lnTo>
                  <a:cubicBezTo>
                    <a:pt x="46344" y="26238"/>
                    <a:pt x="23321" y="46512"/>
                    <a:pt x="23321" y="74837"/>
                  </a:cubicBezTo>
                  <a:cubicBezTo>
                    <a:pt x="23321" y="103162"/>
                    <a:pt x="46045" y="123139"/>
                    <a:pt x="73851" y="123139"/>
                  </a:cubicBezTo>
                  <a:lnTo>
                    <a:pt x="74150" y="123139"/>
                  </a:lnTo>
                  <a:cubicBezTo>
                    <a:pt x="101957" y="123139"/>
                    <a:pt x="124979" y="102864"/>
                    <a:pt x="124979" y="74539"/>
                  </a:cubicBezTo>
                  <a:cubicBezTo>
                    <a:pt x="124979" y="46214"/>
                    <a:pt x="102256" y="26238"/>
                    <a:pt x="74449" y="26238"/>
                  </a:cubicBezTo>
                  <a:lnTo>
                    <a:pt x="74449" y="2623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EE9CBB1-8B3A-17E7-A435-928CDB254246}"/>
                </a:ext>
              </a:extLst>
            </p:cNvPr>
            <p:cNvSpPr/>
            <p:nvPr/>
          </p:nvSpPr>
          <p:spPr>
            <a:xfrm>
              <a:off x="9311063" y="1591024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536 h 149674"/>
                <a:gd name="connsiteX9" fmla="*/ 74150 w 148003"/>
                <a:gd name="connsiteY9" fmla="*/ 26536 h 149674"/>
                <a:gd name="connsiteX10" fmla="*/ 23321 w 148003"/>
                <a:gd name="connsiteY10" fmla="*/ 75135 h 149674"/>
                <a:gd name="connsiteX11" fmla="*/ 73851 w 148003"/>
                <a:gd name="connsiteY11" fmla="*/ 123437 h 149674"/>
                <a:gd name="connsiteX12" fmla="*/ 74150 w 148003"/>
                <a:gd name="connsiteY12" fmla="*/ 123437 h 149674"/>
                <a:gd name="connsiteX13" fmla="*/ 124979 w 148003"/>
                <a:gd name="connsiteY13" fmla="*/ 74837 h 149674"/>
                <a:gd name="connsiteX14" fmla="*/ 74449 w 148003"/>
                <a:gd name="connsiteY14" fmla="*/ 26536 h 149674"/>
                <a:gd name="connsiteX15" fmla="*/ 74449 w 148003"/>
                <a:gd name="connsiteY15" fmla="*/ 26536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536"/>
                  </a:moveTo>
                  <a:lnTo>
                    <a:pt x="74150" y="26536"/>
                  </a:lnTo>
                  <a:cubicBezTo>
                    <a:pt x="46344" y="26536"/>
                    <a:pt x="23321" y="46811"/>
                    <a:pt x="23321" y="75135"/>
                  </a:cubicBezTo>
                  <a:cubicBezTo>
                    <a:pt x="23321" y="103460"/>
                    <a:pt x="46045" y="123437"/>
                    <a:pt x="73851" y="123437"/>
                  </a:cubicBezTo>
                  <a:lnTo>
                    <a:pt x="74150" y="123437"/>
                  </a:lnTo>
                  <a:cubicBezTo>
                    <a:pt x="101957" y="123437"/>
                    <a:pt x="124979" y="103162"/>
                    <a:pt x="124979" y="74837"/>
                  </a:cubicBezTo>
                  <a:cubicBezTo>
                    <a:pt x="124979" y="46512"/>
                    <a:pt x="102256" y="26536"/>
                    <a:pt x="74449" y="26536"/>
                  </a:cubicBezTo>
                  <a:lnTo>
                    <a:pt x="74449" y="265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FAA9C3C-236A-F429-9615-BD8E877D4598}"/>
                </a:ext>
              </a:extLst>
            </p:cNvPr>
            <p:cNvSpPr/>
            <p:nvPr/>
          </p:nvSpPr>
          <p:spPr>
            <a:xfrm>
              <a:off x="9313753" y="1441350"/>
              <a:ext cx="142919" cy="129399"/>
            </a:xfrm>
            <a:custGeom>
              <a:avLst/>
              <a:gdLst>
                <a:gd name="connsiteX0" fmla="*/ 0 w 142919"/>
                <a:gd name="connsiteY0" fmla="*/ 129400 h 129399"/>
                <a:gd name="connsiteX1" fmla="*/ 0 w 142919"/>
                <a:gd name="connsiteY1" fmla="*/ 76030 h 129399"/>
                <a:gd name="connsiteX2" fmla="*/ 71160 w 142919"/>
                <a:gd name="connsiteY2" fmla="*/ 0 h 129399"/>
                <a:gd name="connsiteX3" fmla="*/ 71460 w 142919"/>
                <a:gd name="connsiteY3" fmla="*/ 0 h 129399"/>
                <a:gd name="connsiteX4" fmla="*/ 142919 w 142919"/>
                <a:gd name="connsiteY4" fmla="*/ 76030 h 129399"/>
                <a:gd name="connsiteX5" fmla="*/ 142919 w 142919"/>
                <a:gd name="connsiteY5" fmla="*/ 129400 h 129399"/>
                <a:gd name="connsiteX6" fmla="*/ 0 w 142919"/>
                <a:gd name="connsiteY6" fmla="*/ 129400 h 129399"/>
                <a:gd name="connsiteX7" fmla="*/ 120196 w 142919"/>
                <a:gd name="connsiteY7" fmla="*/ 76030 h 129399"/>
                <a:gd name="connsiteX8" fmla="*/ 72058 w 142919"/>
                <a:gd name="connsiteY8" fmla="*/ 26238 h 129399"/>
                <a:gd name="connsiteX9" fmla="*/ 71759 w 142919"/>
                <a:gd name="connsiteY9" fmla="*/ 26238 h 129399"/>
                <a:gd name="connsiteX10" fmla="*/ 23023 w 142919"/>
                <a:gd name="connsiteY10" fmla="*/ 76030 h 129399"/>
                <a:gd name="connsiteX11" fmla="*/ 23023 w 142919"/>
                <a:gd name="connsiteY11" fmla="*/ 104355 h 129399"/>
                <a:gd name="connsiteX12" fmla="*/ 120494 w 142919"/>
                <a:gd name="connsiteY12" fmla="*/ 104355 h 129399"/>
                <a:gd name="connsiteX13" fmla="*/ 120494 w 142919"/>
                <a:gd name="connsiteY13" fmla="*/ 76030 h 129399"/>
                <a:gd name="connsiteX14" fmla="*/ 120196 w 142919"/>
                <a:gd name="connsiteY14" fmla="*/ 76030 h 12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919" h="129399">
                  <a:moveTo>
                    <a:pt x="0" y="129400"/>
                  </a:moveTo>
                  <a:lnTo>
                    <a:pt x="0" y="76030"/>
                  </a:lnTo>
                  <a:cubicBezTo>
                    <a:pt x="0" y="31008"/>
                    <a:pt x="30796" y="0"/>
                    <a:pt x="71160" y="0"/>
                  </a:cubicBezTo>
                  <a:lnTo>
                    <a:pt x="71460" y="0"/>
                  </a:lnTo>
                  <a:cubicBezTo>
                    <a:pt x="111824" y="0"/>
                    <a:pt x="142919" y="31008"/>
                    <a:pt x="142919" y="76030"/>
                  </a:cubicBezTo>
                  <a:lnTo>
                    <a:pt x="142919" y="129400"/>
                  </a:lnTo>
                  <a:lnTo>
                    <a:pt x="0" y="129400"/>
                  </a:lnTo>
                  <a:close/>
                  <a:moveTo>
                    <a:pt x="120196" y="76030"/>
                  </a:moveTo>
                  <a:cubicBezTo>
                    <a:pt x="120196" y="45916"/>
                    <a:pt x="99864" y="26238"/>
                    <a:pt x="72058" y="26238"/>
                  </a:cubicBezTo>
                  <a:lnTo>
                    <a:pt x="71759" y="26238"/>
                  </a:lnTo>
                  <a:cubicBezTo>
                    <a:pt x="43653" y="26238"/>
                    <a:pt x="23023" y="45916"/>
                    <a:pt x="23023" y="76030"/>
                  </a:cubicBezTo>
                  <a:lnTo>
                    <a:pt x="23023" y="104355"/>
                  </a:lnTo>
                  <a:lnTo>
                    <a:pt x="120494" y="104355"/>
                  </a:lnTo>
                  <a:lnTo>
                    <a:pt x="120494" y="76030"/>
                  </a:lnTo>
                  <a:lnTo>
                    <a:pt x="120196" y="7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DB32B942-BCB8-6B88-22B4-6E2CB52A6543}"/>
                </a:ext>
              </a:extLst>
            </p:cNvPr>
            <p:cNvSpPr/>
            <p:nvPr/>
          </p:nvSpPr>
          <p:spPr>
            <a:xfrm>
              <a:off x="9311063" y="1319702"/>
              <a:ext cx="148010" cy="110615"/>
            </a:xfrm>
            <a:custGeom>
              <a:avLst/>
              <a:gdLst>
                <a:gd name="connsiteX0" fmla="*/ 125278 w 148010"/>
                <a:gd name="connsiteY0" fmla="*/ 110616 h 110615"/>
                <a:gd name="connsiteX1" fmla="*/ 107040 w 148010"/>
                <a:gd name="connsiteY1" fmla="*/ 95410 h 110615"/>
                <a:gd name="connsiteX2" fmla="*/ 125876 w 148010"/>
                <a:gd name="connsiteY2" fmla="*/ 50090 h 110615"/>
                <a:gd name="connsiteX3" fmla="*/ 107638 w 148010"/>
                <a:gd name="connsiteY3" fmla="*/ 24747 h 110615"/>
                <a:gd name="connsiteX4" fmla="*/ 107339 w 148010"/>
                <a:gd name="connsiteY4" fmla="*/ 24747 h 110615"/>
                <a:gd name="connsiteX5" fmla="*/ 85213 w 148010"/>
                <a:gd name="connsiteY5" fmla="*/ 57246 h 110615"/>
                <a:gd name="connsiteX6" fmla="*/ 42158 w 148010"/>
                <a:gd name="connsiteY6" fmla="*/ 105249 h 110615"/>
                <a:gd name="connsiteX7" fmla="*/ 41859 w 148010"/>
                <a:gd name="connsiteY7" fmla="*/ 105249 h 110615"/>
                <a:gd name="connsiteX8" fmla="*/ 0 w 148010"/>
                <a:gd name="connsiteY8" fmla="*/ 56053 h 110615"/>
                <a:gd name="connsiteX9" fmla="*/ 18239 w 148010"/>
                <a:gd name="connsiteY9" fmla="*/ 3876 h 110615"/>
                <a:gd name="connsiteX10" fmla="*/ 37374 w 148010"/>
                <a:gd name="connsiteY10" fmla="*/ 17591 h 110615"/>
                <a:gd name="connsiteX11" fmla="*/ 22425 w 148010"/>
                <a:gd name="connsiteY11" fmla="*/ 56650 h 110615"/>
                <a:gd name="connsiteX12" fmla="*/ 39467 w 148010"/>
                <a:gd name="connsiteY12" fmla="*/ 80204 h 110615"/>
                <a:gd name="connsiteX13" fmla="*/ 39766 w 148010"/>
                <a:gd name="connsiteY13" fmla="*/ 80204 h 110615"/>
                <a:gd name="connsiteX14" fmla="*/ 62490 w 148010"/>
                <a:gd name="connsiteY14" fmla="*/ 46214 h 110615"/>
                <a:gd name="connsiteX15" fmla="*/ 104648 w 148010"/>
                <a:gd name="connsiteY15" fmla="*/ 0 h 110615"/>
                <a:gd name="connsiteX16" fmla="*/ 104947 w 148010"/>
                <a:gd name="connsiteY16" fmla="*/ 0 h 110615"/>
                <a:gd name="connsiteX17" fmla="*/ 148002 w 148010"/>
                <a:gd name="connsiteY17" fmla="*/ 51283 h 110615"/>
                <a:gd name="connsiteX18" fmla="*/ 125278 w 148010"/>
                <a:gd name="connsiteY18" fmla="*/ 110616 h 110615"/>
                <a:gd name="connsiteX19" fmla="*/ 125278 w 148010"/>
                <a:gd name="connsiteY19" fmla="*/ 110616 h 11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8010" h="110615">
                  <a:moveTo>
                    <a:pt x="125278" y="110616"/>
                  </a:moveTo>
                  <a:lnTo>
                    <a:pt x="107040" y="95410"/>
                  </a:lnTo>
                  <a:cubicBezTo>
                    <a:pt x="119000" y="81695"/>
                    <a:pt x="125876" y="67980"/>
                    <a:pt x="125876" y="50090"/>
                  </a:cubicBezTo>
                  <a:cubicBezTo>
                    <a:pt x="125876" y="34586"/>
                    <a:pt x="118701" y="24747"/>
                    <a:pt x="107638" y="24747"/>
                  </a:cubicBezTo>
                  <a:lnTo>
                    <a:pt x="107339" y="24747"/>
                  </a:lnTo>
                  <a:cubicBezTo>
                    <a:pt x="97173" y="24747"/>
                    <a:pt x="91492" y="30412"/>
                    <a:pt x="85213" y="57246"/>
                  </a:cubicBezTo>
                  <a:cubicBezTo>
                    <a:pt x="77738" y="87956"/>
                    <a:pt x="68769" y="105249"/>
                    <a:pt x="42158" y="105249"/>
                  </a:cubicBezTo>
                  <a:lnTo>
                    <a:pt x="41859" y="105249"/>
                  </a:lnTo>
                  <a:cubicBezTo>
                    <a:pt x="17043" y="105249"/>
                    <a:pt x="0" y="84676"/>
                    <a:pt x="0" y="56053"/>
                  </a:cubicBezTo>
                  <a:cubicBezTo>
                    <a:pt x="0" y="35182"/>
                    <a:pt x="6279" y="18486"/>
                    <a:pt x="18239" y="3876"/>
                  </a:cubicBezTo>
                  <a:lnTo>
                    <a:pt x="37374" y="17591"/>
                  </a:lnTo>
                  <a:cubicBezTo>
                    <a:pt x="27806" y="30412"/>
                    <a:pt x="22425" y="43531"/>
                    <a:pt x="22425" y="56650"/>
                  </a:cubicBezTo>
                  <a:cubicBezTo>
                    <a:pt x="22425" y="71558"/>
                    <a:pt x="29899" y="80204"/>
                    <a:pt x="39467" y="80204"/>
                  </a:cubicBezTo>
                  <a:lnTo>
                    <a:pt x="39766" y="80204"/>
                  </a:lnTo>
                  <a:cubicBezTo>
                    <a:pt x="50829" y="80204"/>
                    <a:pt x="55912" y="73645"/>
                    <a:pt x="62490" y="46214"/>
                  </a:cubicBezTo>
                  <a:cubicBezTo>
                    <a:pt x="69965" y="15802"/>
                    <a:pt x="80728" y="0"/>
                    <a:pt x="104648" y="0"/>
                  </a:cubicBezTo>
                  <a:lnTo>
                    <a:pt x="104947" y="0"/>
                  </a:lnTo>
                  <a:cubicBezTo>
                    <a:pt x="131856" y="0"/>
                    <a:pt x="148002" y="21169"/>
                    <a:pt x="148002" y="51283"/>
                  </a:cubicBezTo>
                  <a:cubicBezTo>
                    <a:pt x="148301" y="72750"/>
                    <a:pt x="140527" y="93323"/>
                    <a:pt x="125278" y="110616"/>
                  </a:cubicBezTo>
                  <a:lnTo>
                    <a:pt x="125278" y="1106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B8D73FA-3685-C761-1D10-07EA73D8F8B9}"/>
                </a:ext>
              </a:extLst>
            </p:cNvPr>
            <p:cNvSpPr/>
            <p:nvPr/>
          </p:nvSpPr>
          <p:spPr>
            <a:xfrm>
              <a:off x="8537865" y="1319106"/>
              <a:ext cx="327996" cy="340494"/>
            </a:xfrm>
            <a:custGeom>
              <a:avLst/>
              <a:gdLst>
                <a:gd name="connsiteX0" fmla="*/ 0 w 327996"/>
                <a:gd name="connsiteY0" fmla="*/ 171142 h 340494"/>
                <a:gd name="connsiteX1" fmla="*/ 0 w 327996"/>
                <a:gd name="connsiteY1" fmla="*/ 170247 h 340494"/>
                <a:gd name="connsiteX2" fmla="*/ 180293 w 327996"/>
                <a:gd name="connsiteY2" fmla="*/ 0 h 340494"/>
                <a:gd name="connsiteX3" fmla="*/ 316933 w 327996"/>
                <a:gd name="connsiteY3" fmla="*/ 49494 h 340494"/>
                <a:gd name="connsiteX4" fmla="*/ 255939 w 327996"/>
                <a:gd name="connsiteY4" fmla="*/ 123139 h 340494"/>
                <a:gd name="connsiteX5" fmla="*/ 183582 w 327996"/>
                <a:gd name="connsiteY5" fmla="*/ 94814 h 340494"/>
                <a:gd name="connsiteX6" fmla="*/ 110329 w 327996"/>
                <a:gd name="connsiteY6" fmla="*/ 171738 h 340494"/>
                <a:gd name="connsiteX7" fmla="*/ 110329 w 327996"/>
                <a:gd name="connsiteY7" fmla="*/ 172633 h 340494"/>
                <a:gd name="connsiteX8" fmla="*/ 188366 w 327996"/>
                <a:gd name="connsiteY8" fmla="*/ 250451 h 340494"/>
                <a:gd name="connsiteX9" fmla="*/ 225740 w 327996"/>
                <a:gd name="connsiteY9" fmla="*/ 242997 h 340494"/>
                <a:gd name="connsiteX10" fmla="*/ 225740 w 327996"/>
                <a:gd name="connsiteY10" fmla="*/ 210200 h 340494"/>
                <a:gd name="connsiteX11" fmla="*/ 169829 w 327996"/>
                <a:gd name="connsiteY11" fmla="*/ 210200 h 340494"/>
                <a:gd name="connsiteX12" fmla="*/ 169829 w 327996"/>
                <a:gd name="connsiteY12" fmla="*/ 140133 h 340494"/>
                <a:gd name="connsiteX13" fmla="*/ 327996 w 327996"/>
                <a:gd name="connsiteY13" fmla="*/ 140133 h 340494"/>
                <a:gd name="connsiteX14" fmla="*/ 327996 w 327996"/>
                <a:gd name="connsiteY14" fmla="*/ 291597 h 340494"/>
                <a:gd name="connsiteX15" fmla="*/ 183881 w 327996"/>
                <a:gd name="connsiteY15" fmla="*/ 340495 h 340494"/>
                <a:gd name="connsiteX16" fmla="*/ 0 w 327996"/>
                <a:gd name="connsiteY16" fmla="*/ 171142 h 340494"/>
                <a:gd name="connsiteX17" fmla="*/ 0 w 327996"/>
                <a:gd name="connsiteY17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7996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2750"/>
                    <a:pt x="77140" y="0"/>
                    <a:pt x="180293" y="0"/>
                  </a:cubicBezTo>
                  <a:cubicBezTo>
                    <a:pt x="236205" y="0"/>
                    <a:pt x="281652" y="18784"/>
                    <a:pt x="316933" y="49494"/>
                  </a:cubicBezTo>
                  <a:lnTo>
                    <a:pt x="255939" y="123139"/>
                  </a:lnTo>
                  <a:cubicBezTo>
                    <a:pt x="234411" y="104951"/>
                    <a:pt x="210791" y="94814"/>
                    <a:pt x="183582" y="94814"/>
                  </a:cubicBezTo>
                  <a:cubicBezTo>
                    <a:pt x="141125" y="94814"/>
                    <a:pt x="110329" y="127611"/>
                    <a:pt x="110329" y="171738"/>
                  </a:cubicBezTo>
                  <a:lnTo>
                    <a:pt x="110329" y="172633"/>
                  </a:lnTo>
                  <a:cubicBezTo>
                    <a:pt x="110329" y="218847"/>
                    <a:pt x="142620" y="250451"/>
                    <a:pt x="188366" y="250451"/>
                  </a:cubicBezTo>
                  <a:cubicBezTo>
                    <a:pt x="206904" y="250451"/>
                    <a:pt x="217369" y="247768"/>
                    <a:pt x="225740" y="242997"/>
                  </a:cubicBezTo>
                  <a:lnTo>
                    <a:pt x="225740" y="210200"/>
                  </a:lnTo>
                  <a:lnTo>
                    <a:pt x="169829" y="210200"/>
                  </a:lnTo>
                  <a:lnTo>
                    <a:pt x="169829" y="140133"/>
                  </a:lnTo>
                  <a:lnTo>
                    <a:pt x="327996" y="140133"/>
                  </a:lnTo>
                  <a:lnTo>
                    <a:pt x="327996" y="291597"/>
                  </a:lnTo>
                  <a:cubicBezTo>
                    <a:pt x="292416" y="320518"/>
                    <a:pt x="243082" y="340495"/>
                    <a:pt x="183881" y="340495"/>
                  </a:cubicBezTo>
                  <a:cubicBezTo>
                    <a:pt x="81625" y="340495"/>
                    <a:pt x="0" y="272217"/>
                    <a:pt x="0" y="171142"/>
                  </a:cubicBezTo>
                  <a:lnTo>
                    <a:pt x="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C2137FD-4D7C-4619-C316-17430B7B6690}"/>
                </a:ext>
              </a:extLst>
            </p:cNvPr>
            <p:cNvSpPr/>
            <p:nvPr/>
          </p:nvSpPr>
          <p:spPr>
            <a:xfrm>
              <a:off x="8897255" y="1319106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A252A9A-8CA5-434F-745A-F59AE785C1B8}"/>
                </a:ext>
              </a:extLst>
            </p:cNvPr>
            <p:cNvSpPr/>
            <p:nvPr/>
          </p:nvSpPr>
          <p:spPr>
            <a:xfrm>
              <a:off x="8897255" y="1688223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8B7B963-BE94-D15E-FC98-53ABF848D8DD}"/>
                </a:ext>
              </a:extLst>
            </p:cNvPr>
            <p:cNvSpPr/>
            <p:nvPr/>
          </p:nvSpPr>
          <p:spPr>
            <a:xfrm>
              <a:off x="8550721" y="1694782"/>
              <a:ext cx="327398" cy="327375"/>
            </a:xfrm>
            <a:custGeom>
              <a:avLst/>
              <a:gdLst>
                <a:gd name="connsiteX0" fmla="*/ 327398 w 327398"/>
                <a:gd name="connsiteY0" fmla="*/ 0 h 327375"/>
                <a:gd name="connsiteX1" fmla="*/ 0 w 327398"/>
                <a:gd name="connsiteY1" fmla="*/ 0 h 327375"/>
                <a:gd name="connsiteX2" fmla="*/ 0 w 327398"/>
                <a:gd name="connsiteY2" fmla="*/ 93323 h 327375"/>
                <a:gd name="connsiteX3" fmla="*/ 109731 w 327398"/>
                <a:gd name="connsiteY3" fmla="*/ 93323 h 327375"/>
                <a:gd name="connsiteX4" fmla="*/ 109731 w 327398"/>
                <a:gd name="connsiteY4" fmla="*/ 327376 h 327375"/>
                <a:gd name="connsiteX5" fmla="*/ 217369 w 327398"/>
                <a:gd name="connsiteY5" fmla="*/ 327376 h 327375"/>
                <a:gd name="connsiteX6" fmla="*/ 217369 w 327398"/>
                <a:gd name="connsiteY6" fmla="*/ 93323 h 327375"/>
                <a:gd name="connsiteX7" fmla="*/ 327398 w 327398"/>
                <a:gd name="connsiteY7" fmla="*/ 93323 h 327375"/>
                <a:gd name="connsiteX8" fmla="*/ 327398 w 327398"/>
                <a:gd name="connsiteY8" fmla="*/ 0 h 3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398" h="327375">
                  <a:moveTo>
                    <a:pt x="327398" y="0"/>
                  </a:moveTo>
                  <a:lnTo>
                    <a:pt x="0" y="0"/>
                  </a:lnTo>
                  <a:lnTo>
                    <a:pt x="0" y="93323"/>
                  </a:lnTo>
                  <a:lnTo>
                    <a:pt x="109731" y="93323"/>
                  </a:lnTo>
                  <a:lnTo>
                    <a:pt x="109731" y="327376"/>
                  </a:lnTo>
                  <a:lnTo>
                    <a:pt x="217369" y="327376"/>
                  </a:lnTo>
                  <a:lnTo>
                    <a:pt x="217369" y="93323"/>
                  </a:lnTo>
                  <a:lnTo>
                    <a:pt x="327398" y="93323"/>
                  </a:lnTo>
                  <a:lnTo>
                    <a:pt x="327398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D83068C-4E5F-EC96-4FB6-2F7831D64BC3}"/>
              </a:ext>
            </a:extLst>
          </p:cNvPr>
          <p:cNvCxnSpPr>
            <a:cxnSpLocks/>
          </p:cNvCxnSpPr>
          <p:nvPr/>
        </p:nvCxnSpPr>
        <p:spPr>
          <a:xfrm>
            <a:off x="10644647" y="536115"/>
            <a:ext cx="0" cy="620137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outerShdw blurRad="693498" dist="50800" dir="5400000" algn="ctr" rotWithShape="0">
              <a:srgbClr val="000000">
                <a:alpha val="77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C4B9ACC-A0B6-959F-29DB-8B112F8E0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9525" y="6324113"/>
            <a:ext cx="2743200" cy="12311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989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pos="650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ed Breaker B | Auntie Anne'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4">
            <a:extLst>
              <a:ext uri="{FF2B5EF4-FFF2-40B4-BE49-F238E27FC236}">
                <a16:creationId xmlns:a16="http://schemas.microsoft.com/office/drawing/2014/main" id="{D56733F9-2C88-65FF-FF51-B3E46474CED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1"/>
            <a:ext cx="6858000" cy="12192001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66D8CB8E-EF58-FAD8-4857-DA1F5533E9F6}"/>
              </a:ext>
            </a:extLst>
          </p:cNvPr>
          <p:cNvGrpSpPr/>
          <p:nvPr/>
        </p:nvGrpSpPr>
        <p:grpSpPr>
          <a:xfrm>
            <a:off x="-1" y="2463800"/>
            <a:ext cx="5092701" cy="1930400"/>
            <a:chOff x="-1" y="2616200"/>
            <a:chExt cx="5092701" cy="19304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1F7AFAC-2650-1EF3-81AF-6CEAEBAB971A}"/>
                </a:ext>
              </a:extLst>
            </p:cNvPr>
            <p:cNvSpPr/>
            <p:nvPr userDrawn="1"/>
          </p:nvSpPr>
          <p:spPr>
            <a:xfrm>
              <a:off x="-1" y="2616200"/>
              <a:ext cx="5092701" cy="1930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4C9E645-E888-64CD-748F-239562F01C13}"/>
                </a:ext>
              </a:extLst>
            </p:cNvPr>
            <p:cNvGrpSpPr/>
            <p:nvPr userDrawn="1"/>
          </p:nvGrpSpPr>
          <p:grpSpPr>
            <a:xfrm>
              <a:off x="547688" y="3154060"/>
              <a:ext cx="3909410" cy="884540"/>
              <a:chOff x="3634390" y="1374315"/>
              <a:chExt cx="2740824" cy="620137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3A34E169-8DA7-D098-49D3-2FFB3EA11FB2}"/>
                  </a:ext>
                </a:extLst>
              </p:cNvPr>
              <p:cNvGrpSpPr/>
              <p:nvPr userDrawn="1"/>
            </p:nvGrpSpPr>
            <p:grpSpPr>
              <a:xfrm>
                <a:off x="5623607" y="1389638"/>
                <a:ext cx="751607" cy="578967"/>
                <a:chOff x="8537865" y="1319106"/>
                <a:chExt cx="921208" cy="709611"/>
              </a:xfrm>
              <a:solidFill>
                <a:schemeClr val="tx2"/>
              </a:solidFill>
            </p:grpSpPr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69F6BE10-5598-EEBB-6597-833CB38F2802}"/>
                    </a:ext>
                  </a:extLst>
                </p:cNvPr>
                <p:cNvSpPr/>
                <p:nvPr/>
              </p:nvSpPr>
              <p:spPr>
                <a:xfrm>
                  <a:off x="9313753" y="1915716"/>
                  <a:ext cx="142919" cy="106441"/>
                </a:xfrm>
                <a:custGeom>
                  <a:avLst/>
                  <a:gdLst>
                    <a:gd name="connsiteX0" fmla="*/ 0 w 142919"/>
                    <a:gd name="connsiteY0" fmla="*/ 106442 h 106441"/>
                    <a:gd name="connsiteX1" fmla="*/ 142919 w 142919"/>
                    <a:gd name="connsiteY1" fmla="*/ 106442 h 106441"/>
                    <a:gd name="connsiteX2" fmla="*/ 142919 w 142919"/>
                    <a:gd name="connsiteY2" fmla="*/ 81397 h 106441"/>
                    <a:gd name="connsiteX3" fmla="*/ 84914 w 142919"/>
                    <a:gd name="connsiteY3" fmla="*/ 81397 h 106441"/>
                    <a:gd name="connsiteX4" fmla="*/ 84914 w 142919"/>
                    <a:gd name="connsiteY4" fmla="*/ 9243 h 106441"/>
                    <a:gd name="connsiteX5" fmla="*/ 61892 w 142919"/>
                    <a:gd name="connsiteY5" fmla="*/ 9243 h 106441"/>
                    <a:gd name="connsiteX6" fmla="*/ 61892 w 142919"/>
                    <a:gd name="connsiteY6" fmla="*/ 81397 h 106441"/>
                    <a:gd name="connsiteX7" fmla="*/ 22724 w 142919"/>
                    <a:gd name="connsiteY7" fmla="*/ 81397 h 106441"/>
                    <a:gd name="connsiteX8" fmla="*/ 22724 w 142919"/>
                    <a:gd name="connsiteY8" fmla="*/ 0 h 106441"/>
                    <a:gd name="connsiteX9" fmla="*/ 0 w 142919"/>
                    <a:gd name="connsiteY9" fmla="*/ 0 h 106441"/>
                    <a:gd name="connsiteX10" fmla="*/ 0 w 142919"/>
                    <a:gd name="connsiteY10" fmla="*/ 106442 h 1064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42919" h="106441">
                      <a:moveTo>
                        <a:pt x="0" y="106442"/>
                      </a:moveTo>
                      <a:lnTo>
                        <a:pt x="142919" y="106442"/>
                      </a:lnTo>
                      <a:lnTo>
                        <a:pt x="142919" y="81397"/>
                      </a:lnTo>
                      <a:lnTo>
                        <a:pt x="84914" y="81397"/>
                      </a:lnTo>
                      <a:lnTo>
                        <a:pt x="84914" y="9243"/>
                      </a:lnTo>
                      <a:lnTo>
                        <a:pt x="61892" y="9243"/>
                      </a:lnTo>
                      <a:lnTo>
                        <a:pt x="61892" y="81397"/>
                      </a:lnTo>
                      <a:lnTo>
                        <a:pt x="22724" y="81397"/>
                      </a:lnTo>
                      <a:lnTo>
                        <a:pt x="22724" y="0"/>
                      </a:lnTo>
                      <a:lnTo>
                        <a:pt x="0" y="0"/>
                      </a:lnTo>
                      <a:lnTo>
                        <a:pt x="0" y="1064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6D6E0EA8-8B88-89CF-953D-D0F9701B2468}"/>
                    </a:ext>
                  </a:extLst>
                </p:cNvPr>
                <p:cNvSpPr/>
                <p:nvPr/>
              </p:nvSpPr>
              <p:spPr>
                <a:xfrm>
                  <a:off x="9311063" y="1755010"/>
                  <a:ext cx="148003" cy="149674"/>
                </a:xfrm>
                <a:custGeom>
                  <a:avLst/>
                  <a:gdLst>
                    <a:gd name="connsiteX0" fmla="*/ 74449 w 148003"/>
                    <a:gd name="connsiteY0" fmla="*/ 149674 h 149674"/>
                    <a:gd name="connsiteX1" fmla="*/ 74150 w 148003"/>
                    <a:gd name="connsiteY1" fmla="*/ 149674 h 149674"/>
                    <a:gd name="connsiteX2" fmla="*/ 0 w 148003"/>
                    <a:gd name="connsiteY2" fmla="*/ 74539 h 149674"/>
                    <a:gd name="connsiteX3" fmla="*/ 73553 w 148003"/>
                    <a:gd name="connsiteY3" fmla="*/ 0 h 149674"/>
                    <a:gd name="connsiteX4" fmla="*/ 73851 w 148003"/>
                    <a:gd name="connsiteY4" fmla="*/ 0 h 149674"/>
                    <a:gd name="connsiteX5" fmla="*/ 148002 w 148003"/>
                    <a:gd name="connsiteY5" fmla="*/ 75135 h 149674"/>
                    <a:gd name="connsiteX6" fmla="*/ 74449 w 148003"/>
                    <a:gd name="connsiteY6" fmla="*/ 149674 h 149674"/>
                    <a:gd name="connsiteX7" fmla="*/ 74449 w 148003"/>
                    <a:gd name="connsiteY7" fmla="*/ 149674 h 149674"/>
                    <a:gd name="connsiteX8" fmla="*/ 74449 w 148003"/>
                    <a:gd name="connsiteY8" fmla="*/ 26238 h 149674"/>
                    <a:gd name="connsiteX9" fmla="*/ 74150 w 148003"/>
                    <a:gd name="connsiteY9" fmla="*/ 26238 h 149674"/>
                    <a:gd name="connsiteX10" fmla="*/ 23321 w 148003"/>
                    <a:gd name="connsiteY10" fmla="*/ 74837 h 149674"/>
                    <a:gd name="connsiteX11" fmla="*/ 73851 w 148003"/>
                    <a:gd name="connsiteY11" fmla="*/ 123139 h 149674"/>
                    <a:gd name="connsiteX12" fmla="*/ 74150 w 148003"/>
                    <a:gd name="connsiteY12" fmla="*/ 123139 h 149674"/>
                    <a:gd name="connsiteX13" fmla="*/ 124979 w 148003"/>
                    <a:gd name="connsiteY13" fmla="*/ 74539 h 149674"/>
                    <a:gd name="connsiteX14" fmla="*/ 74449 w 148003"/>
                    <a:gd name="connsiteY14" fmla="*/ 26238 h 149674"/>
                    <a:gd name="connsiteX15" fmla="*/ 74449 w 148003"/>
                    <a:gd name="connsiteY15" fmla="*/ 26238 h 149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48003" h="149674">
                      <a:moveTo>
                        <a:pt x="74449" y="149674"/>
                      </a:moveTo>
                      <a:lnTo>
                        <a:pt x="74150" y="149674"/>
                      </a:lnTo>
                      <a:cubicBezTo>
                        <a:pt x="33786" y="149674"/>
                        <a:pt x="0" y="118666"/>
                        <a:pt x="0" y="74539"/>
                      </a:cubicBezTo>
                      <a:cubicBezTo>
                        <a:pt x="0" y="30412"/>
                        <a:pt x="33188" y="0"/>
                        <a:pt x="73553" y="0"/>
                      </a:cubicBezTo>
                      <a:lnTo>
                        <a:pt x="73851" y="0"/>
                      </a:lnTo>
                      <a:cubicBezTo>
                        <a:pt x="114216" y="0"/>
                        <a:pt x="148002" y="31008"/>
                        <a:pt x="148002" y="75135"/>
                      </a:cubicBezTo>
                      <a:cubicBezTo>
                        <a:pt x="148301" y="118964"/>
                        <a:pt x="114814" y="149674"/>
                        <a:pt x="74449" y="149674"/>
                      </a:cubicBezTo>
                      <a:lnTo>
                        <a:pt x="74449" y="149674"/>
                      </a:lnTo>
                      <a:close/>
                      <a:moveTo>
                        <a:pt x="74449" y="26238"/>
                      </a:moveTo>
                      <a:lnTo>
                        <a:pt x="74150" y="26238"/>
                      </a:lnTo>
                      <a:cubicBezTo>
                        <a:pt x="46344" y="26238"/>
                        <a:pt x="23321" y="46512"/>
                        <a:pt x="23321" y="74837"/>
                      </a:cubicBezTo>
                      <a:cubicBezTo>
                        <a:pt x="23321" y="103162"/>
                        <a:pt x="46045" y="123139"/>
                        <a:pt x="73851" y="123139"/>
                      </a:cubicBezTo>
                      <a:lnTo>
                        <a:pt x="74150" y="123139"/>
                      </a:lnTo>
                      <a:cubicBezTo>
                        <a:pt x="101957" y="123139"/>
                        <a:pt x="124979" y="102864"/>
                        <a:pt x="124979" y="74539"/>
                      </a:cubicBezTo>
                      <a:cubicBezTo>
                        <a:pt x="124979" y="46214"/>
                        <a:pt x="102256" y="26238"/>
                        <a:pt x="74449" y="26238"/>
                      </a:cubicBezTo>
                      <a:lnTo>
                        <a:pt x="74449" y="26238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AC8E10CC-498A-1E83-5BCD-B2BCC46F7DEC}"/>
                    </a:ext>
                  </a:extLst>
                </p:cNvPr>
                <p:cNvSpPr/>
                <p:nvPr/>
              </p:nvSpPr>
              <p:spPr>
                <a:xfrm>
                  <a:off x="9311063" y="1591024"/>
                  <a:ext cx="148003" cy="149674"/>
                </a:xfrm>
                <a:custGeom>
                  <a:avLst/>
                  <a:gdLst>
                    <a:gd name="connsiteX0" fmla="*/ 74449 w 148003"/>
                    <a:gd name="connsiteY0" fmla="*/ 149674 h 149674"/>
                    <a:gd name="connsiteX1" fmla="*/ 74150 w 148003"/>
                    <a:gd name="connsiteY1" fmla="*/ 149674 h 149674"/>
                    <a:gd name="connsiteX2" fmla="*/ 0 w 148003"/>
                    <a:gd name="connsiteY2" fmla="*/ 74539 h 149674"/>
                    <a:gd name="connsiteX3" fmla="*/ 73553 w 148003"/>
                    <a:gd name="connsiteY3" fmla="*/ 0 h 149674"/>
                    <a:gd name="connsiteX4" fmla="*/ 73851 w 148003"/>
                    <a:gd name="connsiteY4" fmla="*/ 0 h 149674"/>
                    <a:gd name="connsiteX5" fmla="*/ 148002 w 148003"/>
                    <a:gd name="connsiteY5" fmla="*/ 75135 h 149674"/>
                    <a:gd name="connsiteX6" fmla="*/ 74449 w 148003"/>
                    <a:gd name="connsiteY6" fmla="*/ 149674 h 149674"/>
                    <a:gd name="connsiteX7" fmla="*/ 74449 w 148003"/>
                    <a:gd name="connsiteY7" fmla="*/ 149674 h 149674"/>
                    <a:gd name="connsiteX8" fmla="*/ 74449 w 148003"/>
                    <a:gd name="connsiteY8" fmla="*/ 26536 h 149674"/>
                    <a:gd name="connsiteX9" fmla="*/ 74150 w 148003"/>
                    <a:gd name="connsiteY9" fmla="*/ 26536 h 149674"/>
                    <a:gd name="connsiteX10" fmla="*/ 23321 w 148003"/>
                    <a:gd name="connsiteY10" fmla="*/ 75135 h 149674"/>
                    <a:gd name="connsiteX11" fmla="*/ 73851 w 148003"/>
                    <a:gd name="connsiteY11" fmla="*/ 123437 h 149674"/>
                    <a:gd name="connsiteX12" fmla="*/ 74150 w 148003"/>
                    <a:gd name="connsiteY12" fmla="*/ 123437 h 149674"/>
                    <a:gd name="connsiteX13" fmla="*/ 124979 w 148003"/>
                    <a:gd name="connsiteY13" fmla="*/ 74837 h 149674"/>
                    <a:gd name="connsiteX14" fmla="*/ 74449 w 148003"/>
                    <a:gd name="connsiteY14" fmla="*/ 26536 h 149674"/>
                    <a:gd name="connsiteX15" fmla="*/ 74449 w 148003"/>
                    <a:gd name="connsiteY15" fmla="*/ 26536 h 149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48003" h="149674">
                      <a:moveTo>
                        <a:pt x="74449" y="149674"/>
                      </a:moveTo>
                      <a:lnTo>
                        <a:pt x="74150" y="149674"/>
                      </a:lnTo>
                      <a:cubicBezTo>
                        <a:pt x="33786" y="149674"/>
                        <a:pt x="0" y="118666"/>
                        <a:pt x="0" y="74539"/>
                      </a:cubicBezTo>
                      <a:cubicBezTo>
                        <a:pt x="0" y="30412"/>
                        <a:pt x="33188" y="0"/>
                        <a:pt x="73553" y="0"/>
                      </a:cubicBezTo>
                      <a:lnTo>
                        <a:pt x="73851" y="0"/>
                      </a:lnTo>
                      <a:cubicBezTo>
                        <a:pt x="114216" y="0"/>
                        <a:pt x="148002" y="31008"/>
                        <a:pt x="148002" y="75135"/>
                      </a:cubicBezTo>
                      <a:cubicBezTo>
                        <a:pt x="148301" y="118964"/>
                        <a:pt x="114814" y="149674"/>
                        <a:pt x="74449" y="149674"/>
                      </a:cubicBezTo>
                      <a:lnTo>
                        <a:pt x="74449" y="149674"/>
                      </a:lnTo>
                      <a:close/>
                      <a:moveTo>
                        <a:pt x="74449" y="26536"/>
                      </a:moveTo>
                      <a:lnTo>
                        <a:pt x="74150" y="26536"/>
                      </a:lnTo>
                      <a:cubicBezTo>
                        <a:pt x="46344" y="26536"/>
                        <a:pt x="23321" y="46811"/>
                        <a:pt x="23321" y="75135"/>
                      </a:cubicBezTo>
                      <a:cubicBezTo>
                        <a:pt x="23321" y="103460"/>
                        <a:pt x="46045" y="123437"/>
                        <a:pt x="73851" y="123437"/>
                      </a:cubicBezTo>
                      <a:lnTo>
                        <a:pt x="74150" y="123437"/>
                      </a:lnTo>
                      <a:cubicBezTo>
                        <a:pt x="101957" y="123437"/>
                        <a:pt x="124979" y="103162"/>
                        <a:pt x="124979" y="74837"/>
                      </a:cubicBezTo>
                      <a:cubicBezTo>
                        <a:pt x="124979" y="46512"/>
                        <a:pt x="102256" y="26536"/>
                        <a:pt x="74449" y="26536"/>
                      </a:cubicBezTo>
                      <a:lnTo>
                        <a:pt x="74449" y="2653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8E983BBB-9508-D86F-DE11-28D1F944D8A5}"/>
                    </a:ext>
                  </a:extLst>
                </p:cNvPr>
                <p:cNvSpPr/>
                <p:nvPr/>
              </p:nvSpPr>
              <p:spPr>
                <a:xfrm>
                  <a:off x="9313753" y="1441350"/>
                  <a:ext cx="142919" cy="129399"/>
                </a:xfrm>
                <a:custGeom>
                  <a:avLst/>
                  <a:gdLst>
                    <a:gd name="connsiteX0" fmla="*/ 0 w 142919"/>
                    <a:gd name="connsiteY0" fmla="*/ 129400 h 129399"/>
                    <a:gd name="connsiteX1" fmla="*/ 0 w 142919"/>
                    <a:gd name="connsiteY1" fmla="*/ 76030 h 129399"/>
                    <a:gd name="connsiteX2" fmla="*/ 71160 w 142919"/>
                    <a:gd name="connsiteY2" fmla="*/ 0 h 129399"/>
                    <a:gd name="connsiteX3" fmla="*/ 71460 w 142919"/>
                    <a:gd name="connsiteY3" fmla="*/ 0 h 129399"/>
                    <a:gd name="connsiteX4" fmla="*/ 142919 w 142919"/>
                    <a:gd name="connsiteY4" fmla="*/ 76030 h 129399"/>
                    <a:gd name="connsiteX5" fmla="*/ 142919 w 142919"/>
                    <a:gd name="connsiteY5" fmla="*/ 129400 h 129399"/>
                    <a:gd name="connsiteX6" fmla="*/ 0 w 142919"/>
                    <a:gd name="connsiteY6" fmla="*/ 129400 h 129399"/>
                    <a:gd name="connsiteX7" fmla="*/ 120196 w 142919"/>
                    <a:gd name="connsiteY7" fmla="*/ 76030 h 129399"/>
                    <a:gd name="connsiteX8" fmla="*/ 72058 w 142919"/>
                    <a:gd name="connsiteY8" fmla="*/ 26238 h 129399"/>
                    <a:gd name="connsiteX9" fmla="*/ 71759 w 142919"/>
                    <a:gd name="connsiteY9" fmla="*/ 26238 h 129399"/>
                    <a:gd name="connsiteX10" fmla="*/ 23023 w 142919"/>
                    <a:gd name="connsiteY10" fmla="*/ 76030 h 129399"/>
                    <a:gd name="connsiteX11" fmla="*/ 23023 w 142919"/>
                    <a:gd name="connsiteY11" fmla="*/ 104355 h 129399"/>
                    <a:gd name="connsiteX12" fmla="*/ 120494 w 142919"/>
                    <a:gd name="connsiteY12" fmla="*/ 104355 h 129399"/>
                    <a:gd name="connsiteX13" fmla="*/ 120494 w 142919"/>
                    <a:gd name="connsiteY13" fmla="*/ 76030 h 129399"/>
                    <a:gd name="connsiteX14" fmla="*/ 120196 w 142919"/>
                    <a:gd name="connsiteY14" fmla="*/ 76030 h 1293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42919" h="129399">
                      <a:moveTo>
                        <a:pt x="0" y="129400"/>
                      </a:moveTo>
                      <a:lnTo>
                        <a:pt x="0" y="76030"/>
                      </a:lnTo>
                      <a:cubicBezTo>
                        <a:pt x="0" y="31008"/>
                        <a:pt x="30796" y="0"/>
                        <a:pt x="71160" y="0"/>
                      </a:cubicBezTo>
                      <a:lnTo>
                        <a:pt x="71460" y="0"/>
                      </a:lnTo>
                      <a:cubicBezTo>
                        <a:pt x="111824" y="0"/>
                        <a:pt x="142919" y="31008"/>
                        <a:pt x="142919" y="76030"/>
                      </a:cubicBezTo>
                      <a:lnTo>
                        <a:pt x="142919" y="129400"/>
                      </a:lnTo>
                      <a:lnTo>
                        <a:pt x="0" y="129400"/>
                      </a:lnTo>
                      <a:close/>
                      <a:moveTo>
                        <a:pt x="120196" y="76030"/>
                      </a:moveTo>
                      <a:cubicBezTo>
                        <a:pt x="120196" y="45916"/>
                        <a:pt x="99864" y="26238"/>
                        <a:pt x="72058" y="26238"/>
                      </a:cubicBezTo>
                      <a:lnTo>
                        <a:pt x="71759" y="26238"/>
                      </a:lnTo>
                      <a:cubicBezTo>
                        <a:pt x="43653" y="26238"/>
                        <a:pt x="23023" y="45916"/>
                        <a:pt x="23023" y="76030"/>
                      </a:cubicBezTo>
                      <a:lnTo>
                        <a:pt x="23023" y="104355"/>
                      </a:lnTo>
                      <a:lnTo>
                        <a:pt x="120494" y="104355"/>
                      </a:lnTo>
                      <a:lnTo>
                        <a:pt x="120494" y="76030"/>
                      </a:lnTo>
                      <a:lnTo>
                        <a:pt x="120196" y="7603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 25">
                  <a:extLst>
                    <a:ext uri="{FF2B5EF4-FFF2-40B4-BE49-F238E27FC236}">
                      <a16:creationId xmlns:a16="http://schemas.microsoft.com/office/drawing/2014/main" id="{66F01F12-44E9-014B-A9B6-A204673827E2}"/>
                    </a:ext>
                  </a:extLst>
                </p:cNvPr>
                <p:cNvSpPr/>
                <p:nvPr/>
              </p:nvSpPr>
              <p:spPr>
                <a:xfrm>
                  <a:off x="9311063" y="1319702"/>
                  <a:ext cx="148010" cy="110615"/>
                </a:xfrm>
                <a:custGeom>
                  <a:avLst/>
                  <a:gdLst>
                    <a:gd name="connsiteX0" fmla="*/ 125278 w 148010"/>
                    <a:gd name="connsiteY0" fmla="*/ 110616 h 110615"/>
                    <a:gd name="connsiteX1" fmla="*/ 107040 w 148010"/>
                    <a:gd name="connsiteY1" fmla="*/ 95410 h 110615"/>
                    <a:gd name="connsiteX2" fmla="*/ 125876 w 148010"/>
                    <a:gd name="connsiteY2" fmla="*/ 50090 h 110615"/>
                    <a:gd name="connsiteX3" fmla="*/ 107638 w 148010"/>
                    <a:gd name="connsiteY3" fmla="*/ 24747 h 110615"/>
                    <a:gd name="connsiteX4" fmla="*/ 107339 w 148010"/>
                    <a:gd name="connsiteY4" fmla="*/ 24747 h 110615"/>
                    <a:gd name="connsiteX5" fmla="*/ 85213 w 148010"/>
                    <a:gd name="connsiteY5" fmla="*/ 57246 h 110615"/>
                    <a:gd name="connsiteX6" fmla="*/ 42158 w 148010"/>
                    <a:gd name="connsiteY6" fmla="*/ 105249 h 110615"/>
                    <a:gd name="connsiteX7" fmla="*/ 41859 w 148010"/>
                    <a:gd name="connsiteY7" fmla="*/ 105249 h 110615"/>
                    <a:gd name="connsiteX8" fmla="*/ 0 w 148010"/>
                    <a:gd name="connsiteY8" fmla="*/ 56053 h 110615"/>
                    <a:gd name="connsiteX9" fmla="*/ 18239 w 148010"/>
                    <a:gd name="connsiteY9" fmla="*/ 3876 h 110615"/>
                    <a:gd name="connsiteX10" fmla="*/ 37374 w 148010"/>
                    <a:gd name="connsiteY10" fmla="*/ 17591 h 110615"/>
                    <a:gd name="connsiteX11" fmla="*/ 22425 w 148010"/>
                    <a:gd name="connsiteY11" fmla="*/ 56650 h 110615"/>
                    <a:gd name="connsiteX12" fmla="*/ 39467 w 148010"/>
                    <a:gd name="connsiteY12" fmla="*/ 80204 h 110615"/>
                    <a:gd name="connsiteX13" fmla="*/ 39766 w 148010"/>
                    <a:gd name="connsiteY13" fmla="*/ 80204 h 110615"/>
                    <a:gd name="connsiteX14" fmla="*/ 62490 w 148010"/>
                    <a:gd name="connsiteY14" fmla="*/ 46214 h 110615"/>
                    <a:gd name="connsiteX15" fmla="*/ 104648 w 148010"/>
                    <a:gd name="connsiteY15" fmla="*/ 0 h 110615"/>
                    <a:gd name="connsiteX16" fmla="*/ 104947 w 148010"/>
                    <a:gd name="connsiteY16" fmla="*/ 0 h 110615"/>
                    <a:gd name="connsiteX17" fmla="*/ 148002 w 148010"/>
                    <a:gd name="connsiteY17" fmla="*/ 51283 h 110615"/>
                    <a:gd name="connsiteX18" fmla="*/ 125278 w 148010"/>
                    <a:gd name="connsiteY18" fmla="*/ 110616 h 110615"/>
                    <a:gd name="connsiteX19" fmla="*/ 125278 w 148010"/>
                    <a:gd name="connsiteY19" fmla="*/ 110616 h 1106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48010" h="110615">
                      <a:moveTo>
                        <a:pt x="125278" y="110616"/>
                      </a:moveTo>
                      <a:lnTo>
                        <a:pt x="107040" y="95410"/>
                      </a:lnTo>
                      <a:cubicBezTo>
                        <a:pt x="119000" y="81695"/>
                        <a:pt x="125876" y="67980"/>
                        <a:pt x="125876" y="50090"/>
                      </a:cubicBezTo>
                      <a:cubicBezTo>
                        <a:pt x="125876" y="34586"/>
                        <a:pt x="118701" y="24747"/>
                        <a:pt x="107638" y="24747"/>
                      </a:cubicBezTo>
                      <a:lnTo>
                        <a:pt x="107339" y="24747"/>
                      </a:lnTo>
                      <a:cubicBezTo>
                        <a:pt x="97173" y="24747"/>
                        <a:pt x="91492" y="30412"/>
                        <a:pt x="85213" y="57246"/>
                      </a:cubicBezTo>
                      <a:cubicBezTo>
                        <a:pt x="77738" y="87956"/>
                        <a:pt x="68769" y="105249"/>
                        <a:pt x="42158" y="105249"/>
                      </a:cubicBezTo>
                      <a:lnTo>
                        <a:pt x="41859" y="105249"/>
                      </a:lnTo>
                      <a:cubicBezTo>
                        <a:pt x="17043" y="105249"/>
                        <a:pt x="0" y="84676"/>
                        <a:pt x="0" y="56053"/>
                      </a:cubicBezTo>
                      <a:cubicBezTo>
                        <a:pt x="0" y="35182"/>
                        <a:pt x="6279" y="18486"/>
                        <a:pt x="18239" y="3876"/>
                      </a:cubicBezTo>
                      <a:lnTo>
                        <a:pt x="37374" y="17591"/>
                      </a:lnTo>
                      <a:cubicBezTo>
                        <a:pt x="27806" y="30412"/>
                        <a:pt x="22425" y="43531"/>
                        <a:pt x="22425" y="56650"/>
                      </a:cubicBezTo>
                      <a:cubicBezTo>
                        <a:pt x="22425" y="71558"/>
                        <a:pt x="29899" y="80204"/>
                        <a:pt x="39467" y="80204"/>
                      </a:cubicBezTo>
                      <a:lnTo>
                        <a:pt x="39766" y="80204"/>
                      </a:lnTo>
                      <a:cubicBezTo>
                        <a:pt x="50829" y="80204"/>
                        <a:pt x="55912" y="73645"/>
                        <a:pt x="62490" y="46214"/>
                      </a:cubicBezTo>
                      <a:cubicBezTo>
                        <a:pt x="69965" y="15802"/>
                        <a:pt x="80728" y="0"/>
                        <a:pt x="104648" y="0"/>
                      </a:cubicBezTo>
                      <a:lnTo>
                        <a:pt x="104947" y="0"/>
                      </a:lnTo>
                      <a:cubicBezTo>
                        <a:pt x="131856" y="0"/>
                        <a:pt x="148002" y="21169"/>
                        <a:pt x="148002" y="51283"/>
                      </a:cubicBezTo>
                      <a:cubicBezTo>
                        <a:pt x="148301" y="72750"/>
                        <a:pt x="140527" y="93323"/>
                        <a:pt x="125278" y="110616"/>
                      </a:cubicBezTo>
                      <a:lnTo>
                        <a:pt x="125278" y="11061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A77D3EB9-B4EA-CF1F-71EF-2C69ABE8862D}"/>
                    </a:ext>
                  </a:extLst>
                </p:cNvPr>
                <p:cNvSpPr/>
                <p:nvPr/>
              </p:nvSpPr>
              <p:spPr>
                <a:xfrm>
                  <a:off x="8537865" y="1319106"/>
                  <a:ext cx="327996" cy="340494"/>
                </a:xfrm>
                <a:custGeom>
                  <a:avLst/>
                  <a:gdLst>
                    <a:gd name="connsiteX0" fmla="*/ 0 w 327996"/>
                    <a:gd name="connsiteY0" fmla="*/ 171142 h 340494"/>
                    <a:gd name="connsiteX1" fmla="*/ 0 w 327996"/>
                    <a:gd name="connsiteY1" fmla="*/ 170247 h 340494"/>
                    <a:gd name="connsiteX2" fmla="*/ 180293 w 327996"/>
                    <a:gd name="connsiteY2" fmla="*/ 0 h 340494"/>
                    <a:gd name="connsiteX3" fmla="*/ 316933 w 327996"/>
                    <a:gd name="connsiteY3" fmla="*/ 49494 h 340494"/>
                    <a:gd name="connsiteX4" fmla="*/ 255939 w 327996"/>
                    <a:gd name="connsiteY4" fmla="*/ 123139 h 340494"/>
                    <a:gd name="connsiteX5" fmla="*/ 183582 w 327996"/>
                    <a:gd name="connsiteY5" fmla="*/ 94814 h 340494"/>
                    <a:gd name="connsiteX6" fmla="*/ 110329 w 327996"/>
                    <a:gd name="connsiteY6" fmla="*/ 171738 h 340494"/>
                    <a:gd name="connsiteX7" fmla="*/ 110329 w 327996"/>
                    <a:gd name="connsiteY7" fmla="*/ 172633 h 340494"/>
                    <a:gd name="connsiteX8" fmla="*/ 188366 w 327996"/>
                    <a:gd name="connsiteY8" fmla="*/ 250451 h 340494"/>
                    <a:gd name="connsiteX9" fmla="*/ 225740 w 327996"/>
                    <a:gd name="connsiteY9" fmla="*/ 242997 h 340494"/>
                    <a:gd name="connsiteX10" fmla="*/ 225740 w 327996"/>
                    <a:gd name="connsiteY10" fmla="*/ 210200 h 340494"/>
                    <a:gd name="connsiteX11" fmla="*/ 169829 w 327996"/>
                    <a:gd name="connsiteY11" fmla="*/ 210200 h 340494"/>
                    <a:gd name="connsiteX12" fmla="*/ 169829 w 327996"/>
                    <a:gd name="connsiteY12" fmla="*/ 140133 h 340494"/>
                    <a:gd name="connsiteX13" fmla="*/ 327996 w 327996"/>
                    <a:gd name="connsiteY13" fmla="*/ 140133 h 340494"/>
                    <a:gd name="connsiteX14" fmla="*/ 327996 w 327996"/>
                    <a:gd name="connsiteY14" fmla="*/ 291597 h 340494"/>
                    <a:gd name="connsiteX15" fmla="*/ 183881 w 327996"/>
                    <a:gd name="connsiteY15" fmla="*/ 340495 h 340494"/>
                    <a:gd name="connsiteX16" fmla="*/ 0 w 327996"/>
                    <a:gd name="connsiteY16" fmla="*/ 171142 h 340494"/>
                    <a:gd name="connsiteX17" fmla="*/ 0 w 327996"/>
                    <a:gd name="connsiteY17" fmla="*/ 171142 h 340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27996" h="340494">
                      <a:moveTo>
                        <a:pt x="0" y="171142"/>
                      </a:moveTo>
                      <a:lnTo>
                        <a:pt x="0" y="170247"/>
                      </a:lnTo>
                      <a:cubicBezTo>
                        <a:pt x="0" y="72750"/>
                        <a:pt x="77140" y="0"/>
                        <a:pt x="180293" y="0"/>
                      </a:cubicBezTo>
                      <a:cubicBezTo>
                        <a:pt x="236205" y="0"/>
                        <a:pt x="281652" y="18784"/>
                        <a:pt x="316933" y="49494"/>
                      </a:cubicBezTo>
                      <a:lnTo>
                        <a:pt x="255939" y="123139"/>
                      </a:lnTo>
                      <a:cubicBezTo>
                        <a:pt x="234411" y="104951"/>
                        <a:pt x="210791" y="94814"/>
                        <a:pt x="183582" y="94814"/>
                      </a:cubicBezTo>
                      <a:cubicBezTo>
                        <a:pt x="141125" y="94814"/>
                        <a:pt x="110329" y="127611"/>
                        <a:pt x="110329" y="171738"/>
                      </a:cubicBezTo>
                      <a:lnTo>
                        <a:pt x="110329" y="172633"/>
                      </a:lnTo>
                      <a:cubicBezTo>
                        <a:pt x="110329" y="218847"/>
                        <a:pt x="142620" y="250451"/>
                        <a:pt x="188366" y="250451"/>
                      </a:cubicBezTo>
                      <a:cubicBezTo>
                        <a:pt x="206904" y="250451"/>
                        <a:pt x="217369" y="247768"/>
                        <a:pt x="225740" y="242997"/>
                      </a:cubicBezTo>
                      <a:lnTo>
                        <a:pt x="225740" y="210200"/>
                      </a:lnTo>
                      <a:lnTo>
                        <a:pt x="169829" y="210200"/>
                      </a:lnTo>
                      <a:lnTo>
                        <a:pt x="169829" y="140133"/>
                      </a:lnTo>
                      <a:lnTo>
                        <a:pt x="327996" y="140133"/>
                      </a:lnTo>
                      <a:lnTo>
                        <a:pt x="327996" y="291597"/>
                      </a:lnTo>
                      <a:cubicBezTo>
                        <a:pt x="292416" y="320518"/>
                        <a:pt x="243082" y="340495"/>
                        <a:pt x="183881" y="340495"/>
                      </a:cubicBezTo>
                      <a:cubicBezTo>
                        <a:pt x="81625" y="340495"/>
                        <a:pt x="0" y="272217"/>
                        <a:pt x="0" y="171142"/>
                      </a:cubicBezTo>
                      <a:lnTo>
                        <a:pt x="0" y="1711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 28">
                  <a:extLst>
                    <a:ext uri="{FF2B5EF4-FFF2-40B4-BE49-F238E27FC236}">
                      <a16:creationId xmlns:a16="http://schemas.microsoft.com/office/drawing/2014/main" id="{5DEE3C2D-D3E1-0D8D-2929-3CC0CA04F174}"/>
                    </a:ext>
                  </a:extLst>
                </p:cNvPr>
                <p:cNvSpPr/>
                <p:nvPr/>
              </p:nvSpPr>
              <p:spPr>
                <a:xfrm>
                  <a:off x="8897255" y="1319106"/>
                  <a:ext cx="356699" cy="340494"/>
                </a:xfrm>
                <a:custGeom>
                  <a:avLst/>
                  <a:gdLst>
                    <a:gd name="connsiteX0" fmla="*/ 0 w 356699"/>
                    <a:gd name="connsiteY0" fmla="*/ 171142 h 340494"/>
                    <a:gd name="connsiteX1" fmla="*/ 0 w 356699"/>
                    <a:gd name="connsiteY1" fmla="*/ 170247 h 340494"/>
                    <a:gd name="connsiteX2" fmla="*/ 178798 w 356699"/>
                    <a:gd name="connsiteY2" fmla="*/ 0 h 340494"/>
                    <a:gd name="connsiteX3" fmla="*/ 356700 w 356699"/>
                    <a:gd name="connsiteY3" fmla="*/ 169353 h 340494"/>
                    <a:gd name="connsiteX4" fmla="*/ 356700 w 356699"/>
                    <a:gd name="connsiteY4" fmla="*/ 170247 h 340494"/>
                    <a:gd name="connsiteX5" fmla="*/ 177901 w 356699"/>
                    <a:gd name="connsiteY5" fmla="*/ 340495 h 340494"/>
                    <a:gd name="connsiteX6" fmla="*/ 0 w 356699"/>
                    <a:gd name="connsiteY6" fmla="*/ 171142 h 340494"/>
                    <a:gd name="connsiteX7" fmla="*/ 0 w 356699"/>
                    <a:gd name="connsiteY7" fmla="*/ 171142 h 340494"/>
                    <a:gd name="connsiteX8" fmla="*/ 246670 w 356699"/>
                    <a:gd name="connsiteY8" fmla="*/ 171142 h 340494"/>
                    <a:gd name="connsiteX9" fmla="*/ 246670 w 356699"/>
                    <a:gd name="connsiteY9" fmla="*/ 170247 h 340494"/>
                    <a:gd name="connsiteX10" fmla="*/ 178200 w 356699"/>
                    <a:gd name="connsiteY10" fmla="*/ 96603 h 340494"/>
                    <a:gd name="connsiteX11" fmla="*/ 110628 w 356699"/>
                    <a:gd name="connsiteY11" fmla="*/ 169353 h 340494"/>
                    <a:gd name="connsiteX12" fmla="*/ 110628 w 356699"/>
                    <a:gd name="connsiteY12" fmla="*/ 170247 h 340494"/>
                    <a:gd name="connsiteX13" fmla="*/ 179097 w 356699"/>
                    <a:gd name="connsiteY13" fmla="*/ 243892 h 340494"/>
                    <a:gd name="connsiteX14" fmla="*/ 246670 w 356699"/>
                    <a:gd name="connsiteY14" fmla="*/ 171142 h 340494"/>
                    <a:gd name="connsiteX15" fmla="*/ 246670 w 356699"/>
                    <a:gd name="connsiteY15" fmla="*/ 171142 h 340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56699" h="340494">
                      <a:moveTo>
                        <a:pt x="0" y="171142"/>
                      </a:moveTo>
                      <a:lnTo>
                        <a:pt x="0" y="170247"/>
                      </a:lnTo>
                      <a:cubicBezTo>
                        <a:pt x="0" y="75434"/>
                        <a:pt x="78037" y="0"/>
                        <a:pt x="178798" y="0"/>
                      </a:cubicBezTo>
                      <a:cubicBezTo>
                        <a:pt x="279559" y="0"/>
                        <a:pt x="356700" y="74539"/>
                        <a:pt x="356700" y="169353"/>
                      </a:cubicBezTo>
                      <a:lnTo>
                        <a:pt x="356700" y="170247"/>
                      </a:lnTo>
                      <a:cubicBezTo>
                        <a:pt x="356700" y="265061"/>
                        <a:pt x="278662" y="340495"/>
                        <a:pt x="177901" y="340495"/>
                      </a:cubicBezTo>
                      <a:cubicBezTo>
                        <a:pt x="77140" y="340495"/>
                        <a:pt x="0" y="265955"/>
                        <a:pt x="0" y="171142"/>
                      </a:cubicBezTo>
                      <a:lnTo>
                        <a:pt x="0" y="171142"/>
                      </a:lnTo>
                      <a:close/>
                      <a:moveTo>
                        <a:pt x="246670" y="171142"/>
                      </a:moveTo>
                      <a:lnTo>
                        <a:pt x="246670" y="170247"/>
                      </a:lnTo>
                      <a:cubicBezTo>
                        <a:pt x="246670" y="131487"/>
                        <a:pt x="220059" y="96603"/>
                        <a:pt x="178200" y="96603"/>
                      </a:cubicBezTo>
                      <a:cubicBezTo>
                        <a:pt x="136341" y="96603"/>
                        <a:pt x="110628" y="131189"/>
                        <a:pt x="110628" y="169353"/>
                      </a:cubicBezTo>
                      <a:lnTo>
                        <a:pt x="110628" y="170247"/>
                      </a:lnTo>
                      <a:cubicBezTo>
                        <a:pt x="110628" y="209008"/>
                        <a:pt x="137238" y="243892"/>
                        <a:pt x="179097" y="243892"/>
                      </a:cubicBezTo>
                      <a:cubicBezTo>
                        <a:pt x="220956" y="243892"/>
                        <a:pt x="246670" y="209306"/>
                        <a:pt x="246670" y="171142"/>
                      </a:cubicBezTo>
                      <a:lnTo>
                        <a:pt x="246670" y="1711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 29">
                  <a:extLst>
                    <a:ext uri="{FF2B5EF4-FFF2-40B4-BE49-F238E27FC236}">
                      <a16:creationId xmlns:a16="http://schemas.microsoft.com/office/drawing/2014/main" id="{1C98EA6F-D2C6-D0D8-EFB7-4C906FDBF7E7}"/>
                    </a:ext>
                  </a:extLst>
                </p:cNvPr>
                <p:cNvSpPr/>
                <p:nvPr/>
              </p:nvSpPr>
              <p:spPr>
                <a:xfrm>
                  <a:off x="8897255" y="1688223"/>
                  <a:ext cx="356699" cy="340494"/>
                </a:xfrm>
                <a:custGeom>
                  <a:avLst/>
                  <a:gdLst>
                    <a:gd name="connsiteX0" fmla="*/ 0 w 356699"/>
                    <a:gd name="connsiteY0" fmla="*/ 171142 h 340494"/>
                    <a:gd name="connsiteX1" fmla="*/ 0 w 356699"/>
                    <a:gd name="connsiteY1" fmla="*/ 170247 h 340494"/>
                    <a:gd name="connsiteX2" fmla="*/ 178798 w 356699"/>
                    <a:gd name="connsiteY2" fmla="*/ 0 h 340494"/>
                    <a:gd name="connsiteX3" fmla="*/ 356700 w 356699"/>
                    <a:gd name="connsiteY3" fmla="*/ 169353 h 340494"/>
                    <a:gd name="connsiteX4" fmla="*/ 356700 w 356699"/>
                    <a:gd name="connsiteY4" fmla="*/ 170247 h 340494"/>
                    <a:gd name="connsiteX5" fmla="*/ 177901 w 356699"/>
                    <a:gd name="connsiteY5" fmla="*/ 340495 h 340494"/>
                    <a:gd name="connsiteX6" fmla="*/ 0 w 356699"/>
                    <a:gd name="connsiteY6" fmla="*/ 171142 h 340494"/>
                    <a:gd name="connsiteX7" fmla="*/ 0 w 356699"/>
                    <a:gd name="connsiteY7" fmla="*/ 171142 h 340494"/>
                    <a:gd name="connsiteX8" fmla="*/ 246670 w 356699"/>
                    <a:gd name="connsiteY8" fmla="*/ 171142 h 340494"/>
                    <a:gd name="connsiteX9" fmla="*/ 246670 w 356699"/>
                    <a:gd name="connsiteY9" fmla="*/ 170247 h 340494"/>
                    <a:gd name="connsiteX10" fmla="*/ 178200 w 356699"/>
                    <a:gd name="connsiteY10" fmla="*/ 96603 h 340494"/>
                    <a:gd name="connsiteX11" fmla="*/ 110628 w 356699"/>
                    <a:gd name="connsiteY11" fmla="*/ 169353 h 340494"/>
                    <a:gd name="connsiteX12" fmla="*/ 110628 w 356699"/>
                    <a:gd name="connsiteY12" fmla="*/ 170247 h 340494"/>
                    <a:gd name="connsiteX13" fmla="*/ 179097 w 356699"/>
                    <a:gd name="connsiteY13" fmla="*/ 243892 h 340494"/>
                    <a:gd name="connsiteX14" fmla="*/ 246670 w 356699"/>
                    <a:gd name="connsiteY14" fmla="*/ 171142 h 340494"/>
                    <a:gd name="connsiteX15" fmla="*/ 246670 w 356699"/>
                    <a:gd name="connsiteY15" fmla="*/ 171142 h 340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56699" h="340494">
                      <a:moveTo>
                        <a:pt x="0" y="171142"/>
                      </a:moveTo>
                      <a:lnTo>
                        <a:pt x="0" y="170247"/>
                      </a:lnTo>
                      <a:cubicBezTo>
                        <a:pt x="0" y="75434"/>
                        <a:pt x="78037" y="0"/>
                        <a:pt x="178798" y="0"/>
                      </a:cubicBezTo>
                      <a:cubicBezTo>
                        <a:pt x="279559" y="0"/>
                        <a:pt x="356700" y="74539"/>
                        <a:pt x="356700" y="169353"/>
                      </a:cubicBezTo>
                      <a:lnTo>
                        <a:pt x="356700" y="170247"/>
                      </a:lnTo>
                      <a:cubicBezTo>
                        <a:pt x="356700" y="265061"/>
                        <a:pt x="278662" y="340495"/>
                        <a:pt x="177901" y="340495"/>
                      </a:cubicBezTo>
                      <a:cubicBezTo>
                        <a:pt x="77140" y="340495"/>
                        <a:pt x="0" y="265955"/>
                        <a:pt x="0" y="171142"/>
                      </a:cubicBezTo>
                      <a:lnTo>
                        <a:pt x="0" y="171142"/>
                      </a:lnTo>
                      <a:close/>
                      <a:moveTo>
                        <a:pt x="246670" y="171142"/>
                      </a:moveTo>
                      <a:lnTo>
                        <a:pt x="246670" y="170247"/>
                      </a:lnTo>
                      <a:cubicBezTo>
                        <a:pt x="246670" y="131487"/>
                        <a:pt x="220059" y="96603"/>
                        <a:pt x="178200" y="96603"/>
                      </a:cubicBezTo>
                      <a:cubicBezTo>
                        <a:pt x="136341" y="96603"/>
                        <a:pt x="110628" y="131189"/>
                        <a:pt x="110628" y="169353"/>
                      </a:cubicBezTo>
                      <a:lnTo>
                        <a:pt x="110628" y="170247"/>
                      </a:lnTo>
                      <a:cubicBezTo>
                        <a:pt x="110628" y="209008"/>
                        <a:pt x="137238" y="243892"/>
                        <a:pt x="179097" y="243892"/>
                      </a:cubicBezTo>
                      <a:cubicBezTo>
                        <a:pt x="220956" y="243892"/>
                        <a:pt x="246670" y="209306"/>
                        <a:pt x="246670" y="171142"/>
                      </a:cubicBezTo>
                      <a:lnTo>
                        <a:pt x="246670" y="1711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 30">
                  <a:extLst>
                    <a:ext uri="{FF2B5EF4-FFF2-40B4-BE49-F238E27FC236}">
                      <a16:creationId xmlns:a16="http://schemas.microsoft.com/office/drawing/2014/main" id="{2F7956C5-0276-3EAE-1873-E39F00A01258}"/>
                    </a:ext>
                  </a:extLst>
                </p:cNvPr>
                <p:cNvSpPr/>
                <p:nvPr/>
              </p:nvSpPr>
              <p:spPr>
                <a:xfrm>
                  <a:off x="8550721" y="1694782"/>
                  <a:ext cx="327398" cy="327375"/>
                </a:xfrm>
                <a:custGeom>
                  <a:avLst/>
                  <a:gdLst>
                    <a:gd name="connsiteX0" fmla="*/ 327398 w 327398"/>
                    <a:gd name="connsiteY0" fmla="*/ 0 h 327375"/>
                    <a:gd name="connsiteX1" fmla="*/ 0 w 327398"/>
                    <a:gd name="connsiteY1" fmla="*/ 0 h 327375"/>
                    <a:gd name="connsiteX2" fmla="*/ 0 w 327398"/>
                    <a:gd name="connsiteY2" fmla="*/ 93323 h 327375"/>
                    <a:gd name="connsiteX3" fmla="*/ 109731 w 327398"/>
                    <a:gd name="connsiteY3" fmla="*/ 93323 h 327375"/>
                    <a:gd name="connsiteX4" fmla="*/ 109731 w 327398"/>
                    <a:gd name="connsiteY4" fmla="*/ 327376 h 327375"/>
                    <a:gd name="connsiteX5" fmla="*/ 217369 w 327398"/>
                    <a:gd name="connsiteY5" fmla="*/ 327376 h 327375"/>
                    <a:gd name="connsiteX6" fmla="*/ 217369 w 327398"/>
                    <a:gd name="connsiteY6" fmla="*/ 93323 h 327375"/>
                    <a:gd name="connsiteX7" fmla="*/ 327398 w 327398"/>
                    <a:gd name="connsiteY7" fmla="*/ 93323 h 327375"/>
                    <a:gd name="connsiteX8" fmla="*/ 327398 w 327398"/>
                    <a:gd name="connsiteY8" fmla="*/ 0 h 327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27398" h="327375">
                      <a:moveTo>
                        <a:pt x="327398" y="0"/>
                      </a:moveTo>
                      <a:lnTo>
                        <a:pt x="0" y="0"/>
                      </a:lnTo>
                      <a:lnTo>
                        <a:pt x="0" y="93323"/>
                      </a:lnTo>
                      <a:lnTo>
                        <a:pt x="109731" y="93323"/>
                      </a:lnTo>
                      <a:lnTo>
                        <a:pt x="109731" y="327376"/>
                      </a:lnTo>
                      <a:lnTo>
                        <a:pt x="217369" y="327376"/>
                      </a:lnTo>
                      <a:lnTo>
                        <a:pt x="217369" y="93323"/>
                      </a:lnTo>
                      <a:lnTo>
                        <a:pt x="327398" y="93323"/>
                      </a:lnTo>
                      <a:lnTo>
                        <a:pt x="327398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pic>
            <p:nvPicPr>
              <p:cNvPr id="20" name="Graphic 19">
                <a:extLst>
                  <a:ext uri="{FF2B5EF4-FFF2-40B4-BE49-F238E27FC236}">
                    <a16:creationId xmlns:a16="http://schemas.microsoft.com/office/drawing/2014/main" id="{1947D660-C186-66E0-8DE5-EA8357C3485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3634390" y="1432495"/>
                <a:ext cx="1458310" cy="469900"/>
              </a:xfrm>
              <a:prstGeom prst="rect">
                <a:avLst/>
              </a:prstGeom>
            </p:spPr>
          </p:pic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810C3D0-BBE0-C4F3-2287-3AE508B6367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5372373" y="1374315"/>
                <a:ext cx="0" cy="6201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656786E-F1B8-0D24-5425-296C8C3C5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9525" y="6324113"/>
            <a:ext cx="2743200" cy="12311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91554E-AA05-4643-B577-6B216F735848}" type="slidenum">
              <a:rPr lang="en-US" smtClean="0"/>
              <a:pPr/>
              <a:t>‹#›</a:t>
            </a:fld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56F27E-5F9D-F288-56E1-47858E436C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955671" y="5938970"/>
            <a:ext cx="829539" cy="77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635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pos="650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ed Breaker A | Carve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4">
            <a:extLst>
              <a:ext uri="{FF2B5EF4-FFF2-40B4-BE49-F238E27FC236}">
                <a16:creationId xmlns:a16="http://schemas.microsoft.com/office/drawing/2014/main" id="{62E72BF9-B83B-4082-7C34-033CF1F2B0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38017851-F911-AA63-AB84-8A8A20053F63}"/>
              </a:ext>
            </a:extLst>
          </p:cNvPr>
          <p:cNvGrpSpPr/>
          <p:nvPr/>
        </p:nvGrpSpPr>
        <p:grpSpPr>
          <a:xfrm>
            <a:off x="10895881" y="551438"/>
            <a:ext cx="751607" cy="578967"/>
            <a:chOff x="8537865" y="1319106"/>
            <a:chExt cx="921208" cy="709611"/>
          </a:xfrm>
          <a:solidFill>
            <a:schemeClr val="bg1"/>
          </a:solidFill>
          <a:effectLst>
            <a:outerShdw blurRad="693498" dist="50800" dir="5400000" algn="ctr" rotWithShape="0">
              <a:srgbClr val="000000">
                <a:alpha val="77000"/>
              </a:srgbClr>
            </a:outerShdw>
          </a:effectLst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2ECDE57B-7DB5-EF94-0F0D-45093129CC7A}"/>
                </a:ext>
              </a:extLst>
            </p:cNvPr>
            <p:cNvSpPr/>
            <p:nvPr/>
          </p:nvSpPr>
          <p:spPr>
            <a:xfrm>
              <a:off x="9313753" y="1915716"/>
              <a:ext cx="142919" cy="106441"/>
            </a:xfrm>
            <a:custGeom>
              <a:avLst/>
              <a:gdLst>
                <a:gd name="connsiteX0" fmla="*/ 0 w 142919"/>
                <a:gd name="connsiteY0" fmla="*/ 106442 h 106441"/>
                <a:gd name="connsiteX1" fmla="*/ 142919 w 142919"/>
                <a:gd name="connsiteY1" fmla="*/ 106442 h 106441"/>
                <a:gd name="connsiteX2" fmla="*/ 142919 w 142919"/>
                <a:gd name="connsiteY2" fmla="*/ 81397 h 106441"/>
                <a:gd name="connsiteX3" fmla="*/ 84914 w 142919"/>
                <a:gd name="connsiteY3" fmla="*/ 81397 h 106441"/>
                <a:gd name="connsiteX4" fmla="*/ 84914 w 142919"/>
                <a:gd name="connsiteY4" fmla="*/ 9243 h 106441"/>
                <a:gd name="connsiteX5" fmla="*/ 61892 w 142919"/>
                <a:gd name="connsiteY5" fmla="*/ 9243 h 106441"/>
                <a:gd name="connsiteX6" fmla="*/ 61892 w 142919"/>
                <a:gd name="connsiteY6" fmla="*/ 81397 h 106441"/>
                <a:gd name="connsiteX7" fmla="*/ 22724 w 142919"/>
                <a:gd name="connsiteY7" fmla="*/ 81397 h 106441"/>
                <a:gd name="connsiteX8" fmla="*/ 22724 w 142919"/>
                <a:gd name="connsiteY8" fmla="*/ 0 h 106441"/>
                <a:gd name="connsiteX9" fmla="*/ 0 w 142919"/>
                <a:gd name="connsiteY9" fmla="*/ 0 h 106441"/>
                <a:gd name="connsiteX10" fmla="*/ 0 w 142919"/>
                <a:gd name="connsiteY10" fmla="*/ 106442 h 10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19" h="106441">
                  <a:moveTo>
                    <a:pt x="0" y="106442"/>
                  </a:moveTo>
                  <a:lnTo>
                    <a:pt x="142919" y="106442"/>
                  </a:lnTo>
                  <a:lnTo>
                    <a:pt x="142919" y="81397"/>
                  </a:lnTo>
                  <a:lnTo>
                    <a:pt x="84914" y="81397"/>
                  </a:lnTo>
                  <a:lnTo>
                    <a:pt x="84914" y="9243"/>
                  </a:lnTo>
                  <a:lnTo>
                    <a:pt x="61892" y="9243"/>
                  </a:lnTo>
                  <a:lnTo>
                    <a:pt x="61892" y="81397"/>
                  </a:lnTo>
                  <a:lnTo>
                    <a:pt x="22724" y="81397"/>
                  </a:lnTo>
                  <a:lnTo>
                    <a:pt x="22724" y="0"/>
                  </a:lnTo>
                  <a:lnTo>
                    <a:pt x="0" y="0"/>
                  </a:lnTo>
                  <a:lnTo>
                    <a:pt x="0" y="1064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B37D0E-4C16-8469-3D64-2D7A0E41EAF0}"/>
                </a:ext>
              </a:extLst>
            </p:cNvPr>
            <p:cNvSpPr/>
            <p:nvPr/>
          </p:nvSpPr>
          <p:spPr>
            <a:xfrm>
              <a:off x="9311063" y="1755010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238 h 149674"/>
                <a:gd name="connsiteX9" fmla="*/ 74150 w 148003"/>
                <a:gd name="connsiteY9" fmla="*/ 26238 h 149674"/>
                <a:gd name="connsiteX10" fmla="*/ 23321 w 148003"/>
                <a:gd name="connsiteY10" fmla="*/ 74837 h 149674"/>
                <a:gd name="connsiteX11" fmla="*/ 73851 w 148003"/>
                <a:gd name="connsiteY11" fmla="*/ 123139 h 149674"/>
                <a:gd name="connsiteX12" fmla="*/ 74150 w 148003"/>
                <a:gd name="connsiteY12" fmla="*/ 123139 h 149674"/>
                <a:gd name="connsiteX13" fmla="*/ 124979 w 148003"/>
                <a:gd name="connsiteY13" fmla="*/ 74539 h 149674"/>
                <a:gd name="connsiteX14" fmla="*/ 74449 w 148003"/>
                <a:gd name="connsiteY14" fmla="*/ 26238 h 149674"/>
                <a:gd name="connsiteX15" fmla="*/ 74449 w 148003"/>
                <a:gd name="connsiteY15" fmla="*/ 26238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238"/>
                  </a:moveTo>
                  <a:lnTo>
                    <a:pt x="74150" y="26238"/>
                  </a:lnTo>
                  <a:cubicBezTo>
                    <a:pt x="46344" y="26238"/>
                    <a:pt x="23321" y="46512"/>
                    <a:pt x="23321" y="74837"/>
                  </a:cubicBezTo>
                  <a:cubicBezTo>
                    <a:pt x="23321" y="103162"/>
                    <a:pt x="46045" y="123139"/>
                    <a:pt x="73851" y="123139"/>
                  </a:cubicBezTo>
                  <a:lnTo>
                    <a:pt x="74150" y="123139"/>
                  </a:lnTo>
                  <a:cubicBezTo>
                    <a:pt x="101957" y="123139"/>
                    <a:pt x="124979" y="102864"/>
                    <a:pt x="124979" y="74539"/>
                  </a:cubicBezTo>
                  <a:cubicBezTo>
                    <a:pt x="124979" y="46214"/>
                    <a:pt x="102256" y="26238"/>
                    <a:pt x="74449" y="26238"/>
                  </a:cubicBezTo>
                  <a:lnTo>
                    <a:pt x="74449" y="2623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94CA74D-272D-468E-E6E9-64F1FA5763D0}"/>
                </a:ext>
              </a:extLst>
            </p:cNvPr>
            <p:cNvSpPr/>
            <p:nvPr/>
          </p:nvSpPr>
          <p:spPr>
            <a:xfrm>
              <a:off x="9311063" y="1591024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536 h 149674"/>
                <a:gd name="connsiteX9" fmla="*/ 74150 w 148003"/>
                <a:gd name="connsiteY9" fmla="*/ 26536 h 149674"/>
                <a:gd name="connsiteX10" fmla="*/ 23321 w 148003"/>
                <a:gd name="connsiteY10" fmla="*/ 75135 h 149674"/>
                <a:gd name="connsiteX11" fmla="*/ 73851 w 148003"/>
                <a:gd name="connsiteY11" fmla="*/ 123437 h 149674"/>
                <a:gd name="connsiteX12" fmla="*/ 74150 w 148003"/>
                <a:gd name="connsiteY12" fmla="*/ 123437 h 149674"/>
                <a:gd name="connsiteX13" fmla="*/ 124979 w 148003"/>
                <a:gd name="connsiteY13" fmla="*/ 74837 h 149674"/>
                <a:gd name="connsiteX14" fmla="*/ 74449 w 148003"/>
                <a:gd name="connsiteY14" fmla="*/ 26536 h 149674"/>
                <a:gd name="connsiteX15" fmla="*/ 74449 w 148003"/>
                <a:gd name="connsiteY15" fmla="*/ 26536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536"/>
                  </a:moveTo>
                  <a:lnTo>
                    <a:pt x="74150" y="26536"/>
                  </a:lnTo>
                  <a:cubicBezTo>
                    <a:pt x="46344" y="26536"/>
                    <a:pt x="23321" y="46811"/>
                    <a:pt x="23321" y="75135"/>
                  </a:cubicBezTo>
                  <a:cubicBezTo>
                    <a:pt x="23321" y="103460"/>
                    <a:pt x="46045" y="123437"/>
                    <a:pt x="73851" y="123437"/>
                  </a:cubicBezTo>
                  <a:lnTo>
                    <a:pt x="74150" y="123437"/>
                  </a:lnTo>
                  <a:cubicBezTo>
                    <a:pt x="101957" y="123437"/>
                    <a:pt x="124979" y="103162"/>
                    <a:pt x="124979" y="74837"/>
                  </a:cubicBezTo>
                  <a:cubicBezTo>
                    <a:pt x="124979" y="46512"/>
                    <a:pt x="102256" y="26536"/>
                    <a:pt x="74449" y="26536"/>
                  </a:cubicBezTo>
                  <a:lnTo>
                    <a:pt x="74449" y="265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35E097F-E770-7FB3-B7C2-DC935550FD44}"/>
                </a:ext>
              </a:extLst>
            </p:cNvPr>
            <p:cNvSpPr/>
            <p:nvPr/>
          </p:nvSpPr>
          <p:spPr>
            <a:xfrm>
              <a:off x="9313753" y="1441350"/>
              <a:ext cx="142919" cy="129399"/>
            </a:xfrm>
            <a:custGeom>
              <a:avLst/>
              <a:gdLst>
                <a:gd name="connsiteX0" fmla="*/ 0 w 142919"/>
                <a:gd name="connsiteY0" fmla="*/ 129400 h 129399"/>
                <a:gd name="connsiteX1" fmla="*/ 0 w 142919"/>
                <a:gd name="connsiteY1" fmla="*/ 76030 h 129399"/>
                <a:gd name="connsiteX2" fmla="*/ 71160 w 142919"/>
                <a:gd name="connsiteY2" fmla="*/ 0 h 129399"/>
                <a:gd name="connsiteX3" fmla="*/ 71460 w 142919"/>
                <a:gd name="connsiteY3" fmla="*/ 0 h 129399"/>
                <a:gd name="connsiteX4" fmla="*/ 142919 w 142919"/>
                <a:gd name="connsiteY4" fmla="*/ 76030 h 129399"/>
                <a:gd name="connsiteX5" fmla="*/ 142919 w 142919"/>
                <a:gd name="connsiteY5" fmla="*/ 129400 h 129399"/>
                <a:gd name="connsiteX6" fmla="*/ 0 w 142919"/>
                <a:gd name="connsiteY6" fmla="*/ 129400 h 129399"/>
                <a:gd name="connsiteX7" fmla="*/ 120196 w 142919"/>
                <a:gd name="connsiteY7" fmla="*/ 76030 h 129399"/>
                <a:gd name="connsiteX8" fmla="*/ 72058 w 142919"/>
                <a:gd name="connsiteY8" fmla="*/ 26238 h 129399"/>
                <a:gd name="connsiteX9" fmla="*/ 71759 w 142919"/>
                <a:gd name="connsiteY9" fmla="*/ 26238 h 129399"/>
                <a:gd name="connsiteX10" fmla="*/ 23023 w 142919"/>
                <a:gd name="connsiteY10" fmla="*/ 76030 h 129399"/>
                <a:gd name="connsiteX11" fmla="*/ 23023 w 142919"/>
                <a:gd name="connsiteY11" fmla="*/ 104355 h 129399"/>
                <a:gd name="connsiteX12" fmla="*/ 120494 w 142919"/>
                <a:gd name="connsiteY12" fmla="*/ 104355 h 129399"/>
                <a:gd name="connsiteX13" fmla="*/ 120494 w 142919"/>
                <a:gd name="connsiteY13" fmla="*/ 76030 h 129399"/>
                <a:gd name="connsiteX14" fmla="*/ 120196 w 142919"/>
                <a:gd name="connsiteY14" fmla="*/ 76030 h 12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919" h="129399">
                  <a:moveTo>
                    <a:pt x="0" y="129400"/>
                  </a:moveTo>
                  <a:lnTo>
                    <a:pt x="0" y="76030"/>
                  </a:lnTo>
                  <a:cubicBezTo>
                    <a:pt x="0" y="31008"/>
                    <a:pt x="30796" y="0"/>
                    <a:pt x="71160" y="0"/>
                  </a:cubicBezTo>
                  <a:lnTo>
                    <a:pt x="71460" y="0"/>
                  </a:lnTo>
                  <a:cubicBezTo>
                    <a:pt x="111824" y="0"/>
                    <a:pt x="142919" y="31008"/>
                    <a:pt x="142919" y="76030"/>
                  </a:cubicBezTo>
                  <a:lnTo>
                    <a:pt x="142919" y="129400"/>
                  </a:lnTo>
                  <a:lnTo>
                    <a:pt x="0" y="129400"/>
                  </a:lnTo>
                  <a:close/>
                  <a:moveTo>
                    <a:pt x="120196" y="76030"/>
                  </a:moveTo>
                  <a:cubicBezTo>
                    <a:pt x="120196" y="45916"/>
                    <a:pt x="99864" y="26238"/>
                    <a:pt x="72058" y="26238"/>
                  </a:cubicBezTo>
                  <a:lnTo>
                    <a:pt x="71759" y="26238"/>
                  </a:lnTo>
                  <a:cubicBezTo>
                    <a:pt x="43653" y="26238"/>
                    <a:pt x="23023" y="45916"/>
                    <a:pt x="23023" y="76030"/>
                  </a:cubicBezTo>
                  <a:lnTo>
                    <a:pt x="23023" y="104355"/>
                  </a:lnTo>
                  <a:lnTo>
                    <a:pt x="120494" y="104355"/>
                  </a:lnTo>
                  <a:lnTo>
                    <a:pt x="120494" y="76030"/>
                  </a:lnTo>
                  <a:lnTo>
                    <a:pt x="120196" y="7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00E07211-31BD-BD62-ABC7-62FC3F7A6A72}"/>
                </a:ext>
              </a:extLst>
            </p:cNvPr>
            <p:cNvSpPr/>
            <p:nvPr/>
          </p:nvSpPr>
          <p:spPr>
            <a:xfrm>
              <a:off x="9311063" y="1319702"/>
              <a:ext cx="148010" cy="110615"/>
            </a:xfrm>
            <a:custGeom>
              <a:avLst/>
              <a:gdLst>
                <a:gd name="connsiteX0" fmla="*/ 125278 w 148010"/>
                <a:gd name="connsiteY0" fmla="*/ 110616 h 110615"/>
                <a:gd name="connsiteX1" fmla="*/ 107040 w 148010"/>
                <a:gd name="connsiteY1" fmla="*/ 95410 h 110615"/>
                <a:gd name="connsiteX2" fmla="*/ 125876 w 148010"/>
                <a:gd name="connsiteY2" fmla="*/ 50090 h 110615"/>
                <a:gd name="connsiteX3" fmla="*/ 107638 w 148010"/>
                <a:gd name="connsiteY3" fmla="*/ 24747 h 110615"/>
                <a:gd name="connsiteX4" fmla="*/ 107339 w 148010"/>
                <a:gd name="connsiteY4" fmla="*/ 24747 h 110615"/>
                <a:gd name="connsiteX5" fmla="*/ 85213 w 148010"/>
                <a:gd name="connsiteY5" fmla="*/ 57246 h 110615"/>
                <a:gd name="connsiteX6" fmla="*/ 42158 w 148010"/>
                <a:gd name="connsiteY6" fmla="*/ 105249 h 110615"/>
                <a:gd name="connsiteX7" fmla="*/ 41859 w 148010"/>
                <a:gd name="connsiteY7" fmla="*/ 105249 h 110615"/>
                <a:gd name="connsiteX8" fmla="*/ 0 w 148010"/>
                <a:gd name="connsiteY8" fmla="*/ 56053 h 110615"/>
                <a:gd name="connsiteX9" fmla="*/ 18239 w 148010"/>
                <a:gd name="connsiteY9" fmla="*/ 3876 h 110615"/>
                <a:gd name="connsiteX10" fmla="*/ 37374 w 148010"/>
                <a:gd name="connsiteY10" fmla="*/ 17591 h 110615"/>
                <a:gd name="connsiteX11" fmla="*/ 22425 w 148010"/>
                <a:gd name="connsiteY11" fmla="*/ 56650 h 110615"/>
                <a:gd name="connsiteX12" fmla="*/ 39467 w 148010"/>
                <a:gd name="connsiteY12" fmla="*/ 80204 h 110615"/>
                <a:gd name="connsiteX13" fmla="*/ 39766 w 148010"/>
                <a:gd name="connsiteY13" fmla="*/ 80204 h 110615"/>
                <a:gd name="connsiteX14" fmla="*/ 62490 w 148010"/>
                <a:gd name="connsiteY14" fmla="*/ 46214 h 110615"/>
                <a:gd name="connsiteX15" fmla="*/ 104648 w 148010"/>
                <a:gd name="connsiteY15" fmla="*/ 0 h 110615"/>
                <a:gd name="connsiteX16" fmla="*/ 104947 w 148010"/>
                <a:gd name="connsiteY16" fmla="*/ 0 h 110615"/>
                <a:gd name="connsiteX17" fmla="*/ 148002 w 148010"/>
                <a:gd name="connsiteY17" fmla="*/ 51283 h 110615"/>
                <a:gd name="connsiteX18" fmla="*/ 125278 w 148010"/>
                <a:gd name="connsiteY18" fmla="*/ 110616 h 110615"/>
                <a:gd name="connsiteX19" fmla="*/ 125278 w 148010"/>
                <a:gd name="connsiteY19" fmla="*/ 110616 h 11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8010" h="110615">
                  <a:moveTo>
                    <a:pt x="125278" y="110616"/>
                  </a:moveTo>
                  <a:lnTo>
                    <a:pt x="107040" y="95410"/>
                  </a:lnTo>
                  <a:cubicBezTo>
                    <a:pt x="119000" y="81695"/>
                    <a:pt x="125876" y="67980"/>
                    <a:pt x="125876" y="50090"/>
                  </a:cubicBezTo>
                  <a:cubicBezTo>
                    <a:pt x="125876" y="34586"/>
                    <a:pt x="118701" y="24747"/>
                    <a:pt x="107638" y="24747"/>
                  </a:cubicBezTo>
                  <a:lnTo>
                    <a:pt x="107339" y="24747"/>
                  </a:lnTo>
                  <a:cubicBezTo>
                    <a:pt x="97173" y="24747"/>
                    <a:pt x="91492" y="30412"/>
                    <a:pt x="85213" y="57246"/>
                  </a:cubicBezTo>
                  <a:cubicBezTo>
                    <a:pt x="77738" y="87956"/>
                    <a:pt x="68769" y="105249"/>
                    <a:pt x="42158" y="105249"/>
                  </a:cubicBezTo>
                  <a:lnTo>
                    <a:pt x="41859" y="105249"/>
                  </a:lnTo>
                  <a:cubicBezTo>
                    <a:pt x="17043" y="105249"/>
                    <a:pt x="0" y="84676"/>
                    <a:pt x="0" y="56053"/>
                  </a:cubicBezTo>
                  <a:cubicBezTo>
                    <a:pt x="0" y="35182"/>
                    <a:pt x="6279" y="18486"/>
                    <a:pt x="18239" y="3876"/>
                  </a:cubicBezTo>
                  <a:lnTo>
                    <a:pt x="37374" y="17591"/>
                  </a:lnTo>
                  <a:cubicBezTo>
                    <a:pt x="27806" y="30412"/>
                    <a:pt x="22425" y="43531"/>
                    <a:pt x="22425" y="56650"/>
                  </a:cubicBezTo>
                  <a:cubicBezTo>
                    <a:pt x="22425" y="71558"/>
                    <a:pt x="29899" y="80204"/>
                    <a:pt x="39467" y="80204"/>
                  </a:cubicBezTo>
                  <a:lnTo>
                    <a:pt x="39766" y="80204"/>
                  </a:lnTo>
                  <a:cubicBezTo>
                    <a:pt x="50829" y="80204"/>
                    <a:pt x="55912" y="73645"/>
                    <a:pt x="62490" y="46214"/>
                  </a:cubicBezTo>
                  <a:cubicBezTo>
                    <a:pt x="69965" y="15802"/>
                    <a:pt x="80728" y="0"/>
                    <a:pt x="104648" y="0"/>
                  </a:cubicBezTo>
                  <a:lnTo>
                    <a:pt x="104947" y="0"/>
                  </a:lnTo>
                  <a:cubicBezTo>
                    <a:pt x="131856" y="0"/>
                    <a:pt x="148002" y="21169"/>
                    <a:pt x="148002" y="51283"/>
                  </a:cubicBezTo>
                  <a:cubicBezTo>
                    <a:pt x="148301" y="72750"/>
                    <a:pt x="140527" y="93323"/>
                    <a:pt x="125278" y="110616"/>
                  </a:cubicBezTo>
                  <a:lnTo>
                    <a:pt x="125278" y="1106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3EE0CFF-F42C-6E7C-AD7E-0200DF3136C3}"/>
                </a:ext>
              </a:extLst>
            </p:cNvPr>
            <p:cNvSpPr/>
            <p:nvPr/>
          </p:nvSpPr>
          <p:spPr>
            <a:xfrm>
              <a:off x="8537865" y="1319106"/>
              <a:ext cx="327996" cy="340494"/>
            </a:xfrm>
            <a:custGeom>
              <a:avLst/>
              <a:gdLst>
                <a:gd name="connsiteX0" fmla="*/ 0 w 327996"/>
                <a:gd name="connsiteY0" fmla="*/ 171142 h 340494"/>
                <a:gd name="connsiteX1" fmla="*/ 0 w 327996"/>
                <a:gd name="connsiteY1" fmla="*/ 170247 h 340494"/>
                <a:gd name="connsiteX2" fmla="*/ 180293 w 327996"/>
                <a:gd name="connsiteY2" fmla="*/ 0 h 340494"/>
                <a:gd name="connsiteX3" fmla="*/ 316933 w 327996"/>
                <a:gd name="connsiteY3" fmla="*/ 49494 h 340494"/>
                <a:gd name="connsiteX4" fmla="*/ 255939 w 327996"/>
                <a:gd name="connsiteY4" fmla="*/ 123139 h 340494"/>
                <a:gd name="connsiteX5" fmla="*/ 183582 w 327996"/>
                <a:gd name="connsiteY5" fmla="*/ 94814 h 340494"/>
                <a:gd name="connsiteX6" fmla="*/ 110329 w 327996"/>
                <a:gd name="connsiteY6" fmla="*/ 171738 h 340494"/>
                <a:gd name="connsiteX7" fmla="*/ 110329 w 327996"/>
                <a:gd name="connsiteY7" fmla="*/ 172633 h 340494"/>
                <a:gd name="connsiteX8" fmla="*/ 188366 w 327996"/>
                <a:gd name="connsiteY8" fmla="*/ 250451 h 340494"/>
                <a:gd name="connsiteX9" fmla="*/ 225740 w 327996"/>
                <a:gd name="connsiteY9" fmla="*/ 242997 h 340494"/>
                <a:gd name="connsiteX10" fmla="*/ 225740 w 327996"/>
                <a:gd name="connsiteY10" fmla="*/ 210200 h 340494"/>
                <a:gd name="connsiteX11" fmla="*/ 169829 w 327996"/>
                <a:gd name="connsiteY11" fmla="*/ 210200 h 340494"/>
                <a:gd name="connsiteX12" fmla="*/ 169829 w 327996"/>
                <a:gd name="connsiteY12" fmla="*/ 140133 h 340494"/>
                <a:gd name="connsiteX13" fmla="*/ 327996 w 327996"/>
                <a:gd name="connsiteY13" fmla="*/ 140133 h 340494"/>
                <a:gd name="connsiteX14" fmla="*/ 327996 w 327996"/>
                <a:gd name="connsiteY14" fmla="*/ 291597 h 340494"/>
                <a:gd name="connsiteX15" fmla="*/ 183881 w 327996"/>
                <a:gd name="connsiteY15" fmla="*/ 340495 h 340494"/>
                <a:gd name="connsiteX16" fmla="*/ 0 w 327996"/>
                <a:gd name="connsiteY16" fmla="*/ 171142 h 340494"/>
                <a:gd name="connsiteX17" fmla="*/ 0 w 327996"/>
                <a:gd name="connsiteY17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7996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2750"/>
                    <a:pt x="77140" y="0"/>
                    <a:pt x="180293" y="0"/>
                  </a:cubicBezTo>
                  <a:cubicBezTo>
                    <a:pt x="236205" y="0"/>
                    <a:pt x="281652" y="18784"/>
                    <a:pt x="316933" y="49494"/>
                  </a:cubicBezTo>
                  <a:lnTo>
                    <a:pt x="255939" y="123139"/>
                  </a:lnTo>
                  <a:cubicBezTo>
                    <a:pt x="234411" y="104951"/>
                    <a:pt x="210791" y="94814"/>
                    <a:pt x="183582" y="94814"/>
                  </a:cubicBezTo>
                  <a:cubicBezTo>
                    <a:pt x="141125" y="94814"/>
                    <a:pt x="110329" y="127611"/>
                    <a:pt x="110329" y="171738"/>
                  </a:cubicBezTo>
                  <a:lnTo>
                    <a:pt x="110329" y="172633"/>
                  </a:lnTo>
                  <a:cubicBezTo>
                    <a:pt x="110329" y="218847"/>
                    <a:pt x="142620" y="250451"/>
                    <a:pt x="188366" y="250451"/>
                  </a:cubicBezTo>
                  <a:cubicBezTo>
                    <a:pt x="206904" y="250451"/>
                    <a:pt x="217369" y="247768"/>
                    <a:pt x="225740" y="242997"/>
                  </a:cubicBezTo>
                  <a:lnTo>
                    <a:pt x="225740" y="210200"/>
                  </a:lnTo>
                  <a:lnTo>
                    <a:pt x="169829" y="210200"/>
                  </a:lnTo>
                  <a:lnTo>
                    <a:pt x="169829" y="140133"/>
                  </a:lnTo>
                  <a:lnTo>
                    <a:pt x="327996" y="140133"/>
                  </a:lnTo>
                  <a:lnTo>
                    <a:pt x="327996" y="291597"/>
                  </a:lnTo>
                  <a:cubicBezTo>
                    <a:pt x="292416" y="320518"/>
                    <a:pt x="243082" y="340495"/>
                    <a:pt x="183881" y="340495"/>
                  </a:cubicBezTo>
                  <a:cubicBezTo>
                    <a:pt x="81625" y="340495"/>
                    <a:pt x="0" y="272217"/>
                    <a:pt x="0" y="171142"/>
                  </a:cubicBezTo>
                  <a:lnTo>
                    <a:pt x="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6BEAFCB1-151E-9B85-E735-A1E7C17CD868}"/>
                </a:ext>
              </a:extLst>
            </p:cNvPr>
            <p:cNvSpPr/>
            <p:nvPr/>
          </p:nvSpPr>
          <p:spPr>
            <a:xfrm>
              <a:off x="8897255" y="1319106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E092B357-E135-372D-90FD-11010407E913}"/>
                </a:ext>
              </a:extLst>
            </p:cNvPr>
            <p:cNvSpPr/>
            <p:nvPr/>
          </p:nvSpPr>
          <p:spPr>
            <a:xfrm>
              <a:off x="8897255" y="1688223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99930B6A-8E97-DC96-7772-51BDE2136428}"/>
                </a:ext>
              </a:extLst>
            </p:cNvPr>
            <p:cNvSpPr/>
            <p:nvPr/>
          </p:nvSpPr>
          <p:spPr>
            <a:xfrm>
              <a:off x="8550721" y="1694782"/>
              <a:ext cx="327398" cy="327375"/>
            </a:xfrm>
            <a:custGeom>
              <a:avLst/>
              <a:gdLst>
                <a:gd name="connsiteX0" fmla="*/ 327398 w 327398"/>
                <a:gd name="connsiteY0" fmla="*/ 0 h 327375"/>
                <a:gd name="connsiteX1" fmla="*/ 0 w 327398"/>
                <a:gd name="connsiteY1" fmla="*/ 0 h 327375"/>
                <a:gd name="connsiteX2" fmla="*/ 0 w 327398"/>
                <a:gd name="connsiteY2" fmla="*/ 93323 h 327375"/>
                <a:gd name="connsiteX3" fmla="*/ 109731 w 327398"/>
                <a:gd name="connsiteY3" fmla="*/ 93323 h 327375"/>
                <a:gd name="connsiteX4" fmla="*/ 109731 w 327398"/>
                <a:gd name="connsiteY4" fmla="*/ 327376 h 327375"/>
                <a:gd name="connsiteX5" fmla="*/ 217369 w 327398"/>
                <a:gd name="connsiteY5" fmla="*/ 327376 h 327375"/>
                <a:gd name="connsiteX6" fmla="*/ 217369 w 327398"/>
                <a:gd name="connsiteY6" fmla="*/ 93323 h 327375"/>
                <a:gd name="connsiteX7" fmla="*/ 327398 w 327398"/>
                <a:gd name="connsiteY7" fmla="*/ 93323 h 327375"/>
                <a:gd name="connsiteX8" fmla="*/ 327398 w 327398"/>
                <a:gd name="connsiteY8" fmla="*/ 0 h 3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398" h="327375">
                  <a:moveTo>
                    <a:pt x="327398" y="0"/>
                  </a:moveTo>
                  <a:lnTo>
                    <a:pt x="0" y="0"/>
                  </a:lnTo>
                  <a:lnTo>
                    <a:pt x="0" y="93323"/>
                  </a:lnTo>
                  <a:lnTo>
                    <a:pt x="109731" y="93323"/>
                  </a:lnTo>
                  <a:lnTo>
                    <a:pt x="109731" y="327376"/>
                  </a:lnTo>
                  <a:lnTo>
                    <a:pt x="217369" y="327376"/>
                  </a:lnTo>
                  <a:lnTo>
                    <a:pt x="217369" y="93323"/>
                  </a:lnTo>
                  <a:lnTo>
                    <a:pt x="327398" y="93323"/>
                  </a:lnTo>
                  <a:lnTo>
                    <a:pt x="327398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7FF4E7F-384A-8D25-6C4B-07F5AF3D5B50}"/>
              </a:ext>
            </a:extLst>
          </p:cNvPr>
          <p:cNvCxnSpPr>
            <a:cxnSpLocks/>
          </p:cNvCxnSpPr>
          <p:nvPr/>
        </p:nvCxnSpPr>
        <p:spPr>
          <a:xfrm>
            <a:off x="10644647" y="536115"/>
            <a:ext cx="0" cy="620137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outerShdw blurRad="693498" dist="50800" dir="5400000" algn="ctr" rotWithShape="0">
              <a:srgbClr val="000000">
                <a:alpha val="77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656786E-F1B8-0D24-5425-296C8C3C5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9525" y="6324113"/>
            <a:ext cx="2743200" cy="12311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 descr="A logo with a cone on it&#10;&#10;Description automatically generated">
            <a:extLst>
              <a:ext uri="{FF2B5EF4-FFF2-40B4-BE49-F238E27FC236}">
                <a16:creationId xmlns:a16="http://schemas.microsoft.com/office/drawing/2014/main" id="{833DD9DA-9D96-C869-E6E0-CE839650D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5501" y="551438"/>
            <a:ext cx="1411737" cy="583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772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pos="650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ed Breaker B | Carve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7">
            <a:extLst>
              <a:ext uri="{FF2B5EF4-FFF2-40B4-BE49-F238E27FC236}">
                <a16:creationId xmlns:a16="http://schemas.microsoft.com/office/drawing/2014/main" id="{53D1D061-0585-8244-6EBF-67E82AC3AD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BB7B301-AC11-8D85-21FA-D0DEDCD96BD1}"/>
              </a:ext>
            </a:extLst>
          </p:cNvPr>
          <p:cNvSpPr/>
          <p:nvPr/>
        </p:nvSpPr>
        <p:spPr>
          <a:xfrm>
            <a:off x="-1" y="2463800"/>
            <a:ext cx="5092701" cy="193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B484900-BB79-CCC9-38DB-21699C22C7B2}"/>
              </a:ext>
            </a:extLst>
          </p:cNvPr>
          <p:cNvGrpSpPr/>
          <p:nvPr/>
        </p:nvGrpSpPr>
        <p:grpSpPr>
          <a:xfrm>
            <a:off x="3385034" y="3023516"/>
            <a:ext cx="1072064" cy="825817"/>
            <a:chOff x="8537865" y="1319106"/>
            <a:chExt cx="921208" cy="709611"/>
          </a:xfrm>
          <a:solidFill>
            <a:schemeClr val="tx2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76503E9-37E3-83C6-48FB-5D897B70CE0F}"/>
                </a:ext>
              </a:extLst>
            </p:cNvPr>
            <p:cNvSpPr/>
            <p:nvPr/>
          </p:nvSpPr>
          <p:spPr>
            <a:xfrm>
              <a:off x="9313753" y="1915716"/>
              <a:ext cx="142919" cy="106441"/>
            </a:xfrm>
            <a:custGeom>
              <a:avLst/>
              <a:gdLst>
                <a:gd name="connsiteX0" fmla="*/ 0 w 142919"/>
                <a:gd name="connsiteY0" fmla="*/ 106442 h 106441"/>
                <a:gd name="connsiteX1" fmla="*/ 142919 w 142919"/>
                <a:gd name="connsiteY1" fmla="*/ 106442 h 106441"/>
                <a:gd name="connsiteX2" fmla="*/ 142919 w 142919"/>
                <a:gd name="connsiteY2" fmla="*/ 81397 h 106441"/>
                <a:gd name="connsiteX3" fmla="*/ 84914 w 142919"/>
                <a:gd name="connsiteY3" fmla="*/ 81397 h 106441"/>
                <a:gd name="connsiteX4" fmla="*/ 84914 w 142919"/>
                <a:gd name="connsiteY4" fmla="*/ 9243 h 106441"/>
                <a:gd name="connsiteX5" fmla="*/ 61892 w 142919"/>
                <a:gd name="connsiteY5" fmla="*/ 9243 h 106441"/>
                <a:gd name="connsiteX6" fmla="*/ 61892 w 142919"/>
                <a:gd name="connsiteY6" fmla="*/ 81397 h 106441"/>
                <a:gd name="connsiteX7" fmla="*/ 22724 w 142919"/>
                <a:gd name="connsiteY7" fmla="*/ 81397 h 106441"/>
                <a:gd name="connsiteX8" fmla="*/ 22724 w 142919"/>
                <a:gd name="connsiteY8" fmla="*/ 0 h 106441"/>
                <a:gd name="connsiteX9" fmla="*/ 0 w 142919"/>
                <a:gd name="connsiteY9" fmla="*/ 0 h 106441"/>
                <a:gd name="connsiteX10" fmla="*/ 0 w 142919"/>
                <a:gd name="connsiteY10" fmla="*/ 106442 h 10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19" h="106441">
                  <a:moveTo>
                    <a:pt x="0" y="106442"/>
                  </a:moveTo>
                  <a:lnTo>
                    <a:pt x="142919" y="106442"/>
                  </a:lnTo>
                  <a:lnTo>
                    <a:pt x="142919" y="81397"/>
                  </a:lnTo>
                  <a:lnTo>
                    <a:pt x="84914" y="81397"/>
                  </a:lnTo>
                  <a:lnTo>
                    <a:pt x="84914" y="9243"/>
                  </a:lnTo>
                  <a:lnTo>
                    <a:pt x="61892" y="9243"/>
                  </a:lnTo>
                  <a:lnTo>
                    <a:pt x="61892" y="81397"/>
                  </a:lnTo>
                  <a:lnTo>
                    <a:pt x="22724" y="81397"/>
                  </a:lnTo>
                  <a:lnTo>
                    <a:pt x="22724" y="0"/>
                  </a:lnTo>
                  <a:lnTo>
                    <a:pt x="0" y="0"/>
                  </a:lnTo>
                  <a:lnTo>
                    <a:pt x="0" y="1064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141AC3D6-7F93-8171-8A48-7B91528556F5}"/>
                </a:ext>
              </a:extLst>
            </p:cNvPr>
            <p:cNvSpPr/>
            <p:nvPr/>
          </p:nvSpPr>
          <p:spPr>
            <a:xfrm>
              <a:off x="9311063" y="1755010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238 h 149674"/>
                <a:gd name="connsiteX9" fmla="*/ 74150 w 148003"/>
                <a:gd name="connsiteY9" fmla="*/ 26238 h 149674"/>
                <a:gd name="connsiteX10" fmla="*/ 23321 w 148003"/>
                <a:gd name="connsiteY10" fmla="*/ 74837 h 149674"/>
                <a:gd name="connsiteX11" fmla="*/ 73851 w 148003"/>
                <a:gd name="connsiteY11" fmla="*/ 123139 h 149674"/>
                <a:gd name="connsiteX12" fmla="*/ 74150 w 148003"/>
                <a:gd name="connsiteY12" fmla="*/ 123139 h 149674"/>
                <a:gd name="connsiteX13" fmla="*/ 124979 w 148003"/>
                <a:gd name="connsiteY13" fmla="*/ 74539 h 149674"/>
                <a:gd name="connsiteX14" fmla="*/ 74449 w 148003"/>
                <a:gd name="connsiteY14" fmla="*/ 26238 h 149674"/>
                <a:gd name="connsiteX15" fmla="*/ 74449 w 148003"/>
                <a:gd name="connsiteY15" fmla="*/ 26238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238"/>
                  </a:moveTo>
                  <a:lnTo>
                    <a:pt x="74150" y="26238"/>
                  </a:lnTo>
                  <a:cubicBezTo>
                    <a:pt x="46344" y="26238"/>
                    <a:pt x="23321" y="46512"/>
                    <a:pt x="23321" y="74837"/>
                  </a:cubicBezTo>
                  <a:cubicBezTo>
                    <a:pt x="23321" y="103162"/>
                    <a:pt x="46045" y="123139"/>
                    <a:pt x="73851" y="123139"/>
                  </a:cubicBezTo>
                  <a:lnTo>
                    <a:pt x="74150" y="123139"/>
                  </a:lnTo>
                  <a:cubicBezTo>
                    <a:pt x="101957" y="123139"/>
                    <a:pt x="124979" y="102864"/>
                    <a:pt x="124979" y="74539"/>
                  </a:cubicBezTo>
                  <a:cubicBezTo>
                    <a:pt x="124979" y="46214"/>
                    <a:pt x="102256" y="26238"/>
                    <a:pt x="74449" y="26238"/>
                  </a:cubicBezTo>
                  <a:lnTo>
                    <a:pt x="74449" y="2623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F55ED8E-8E0C-8278-7AEE-A47E16C0711C}"/>
                </a:ext>
              </a:extLst>
            </p:cNvPr>
            <p:cNvSpPr/>
            <p:nvPr/>
          </p:nvSpPr>
          <p:spPr>
            <a:xfrm>
              <a:off x="9311063" y="1591024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536 h 149674"/>
                <a:gd name="connsiteX9" fmla="*/ 74150 w 148003"/>
                <a:gd name="connsiteY9" fmla="*/ 26536 h 149674"/>
                <a:gd name="connsiteX10" fmla="*/ 23321 w 148003"/>
                <a:gd name="connsiteY10" fmla="*/ 75135 h 149674"/>
                <a:gd name="connsiteX11" fmla="*/ 73851 w 148003"/>
                <a:gd name="connsiteY11" fmla="*/ 123437 h 149674"/>
                <a:gd name="connsiteX12" fmla="*/ 74150 w 148003"/>
                <a:gd name="connsiteY12" fmla="*/ 123437 h 149674"/>
                <a:gd name="connsiteX13" fmla="*/ 124979 w 148003"/>
                <a:gd name="connsiteY13" fmla="*/ 74837 h 149674"/>
                <a:gd name="connsiteX14" fmla="*/ 74449 w 148003"/>
                <a:gd name="connsiteY14" fmla="*/ 26536 h 149674"/>
                <a:gd name="connsiteX15" fmla="*/ 74449 w 148003"/>
                <a:gd name="connsiteY15" fmla="*/ 26536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536"/>
                  </a:moveTo>
                  <a:lnTo>
                    <a:pt x="74150" y="26536"/>
                  </a:lnTo>
                  <a:cubicBezTo>
                    <a:pt x="46344" y="26536"/>
                    <a:pt x="23321" y="46811"/>
                    <a:pt x="23321" y="75135"/>
                  </a:cubicBezTo>
                  <a:cubicBezTo>
                    <a:pt x="23321" y="103460"/>
                    <a:pt x="46045" y="123437"/>
                    <a:pt x="73851" y="123437"/>
                  </a:cubicBezTo>
                  <a:lnTo>
                    <a:pt x="74150" y="123437"/>
                  </a:lnTo>
                  <a:cubicBezTo>
                    <a:pt x="101957" y="123437"/>
                    <a:pt x="124979" y="103162"/>
                    <a:pt x="124979" y="74837"/>
                  </a:cubicBezTo>
                  <a:cubicBezTo>
                    <a:pt x="124979" y="46512"/>
                    <a:pt x="102256" y="26536"/>
                    <a:pt x="74449" y="26536"/>
                  </a:cubicBezTo>
                  <a:lnTo>
                    <a:pt x="74449" y="265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659220F3-245C-75F6-1180-27FD4270DAE4}"/>
                </a:ext>
              </a:extLst>
            </p:cNvPr>
            <p:cNvSpPr/>
            <p:nvPr/>
          </p:nvSpPr>
          <p:spPr>
            <a:xfrm>
              <a:off x="9313753" y="1441350"/>
              <a:ext cx="142919" cy="129399"/>
            </a:xfrm>
            <a:custGeom>
              <a:avLst/>
              <a:gdLst>
                <a:gd name="connsiteX0" fmla="*/ 0 w 142919"/>
                <a:gd name="connsiteY0" fmla="*/ 129400 h 129399"/>
                <a:gd name="connsiteX1" fmla="*/ 0 w 142919"/>
                <a:gd name="connsiteY1" fmla="*/ 76030 h 129399"/>
                <a:gd name="connsiteX2" fmla="*/ 71160 w 142919"/>
                <a:gd name="connsiteY2" fmla="*/ 0 h 129399"/>
                <a:gd name="connsiteX3" fmla="*/ 71460 w 142919"/>
                <a:gd name="connsiteY3" fmla="*/ 0 h 129399"/>
                <a:gd name="connsiteX4" fmla="*/ 142919 w 142919"/>
                <a:gd name="connsiteY4" fmla="*/ 76030 h 129399"/>
                <a:gd name="connsiteX5" fmla="*/ 142919 w 142919"/>
                <a:gd name="connsiteY5" fmla="*/ 129400 h 129399"/>
                <a:gd name="connsiteX6" fmla="*/ 0 w 142919"/>
                <a:gd name="connsiteY6" fmla="*/ 129400 h 129399"/>
                <a:gd name="connsiteX7" fmla="*/ 120196 w 142919"/>
                <a:gd name="connsiteY7" fmla="*/ 76030 h 129399"/>
                <a:gd name="connsiteX8" fmla="*/ 72058 w 142919"/>
                <a:gd name="connsiteY8" fmla="*/ 26238 h 129399"/>
                <a:gd name="connsiteX9" fmla="*/ 71759 w 142919"/>
                <a:gd name="connsiteY9" fmla="*/ 26238 h 129399"/>
                <a:gd name="connsiteX10" fmla="*/ 23023 w 142919"/>
                <a:gd name="connsiteY10" fmla="*/ 76030 h 129399"/>
                <a:gd name="connsiteX11" fmla="*/ 23023 w 142919"/>
                <a:gd name="connsiteY11" fmla="*/ 104355 h 129399"/>
                <a:gd name="connsiteX12" fmla="*/ 120494 w 142919"/>
                <a:gd name="connsiteY12" fmla="*/ 104355 h 129399"/>
                <a:gd name="connsiteX13" fmla="*/ 120494 w 142919"/>
                <a:gd name="connsiteY13" fmla="*/ 76030 h 129399"/>
                <a:gd name="connsiteX14" fmla="*/ 120196 w 142919"/>
                <a:gd name="connsiteY14" fmla="*/ 76030 h 12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919" h="129399">
                  <a:moveTo>
                    <a:pt x="0" y="129400"/>
                  </a:moveTo>
                  <a:lnTo>
                    <a:pt x="0" y="76030"/>
                  </a:lnTo>
                  <a:cubicBezTo>
                    <a:pt x="0" y="31008"/>
                    <a:pt x="30796" y="0"/>
                    <a:pt x="71160" y="0"/>
                  </a:cubicBezTo>
                  <a:lnTo>
                    <a:pt x="71460" y="0"/>
                  </a:lnTo>
                  <a:cubicBezTo>
                    <a:pt x="111824" y="0"/>
                    <a:pt x="142919" y="31008"/>
                    <a:pt x="142919" y="76030"/>
                  </a:cubicBezTo>
                  <a:lnTo>
                    <a:pt x="142919" y="129400"/>
                  </a:lnTo>
                  <a:lnTo>
                    <a:pt x="0" y="129400"/>
                  </a:lnTo>
                  <a:close/>
                  <a:moveTo>
                    <a:pt x="120196" y="76030"/>
                  </a:moveTo>
                  <a:cubicBezTo>
                    <a:pt x="120196" y="45916"/>
                    <a:pt x="99864" y="26238"/>
                    <a:pt x="72058" y="26238"/>
                  </a:cubicBezTo>
                  <a:lnTo>
                    <a:pt x="71759" y="26238"/>
                  </a:lnTo>
                  <a:cubicBezTo>
                    <a:pt x="43653" y="26238"/>
                    <a:pt x="23023" y="45916"/>
                    <a:pt x="23023" y="76030"/>
                  </a:cubicBezTo>
                  <a:lnTo>
                    <a:pt x="23023" y="104355"/>
                  </a:lnTo>
                  <a:lnTo>
                    <a:pt x="120494" y="104355"/>
                  </a:lnTo>
                  <a:lnTo>
                    <a:pt x="120494" y="76030"/>
                  </a:lnTo>
                  <a:lnTo>
                    <a:pt x="120196" y="7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5341027-6788-41CA-8547-577339B9C9B7}"/>
                </a:ext>
              </a:extLst>
            </p:cNvPr>
            <p:cNvSpPr/>
            <p:nvPr/>
          </p:nvSpPr>
          <p:spPr>
            <a:xfrm>
              <a:off x="9311063" y="1319702"/>
              <a:ext cx="148010" cy="110615"/>
            </a:xfrm>
            <a:custGeom>
              <a:avLst/>
              <a:gdLst>
                <a:gd name="connsiteX0" fmla="*/ 125278 w 148010"/>
                <a:gd name="connsiteY0" fmla="*/ 110616 h 110615"/>
                <a:gd name="connsiteX1" fmla="*/ 107040 w 148010"/>
                <a:gd name="connsiteY1" fmla="*/ 95410 h 110615"/>
                <a:gd name="connsiteX2" fmla="*/ 125876 w 148010"/>
                <a:gd name="connsiteY2" fmla="*/ 50090 h 110615"/>
                <a:gd name="connsiteX3" fmla="*/ 107638 w 148010"/>
                <a:gd name="connsiteY3" fmla="*/ 24747 h 110615"/>
                <a:gd name="connsiteX4" fmla="*/ 107339 w 148010"/>
                <a:gd name="connsiteY4" fmla="*/ 24747 h 110615"/>
                <a:gd name="connsiteX5" fmla="*/ 85213 w 148010"/>
                <a:gd name="connsiteY5" fmla="*/ 57246 h 110615"/>
                <a:gd name="connsiteX6" fmla="*/ 42158 w 148010"/>
                <a:gd name="connsiteY6" fmla="*/ 105249 h 110615"/>
                <a:gd name="connsiteX7" fmla="*/ 41859 w 148010"/>
                <a:gd name="connsiteY7" fmla="*/ 105249 h 110615"/>
                <a:gd name="connsiteX8" fmla="*/ 0 w 148010"/>
                <a:gd name="connsiteY8" fmla="*/ 56053 h 110615"/>
                <a:gd name="connsiteX9" fmla="*/ 18239 w 148010"/>
                <a:gd name="connsiteY9" fmla="*/ 3876 h 110615"/>
                <a:gd name="connsiteX10" fmla="*/ 37374 w 148010"/>
                <a:gd name="connsiteY10" fmla="*/ 17591 h 110615"/>
                <a:gd name="connsiteX11" fmla="*/ 22425 w 148010"/>
                <a:gd name="connsiteY11" fmla="*/ 56650 h 110615"/>
                <a:gd name="connsiteX12" fmla="*/ 39467 w 148010"/>
                <a:gd name="connsiteY12" fmla="*/ 80204 h 110615"/>
                <a:gd name="connsiteX13" fmla="*/ 39766 w 148010"/>
                <a:gd name="connsiteY13" fmla="*/ 80204 h 110615"/>
                <a:gd name="connsiteX14" fmla="*/ 62490 w 148010"/>
                <a:gd name="connsiteY14" fmla="*/ 46214 h 110615"/>
                <a:gd name="connsiteX15" fmla="*/ 104648 w 148010"/>
                <a:gd name="connsiteY15" fmla="*/ 0 h 110615"/>
                <a:gd name="connsiteX16" fmla="*/ 104947 w 148010"/>
                <a:gd name="connsiteY16" fmla="*/ 0 h 110615"/>
                <a:gd name="connsiteX17" fmla="*/ 148002 w 148010"/>
                <a:gd name="connsiteY17" fmla="*/ 51283 h 110615"/>
                <a:gd name="connsiteX18" fmla="*/ 125278 w 148010"/>
                <a:gd name="connsiteY18" fmla="*/ 110616 h 110615"/>
                <a:gd name="connsiteX19" fmla="*/ 125278 w 148010"/>
                <a:gd name="connsiteY19" fmla="*/ 110616 h 11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8010" h="110615">
                  <a:moveTo>
                    <a:pt x="125278" y="110616"/>
                  </a:moveTo>
                  <a:lnTo>
                    <a:pt x="107040" y="95410"/>
                  </a:lnTo>
                  <a:cubicBezTo>
                    <a:pt x="119000" y="81695"/>
                    <a:pt x="125876" y="67980"/>
                    <a:pt x="125876" y="50090"/>
                  </a:cubicBezTo>
                  <a:cubicBezTo>
                    <a:pt x="125876" y="34586"/>
                    <a:pt x="118701" y="24747"/>
                    <a:pt x="107638" y="24747"/>
                  </a:cubicBezTo>
                  <a:lnTo>
                    <a:pt x="107339" y="24747"/>
                  </a:lnTo>
                  <a:cubicBezTo>
                    <a:pt x="97173" y="24747"/>
                    <a:pt x="91492" y="30412"/>
                    <a:pt x="85213" y="57246"/>
                  </a:cubicBezTo>
                  <a:cubicBezTo>
                    <a:pt x="77738" y="87956"/>
                    <a:pt x="68769" y="105249"/>
                    <a:pt x="42158" y="105249"/>
                  </a:cubicBezTo>
                  <a:lnTo>
                    <a:pt x="41859" y="105249"/>
                  </a:lnTo>
                  <a:cubicBezTo>
                    <a:pt x="17043" y="105249"/>
                    <a:pt x="0" y="84676"/>
                    <a:pt x="0" y="56053"/>
                  </a:cubicBezTo>
                  <a:cubicBezTo>
                    <a:pt x="0" y="35182"/>
                    <a:pt x="6279" y="18486"/>
                    <a:pt x="18239" y="3876"/>
                  </a:cubicBezTo>
                  <a:lnTo>
                    <a:pt x="37374" y="17591"/>
                  </a:lnTo>
                  <a:cubicBezTo>
                    <a:pt x="27806" y="30412"/>
                    <a:pt x="22425" y="43531"/>
                    <a:pt x="22425" y="56650"/>
                  </a:cubicBezTo>
                  <a:cubicBezTo>
                    <a:pt x="22425" y="71558"/>
                    <a:pt x="29899" y="80204"/>
                    <a:pt x="39467" y="80204"/>
                  </a:cubicBezTo>
                  <a:lnTo>
                    <a:pt x="39766" y="80204"/>
                  </a:lnTo>
                  <a:cubicBezTo>
                    <a:pt x="50829" y="80204"/>
                    <a:pt x="55912" y="73645"/>
                    <a:pt x="62490" y="46214"/>
                  </a:cubicBezTo>
                  <a:cubicBezTo>
                    <a:pt x="69965" y="15802"/>
                    <a:pt x="80728" y="0"/>
                    <a:pt x="104648" y="0"/>
                  </a:cubicBezTo>
                  <a:lnTo>
                    <a:pt x="104947" y="0"/>
                  </a:lnTo>
                  <a:cubicBezTo>
                    <a:pt x="131856" y="0"/>
                    <a:pt x="148002" y="21169"/>
                    <a:pt x="148002" y="51283"/>
                  </a:cubicBezTo>
                  <a:cubicBezTo>
                    <a:pt x="148301" y="72750"/>
                    <a:pt x="140527" y="93323"/>
                    <a:pt x="125278" y="110616"/>
                  </a:cubicBezTo>
                  <a:lnTo>
                    <a:pt x="125278" y="1106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E6D10CE6-72AC-086F-6D3F-D34304ACEA73}"/>
                </a:ext>
              </a:extLst>
            </p:cNvPr>
            <p:cNvSpPr/>
            <p:nvPr/>
          </p:nvSpPr>
          <p:spPr>
            <a:xfrm>
              <a:off x="8537865" y="1319106"/>
              <a:ext cx="327996" cy="340494"/>
            </a:xfrm>
            <a:custGeom>
              <a:avLst/>
              <a:gdLst>
                <a:gd name="connsiteX0" fmla="*/ 0 w 327996"/>
                <a:gd name="connsiteY0" fmla="*/ 171142 h 340494"/>
                <a:gd name="connsiteX1" fmla="*/ 0 w 327996"/>
                <a:gd name="connsiteY1" fmla="*/ 170247 h 340494"/>
                <a:gd name="connsiteX2" fmla="*/ 180293 w 327996"/>
                <a:gd name="connsiteY2" fmla="*/ 0 h 340494"/>
                <a:gd name="connsiteX3" fmla="*/ 316933 w 327996"/>
                <a:gd name="connsiteY3" fmla="*/ 49494 h 340494"/>
                <a:gd name="connsiteX4" fmla="*/ 255939 w 327996"/>
                <a:gd name="connsiteY4" fmla="*/ 123139 h 340494"/>
                <a:gd name="connsiteX5" fmla="*/ 183582 w 327996"/>
                <a:gd name="connsiteY5" fmla="*/ 94814 h 340494"/>
                <a:gd name="connsiteX6" fmla="*/ 110329 w 327996"/>
                <a:gd name="connsiteY6" fmla="*/ 171738 h 340494"/>
                <a:gd name="connsiteX7" fmla="*/ 110329 w 327996"/>
                <a:gd name="connsiteY7" fmla="*/ 172633 h 340494"/>
                <a:gd name="connsiteX8" fmla="*/ 188366 w 327996"/>
                <a:gd name="connsiteY8" fmla="*/ 250451 h 340494"/>
                <a:gd name="connsiteX9" fmla="*/ 225740 w 327996"/>
                <a:gd name="connsiteY9" fmla="*/ 242997 h 340494"/>
                <a:gd name="connsiteX10" fmla="*/ 225740 w 327996"/>
                <a:gd name="connsiteY10" fmla="*/ 210200 h 340494"/>
                <a:gd name="connsiteX11" fmla="*/ 169829 w 327996"/>
                <a:gd name="connsiteY11" fmla="*/ 210200 h 340494"/>
                <a:gd name="connsiteX12" fmla="*/ 169829 w 327996"/>
                <a:gd name="connsiteY12" fmla="*/ 140133 h 340494"/>
                <a:gd name="connsiteX13" fmla="*/ 327996 w 327996"/>
                <a:gd name="connsiteY13" fmla="*/ 140133 h 340494"/>
                <a:gd name="connsiteX14" fmla="*/ 327996 w 327996"/>
                <a:gd name="connsiteY14" fmla="*/ 291597 h 340494"/>
                <a:gd name="connsiteX15" fmla="*/ 183881 w 327996"/>
                <a:gd name="connsiteY15" fmla="*/ 340495 h 340494"/>
                <a:gd name="connsiteX16" fmla="*/ 0 w 327996"/>
                <a:gd name="connsiteY16" fmla="*/ 171142 h 340494"/>
                <a:gd name="connsiteX17" fmla="*/ 0 w 327996"/>
                <a:gd name="connsiteY17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7996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2750"/>
                    <a:pt x="77140" y="0"/>
                    <a:pt x="180293" y="0"/>
                  </a:cubicBezTo>
                  <a:cubicBezTo>
                    <a:pt x="236205" y="0"/>
                    <a:pt x="281652" y="18784"/>
                    <a:pt x="316933" y="49494"/>
                  </a:cubicBezTo>
                  <a:lnTo>
                    <a:pt x="255939" y="123139"/>
                  </a:lnTo>
                  <a:cubicBezTo>
                    <a:pt x="234411" y="104951"/>
                    <a:pt x="210791" y="94814"/>
                    <a:pt x="183582" y="94814"/>
                  </a:cubicBezTo>
                  <a:cubicBezTo>
                    <a:pt x="141125" y="94814"/>
                    <a:pt x="110329" y="127611"/>
                    <a:pt x="110329" y="171738"/>
                  </a:cubicBezTo>
                  <a:lnTo>
                    <a:pt x="110329" y="172633"/>
                  </a:lnTo>
                  <a:cubicBezTo>
                    <a:pt x="110329" y="218847"/>
                    <a:pt x="142620" y="250451"/>
                    <a:pt x="188366" y="250451"/>
                  </a:cubicBezTo>
                  <a:cubicBezTo>
                    <a:pt x="206904" y="250451"/>
                    <a:pt x="217369" y="247768"/>
                    <a:pt x="225740" y="242997"/>
                  </a:cubicBezTo>
                  <a:lnTo>
                    <a:pt x="225740" y="210200"/>
                  </a:lnTo>
                  <a:lnTo>
                    <a:pt x="169829" y="210200"/>
                  </a:lnTo>
                  <a:lnTo>
                    <a:pt x="169829" y="140133"/>
                  </a:lnTo>
                  <a:lnTo>
                    <a:pt x="327996" y="140133"/>
                  </a:lnTo>
                  <a:lnTo>
                    <a:pt x="327996" y="291597"/>
                  </a:lnTo>
                  <a:cubicBezTo>
                    <a:pt x="292416" y="320518"/>
                    <a:pt x="243082" y="340495"/>
                    <a:pt x="183881" y="340495"/>
                  </a:cubicBezTo>
                  <a:cubicBezTo>
                    <a:pt x="81625" y="340495"/>
                    <a:pt x="0" y="272217"/>
                    <a:pt x="0" y="171142"/>
                  </a:cubicBezTo>
                  <a:lnTo>
                    <a:pt x="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7B9C8B4-CD87-7D56-64D3-D1F847D1F1B8}"/>
                </a:ext>
              </a:extLst>
            </p:cNvPr>
            <p:cNvSpPr/>
            <p:nvPr/>
          </p:nvSpPr>
          <p:spPr>
            <a:xfrm>
              <a:off x="8897255" y="1319106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BC19289-6A6C-AC28-A557-E00B3DA36BDB}"/>
                </a:ext>
              </a:extLst>
            </p:cNvPr>
            <p:cNvSpPr/>
            <p:nvPr/>
          </p:nvSpPr>
          <p:spPr>
            <a:xfrm>
              <a:off x="8897255" y="1688223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7C69A0EA-F67E-0263-4E2E-AE9ED17DB182}"/>
                </a:ext>
              </a:extLst>
            </p:cNvPr>
            <p:cNvSpPr/>
            <p:nvPr/>
          </p:nvSpPr>
          <p:spPr>
            <a:xfrm>
              <a:off x="8550721" y="1694782"/>
              <a:ext cx="327398" cy="327375"/>
            </a:xfrm>
            <a:custGeom>
              <a:avLst/>
              <a:gdLst>
                <a:gd name="connsiteX0" fmla="*/ 327398 w 327398"/>
                <a:gd name="connsiteY0" fmla="*/ 0 h 327375"/>
                <a:gd name="connsiteX1" fmla="*/ 0 w 327398"/>
                <a:gd name="connsiteY1" fmla="*/ 0 h 327375"/>
                <a:gd name="connsiteX2" fmla="*/ 0 w 327398"/>
                <a:gd name="connsiteY2" fmla="*/ 93323 h 327375"/>
                <a:gd name="connsiteX3" fmla="*/ 109731 w 327398"/>
                <a:gd name="connsiteY3" fmla="*/ 93323 h 327375"/>
                <a:gd name="connsiteX4" fmla="*/ 109731 w 327398"/>
                <a:gd name="connsiteY4" fmla="*/ 327376 h 327375"/>
                <a:gd name="connsiteX5" fmla="*/ 217369 w 327398"/>
                <a:gd name="connsiteY5" fmla="*/ 327376 h 327375"/>
                <a:gd name="connsiteX6" fmla="*/ 217369 w 327398"/>
                <a:gd name="connsiteY6" fmla="*/ 93323 h 327375"/>
                <a:gd name="connsiteX7" fmla="*/ 327398 w 327398"/>
                <a:gd name="connsiteY7" fmla="*/ 93323 h 327375"/>
                <a:gd name="connsiteX8" fmla="*/ 327398 w 327398"/>
                <a:gd name="connsiteY8" fmla="*/ 0 h 3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398" h="327375">
                  <a:moveTo>
                    <a:pt x="327398" y="0"/>
                  </a:moveTo>
                  <a:lnTo>
                    <a:pt x="0" y="0"/>
                  </a:lnTo>
                  <a:lnTo>
                    <a:pt x="0" y="93323"/>
                  </a:lnTo>
                  <a:lnTo>
                    <a:pt x="109731" y="93323"/>
                  </a:lnTo>
                  <a:lnTo>
                    <a:pt x="109731" y="327376"/>
                  </a:lnTo>
                  <a:lnTo>
                    <a:pt x="217369" y="327376"/>
                  </a:lnTo>
                  <a:lnTo>
                    <a:pt x="217369" y="93323"/>
                  </a:lnTo>
                  <a:lnTo>
                    <a:pt x="327398" y="93323"/>
                  </a:lnTo>
                  <a:lnTo>
                    <a:pt x="327398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880A7A8C-ECCA-542F-6703-C28E5E7D8B9E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53667" y="2970873"/>
            <a:ext cx="2114661" cy="878459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43D1A6B-31B4-5F03-E961-37E70D223D66}"/>
              </a:ext>
            </a:extLst>
          </p:cNvPr>
          <p:cNvCxnSpPr>
            <a:cxnSpLocks/>
          </p:cNvCxnSpPr>
          <p:nvPr/>
        </p:nvCxnSpPr>
        <p:spPr>
          <a:xfrm>
            <a:off x="3026683" y="3001660"/>
            <a:ext cx="0" cy="8845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656786E-F1B8-0D24-5425-296C8C3C5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9525" y="6324113"/>
            <a:ext cx="2743200" cy="12311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704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pos="650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ed Breaker A | Cinnab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4">
            <a:extLst>
              <a:ext uri="{FF2B5EF4-FFF2-40B4-BE49-F238E27FC236}">
                <a16:creationId xmlns:a16="http://schemas.microsoft.com/office/drawing/2014/main" id="{BDCDE5C7-EFE8-174C-0B0A-A8E767A4284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22D6F28F-7338-0E36-5169-2B07A7CDE0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839206" y="642548"/>
            <a:ext cx="1476236" cy="410065"/>
          </a:xfrm>
          <a:prstGeom prst="rect">
            <a:avLst/>
          </a:prstGeom>
          <a:effectLst/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7B79BFB-C3B3-EB9B-0A83-F4C704DF56F0}"/>
              </a:ext>
            </a:extLst>
          </p:cNvPr>
          <p:cNvGrpSpPr/>
          <p:nvPr/>
        </p:nvGrpSpPr>
        <p:grpSpPr>
          <a:xfrm>
            <a:off x="10895881" y="551438"/>
            <a:ext cx="751607" cy="578967"/>
            <a:chOff x="8537865" y="1319106"/>
            <a:chExt cx="921208" cy="709611"/>
          </a:xfrm>
          <a:solidFill>
            <a:schemeClr val="bg1"/>
          </a:solidFill>
          <a:effectLst/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E57B0A1-B45A-549C-D786-3CC2801B3491}"/>
                </a:ext>
              </a:extLst>
            </p:cNvPr>
            <p:cNvSpPr/>
            <p:nvPr/>
          </p:nvSpPr>
          <p:spPr>
            <a:xfrm>
              <a:off x="9313753" y="1915716"/>
              <a:ext cx="142919" cy="106441"/>
            </a:xfrm>
            <a:custGeom>
              <a:avLst/>
              <a:gdLst>
                <a:gd name="connsiteX0" fmla="*/ 0 w 142919"/>
                <a:gd name="connsiteY0" fmla="*/ 106442 h 106441"/>
                <a:gd name="connsiteX1" fmla="*/ 142919 w 142919"/>
                <a:gd name="connsiteY1" fmla="*/ 106442 h 106441"/>
                <a:gd name="connsiteX2" fmla="*/ 142919 w 142919"/>
                <a:gd name="connsiteY2" fmla="*/ 81397 h 106441"/>
                <a:gd name="connsiteX3" fmla="*/ 84914 w 142919"/>
                <a:gd name="connsiteY3" fmla="*/ 81397 h 106441"/>
                <a:gd name="connsiteX4" fmla="*/ 84914 w 142919"/>
                <a:gd name="connsiteY4" fmla="*/ 9243 h 106441"/>
                <a:gd name="connsiteX5" fmla="*/ 61892 w 142919"/>
                <a:gd name="connsiteY5" fmla="*/ 9243 h 106441"/>
                <a:gd name="connsiteX6" fmla="*/ 61892 w 142919"/>
                <a:gd name="connsiteY6" fmla="*/ 81397 h 106441"/>
                <a:gd name="connsiteX7" fmla="*/ 22724 w 142919"/>
                <a:gd name="connsiteY7" fmla="*/ 81397 h 106441"/>
                <a:gd name="connsiteX8" fmla="*/ 22724 w 142919"/>
                <a:gd name="connsiteY8" fmla="*/ 0 h 106441"/>
                <a:gd name="connsiteX9" fmla="*/ 0 w 142919"/>
                <a:gd name="connsiteY9" fmla="*/ 0 h 106441"/>
                <a:gd name="connsiteX10" fmla="*/ 0 w 142919"/>
                <a:gd name="connsiteY10" fmla="*/ 106442 h 10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19" h="106441">
                  <a:moveTo>
                    <a:pt x="0" y="106442"/>
                  </a:moveTo>
                  <a:lnTo>
                    <a:pt x="142919" y="106442"/>
                  </a:lnTo>
                  <a:lnTo>
                    <a:pt x="142919" y="81397"/>
                  </a:lnTo>
                  <a:lnTo>
                    <a:pt x="84914" y="81397"/>
                  </a:lnTo>
                  <a:lnTo>
                    <a:pt x="84914" y="9243"/>
                  </a:lnTo>
                  <a:lnTo>
                    <a:pt x="61892" y="9243"/>
                  </a:lnTo>
                  <a:lnTo>
                    <a:pt x="61892" y="81397"/>
                  </a:lnTo>
                  <a:lnTo>
                    <a:pt x="22724" y="81397"/>
                  </a:lnTo>
                  <a:lnTo>
                    <a:pt x="22724" y="0"/>
                  </a:lnTo>
                  <a:lnTo>
                    <a:pt x="0" y="0"/>
                  </a:lnTo>
                  <a:lnTo>
                    <a:pt x="0" y="1064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2937FED2-6F3A-36B6-550F-F74324053F0A}"/>
                </a:ext>
              </a:extLst>
            </p:cNvPr>
            <p:cNvSpPr/>
            <p:nvPr/>
          </p:nvSpPr>
          <p:spPr>
            <a:xfrm>
              <a:off x="9311063" y="1755010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238 h 149674"/>
                <a:gd name="connsiteX9" fmla="*/ 74150 w 148003"/>
                <a:gd name="connsiteY9" fmla="*/ 26238 h 149674"/>
                <a:gd name="connsiteX10" fmla="*/ 23321 w 148003"/>
                <a:gd name="connsiteY10" fmla="*/ 74837 h 149674"/>
                <a:gd name="connsiteX11" fmla="*/ 73851 w 148003"/>
                <a:gd name="connsiteY11" fmla="*/ 123139 h 149674"/>
                <a:gd name="connsiteX12" fmla="*/ 74150 w 148003"/>
                <a:gd name="connsiteY12" fmla="*/ 123139 h 149674"/>
                <a:gd name="connsiteX13" fmla="*/ 124979 w 148003"/>
                <a:gd name="connsiteY13" fmla="*/ 74539 h 149674"/>
                <a:gd name="connsiteX14" fmla="*/ 74449 w 148003"/>
                <a:gd name="connsiteY14" fmla="*/ 26238 h 149674"/>
                <a:gd name="connsiteX15" fmla="*/ 74449 w 148003"/>
                <a:gd name="connsiteY15" fmla="*/ 26238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238"/>
                  </a:moveTo>
                  <a:lnTo>
                    <a:pt x="74150" y="26238"/>
                  </a:lnTo>
                  <a:cubicBezTo>
                    <a:pt x="46344" y="26238"/>
                    <a:pt x="23321" y="46512"/>
                    <a:pt x="23321" y="74837"/>
                  </a:cubicBezTo>
                  <a:cubicBezTo>
                    <a:pt x="23321" y="103162"/>
                    <a:pt x="46045" y="123139"/>
                    <a:pt x="73851" y="123139"/>
                  </a:cubicBezTo>
                  <a:lnTo>
                    <a:pt x="74150" y="123139"/>
                  </a:lnTo>
                  <a:cubicBezTo>
                    <a:pt x="101957" y="123139"/>
                    <a:pt x="124979" y="102864"/>
                    <a:pt x="124979" y="74539"/>
                  </a:cubicBezTo>
                  <a:cubicBezTo>
                    <a:pt x="124979" y="46214"/>
                    <a:pt x="102256" y="26238"/>
                    <a:pt x="74449" y="26238"/>
                  </a:cubicBezTo>
                  <a:lnTo>
                    <a:pt x="74449" y="2623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1957359-A6FF-CD53-90DE-18A8B308FD67}"/>
                </a:ext>
              </a:extLst>
            </p:cNvPr>
            <p:cNvSpPr/>
            <p:nvPr/>
          </p:nvSpPr>
          <p:spPr>
            <a:xfrm>
              <a:off x="9311063" y="1591024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536 h 149674"/>
                <a:gd name="connsiteX9" fmla="*/ 74150 w 148003"/>
                <a:gd name="connsiteY9" fmla="*/ 26536 h 149674"/>
                <a:gd name="connsiteX10" fmla="*/ 23321 w 148003"/>
                <a:gd name="connsiteY10" fmla="*/ 75135 h 149674"/>
                <a:gd name="connsiteX11" fmla="*/ 73851 w 148003"/>
                <a:gd name="connsiteY11" fmla="*/ 123437 h 149674"/>
                <a:gd name="connsiteX12" fmla="*/ 74150 w 148003"/>
                <a:gd name="connsiteY12" fmla="*/ 123437 h 149674"/>
                <a:gd name="connsiteX13" fmla="*/ 124979 w 148003"/>
                <a:gd name="connsiteY13" fmla="*/ 74837 h 149674"/>
                <a:gd name="connsiteX14" fmla="*/ 74449 w 148003"/>
                <a:gd name="connsiteY14" fmla="*/ 26536 h 149674"/>
                <a:gd name="connsiteX15" fmla="*/ 74449 w 148003"/>
                <a:gd name="connsiteY15" fmla="*/ 26536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536"/>
                  </a:moveTo>
                  <a:lnTo>
                    <a:pt x="74150" y="26536"/>
                  </a:lnTo>
                  <a:cubicBezTo>
                    <a:pt x="46344" y="26536"/>
                    <a:pt x="23321" y="46811"/>
                    <a:pt x="23321" y="75135"/>
                  </a:cubicBezTo>
                  <a:cubicBezTo>
                    <a:pt x="23321" y="103460"/>
                    <a:pt x="46045" y="123437"/>
                    <a:pt x="73851" y="123437"/>
                  </a:cubicBezTo>
                  <a:lnTo>
                    <a:pt x="74150" y="123437"/>
                  </a:lnTo>
                  <a:cubicBezTo>
                    <a:pt x="101957" y="123437"/>
                    <a:pt x="124979" y="103162"/>
                    <a:pt x="124979" y="74837"/>
                  </a:cubicBezTo>
                  <a:cubicBezTo>
                    <a:pt x="124979" y="46512"/>
                    <a:pt x="102256" y="26536"/>
                    <a:pt x="74449" y="26536"/>
                  </a:cubicBezTo>
                  <a:lnTo>
                    <a:pt x="74449" y="265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62F0599-7943-DE81-B126-695E9A3C795B}"/>
                </a:ext>
              </a:extLst>
            </p:cNvPr>
            <p:cNvSpPr/>
            <p:nvPr/>
          </p:nvSpPr>
          <p:spPr>
            <a:xfrm>
              <a:off x="9313753" y="1441350"/>
              <a:ext cx="142919" cy="129399"/>
            </a:xfrm>
            <a:custGeom>
              <a:avLst/>
              <a:gdLst>
                <a:gd name="connsiteX0" fmla="*/ 0 w 142919"/>
                <a:gd name="connsiteY0" fmla="*/ 129400 h 129399"/>
                <a:gd name="connsiteX1" fmla="*/ 0 w 142919"/>
                <a:gd name="connsiteY1" fmla="*/ 76030 h 129399"/>
                <a:gd name="connsiteX2" fmla="*/ 71160 w 142919"/>
                <a:gd name="connsiteY2" fmla="*/ 0 h 129399"/>
                <a:gd name="connsiteX3" fmla="*/ 71460 w 142919"/>
                <a:gd name="connsiteY3" fmla="*/ 0 h 129399"/>
                <a:gd name="connsiteX4" fmla="*/ 142919 w 142919"/>
                <a:gd name="connsiteY4" fmla="*/ 76030 h 129399"/>
                <a:gd name="connsiteX5" fmla="*/ 142919 w 142919"/>
                <a:gd name="connsiteY5" fmla="*/ 129400 h 129399"/>
                <a:gd name="connsiteX6" fmla="*/ 0 w 142919"/>
                <a:gd name="connsiteY6" fmla="*/ 129400 h 129399"/>
                <a:gd name="connsiteX7" fmla="*/ 120196 w 142919"/>
                <a:gd name="connsiteY7" fmla="*/ 76030 h 129399"/>
                <a:gd name="connsiteX8" fmla="*/ 72058 w 142919"/>
                <a:gd name="connsiteY8" fmla="*/ 26238 h 129399"/>
                <a:gd name="connsiteX9" fmla="*/ 71759 w 142919"/>
                <a:gd name="connsiteY9" fmla="*/ 26238 h 129399"/>
                <a:gd name="connsiteX10" fmla="*/ 23023 w 142919"/>
                <a:gd name="connsiteY10" fmla="*/ 76030 h 129399"/>
                <a:gd name="connsiteX11" fmla="*/ 23023 w 142919"/>
                <a:gd name="connsiteY11" fmla="*/ 104355 h 129399"/>
                <a:gd name="connsiteX12" fmla="*/ 120494 w 142919"/>
                <a:gd name="connsiteY12" fmla="*/ 104355 h 129399"/>
                <a:gd name="connsiteX13" fmla="*/ 120494 w 142919"/>
                <a:gd name="connsiteY13" fmla="*/ 76030 h 129399"/>
                <a:gd name="connsiteX14" fmla="*/ 120196 w 142919"/>
                <a:gd name="connsiteY14" fmla="*/ 76030 h 12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919" h="129399">
                  <a:moveTo>
                    <a:pt x="0" y="129400"/>
                  </a:moveTo>
                  <a:lnTo>
                    <a:pt x="0" y="76030"/>
                  </a:lnTo>
                  <a:cubicBezTo>
                    <a:pt x="0" y="31008"/>
                    <a:pt x="30796" y="0"/>
                    <a:pt x="71160" y="0"/>
                  </a:cubicBezTo>
                  <a:lnTo>
                    <a:pt x="71460" y="0"/>
                  </a:lnTo>
                  <a:cubicBezTo>
                    <a:pt x="111824" y="0"/>
                    <a:pt x="142919" y="31008"/>
                    <a:pt x="142919" y="76030"/>
                  </a:cubicBezTo>
                  <a:lnTo>
                    <a:pt x="142919" y="129400"/>
                  </a:lnTo>
                  <a:lnTo>
                    <a:pt x="0" y="129400"/>
                  </a:lnTo>
                  <a:close/>
                  <a:moveTo>
                    <a:pt x="120196" y="76030"/>
                  </a:moveTo>
                  <a:cubicBezTo>
                    <a:pt x="120196" y="45916"/>
                    <a:pt x="99864" y="26238"/>
                    <a:pt x="72058" y="26238"/>
                  </a:cubicBezTo>
                  <a:lnTo>
                    <a:pt x="71759" y="26238"/>
                  </a:lnTo>
                  <a:cubicBezTo>
                    <a:pt x="43653" y="26238"/>
                    <a:pt x="23023" y="45916"/>
                    <a:pt x="23023" y="76030"/>
                  </a:cubicBezTo>
                  <a:lnTo>
                    <a:pt x="23023" y="104355"/>
                  </a:lnTo>
                  <a:lnTo>
                    <a:pt x="120494" y="104355"/>
                  </a:lnTo>
                  <a:lnTo>
                    <a:pt x="120494" y="76030"/>
                  </a:lnTo>
                  <a:lnTo>
                    <a:pt x="120196" y="7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D1CF7E04-6021-16C2-81D9-4BFCA6B089F5}"/>
                </a:ext>
              </a:extLst>
            </p:cNvPr>
            <p:cNvSpPr/>
            <p:nvPr/>
          </p:nvSpPr>
          <p:spPr>
            <a:xfrm>
              <a:off x="9311063" y="1319702"/>
              <a:ext cx="148010" cy="110615"/>
            </a:xfrm>
            <a:custGeom>
              <a:avLst/>
              <a:gdLst>
                <a:gd name="connsiteX0" fmla="*/ 125278 w 148010"/>
                <a:gd name="connsiteY0" fmla="*/ 110616 h 110615"/>
                <a:gd name="connsiteX1" fmla="*/ 107040 w 148010"/>
                <a:gd name="connsiteY1" fmla="*/ 95410 h 110615"/>
                <a:gd name="connsiteX2" fmla="*/ 125876 w 148010"/>
                <a:gd name="connsiteY2" fmla="*/ 50090 h 110615"/>
                <a:gd name="connsiteX3" fmla="*/ 107638 w 148010"/>
                <a:gd name="connsiteY3" fmla="*/ 24747 h 110615"/>
                <a:gd name="connsiteX4" fmla="*/ 107339 w 148010"/>
                <a:gd name="connsiteY4" fmla="*/ 24747 h 110615"/>
                <a:gd name="connsiteX5" fmla="*/ 85213 w 148010"/>
                <a:gd name="connsiteY5" fmla="*/ 57246 h 110615"/>
                <a:gd name="connsiteX6" fmla="*/ 42158 w 148010"/>
                <a:gd name="connsiteY6" fmla="*/ 105249 h 110615"/>
                <a:gd name="connsiteX7" fmla="*/ 41859 w 148010"/>
                <a:gd name="connsiteY7" fmla="*/ 105249 h 110615"/>
                <a:gd name="connsiteX8" fmla="*/ 0 w 148010"/>
                <a:gd name="connsiteY8" fmla="*/ 56053 h 110615"/>
                <a:gd name="connsiteX9" fmla="*/ 18239 w 148010"/>
                <a:gd name="connsiteY9" fmla="*/ 3876 h 110615"/>
                <a:gd name="connsiteX10" fmla="*/ 37374 w 148010"/>
                <a:gd name="connsiteY10" fmla="*/ 17591 h 110615"/>
                <a:gd name="connsiteX11" fmla="*/ 22425 w 148010"/>
                <a:gd name="connsiteY11" fmla="*/ 56650 h 110615"/>
                <a:gd name="connsiteX12" fmla="*/ 39467 w 148010"/>
                <a:gd name="connsiteY12" fmla="*/ 80204 h 110615"/>
                <a:gd name="connsiteX13" fmla="*/ 39766 w 148010"/>
                <a:gd name="connsiteY13" fmla="*/ 80204 h 110615"/>
                <a:gd name="connsiteX14" fmla="*/ 62490 w 148010"/>
                <a:gd name="connsiteY14" fmla="*/ 46214 h 110615"/>
                <a:gd name="connsiteX15" fmla="*/ 104648 w 148010"/>
                <a:gd name="connsiteY15" fmla="*/ 0 h 110615"/>
                <a:gd name="connsiteX16" fmla="*/ 104947 w 148010"/>
                <a:gd name="connsiteY16" fmla="*/ 0 h 110615"/>
                <a:gd name="connsiteX17" fmla="*/ 148002 w 148010"/>
                <a:gd name="connsiteY17" fmla="*/ 51283 h 110615"/>
                <a:gd name="connsiteX18" fmla="*/ 125278 w 148010"/>
                <a:gd name="connsiteY18" fmla="*/ 110616 h 110615"/>
                <a:gd name="connsiteX19" fmla="*/ 125278 w 148010"/>
                <a:gd name="connsiteY19" fmla="*/ 110616 h 11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8010" h="110615">
                  <a:moveTo>
                    <a:pt x="125278" y="110616"/>
                  </a:moveTo>
                  <a:lnTo>
                    <a:pt x="107040" y="95410"/>
                  </a:lnTo>
                  <a:cubicBezTo>
                    <a:pt x="119000" y="81695"/>
                    <a:pt x="125876" y="67980"/>
                    <a:pt x="125876" y="50090"/>
                  </a:cubicBezTo>
                  <a:cubicBezTo>
                    <a:pt x="125876" y="34586"/>
                    <a:pt x="118701" y="24747"/>
                    <a:pt x="107638" y="24747"/>
                  </a:cubicBezTo>
                  <a:lnTo>
                    <a:pt x="107339" y="24747"/>
                  </a:lnTo>
                  <a:cubicBezTo>
                    <a:pt x="97173" y="24747"/>
                    <a:pt x="91492" y="30412"/>
                    <a:pt x="85213" y="57246"/>
                  </a:cubicBezTo>
                  <a:cubicBezTo>
                    <a:pt x="77738" y="87956"/>
                    <a:pt x="68769" y="105249"/>
                    <a:pt x="42158" y="105249"/>
                  </a:cubicBezTo>
                  <a:lnTo>
                    <a:pt x="41859" y="105249"/>
                  </a:lnTo>
                  <a:cubicBezTo>
                    <a:pt x="17043" y="105249"/>
                    <a:pt x="0" y="84676"/>
                    <a:pt x="0" y="56053"/>
                  </a:cubicBezTo>
                  <a:cubicBezTo>
                    <a:pt x="0" y="35182"/>
                    <a:pt x="6279" y="18486"/>
                    <a:pt x="18239" y="3876"/>
                  </a:cubicBezTo>
                  <a:lnTo>
                    <a:pt x="37374" y="17591"/>
                  </a:lnTo>
                  <a:cubicBezTo>
                    <a:pt x="27806" y="30412"/>
                    <a:pt x="22425" y="43531"/>
                    <a:pt x="22425" y="56650"/>
                  </a:cubicBezTo>
                  <a:cubicBezTo>
                    <a:pt x="22425" y="71558"/>
                    <a:pt x="29899" y="80204"/>
                    <a:pt x="39467" y="80204"/>
                  </a:cubicBezTo>
                  <a:lnTo>
                    <a:pt x="39766" y="80204"/>
                  </a:lnTo>
                  <a:cubicBezTo>
                    <a:pt x="50829" y="80204"/>
                    <a:pt x="55912" y="73645"/>
                    <a:pt x="62490" y="46214"/>
                  </a:cubicBezTo>
                  <a:cubicBezTo>
                    <a:pt x="69965" y="15802"/>
                    <a:pt x="80728" y="0"/>
                    <a:pt x="104648" y="0"/>
                  </a:cubicBezTo>
                  <a:lnTo>
                    <a:pt x="104947" y="0"/>
                  </a:lnTo>
                  <a:cubicBezTo>
                    <a:pt x="131856" y="0"/>
                    <a:pt x="148002" y="21169"/>
                    <a:pt x="148002" y="51283"/>
                  </a:cubicBezTo>
                  <a:cubicBezTo>
                    <a:pt x="148301" y="72750"/>
                    <a:pt x="140527" y="93323"/>
                    <a:pt x="125278" y="110616"/>
                  </a:cubicBezTo>
                  <a:lnTo>
                    <a:pt x="125278" y="1106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12D86B5-1611-374B-CBA8-940FCA9ABEF5}"/>
                </a:ext>
              </a:extLst>
            </p:cNvPr>
            <p:cNvSpPr/>
            <p:nvPr/>
          </p:nvSpPr>
          <p:spPr>
            <a:xfrm>
              <a:off x="8537865" y="1319106"/>
              <a:ext cx="327996" cy="340494"/>
            </a:xfrm>
            <a:custGeom>
              <a:avLst/>
              <a:gdLst>
                <a:gd name="connsiteX0" fmla="*/ 0 w 327996"/>
                <a:gd name="connsiteY0" fmla="*/ 171142 h 340494"/>
                <a:gd name="connsiteX1" fmla="*/ 0 w 327996"/>
                <a:gd name="connsiteY1" fmla="*/ 170247 h 340494"/>
                <a:gd name="connsiteX2" fmla="*/ 180293 w 327996"/>
                <a:gd name="connsiteY2" fmla="*/ 0 h 340494"/>
                <a:gd name="connsiteX3" fmla="*/ 316933 w 327996"/>
                <a:gd name="connsiteY3" fmla="*/ 49494 h 340494"/>
                <a:gd name="connsiteX4" fmla="*/ 255939 w 327996"/>
                <a:gd name="connsiteY4" fmla="*/ 123139 h 340494"/>
                <a:gd name="connsiteX5" fmla="*/ 183582 w 327996"/>
                <a:gd name="connsiteY5" fmla="*/ 94814 h 340494"/>
                <a:gd name="connsiteX6" fmla="*/ 110329 w 327996"/>
                <a:gd name="connsiteY6" fmla="*/ 171738 h 340494"/>
                <a:gd name="connsiteX7" fmla="*/ 110329 w 327996"/>
                <a:gd name="connsiteY7" fmla="*/ 172633 h 340494"/>
                <a:gd name="connsiteX8" fmla="*/ 188366 w 327996"/>
                <a:gd name="connsiteY8" fmla="*/ 250451 h 340494"/>
                <a:gd name="connsiteX9" fmla="*/ 225740 w 327996"/>
                <a:gd name="connsiteY9" fmla="*/ 242997 h 340494"/>
                <a:gd name="connsiteX10" fmla="*/ 225740 w 327996"/>
                <a:gd name="connsiteY10" fmla="*/ 210200 h 340494"/>
                <a:gd name="connsiteX11" fmla="*/ 169829 w 327996"/>
                <a:gd name="connsiteY11" fmla="*/ 210200 h 340494"/>
                <a:gd name="connsiteX12" fmla="*/ 169829 w 327996"/>
                <a:gd name="connsiteY12" fmla="*/ 140133 h 340494"/>
                <a:gd name="connsiteX13" fmla="*/ 327996 w 327996"/>
                <a:gd name="connsiteY13" fmla="*/ 140133 h 340494"/>
                <a:gd name="connsiteX14" fmla="*/ 327996 w 327996"/>
                <a:gd name="connsiteY14" fmla="*/ 291597 h 340494"/>
                <a:gd name="connsiteX15" fmla="*/ 183881 w 327996"/>
                <a:gd name="connsiteY15" fmla="*/ 340495 h 340494"/>
                <a:gd name="connsiteX16" fmla="*/ 0 w 327996"/>
                <a:gd name="connsiteY16" fmla="*/ 171142 h 340494"/>
                <a:gd name="connsiteX17" fmla="*/ 0 w 327996"/>
                <a:gd name="connsiteY17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7996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2750"/>
                    <a:pt x="77140" y="0"/>
                    <a:pt x="180293" y="0"/>
                  </a:cubicBezTo>
                  <a:cubicBezTo>
                    <a:pt x="236205" y="0"/>
                    <a:pt x="281652" y="18784"/>
                    <a:pt x="316933" y="49494"/>
                  </a:cubicBezTo>
                  <a:lnTo>
                    <a:pt x="255939" y="123139"/>
                  </a:lnTo>
                  <a:cubicBezTo>
                    <a:pt x="234411" y="104951"/>
                    <a:pt x="210791" y="94814"/>
                    <a:pt x="183582" y="94814"/>
                  </a:cubicBezTo>
                  <a:cubicBezTo>
                    <a:pt x="141125" y="94814"/>
                    <a:pt x="110329" y="127611"/>
                    <a:pt x="110329" y="171738"/>
                  </a:cubicBezTo>
                  <a:lnTo>
                    <a:pt x="110329" y="172633"/>
                  </a:lnTo>
                  <a:cubicBezTo>
                    <a:pt x="110329" y="218847"/>
                    <a:pt x="142620" y="250451"/>
                    <a:pt x="188366" y="250451"/>
                  </a:cubicBezTo>
                  <a:cubicBezTo>
                    <a:pt x="206904" y="250451"/>
                    <a:pt x="217369" y="247768"/>
                    <a:pt x="225740" y="242997"/>
                  </a:cubicBezTo>
                  <a:lnTo>
                    <a:pt x="225740" y="210200"/>
                  </a:lnTo>
                  <a:lnTo>
                    <a:pt x="169829" y="210200"/>
                  </a:lnTo>
                  <a:lnTo>
                    <a:pt x="169829" y="140133"/>
                  </a:lnTo>
                  <a:lnTo>
                    <a:pt x="327996" y="140133"/>
                  </a:lnTo>
                  <a:lnTo>
                    <a:pt x="327996" y="291597"/>
                  </a:lnTo>
                  <a:cubicBezTo>
                    <a:pt x="292416" y="320518"/>
                    <a:pt x="243082" y="340495"/>
                    <a:pt x="183881" y="340495"/>
                  </a:cubicBezTo>
                  <a:cubicBezTo>
                    <a:pt x="81625" y="340495"/>
                    <a:pt x="0" y="272217"/>
                    <a:pt x="0" y="171142"/>
                  </a:cubicBezTo>
                  <a:lnTo>
                    <a:pt x="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38338DB-C8BF-B846-2EB0-DF74C12121A7}"/>
                </a:ext>
              </a:extLst>
            </p:cNvPr>
            <p:cNvSpPr/>
            <p:nvPr/>
          </p:nvSpPr>
          <p:spPr>
            <a:xfrm>
              <a:off x="8897255" y="1319106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1A11A6C-FC7E-CB03-3F9E-11B06E1569B7}"/>
                </a:ext>
              </a:extLst>
            </p:cNvPr>
            <p:cNvSpPr/>
            <p:nvPr/>
          </p:nvSpPr>
          <p:spPr>
            <a:xfrm>
              <a:off x="8897255" y="1688223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C805FAF-F5FB-B3C6-C396-6D60EFDECF0E}"/>
                </a:ext>
              </a:extLst>
            </p:cNvPr>
            <p:cNvSpPr/>
            <p:nvPr/>
          </p:nvSpPr>
          <p:spPr>
            <a:xfrm>
              <a:off x="8550721" y="1694782"/>
              <a:ext cx="327398" cy="327375"/>
            </a:xfrm>
            <a:custGeom>
              <a:avLst/>
              <a:gdLst>
                <a:gd name="connsiteX0" fmla="*/ 327398 w 327398"/>
                <a:gd name="connsiteY0" fmla="*/ 0 h 327375"/>
                <a:gd name="connsiteX1" fmla="*/ 0 w 327398"/>
                <a:gd name="connsiteY1" fmla="*/ 0 h 327375"/>
                <a:gd name="connsiteX2" fmla="*/ 0 w 327398"/>
                <a:gd name="connsiteY2" fmla="*/ 93323 h 327375"/>
                <a:gd name="connsiteX3" fmla="*/ 109731 w 327398"/>
                <a:gd name="connsiteY3" fmla="*/ 93323 h 327375"/>
                <a:gd name="connsiteX4" fmla="*/ 109731 w 327398"/>
                <a:gd name="connsiteY4" fmla="*/ 327376 h 327375"/>
                <a:gd name="connsiteX5" fmla="*/ 217369 w 327398"/>
                <a:gd name="connsiteY5" fmla="*/ 327376 h 327375"/>
                <a:gd name="connsiteX6" fmla="*/ 217369 w 327398"/>
                <a:gd name="connsiteY6" fmla="*/ 93323 h 327375"/>
                <a:gd name="connsiteX7" fmla="*/ 327398 w 327398"/>
                <a:gd name="connsiteY7" fmla="*/ 93323 h 327375"/>
                <a:gd name="connsiteX8" fmla="*/ 327398 w 327398"/>
                <a:gd name="connsiteY8" fmla="*/ 0 h 3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398" h="327375">
                  <a:moveTo>
                    <a:pt x="327398" y="0"/>
                  </a:moveTo>
                  <a:lnTo>
                    <a:pt x="0" y="0"/>
                  </a:lnTo>
                  <a:lnTo>
                    <a:pt x="0" y="93323"/>
                  </a:lnTo>
                  <a:lnTo>
                    <a:pt x="109731" y="93323"/>
                  </a:lnTo>
                  <a:lnTo>
                    <a:pt x="109731" y="327376"/>
                  </a:lnTo>
                  <a:lnTo>
                    <a:pt x="217369" y="327376"/>
                  </a:lnTo>
                  <a:lnTo>
                    <a:pt x="217369" y="93323"/>
                  </a:lnTo>
                  <a:lnTo>
                    <a:pt x="327398" y="93323"/>
                  </a:lnTo>
                  <a:lnTo>
                    <a:pt x="327398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4C17D6B-12D6-EEA7-A352-17868DF0AD9E}"/>
              </a:ext>
            </a:extLst>
          </p:cNvPr>
          <p:cNvCxnSpPr>
            <a:cxnSpLocks/>
          </p:cNvCxnSpPr>
          <p:nvPr/>
        </p:nvCxnSpPr>
        <p:spPr>
          <a:xfrm>
            <a:off x="10644647" y="536115"/>
            <a:ext cx="0" cy="620137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656786E-F1B8-0D24-5425-296C8C3C5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9525" y="6324113"/>
            <a:ext cx="2743200" cy="12311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19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pos="650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ed Breaker B | Cinnab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7">
            <a:extLst>
              <a:ext uri="{FF2B5EF4-FFF2-40B4-BE49-F238E27FC236}">
                <a16:creationId xmlns:a16="http://schemas.microsoft.com/office/drawing/2014/main" id="{30B0F0AF-B1AD-0925-C647-723D6C1C2AA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BD61C49-B39F-B557-59B4-FB162CEDA2B3}"/>
              </a:ext>
            </a:extLst>
          </p:cNvPr>
          <p:cNvSpPr/>
          <p:nvPr/>
        </p:nvSpPr>
        <p:spPr>
          <a:xfrm>
            <a:off x="-1" y="2463800"/>
            <a:ext cx="5092701" cy="193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17DDFAA-BBC0-D96E-1847-05B8F84EC08F}"/>
              </a:ext>
            </a:extLst>
          </p:cNvPr>
          <p:cNvGrpSpPr/>
          <p:nvPr/>
        </p:nvGrpSpPr>
        <p:grpSpPr>
          <a:xfrm>
            <a:off x="3385034" y="3023516"/>
            <a:ext cx="1072064" cy="825817"/>
            <a:chOff x="8537865" y="1319106"/>
            <a:chExt cx="921208" cy="709611"/>
          </a:xfrm>
          <a:solidFill>
            <a:schemeClr val="tx2"/>
          </a:solidFill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24570F25-1D0B-F6C6-078C-C21E53B90B88}"/>
                </a:ext>
              </a:extLst>
            </p:cNvPr>
            <p:cNvSpPr/>
            <p:nvPr/>
          </p:nvSpPr>
          <p:spPr>
            <a:xfrm>
              <a:off x="9313753" y="1915716"/>
              <a:ext cx="142919" cy="106441"/>
            </a:xfrm>
            <a:custGeom>
              <a:avLst/>
              <a:gdLst>
                <a:gd name="connsiteX0" fmla="*/ 0 w 142919"/>
                <a:gd name="connsiteY0" fmla="*/ 106442 h 106441"/>
                <a:gd name="connsiteX1" fmla="*/ 142919 w 142919"/>
                <a:gd name="connsiteY1" fmla="*/ 106442 h 106441"/>
                <a:gd name="connsiteX2" fmla="*/ 142919 w 142919"/>
                <a:gd name="connsiteY2" fmla="*/ 81397 h 106441"/>
                <a:gd name="connsiteX3" fmla="*/ 84914 w 142919"/>
                <a:gd name="connsiteY3" fmla="*/ 81397 h 106441"/>
                <a:gd name="connsiteX4" fmla="*/ 84914 w 142919"/>
                <a:gd name="connsiteY4" fmla="*/ 9243 h 106441"/>
                <a:gd name="connsiteX5" fmla="*/ 61892 w 142919"/>
                <a:gd name="connsiteY5" fmla="*/ 9243 h 106441"/>
                <a:gd name="connsiteX6" fmla="*/ 61892 w 142919"/>
                <a:gd name="connsiteY6" fmla="*/ 81397 h 106441"/>
                <a:gd name="connsiteX7" fmla="*/ 22724 w 142919"/>
                <a:gd name="connsiteY7" fmla="*/ 81397 h 106441"/>
                <a:gd name="connsiteX8" fmla="*/ 22724 w 142919"/>
                <a:gd name="connsiteY8" fmla="*/ 0 h 106441"/>
                <a:gd name="connsiteX9" fmla="*/ 0 w 142919"/>
                <a:gd name="connsiteY9" fmla="*/ 0 h 106441"/>
                <a:gd name="connsiteX10" fmla="*/ 0 w 142919"/>
                <a:gd name="connsiteY10" fmla="*/ 106442 h 10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19" h="106441">
                  <a:moveTo>
                    <a:pt x="0" y="106442"/>
                  </a:moveTo>
                  <a:lnTo>
                    <a:pt x="142919" y="106442"/>
                  </a:lnTo>
                  <a:lnTo>
                    <a:pt x="142919" y="81397"/>
                  </a:lnTo>
                  <a:lnTo>
                    <a:pt x="84914" y="81397"/>
                  </a:lnTo>
                  <a:lnTo>
                    <a:pt x="84914" y="9243"/>
                  </a:lnTo>
                  <a:lnTo>
                    <a:pt x="61892" y="9243"/>
                  </a:lnTo>
                  <a:lnTo>
                    <a:pt x="61892" y="81397"/>
                  </a:lnTo>
                  <a:lnTo>
                    <a:pt x="22724" y="81397"/>
                  </a:lnTo>
                  <a:lnTo>
                    <a:pt x="22724" y="0"/>
                  </a:lnTo>
                  <a:lnTo>
                    <a:pt x="0" y="0"/>
                  </a:lnTo>
                  <a:lnTo>
                    <a:pt x="0" y="1064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5032734B-2969-AAA6-48AF-795F8E8D414D}"/>
                </a:ext>
              </a:extLst>
            </p:cNvPr>
            <p:cNvSpPr/>
            <p:nvPr/>
          </p:nvSpPr>
          <p:spPr>
            <a:xfrm>
              <a:off x="9311063" y="1755010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238 h 149674"/>
                <a:gd name="connsiteX9" fmla="*/ 74150 w 148003"/>
                <a:gd name="connsiteY9" fmla="*/ 26238 h 149674"/>
                <a:gd name="connsiteX10" fmla="*/ 23321 w 148003"/>
                <a:gd name="connsiteY10" fmla="*/ 74837 h 149674"/>
                <a:gd name="connsiteX11" fmla="*/ 73851 w 148003"/>
                <a:gd name="connsiteY11" fmla="*/ 123139 h 149674"/>
                <a:gd name="connsiteX12" fmla="*/ 74150 w 148003"/>
                <a:gd name="connsiteY12" fmla="*/ 123139 h 149674"/>
                <a:gd name="connsiteX13" fmla="*/ 124979 w 148003"/>
                <a:gd name="connsiteY13" fmla="*/ 74539 h 149674"/>
                <a:gd name="connsiteX14" fmla="*/ 74449 w 148003"/>
                <a:gd name="connsiteY14" fmla="*/ 26238 h 149674"/>
                <a:gd name="connsiteX15" fmla="*/ 74449 w 148003"/>
                <a:gd name="connsiteY15" fmla="*/ 26238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238"/>
                  </a:moveTo>
                  <a:lnTo>
                    <a:pt x="74150" y="26238"/>
                  </a:lnTo>
                  <a:cubicBezTo>
                    <a:pt x="46344" y="26238"/>
                    <a:pt x="23321" y="46512"/>
                    <a:pt x="23321" y="74837"/>
                  </a:cubicBezTo>
                  <a:cubicBezTo>
                    <a:pt x="23321" y="103162"/>
                    <a:pt x="46045" y="123139"/>
                    <a:pt x="73851" y="123139"/>
                  </a:cubicBezTo>
                  <a:lnTo>
                    <a:pt x="74150" y="123139"/>
                  </a:lnTo>
                  <a:cubicBezTo>
                    <a:pt x="101957" y="123139"/>
                    <a:pt x="124979" y="102864"/>
                    <a:pt x="124979" y="74539"/>
                  </a:cubicBezTo>
                  <a:cubicBezTo>
                    <a:pt x="124979" y="46214"/>
                    <a:pt x="102256" y="26238"/>
                    <a:pt x="74449" y="26238"/>
                  </a:cubicBezTo>
                  <a:lnTo>
                    <a:pt x="74449" y="2623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2EDE3A-2ED8-3227-18F6-8295549640A8}"/>
                </a:ext>
              </a:extLst>
            </p:cNvPr>
            <p:cNvSpPr/>
            <p:nvPr/>
          </p:nvSpPr>
          <p:spPr>
            <a:xfrm>
              <a:off x="9311063" y="1591024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536 h 149674"/>
                <a:gd name="connsiteX9" fmla="*/ 74150 w 148003"/>
                <a:gd name="connsiteY9" fmla="*/ 26536 h 149674"/>
                <a:gd name="connsiteX10" fmla="*/ 23321 w 148003"/>
                <a:gd name="connsiteY10" fmla="*/ 75135 h 149674"/>
                <a:gd name="connsiteX11" fmla="*/ 73851 w 148003"/>
                <a:gd name="connsiteY11" fmla="*/ 123437 h 149674"/>
                <a:gd name="connsiteX12" fmla="*/ 74150 w 148003"/>
                <a:gd name="connsiteY12" fmla="*/ 123437 h 149674"/>
                <a:gd name="connsiteX13" fmla="*/ 124979 w 148003"/>
                <a:gd name="connsiteY13" fmla="*/ 74837 h 149674"/>
                <a:gd name="connsiteX14" fmla="*/ 74449 w 148003"/>
                <a:gd name="connsiteY14" fmla="*/ 26536 h 149674"/>
                <a:gd name="connsiteX15" fmla="*/ 74449 w 148003"/>
                <a:gd name="connsiteY15" fmla="*/ 26536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536"/>
                  </a:moveTo>
                  <a:lnTo>
                    <a:pt x="74150" y="26536"/>
                  </a:lnTo>
                  <a:cubicBezTo>
                    <a:pt x="46344" y="26536"/>
                    <a:pt x="23321" y="46811"/>
                    <a:pt x="23321" y="75135"/>
                  </a:cubicBezTo>
                  <a:cubicBezTo>
                    <a:pt x="23321" y="103460"/>
                    <a:pt x="46045" y="123437"/>
                    <a:pt x="73851" y="123437"/>
                  </a:cubicBezTo>
                  <a:lnTo>
                    <a:pt x="74150" y="123437"/>
                  </a:lnTo>
                  <a:cubicBezTo>
                    <a:pt x="101957" y="123437"/>
                    <a:pt x="124979" y="103162"/>
                    <a:pt x="124979" y="74837"/>
                  </a:cubicBezTo>
                  <a:cubicBezTo>
                    <a:pt x="124979" y="46512"/>
                    <a:pt x="102256" y="26536"/>
                    <a:pt x="74449" y="26536"/>
                  </a:cubicBezTo>
                  <a:lnTo>
                    <a:pt x="74449" y="265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B8B5206-5CBE-C350-6DFD-04086F55130C}"/>
                </a:ext>
              </a:extLst>
            </p:cNvPr>
            <p:cNvSpPr/>
            <p:nvPr/>
          </p:nvSpPr>
          <p:spPr>
            <a:xfrm>
              <a:off x="9313753" y="1441350"/>
              <a:ext cx="142919" cy="129399"/>
            </a:xfrm>
            <a:custGeom>
              <a:avLst/>
              <a:gdLst>
                <a:gd name="connsiteX0" fmla="*/ 0 w 142919"/>
                <a:gd name="connsiteY0" fmla="*/ 129400 h 129399"/>
                <a:gd name="connsiteX1" fmla="*/ 0 w 142919"/>
                <a:gd name="connsiteY1" fmla="*/ 76030 h 129399"/>
                <a:gd name="connsiteX2" fmla="*/ 71160 w 142919"/>
                <a:gd name="connsiteY2" fmla="*/ 0 h 129399"/>
                <a:gd name="connsiteX3" fmla="*/ 71460 w 142919"/>
                <a:gd name="connsiteY3" fmla="*/ 0 h 129399"/>
                <a:gd name="connsiteX4" fmla="*/ 142919 w 142919"/>
                <a:gd name="connsiteY4" fmla="*/ 76030 h 129399"/>
                <a:gd name="connsiteX5" fmla="*/ 142919 w 142919"/>
                <a:gd name="connsiteY5" fmla="*/ 129400 h 129399"/>
                <a:gd name="connsiteX6" fmla="*/ 0 w 142919"/>
                <a:gd name="connsiteY6" fmla="*/ 129400 h 129399"/>
                <a:gd name="connsiteX7" fmla="*/ 120196 w 142919"/>
                <a:gd name="connsiteY7" fmla="*/ 76030 h 129399"/>
                <a:gd name="connsiteX8" fmla="*/ 72058 w 142919"/>
                <a:gd name="connsiteY8" fmla="*/ 26238 h 129399"/>
                <a:gd name="connsiteX9" fmla="*/ 71759 w 142919"/>
                <a:gd name="connsiteY9" fmla="*/ 26238 h 129399"/>
                <a:gd name="connsiteX10" fmla="*/ 23023 w 142919"/>
                <a:gd name="connsiteY10" fmla="*/ 76030 h 129399"/>
                <a:gd name="connsiteX11" fmla="*/ 23023 w 142919"/>
                <a:gd name="connsiteY11" fmla="*/ 104355 h 129399"/>
                <a:gd name="connsiteX12" fmla="*/ 120494 w 142919"/>
                <a:gd name="connsiteY12" fmla="*/ 104355 h 129399"/>
                <a:gd name="connsiteX13" fmla="*/ 120494 w 142919"/>
                <a:gd name="connsiteY13" fmla="*/ 76030 h 129399"/>
                <a:gd name="connsiteX14" fmla="*/ 120196 w 142919"/>
                <a:gd name="connsiteY14" fmla="*/ 76030 h 12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919" h="129399">
                  <a:moveTo>
                    <a:pt x="0" y="129400"/>
                  </a:moveTo>
                  <a:lnTo>
                    <a:pt x="0" y="76030"/>
                  </a:lnTo>
                  <a:cubicBezTo>
                    <a:pt x="0" y="31008"/>
                    <a:pt x="30796" y="0"/>
                    <a:pt x="71160" y="0"/>
                  </a:cubicBezTo>
                  <a:lnTo>
                    <a:pt x="71460" y="0"/>
                  </a:lnTo>
                  <a:cubicBezTo>
                    <a:pt x="111824" y="0"/>
                    <a:pt x="142919" y="31008"/>
                    <a:pt x="142919" y="76030"/>
                  </a:cubicBezTo>
                  <a:lnTo>
                    <a:pt x="142919" y="129400"/>
                  </a:lnTo>
                  <a:lnTo>
                    <a:pt x="0" y="129400"/>
                  </a:lnTo>
                  <a:close/>
                  <a:moveTo>
                    <a:pt x="120196" y="76030"/>
                  </a:moveTo>
                  <a:cubicBezTo>
                    <a:pt x="120196" y="45916"/>
                    <a:pt x="99864" y="26238"/>
                    <a:pt x="72058" y="26238"/>
                  </a:cubicBezTo>
                  <a:lnTo>
                    <a:pt x="71759" y="26238"/>
                  </a:lnTo>
                  <a:cubicBezTo>
                    <a:pt x="43653" y="26238"/>
                    <a:pt x="23023" y="45916"/>
                    <a:pt x="23023" y="76030"/>
                  </a:cubicBezTo>
                  <a:lnTo>
                    <a:pt x="23023" y="104355"/>
                  </a:lnTo>
                  <a:lnTo>
                    <a:pt x="120494" y="104355"/>
                  </a:lnTo>
                  <a:lnTo>
                    <a:pt x="120494" y="76030"/>
                  </a:lnTo>
                  <a:lnTo>
                    <a:pt x="120196" y="7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78A8BD3-5E74-1CF5-343C-667BFEAE9D44}"/>
                </a:ext>
              </a:extLst>
            </p:cNvPr>
            <p:cNvSpPr/>
            <p:nvPr/>
          </p:nvSpPr>
          <p:spPr>
            <a:xfrm>
              <a:off x="9311063" y="1319702"/>
              <a:ext cx="148010" cy="110615"/>
            </a:xfrm>
            <a:custGeom>
              <a:avLst/>
              <a:gdLst>
                <a:gd name="connsiteX0" fmla="*/ 125278 w 148010"/>
                <a:gd name="connsiteY0" fmla="*/ 110616 h 110615"/>
                <a:gd name="connsiteX1" fmla="*/ 107040 w 148010"/>
                <a:gd name="connsiteY1" fmla="*/ 95410 h 110615"/>
                <a:gd name="connsiteX2" fmla="*/ 125876 w 148010"/>
                <a:gd name="connsiteY2" fmla="*/ 50090 h 110615"/>
                <a:gd name="connsiteX3" fmla="*/ 107638 w 148010"/>
                <a:gd name="connsiteY3" fmla="*/ 24747 h 110615"/>
                <a:gd name="connsiteX4" fmla="*/ 107339 w 148010"/>
                <a:gd name="connsiteY4" fmla="*/ 24747 h 110615"/>
                <a:gd name="connsiteX5" fmla="*/ 85213 w 148010"/>
                <a:gd name="connsiteY5" fmla="*/ 57246 h 110615"/>
                <a:gd name="connsiteX6" fmla="*/ 42158 w 148010"/>
                <a:gd name="connsiteY6" fmla="*/ 105249 h 110615"/>
                <a:gd name="connsiteX7" fmla="*/ 41859 w 148010"/>
                <a:gd name="connsiteY7" fmla="*/ 105249 h 110615"/>
                <a:gd name="connsiteX8" fmla="*/ 0 w 148010"/>
                <a:gd name="connsiteY8" fmla="*/ 56053 h 110615"/>
                <a:gd name="connsiteX9" fmla="*/ 18239 w 148010"/>
                <a:gd name="connsiteY9" fmla="*/ 3876 h 110615"/>
                <a:gd name="connsiteX10" fmla="*/ 37374 w 148010"/>
                <a:gd name="connsiteY10" fmla="*/ 17591 h 110615"/>
                <a:gd name="connsiteX11" fmla="*/ 22425 w 148010"/>
                <a:gd name="connsiteY11" fmla="*/ 56650 h 110615"/>
                <a:gd name="connsiteX12" fmla="*/ 39467 w 148010"/>
                <a:gd name="connsiteY12" fmla="*/ 80204 h 110615"/>
                <a:gd name="connsiteX13" fmla="*/ 39766 w 148010"/>
                <a:gd name="connsiteY13" fmla="*/ 80204 h 110615"/>
                <a:gd name="connsiteX14" fmla="*/ 62490 w 148010"/>
                <a:gd name="connsiteY14" fmla="*/ 46214 h 110615"/>
                <a:gd name="connsiteX15" fmla="*/ 104648 w 148010"/>
                <a:gd name="connsiteY15" fmla="*/ 0 h 110615"/>
                <a:gd name="connsiteX16" fmla="*/ 104947 w 148010"/>
                <a:gd name="connsiteY16" fmla="*/ 0 h 110615"/>
                <a:gd name="connsiteX17" fmla="*/ 148002 w 148010"/>
                <a:gd name="connsiteY17" fmla="*/ 51283 h 110615"/>
                <a:gd name="connsiteX18" fmla="*/ 125278 w 148010"/>
                <a:gd name="connsiteY18" fmla="*/ 110616 h 110615"/>
                <a:gd name="connsiteX19" fmla="*/ 125278 w 148010"/>
                <a:gd name="connsiteY19" fmla="*/ 110616 h 11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8010" h="110615">
                  <a:moveTo>
                    <a:pt x="125278" y="110616"/>
                  </a:moveTo>
                  <a:lnTo>
                    <a:pt x="107040" y="95410"/>
                  </a:lnTo>
                  <a:cubicBezTo>
                    <a:pt x="119000" y="81695"/>
                    <a:pt x="125876" y="67980"/>
                    <a:pt x="125876" y="50090"/>
                  </a:cubicBezTo>
                  <a:cubicBezTo>
                    <a:pt x="125876" y="34586"/>
                    <a:pt x="118701" y="24747"/>
                    <a:pt x="107638" y="24747"/>
                  </a:cubicBezTo>
                  <a:lnTo>
                    <a:pt x="107339" y="24747"/>
                  </a:lnTo>
                  <a:cubicBezTo>
                    <a:pt x="97173" y="24747"/>
                    <a:pt x="91492" y="30412"/>
                    <a:pt x="85213" y="57246"/>
                  </a:cubicBezTo>
                  <a:cubicBezTo>
                    <a:pt x="77738" y="87956"/>
                    <a:pt x="68769" y="105249"/>
                    <a:pt x="42158" y="105249"/>
                  </a:cubicBezTo>
                  <a:lnTo>
                    <a:pt x="41859" y="105249"/>
                  </a:lnTo>
                  <a:cubicBezTo>
                    <a:pt x="17043" y="105249"/>
                    <a:pt x="0" y="84676"/>
                    <a:pt x="0" y="56053"/>
                  </a:cubicBezTo>
                  <a:cubicBezTo>
                    <a:pt x="0" y="35182"/>
                    <a:pt x="6279" y="18486"/>
                    <a:pt x="18239" y="3876"/>
                  </a:cubicBezTo>
                  <a:lnTo>
                    <a:pt x="37374" y="17591"/>
                  </a:lnTo>
                  <a:cubicBezTo>
                    <a:pt x="27806" y="30412"/>
                    <a:pt x="22425" y="43531"/>
                    <a:pt x="22425" y="56650"/>
                  </a:cubicBezTo>
                  <a:cubicBezTo>
                    <a:pt x="22425" y="71558"/>
                    <a:pt x="29899" y="80204"/>
                    <a:pt x="39467" y="80204"/>
                  </a:cubicBezTo>
                  <a:lnTo>
                    <a:pt x="39766" y="80204"/>
                  </a:lnTo>
                  <a:cubicBezTo>
                    <a:pt x="50829" y="80204"/>
                    <a:pt x="55912" y="73645"/>
                    <a:pt x="62490" y="46214"/>
                  </a:cubicBezTo>
                  <a:cubicBezTo>
                    <a:pt x="69965" y="15802"/>
                    <a:pt x="80728" y="0"/>
                    <a:pt x="104648" y="0"/>
                  </a:cubicBezTo>
                  <a:lnTo>
                    <a:pt x="104947" y="0"/>
                  </a:lnTo>
                  <a:cubicBezTo>
                    <a:pt x="131856" y="0"/>
                    <a:pt x="148002" y="21169"/>
                    <a:pt x="148002" y="51283"/>
                  </a:cubicBezTo>
                  <a:cubicBezTo>
                    <a:pt x="148301" y="72750"/>
                    <a:pt x="140527" y="93323"/>
                    <a:pt x="125278" y="110616"/>
                  </a:cubicBezTo>
                  <a:lnTo>
                    <a:pt x="125278" y="1106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F355FB1-6189-2AC0-FA28-50067E4BFE87}"/>
                </a:ext>
              </a:extLst>
            </p:cNvPr>
            <p:cNvSpPr/>
            <p:nvPr/>
          </p:nvSpPr>
          <p:spPr>
            <a:xfrm>
              <a:off x="8537865" y="1319106"/>
              <a:ext cx="327996" cy="340494"/>
            </a:xfrm>
            <a:custGeom>
              <a:avLst/>
              <a:gdLst>
                <a:gd name="connsiteX0" fmla="*/ 0 w 327996"/>
                <a:gd name="connsiteY0" fmla="*/ 171142 h 340494"/>
                <a:gd name="connsiteX1" fmla="*/ 0 w 327996"/>
                <a:gd name="connsiteY1" fmla="*/ 170247 h 340494"/>
                <a:gd name="connsiteX2" fmla="*/ 180293 w 327996"/>
                <a:gd name="connsiteY2" fmla="*/ 0 h 340494"/>
                <a:gd name="connsiteX3" fmla="*/ 316933 w 327996"/>
                <a:gd name="connsiteY3" fmla="*/ 49494 h 340494"/>
                <a:gd name="connsiteX4" fmla="*/ 255939 w 327996"/>
                <a:gd name="connsiteY4" fmla="*/ 123139 h 340494"/>
                <a:gd name="connsiteX5" fmla="*/ 183582 w 327996"/>
                <a:gd name="connsiteY5" fmla="*/ 94814 h 340494"/>
                <a:gd name="connsiteX6" fmla="*/ 110329 w 327996"/>
                <a:gd name="connsiteY6" fmla="*/ 171738 h 340494"/>
                <a:gd name="connsiteX7" fmla="*/ 110329 w 327996"/>
                <a:gd name="connsiteY7" fmla="*/ 172633 h 340494"/>
                <a:gd name="connsiteX8" fmla="*/ 188366 w 327996"/>
                <a:gd name="connsiteY8" fmla="*/ 250451 h 340494"/>
                <a:gd name="connsiteX9" fmla="*/ 225740 w 327996"/>
                <a:gd name="connsiteY9" fmla="*/ 242997 h 340494"/>
                <a:gd name="connsiteX10" fmla="*/ 225740 w 327996"/>
                <a:gd name="connsiteY10" fmla="*/ 210200 h 340494"/>
                <a:gd name="connsiteX11" fmla="*/ 169829 w 327996"/>
                <a:gd name="connsiteY11" fmla="*/ 210200 h 340494"/>
                <a:gd name="connsiteX12" fmla="*/ 169829 w 327996"/>
                <a:gd name="connsiteY12" fmla="*/ 140133 h 340494"/>
                <a:gd name="connsiteX13" fmla="*/ 327996 w 327996"/>
                <a:gd name="connsiteY13" fmla="*/ 140133 h 340494"/>
                <a:gd name="connsiteX14" fmla="*/ 327996 w 327996"/>
                <a:gd name="connsiteY14" fmla="*/ 291597 h 340494"/>
                <a:gd name="connsiteX15" fmla="*/ 183881 w 327996"/>
                <a:gd name="connsiteY15" fmla="*/ 340495 h 340494"/>
                <a:gd name="connsiteX16" fmla="*/ 0 w 327996"/>
                <a:gd name="connsiteY16" fmla="*/ 171142 h 340494"/>
                <a:gd name="connsiteX17" fmla="*/ 0 w 327996"/>
                <a:gd name="connsiteY17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7996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2750"/>
                    <a:pt x="77140" y="0"/>
                    <a:pt x="180293" y="0"/>
                  </a:cubicBezTo>
                  <a:cubicBezTo>
                    <a:pt x="236205" y="0"/>
                    <a:pt x="281652" y="18784"/>
                    <a:pt x="316933" y="49494"/>
                  </a:cubicBezTo>
                  <a:lnTo>
                    <a:pt x="255939" y="123139"/>
                  </a:lnTo>
                  <a:cubicBezTo>
                    <a:pt x="234411" y="104951"/>
                    <a:pt x="210791" y="94814"/>
                    <a:pt x="183582" y="94814"/>
                  </a:cubicBezTo>
                  <a:cubicBezTo>
                    <a:pt x="141125" y="94814"/>
                    <a:pt x="110329" y="127611"/>
                    <a:pt x="110329" y="171738"/>
                  </a:cubicBezTo>
                  <a:lnTo>
                    <a:pt x="110329" y="172633"/>
                  </a:lnTo>
                  <a:cubicBezTo>
                    <a:pt x="110329" y="218847"/>
                    <a:pt x="142620" y="250451"/>
                    <a:pt x="188366" y="250451"/>
                  </a:cubicBezTo>
                  <a:cubicBezTo>
                    <a:pt x="206904" y="250451"/>
                    <a:pt x="217369" y="247768"/>
                    <a:pt x="225740" y="242997"/>
                  </a:cubicBezTo>
                  <a:lnTo>
                    <a:pt x="225740" y="210200"/>
                  </a:lnTo>
                  <a:lnTo>
                    <a:pt x="169829" y="210200"/>
                  </a:lnTo>
                  <a:lnTo>
                    <a:pt x="169829" y="140133"/>
                  </a:lnTo>
                  <a:lnTo>
                    <a:pt x="327996" y="140133"/>
                  </a:lnTo>
                  <a:lnTo>
                    <a:pt x="327996" y="291597"/>
                  </a:lnTo>
                  <a:cubicBezTo>
                    <a:pt x="292416" y="320518"/>
                    <a:pt x="243082" y="340495"/>
                    <a:pt x="183881" y="340495"/>
                  </a:cubicBezTo>
                  <a:cubicBezTo>
                    <a:pt x="81625" y="340495"/>
                    <a:pt x="0" y="272217"/>
                    <a:pt x="0" y="171142"/>
                  </a:cubicBezTo>
                  <a:lnTo>
                    <a:pt x="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1E8778B-02F1-E635-AAA3-8247A93A30EC}"/>
                </a:ext>
              </a:extLst>
            </p:cNvPr>
            <p:cNvSpPr/>
            <p:nvPr/>
          </p:nvSpPr>
          <p:spPr>
            <a:xfrm>
              <a:off x="8897255" y="1319106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6A8667B-3AB4-3D85-9263-806CB62BAEF4}"/>
                </a:ext>
              </a:extLst>
            </p:cNvPr>
            <p:cNvSpPr/>
            <p:nvPr/>
          </p:nvSpPr>
          <p:spPr>
            <a:xfrm>
              <a:off x="8897255" y="1688223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DDFF657-15BF-7C98-F0AE-A81B986759F8}"/>
                </a:ext>
              </a:extLst>
            </p:cNvPr>
            <p:cNvSpPr/>
            <p:nvPr/>
          </p:nvSpPr>
          <p:spPr>
            <a:xfrm>
              <a:off x="8550721" y="1694782"/>
              <a:ext cx="327398" cy="327375"/>
            </a:xfrm>
            <a:custGeom>
              <a:avLst/>
              <a:gdLst>
                <a:gd name="connsiteX0" fmla="*/ 327398 w 327398"/>
                <a:gd name="connsiteY0" fmla="*/ 0 h 327375"/>
                <a:gd name="connsiteX1" fmla="*/ 0 w 327398"/>
                <a:gd name="connsiteY1" fmla="*/ 0 h 327375"/>
                <a:gd name="connsiteX2" fmla="*/ 0 w 327398"/>
                <a:gd name="connsiteY2" fmla="*/ 93323 h 327375"/>
                <a:gd name="connsiteX3" fmla="*/ 109731 w 327398"/>
                <a:gd name="connsiteY3" fmla="*/ 93323 h 327375"/>
                <a:gd name="connsiteX4" fmla="*/ 109731 w 327398"/>
                <a:gd name="connsiteY4" fmla="*/ 327376 h 327375"/>
                <a:gd name="connsiteX5" fmla="*/ 217369 w 327398"/>
                <a:gd name="connsiteY5" fmla="*/ 327376 h 327375"/>
                <a:gd name="connsiteX6" fmla="*/ 217369 w 327398"/>
                <a:gd name="connsiteY6" fmla="*/ 93323 h 327375"/>
                <a:gd name="connsiteX7" fmla="*/ 327398 w 327398"/>
                <a:gd name="connsiteY7" fmla="*/ 93323 h 327375"/>
                <a:gd name="connsiteX8" fmla="*/ 327398 w 327398"/>
                <a:gd name="connsiteY8" fmla="*/ 0 h 3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398" h="327375">
                  <a:moveTo>
                    <a:pt x="327398" y="0"/>
                  </a:moveTo>
                  <a:lnTo>
                    <a:pt x="0" y="0"/>
                  </a:lnTo>
                  <a:lnTo>
                    <a:pt x="0" y="93323"/>
                  </a:lnTo>
                  <a:lnTo>
                    <a:pt x="109731" y="93323"/>
                  </a:lnTo>
                  <a:lnTo>
                    <a:pt x="109731" y="327376"/>
                  </a:lnTo>
                  <a:lnTo>
                    <a:pt x="217369" y="327376"/>
                  </a:lnTo>
                  <a:lnTo>
                    <a:pt x="217369" y="93323"/>
                  </a:lnTo>
                  <a:lnTo>
                    <a:pt x="327398" y="93323"/>
                  </a:lnTo>
                  <a:lnTo>
                    <a:pt x="327398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F9633813-E67B-D70C-393F-C2AAE89349BF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53667" y="3091290"/>
            <a:ext cx="2114661" cy="699616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6A9C688-5455-E49F-2ED4-EFCB45E44170}"/>
              </a:ext>
            </a:extLst>
          </p:cNvPr>
          <p:cNvCxnSpPr>
            <a:cxnSpLocks/>
          </p:cNvCxnSpPr>
          <p:nvPr/>
        </p:nvCxnSpPr>
        <p:spPr>
          <a:xfrm>
            <a:off x="3026683" y="3001660"/>
            <a:ext cx="0" cy="8845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656786E-F1B8-0D24-5425-296C8C3C5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9525" y="6324113"/>
            <a:ext cx="2743200" cy="12311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368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pos="650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ed Breaker A | Jamb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4">
            <a:extLst>
              <a:ext uri="{FF2B5EF4-FFF2-40B4-BE49-F238E27FC236}">
                <a16:creationId xmlns:a16="http://schemas.microsoft.com/office/drawing/2014/main" id="{D0C7C169-88B8-FF23-A0E7-829AA60232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EA7ADC6-7027-1A5F-3197-45070F00B14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28726" y="632567"/>
            <a:ext cx="1288983" cy="454213"/>
          </a:xfrm>
          <a:prstGeom prst="rect">
            <a:avLst/>
          </a:prstGeom>
          <a:effectLst>
            <a:outerShdw blurRad="693498" dist="50800" dir="5400000" algn="ctr" rotWithShape="0">
              <a:srgbClr val="000000">
                <a:alpha val="77000"/>
              </a:srgbClr>
            </a:outerShdw>
          </a:effec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8A3973CF-4DEA-FB76-814D-9445E052D23E}"/>
              </a:ext>
            </a:extLst>
          </p:cNvPr>
          <p:cNvGrpSpPr/>
          <p:nvPr/>
        </p:nvGrpSpPr>
        <p:grpSpPr>
          <a:xfrm>
            <a:off x="10895881" y="551438"/>
            <a:ext cx="751607" cy="578967"/>
            <a:chOff x="8537865" y="1319106"/>
            <a:chExt cx="921208" cy="709611"/>
          </a:xfrm>
          <a:solidFill>
            <a:schemeClr val="bg1"/>
          </a:solidFill>
          <a:effectLst>
            <a:outerShdw blurRad="693498" dist="50800" dir="5400000" algn="ctr" rotWithShape="0">
              <a:srgbClr val="000000">
                <a:alpha val="77000"/>
              </a:srgbClr>
            </a:outerShdw>
          </a:effectLst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900AE29-B4BB-29CF-EF92-DD94EF081E5B}"/>
                </a:ext>
              </a:extLst>
            </p:cNvPr>
            <p:cNvSpPr/>
            <p:nvPr/>
          </p:nvSpPr>
          <p:spPr>
            <a:xfrm>
              <a:off x="9313753" y="1915716"/>
              <a:ext cx="142919" cy="106441"/>
            </a:xfrm>
            <a:custGeom>
              <a:avLst/>
              <a:gdLst>
                <a:gd name="connsiteX0" fmla="*/ 0 w 142919"/>
                <a:gd name="connsiteY0" fmla="*/ 106442 h 106441"/>
                <a:gd name="connsiteX1" fmla="*/ 142919 w 142919"/>
                <a:gd name="connsiteY1" fmla="*/ 106442 h 106441"/>
                <a:gd name="connsiteX2" fmla="*/ 142919 w 142919"/>
                <a:gd name="connsiteY2" fmla="*/ 81397 h 106441"/>
                <a:gd name="connsiteX3" fmla="*/ 84914 w 142919"/>
                <a:gd name="connsiteY3" fmla="*/ 81397 h 106441"/>
                <a:gd name="connsiteX4" fmla="*/ 84914 w 142919"/>
                <a:gd name="connsiteY4" fmla="*/ 9243 h 106441"/>
                <a:gd name="connsiteX5" fmla="*/ 61892 w 142919"/>
                <a:gd name="connsiteY5" fmla="*/ 9243 h 106441"/>
                <a:gd name="connsiteX6" fmla="*/ 61892 w 142919"/>
                <a:gd name="connsiteY6" fmla="*/ 81397 h 106441"/>
                <a:gd name="connsiteX7" fmla="*/ 22724 w 142919"/>
                <a:gd name="connsiteY7" fmla="*/ 81397 h 106441"/>
                <a:gd name="connsiteX8" fmla="*/ 22724 w 142919"/>
                <a:gd name="connsiteY8" fmla="*/ 0 h 106441"/>
                <a:gd name="connsiteX9" fmla="*/ 0 w 142919"/>
                <a:gd name="connsiteY9" fmla="*/ 0 h 106441"/>
                <a:gd name="connsiteX10" fmla="*/ 0 w 142919"/>
                <a:gd name="connsiteY10" fmla="*/ 106442 h 10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19" h="106441">
                  <a:moveTo>
                    <a:pt x="0" y="106442"/>
                  </a:moveTo>
                  <a:lnTo>
                    <a:pt x="142919" y="106442"/>
                  </a:lnTo>
                  <a:lnTo>
                    <a:pt x="142919" y="81397"/>
                  </a:lnTo>
                  <a:lnTo>
                    <a:pt x="84914" y="81397"/>
                  </a:lnTo>
                  <a:lnTo>
                    <a:pt x="84914" y="9243"/>
                  </a:lnTo>
                  <a:lnTo>
                    <a:pt x="61892" y="9243"/>
                  </a:lnTo>
                  <a:lnTo>
                    <a:pt x="61892" y="81397"/>
                  </a:lnTo>
                  <a:lnTo>
                    <a:pt x="22724" y="81397"/>
                  </a:lnTo>
                  <a:lnTo>
                    <a:pt x="22724" y="0"/>
                  </a:lnTo>
                  <a:lnTo>
                    <a:pt x="0" y="0"/>
                  </a:lnTo>
                  <a:lnTo>
                    <a:pt x="0" y="1064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3E4A114-F8DD-E99C-0FB3-DB37442313B1}"/>
                </a:ext>
              </a:extLst>
            </p:cNvPr>
            <p:cNvSpPr/>
            <p:nvPr/>
          </p:nvSpPr>
          <p:spPr>
            <a:xfrm>
              <a:off x="9311063" y="1755010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238 h 149674"/>
                <a:gd name="connsiteX9" fmla="*/ 74150 w 148003"/>
                <a:gd name="connsiteY9" fmla="*/ 26238 h 149674"/>
                <a:gd name="connsiteX10" fmla="*/ 23321 w 148003"/>
                <a:gd name="connsiteY10" fmla="*/ 74837 h 149674"/>
                <a:gd name="connsiteX11" fmla="*/ 73851 w 148003"/>
                <a:gd name="connsiteY11" fmla="*/ 123139 h 149674"/>
                <a:gd name="connsiteX12" fmla="*/ 74150 w 148003"/>
                <a:gd name="connsiteY12" fmla="*/ 123139 h 149674"/>
                <a:gd name="connsiteX13" fmla="*/ 124979 w 148003"/>
                <a:gd name="connsiteY13" fmla="*/ 74539 h 149674"/>
                <a:gd name="connsiteX14" fmla="*/ 74449 w 148003"/>
                <a:gd name="connsiteY14" fmla="*/ 26238 h 149674"/>
                <a:gd name="connsiteX15" fmla="*/ 74449 w 148003"/>
                <a:gd name="connsiteY15" fmla="*/ 26238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238"/>
                  </a:moveTo>
                  <a:lnTo>
                    <a:pt x="74150" y="26238"/>
                  </a:lnTo>
                  <a:cubicBezTo>
                    <a:pt x="46344" y="26238"/>
                    <a:pt x="23321" y="46512"/>
                    <a:pt x="23321" y="74837"/>
                  </a:cubicBezTo>
                  <a:cubicBezTo>
                    <a:pt x="23321" y="103162"/>
                    <a:pt x="46045" y="123139"/>
                    <a:pt x="73851" y="123139"/>
                  </a:cubicBezTo>
                  <a:lnTo>
                    <a:pt x="74150" y="123139"/>
                  </a:lnTo>
                  <a:cubicBezTo>
                    <a:pt x="101957" y="123139"/>
                    <a:pt x="124979" y="102864"/>
                    <a:pt x="124979" y="74539"/>
                  </a:cubicBezTo>
                  <a:cubicBezTo>
                    <a:pt x="124979" y="46214"/>
                    <a:pt x="102256" y="26238"/>
                    <a:pt x="74449" y="26238"/>
                  </a:cubicBezTo>
                  <a:lnTo>
                    <a:pt x="74449" y="2623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FFDB223-88FA-122D-9C92-45950AF902F8}"/>
                </a:ext>
              </a:extLst>
            </p:cNvPr>
            <p:cNvSpPr/>
            <p:nvPr/>
          </p:nvSpPr>
          <p:spPr>
            <a:xfrm>
              <a:off x="9311063" y="1591024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536 h 149674"/>
                <a:gd name="connsiteX9" fmla="*/ 74150 w 148003"/>
                <a:gd name="connsiteY9" fmla="*/ 26536 h 149674"/>
                <a:gd name="connsiteX10" fmla="*/ 23321 w 148003"/>
                <a:gd name="connsiteY10" fmla="*/ 75135 h 149674"/>
                <a:gd name="connsiteX11" fmla="*/ 73851 w 148003"/>
                <a:gd name="connsiteY11" fmla="*/ 123437 h 149674"/>
                <a:gd name="connsiteX12" fmla="*/ 74150 w 148003"/>
                <a:gd name="connsiteY12" fmla="*/ 123437 h 149674"/>
                <a:gd name="connsiteX13" fmla="*/ 124979 w 148003"/>
                <a:gd name="connsiteY13" fmla="*/ 74837 h 149674"/>
                <a:gd name="connsiteX14" fmla="*/ 74449 w 148003"/>
                <a:gd name="connsiteY14" fmla="*/ 26536 h 149674"/>
                <a:gd name="connsiteX15" fmla="*/ 74449 w 148003"/>
                <a:gd name="connsiteY15" fmla="*/ 26536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536"/>
                  </a:moveTo>
                  <a:lnTo>
                    <a:pt x="74150" y="26536"/>
                  </a:lnTo>
                  <a:cubicBezTo>
                    <a:pt x="46344" y="26536"/>
                    <a:pt x="23321" y="46811"/>
                    <a:pt x="23321" y="75135"/>
                  </a:cubicBezTo>
                  <a:cubicBezTo>
                    <a:pt x="23321" y="103460"/>
                    <a:pt x="46045" y="123437"/>
                    <a:pt x="73851" y="123437"/>
                  </a:cubicBezTo>
                  <a:lnTo>
                    <a:pt x="74150" y="123437"/>
                  </a:lnTo>
                  <a:cubicBezTo>
                    <a:pt x="101957" y="123437"/>
                    <a:pt x="124979" y="103162"/>
                    <a:pt x="124979" y="74837"/>
                  </a:cubicBezTo>
                  <a:cubicBezTo>
                    <a:pt x="124979" y="46512"/>
                    <a:pt x="102256" y="26536"/>
                    <a:pt x="74449" y="26536"/>
                  </a:cubicBezTo>
                  <a:lnTo>
                    <a:pt x="74449" y="265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5FA4CDD-668B-174F-9ED8-03F0020D3DAC}"/>
                </a:ext>
              </a:extLst>
            </p:cNvPr>
            <p:cNvSpPr/>
            <p:nvPr/>
          </p:nvSpPr>
          <p:spPr>
            <a:xfrm>
              <a:off x="9313753" y="1441350"/>
              <a:ext cx="142919" cy="129399"/>
            </a:xfrm>
            <a:custGeom>
              <a:avLst/>
              <a:gdLst>
                <a:gd name="connsiteX0" fmla="*/ 0 w 142919"/>
                <a:gd name="connsiteY0" fmla="*/ 129400 h 129399"/>
                <a:gd name="connsiteX1" fmla="*/ 0 w 142919"/>
                <a:gd name="connsiteY1" fmla="*/ 76030 h 129399"/>
                <a:gd name="connsiteX2" fmla="*/ 71160 w 142919"/>
                <a:gd name="connsiteY2" fmla="*/ 0 h 129399"/>
                <a:gd name="connsiteX3" fmla="*/ 71460 w 142919"/>
                <a:gd name="connsiteY3" fmla="*/ 0 h 129399"/>
                <a:gd name="connsiteX4" fmla="*/ 142919 w 142919"/>
                <a:gd name="connsiteY4" fmla="*/ 76030 h 129399"/>
                <a:gd name="connsiteX5" fmla="*/ 142919 w 142919"/>
                <a:gd name="connsiteY5" fmla="*/ 129400 h 129399"/>
                <a:gd name="connsiteX6" fmla="*/ 0 w 142919"/>
                <a:gd name="connsiteY6" fmla="*/ 129400 h 129399"/>
                <a:gd name="connsiteX7" fmla="*/ 120196 w 142919"/>
                <a:gd name="connsiteY7" fmla="*/ 76030 h 129399"/>
                <a:gd name="connsiteX8" fmla="*/ 72058 w 142919"/>
                <a:gd name="connsiteY8" fmla="*/ 26238 h 129399"/>
                <a:gd name="connsiteX9" fmla="*/ 71759 w 142919"/>
                <a:gd name="connsiteY9" fmla="*/ 26238 h 129399"/>
                <a:gd name="connsiteX10" fmla="*/ 23023 w 142919"/>
                <a:gd name="connsiteY10" fmla="*/ 76030 h 129399"/>
                <a:gd name="connsiteX11" fmla="*/ 23023 w 142919"/>
                <a:gd name="connsiteY11" fmla="*/ 104355 h 129399"/>
                <a:gd name="connsiteX12" fmla="*/ 120494 w 142919"/>
                <a:gd name="connsiteY12" fmla="*/ 104355 h 129399"/>
                <a:gd name="connsiteX13" fmla="*/ 120494 w 142919"/>
                <a:gd name="connsiteY13" fmla="*/ 76030 h 129399"/>
                <a:gd name="connsiteX14" fmla="*/ 120196 w 142919"/>
                <a:gd name="connsiteY14" fmla="*/ 76030 h 12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919" h="129399">
                  <a:moveTo>
                    <a:pt x="0" y="129400"/>
                  </a:moveTo>
                  <a:lnTo>
                    <a:pt x="0" y="76030"/>
                  </a:lnTo>
                  <a:cubicBezTo>
                    <a:pt x="0" y="31008"/>
                    <a:pt x="30796" y="0"/>
                    <a:pt x="71160" y="0"/>
                  </a:cubicBezTo>
                  <a:lnTo>
                    <a:pt x="71460" y="0"/>
                  </a:lnTo>
                  <a:cubicBezTo>
                    <a:pt x="111824" y="0"/>
                    <a:pt x="142919" y="31008"/>
                    <a:pt x="142919" y="76030"/>
                  </a:cubicBezTo>
                  <a:lnTo>
                    <a:pt x="142919" y="129400"/>
                  </a:lnTo>
                  <a:lnTo>
                    <a:pt x="0" y="129400"/>
                  </a:lnTo>
                  <a:close/>
                  <a:moveTo>
                    <a:pt x="120196" y="76030"/>
                  </a:moveTo>
                  <a:cubicBezTo>
                    <a:pt x="120196" y="45916"/>
                    <a:pt x="99864" y="26238"/>
                    <a:pt x="72058" y="26238"/>
                  </a:cubicBezTo>
                  <a:lnTo>
                    <a:pt x="71759" y="26238"/>
                  </a:lnTo>
                  <a:cubicBezTo>
                    <a:pt x="43653" y="26238"/>
                    <a:pt x="23023" y="45916"/>
                    <a:pt x="23023" y="76030"/>
                  </a:cubicBezTo>
                  <a:lnTo>
                    <a:pt x="23023" y="104355"/>
                  </a:lnTo>
                  <a:lnTo>
                    <a:pt x="120494" y="104355"/>
                  </a:lnTo>
                  <a:lnTo>
                    <a:pt x="120494" y="76030"/>
                  </a:lnTo>
                  <a:lnTo>
                    <a:pt x="120196" y="7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22E499E-71AC-937B-1E6B-E84BC8306926}"/>
                </a:ext>
              </a:extLst>
            </p:cNvPr>
            <p:cNvSpPr/>
            <p:nvPr/>
          </p:nvSpPr>
          <p:spPr>
            <a:xfrm>
              <a:off x="9311063" y="1319702"/>
              <a:ext cx="148010" cy="110615"/>
            </a:xfrm>
            <a:custGeom>
              <a:avLst/>
              <a:gdLst>
                <a:gd name="connsiteX0" fmla="*/ 125278 w 148010"/>
                <a:gd name="connsiteY0" fmla="*/ 110616 h 110615"/>
                <a:gd name="connsiteX1" fmla="*/ 107040 w 148010"/>
                <a:gd name="connsiteY1" fmla="*/ 95410 h 110615"/>
                <a:gd name="connsiteX2" fmla="*/ 125876 w 148010"/>
                <a:gd name="connsiteY2" fmla="*/ 50090 h 110615"/>
                <a:gd name="connsiteX3" fmla="*/ 107638 w 148010"/>
                <a:gd name="connsiteY3" fmla="*/ 24747 h 110615"/>
                <a:gd name="connsiteX4" fmla="*/ 107339 w 148010"/>
                <a:gd name="connsiteY4" fmla="*/ 24747 h 110615"/>
                <a:gd name="connsiteX5" fmla="*/ 85213 w 148010"/>
                <a:gd name="connsiteY5" fmla="*/ 57246 h 110615"/>
                <a:gd name="connsiteX6" fmla="*/ 42158 w 148010"/>
                <a:gd name="connsiteY6" fmla="*/ 105249 h 110615"/>
                <a:gd name="connsiteX7" fmla="*/ 41859 w 148010"/>
                <a:gd name="connsiteY7" fmla="*/ 105249 h 110615"/>
                <a:gd name="connsiteX8" fmla="*/ 0 w 148010"/>
                <a:gd name="connsiteY8" fmla="*/ 56053 h 110615"/>
                <a:gd name="connsiteX9" fmla="*/ 18239 w 148010"/>
                <a:gd name="connsiteY9" fmla="*/ 3876 h 110615"/>
                <a:gd name="connsiteX10" fmla="*/ 37374 w 148010"/>
                <a:gd name="connsiteY10" fmla="*/ 17591 h 110615"/>
                <a:gd name="connsiteX11" fmla="*/ 22425 w 148010"/>
                <a:gd name="connsiteY11" fmla="*/ 56650 h 110615"/>
                <a:gd name="connsiteX12" fmla="*/ 39467 w 148010"/>
                <a:gd name="connsiteY12" fmla="*/ 80204 h 110615"/>
                <a:gd name="connsiteX13" fmla="*/ 39766 w 148010"/>
                <a:gd name="connsiteY13" fmla="*/ 80204 h 110615"/>
                <a:gd name="connsiteX14" fmla="*/ 62490 w 148010"/>
                <a:gd name="connsiteY14" fmla="*/ 46214 h 110615"/>
                <a:gd name="connsiteX15" fmla="*/ 104648 w 148010"/>
                <a:gd name="connsiteY15" fmla="*/ 0 h 110615"/>
                <a:gd name="connsiteX16" fmla="*/ 104947 w 148010"/>
                <a:gd name="connsiteY16" fmla="*/ 0 h 110615"/>
                <a:gd name="connsiteX17" fmla="*/ 148002 w 148010"/>
                <a:gd name="connsiteY17" fmla="*/ 51283 h 110615"/>
                <a:gd name="connsiteX18" fmla="*/ 125278 w 148010"/>
                <a:gd name="connsiteY18" fmla="*/ 110616 h 110615"/>
                <a:gd name="connsiteX19" fmla="*/ 125278 w 148010"/>
                <a:gd name="connsiteY19" fmla="*/ 110616 h 11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8010" h="110615">
                  <a:moveTo>
                    <a:pt x="125278" y="110616"/>
                  </a:moveTo>
                  <a:lnTo>
                    <a:pt x="107040" y="95410"/>
                  </a:lnTo>
                  <a:cubicBezTo>
                    <a:pt x="119000" y="81695"/>
                    <a:pt x="125876" y="67980"/>
                    <a:pt x="125876" y="50090"/>
                  </a:cubicBezTo>
                  <a:cubicBezTo>
                    <a:pt x="125876" y="34586"/>
                    <a:pt x="118701" y="24747"/>
                    <a:pt x="107638" y="24747"/>
                  </a:cubicBezTo>
                  <a:lnTo>
                    <a:pt x="107339" y="24747"/>
                  </a:lnTo>
                  <a:cubicBezTo>
                    <a:pt x="97173" y="24747"/>
                    <a:pt x="91492" y="30412"/>
                    <a:pt x="85213" y="57246"/>
                  </a:cubicBezTo>
                  <a:cubicBezTo>
                    <a:pt x="77738" y="87956"/>
                    <a:pt x="68769" y="105249"/>
                    <a:pt x="42158" y="105249"/>
                  </a:cubicBezTo>
                  <a:lnTo>
                    <a:pt x="41859" y="105249"/>
                  </a:lnTo>
                  <a:cubicBezTo>
                    <a:pt x="17043" y="105249"/>
                    <a:pt x="0" y="84676"/>
                    <a:pt x="0" y="56053"/>
                  </a:cubicBezTo>
                  <a:cubicBezTo>
                    <a:pt x="0" y="35182"/>
                    <a:pt x="6279" y="18486"/>
                    <a:pt x="18239" y="3876"/>
                  </a:cubicBezTo>
                  <a:lnTo>
                    <a:pt x="37374" y="17591"/>
                  </a:lnTo>
                  <a:cubicBezTo>
                    <a:pt x="27806" y="30412"/>
                    <a:pt x="22425" y="43531"/>
                    <a:pt x="22425" y="56650"/>
                  </a:cubicBezTo>
                  <a:cubicBezTo>
                    <a:pt x="22425" y="71558"/>
                    <a:pt x="29899" y="80204"/>
                    <a:pt x="39467" y="80204"/>
                  </a:cubicBezTo>
                  <a:lnTo>
                    <a:pt x="39766" y="80204"/>
                  </a:lnTo>
                  <a:cubicBezTo>
                    <a:pt x="50829" y="80204"/>
                    <a:pt x="55912" y="73645"/>
                    <a:pt x="62490" y="46214"/>
                  </a:cubicBezTo>
                  <a:cubicBezTo>
                    <a:pt x="69965" y="15802"/>
                    <a:pt x="80728" y="0"/>
                    <a:pt x="104648" y="0"/>
                  </a:cubicBezTo>
                  <a:lnTo>
                    <a:pt x="104947" y="0"/>
                  </a:lnTo>
                  <a:cubicBezTo>
                    <a:pt x="131856" y="0"/>
                    <a:pt x="148002" y="21169"/>
                    <a:pt x="148002" y="51283"/>
                  </a:cubicBezTo>
                  <a:cubicBezTo>
                    <a:pt x="148301" y="72750"/>
                    <a:pt x="140527" y="93323"/>
                    <a:pt x="125278" y="110616"/>
                  </a:cubicBezTo>
                  <a:lnTo>
                    <a:pt x="125278" y="1106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CB447DF-E3DD-97AD-119D-FD38B067711E}"/>
                </a:ext>
              </a:extLst>
            </p:cNvPr>
            <p:cNvSpPr/>
            <p:nvPr/>
          </p:nvSpPr>
          <p:spPr>
            <a:xfrm>
              <a:off x="8537865" y="1319106"/>
              <a:ext cx="327996" cy="340494"/>
            </a:xfrm>
            <a:custGeom>
              <a:avLst/>
              <a:gdLst>
                <a:gd name="connsiteX0" fmla="*/ 0 w 327996"/>
                <a:gd name="connsiteY0" fmla="*/ 171142 h 340494"/>
                <a:gd name="connsiteX1" fmla="*/ 0 w 327996"/>
                <a:gd name="connsiteY1" fmla="*/ 170247 h 340494"/>
                <a:gd name="connsiteX2" fmla="*/ 180293 w 327996"/>
                <a:gd name="connsiteY2" fmla="*/ 0 h 340494"/>
                <a:gd name="connsiteX3" fmla="*/ 316933 w 327996"/>
                <a:gd name="connsiteY3" fmla="*/ 49494 h 340494"/>
                <a:gd name="connsiteX4" fmla="*/ 255939 w 327996"/>
                <a:gd name="connsiteY4" fmla="*/ 123139 h 340494"/>
                <a:gd name="connsiteX5" fmla="*/ 183582 w 327996"/>
                <a:gd name="connsiteY5" fmla="*/ 94814 h 340494"/>
                <a:gd name="connsiteX6" fmla="*/ 110329 w 327996"/>
                <a:gd name="connsiteY6" fmla="*/ 171738 h 340494"/>
                <a:gd name="connsiteX7" fmla="*/ 110329 w 327996"/>
                <a:gd name="connsiteY7" fmla="*/ 172633 h 340494"/>
                <a:gd name="connsiteX8" fmla="*/ 188366 w 327996"/>
                <a:gd name="connsiteY8" fmla="*/ 250451 h 340494"/>
                <a:gd name="connsiteX9" fmla="*/ 225740 w 327996"/>
                <a:gd name="connsiteY9" fmla="*/ 242997 h 340494"/>
                <a:gd name="connsiteX10" fmla="*/ 225740 w 327996"/>
                <a:gd name="connsiteY10" fmla="*/ 210200 h 340494"/>
                <a:gd name="connsiteX11" fmla="*/ 169829 w 327996"/>
                <a:gd name="connsiteY11" fmla="*/ 210200 h 340494"/>
                <a:gd name="connsiteX12" fmla="*/ 169829 w 327996"/>
                <a:gd name="connsiteY12" fmla="*/ 140133 h 340494"/>
                <a:gd name="connsiteX13" fmla="*/ 327996 w 327996"/>
                <a:gd name="connsiteY13" fmla="*/ 140133 h 340494"/>
                <a:gd name="connsiteX14" fmla="*/ 327996 w 327996"/>
                <a:gd name="connsiteY14" fmla="*/ 291597 h 340494"/>
                <a:gd name="connsiteX15" fmla="*/ 183881 w 327996"/>
                <a:gd name="connsiteY15" fmla="*/ 340495 h 340494"/>
                <a:gd name="connsiteX16" fmla="*/ 0 w 327996"/>
                <a:gd name="connsiteY16" fmla="*/ 171142 h 340494"/>
                <a:gd name="connsiteX17" fmla="*/ 0 w 327996"/>
                <a:gd name="connsiteY17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7996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2750"/>
                    <a:pt x="77140" y="0"/>
                    <a:pt x="180293" y="0"/>
                  </a:cubicBezTo>
                  <a:cubicBezTo>
                    <a:pt x="236205" y="0"/>
                    <a:pt x="281652" y="18784"/>
                    <a:pt x="316933" y="49494"/>
                  </a:cubicBezTo>
                  <a:lnTo>
                    <a:pt x="255939" y="123139"/>
                  </a:lnTo>
                  <a:cubicBezTo>
                    <a:pt x="234411" y="104951"/>
                    <a:pt x="210791" y="94814"/>
                    <a:pt x="183582" y="94814"/>
                  </a:cubicBezTo>
                  <a:cubicBezTo>
                    <a:pt x="141125" y="94814"/>
                    <a:pt x="110329" y="127611"/>
                    <a:pt x="110329" y="171738"/>
                  </a:cubicBezTo>
                  <a:lnTo>
                    <a:pt x="110329" y="172633"/>
                  </a:lnTo>
                  <a:cubicBezTo>
                    <a:pt x="110329" y="218847"/>
                    <a:pt x="142620" y="250451"/>
                    <a:pt x="188366" y="250451"/>
                  </a:cubicBezTo>
                  <a:cubicBezTo>
                    <a:pt x="206904" y="250451"/>
                    <a:pt x="217369" y="247768"/>
                    <a:pt x="225740" y="242997"/>
                  </a:cubicBezTo>
                  <a:lnTo>
                    <a:pt x="225740" y="210200"/>
                  </a:lnTo>
                  <a:lnTo>
                    <a:pt x="169829" y="210200"/>
                  </a:lnTo>
                  <a:lnTo>
                    <a:pt x="169829" y="140133"/>
                  </a:lnTo>
                  <a:lnTo>
                    <a:pt x="327996" y="140133"/>
                  </a:lnTo>
                  <a:lnTo>
                    <a:pt x="327996" y="291597"/>
                  </a:lnTo>
                  <a:cubicBezTo>
                    <a:pt x="292416" y="320518"/>
                    <a:pt x="243082" y="340495"/>
                    <a:pt x="183881" y="340495"/>
                  </a:cubicBezTo>
                  <a:cubicBezTo>
                    <a:pt x="81625" y="340495"/>
                    <a:pt x="0" y="272217"/>
                    <a:pt x="0" y="171142"/>
                  </a:cubicBezTo>
                  <a:lnTo>
                    <a:pt x="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DE637D37-BE94-DE76-9A05-5A49EE178C5D}"/>
                </a:ext>
              </a:extLst>
            </p:cNvPr>
            <p:cNvSpPr/>
            <p:nvPr/>
          </p:nvSpPr>
          <p:spPr>
            <a:xfrm>
              <a:off x="8897255" y="1319106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3DA37284-3637-A616-24BD-D7C7849E048F}"/>
                </a:ext>
              </a:extLst>
            </p:cNvPr>
            <p:cNvSpPr/>
            <p:nvPr/>
          </p:nvSpPr>
          <p:spPr>
            <a:xfrm>
              <a:off x="8897255" y="1688223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0B3B250-5918-73C6-88FD-CD37A8C8017A}"/>
                </a:ext>
              </a:extLst>
            </p:cNvPr>
            <p:cNvSpPr/>
            <p:nvPr/>
          </p:nvSpPr>
          <p:spPr>
            <a:xfrm>
              <a:off x="8550721" y="1694782"/>
              <a:ext cx="327398" cy="327375"/>
            </a:xfrm>
            <a:custGeom>
              <a:avLst/>
              <a:gdLst>
                <a:gd name="connsiteX0" fmla="*/ 327398 w 327398"/>
                <a:gd name="connsiteY0" fmla="*/ 0 h 327375"/>
                <a:gd name="connsiteX1" fmla="*/ 0 w 327398"/>
                <a:gd name="connsiteY1" fmla="*/ 0 h 327375"/>
                <a:gd name="connsiteX2" fmla="*/ 0 w 327398"/>
                <a:gd name="connsiteY2" fmla="*/ 93323 h 327375"/>
                <a:gd name="connsiteX3" fmla="*/ 109731 w 327398"/>
                <a:gd name="connsiteY3" fmla="*/ 93323 h 327375"/>
                <a:gd name="connsiteX4" fmla="*/ 109731 w 327398"/>
                <a:gd name="connsiteY4" fmla="*/ 327376 h 327375"/>
                <a:gd name="connsiteX5" fmla="*/ 217369 w 327398"/>
                <a:gd name="connsiteY5" fmla="*/ 327376 h 327375"/>
                <a:gd name="connsiteX6" fmla="*/ 217369 w 327398"/>
                <a:gd name="connsiteY6" fmla="*/ 93323 h 327375"/>
                <a:gd name="connsiteX7" fmla="*/ 327398 w 327398"/>
                <a:gd name="connsiteY7" fmla="*/ 93323 h 327375"/>
                <a:gd name="connsiteX8" fmla="*/ 327398 w 327398"/>
                <a:gd name="connsiteY8" fmla="*/ 0 h 3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398" h="327375">
                  <a:moveTo>
                    <a:pt x="327398" y="0"/>
                  </a:moveTo>
                  <a:lnTo>
                    <a:pt x="0" y="0"/>
                  </a:lnTo>
                  <a:lnTo>
                    <a:pt x="0" y="93323"/>
                  </a:lnTo>
                  <a:lnTo>
                    <a:pt x="109731" y="93323"/>
                  </a:lnTo>
                  <a:lnTo>
                    <a:pt x="109731" y="327376"/>
                  </a:lnTo>
                  <a:lnTo>
                    <a:pt x="217369" y="327376"/>
                  </a:lnTo>
                  <a:lnTo>
                    <a:pt x="217369" y="93323"/>
                  </a:lnTo>
                  <a:lnTo>
                    <a:pt x="327398" y="93323"/>
                  </a:lnTo>
                  <a:lnTo>
                    <a:pt x="327398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F7D1087-0243-470D-4C28-3A8FF3F9E146}"/>
              </a:ext>
            </a:extLst>
          </p:cNvPr>
          <p:cNvCxnSpPr>
            <a:cxnSpLocks/>
          </p:cNvCxnSpPr>
          <p:nvPr/>
        </p:nvCxnSpPr>
        <p:spPr>
          <a:xfrm>
            <a:off x="10644647" y="536115"/>
            <a:ext cx="0" cy="620137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outerShdw blurRad="693498" dist="50800" dir="5400000" algn="ctr" rotWithShape="0">
              <a:srgbClr val="000000">
                <a:alpha val="77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656786E-F1B8-0D24-5425-296C8C3C5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9525" y="6324113"/>
            <a:ext cx="2743200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105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pos="650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ed Breaker B | Jamb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7">
            <a:extLst>
              <a:ext uri="{FF2B5EF4-FFF2-40B4-BE49-F238E27FC236}">
                <a16:creationId xmlns:a16="http://schemas.microsoft.com/office/drawing/2014/main" id="{B6BD5598-25BB-BDAA-F066-7B64B32CBA2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614B0A1-F5D7-5211-6A42-A8F8E3685759}"/>
              </a:ext>
            </a:extLst>
          </p:cNvPr>
          <p:cNvSpPr/>
          <p:nvPr/>
        </p:nvSpPr>
        <p:spPr>
          <a:xfrm>
            <a:off x="-1" y="2463800"/>
            <a:ext cx="5092701" cy="193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0C77AA5-2AC2-33A4-5E0E-D676556925C9}"/>
              </a:ext>
            </a:extLst>
          </p:cNvPr>
          <p:cNvGrpSpPr/>
          <p:nvPr/>
        </p:nvGrpSpPr>
        <p:grpSpPr>
          <a:xfrm>
            <a:off x="3385034" y="3023516"/>
            <a:ext cx="1072064" cy="825817"/>
            <a:chOff x="8537865" y="1319106"/>
            <a:chExt cx="921208" cy="709611"/>
          </a:xfrm>
          <a:solidFill>
            <a:schemeClr val="tx2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61E75BCD-A866-CFE2-7D14-680EF866C63E}"/>
                </a:ext>
              </a:extLst>
            </p:cNvPr>
            <p:cNvSpPr/>
            <p:nvPr/>
          </p:nvSpPr>
          <p:spPr>
            <a:xfrm>
              <a:off x="9313753" y="1915716"/>
              <a:ext cx="142919" cy="106441"/>
            </a:xfrm>
            <a:custGeom>
              <a:avLst/>
              <a:gdLst>
                <a:gd name="connsiteX0" fmla="*/ 0 w 142919"/>
                <a:gd name="connsiteY0" fmla="*/ 106442 h 106441"/>
                <a:gd name="connsiteX1" fmla="*/ 142919 w 142919"/>
                <a:gd name="connsiteY1" fmla="*/ 106442 h 106441"/>
                <a:gd name="connsiteX2" fmla="*/ 142919 w 142919"/>
                <a:gd name="connsiteY2" fmla="*/ 81397 h 106441"/>
                <a:gd name="connsiteX3" fmla="*/ 84914 w 142919"/>
                <a:gd name="connsiteY3" fmla="*/ 81397 h 106441"/>
                <a:gd name="connsiteX4" fmla="*/ 84914 w 142919"/>
                <a:gd name="connsiteY4" fmla="*/ 9243 h 106441"/>
                <a:gd name="connsiteX5" fmla="*/ 61892 w 142919"/>
                <a:gd name="connsiteY5" fmla="*/ 9243 h 106441"/>
                <a:gd name="connsiteX6" fmla="*/ 61892 w 142919"/>
                <a:gd name="connsiteY6" fmla="*/ 81397 h 106441"/>
                <a:gd name="connsiteX7" fmla="*/ 22724 w 142919"/>
                <a:gd name="connsiteY7" fmla="*/ 81397 h 106441"/>
                <a:gd name="connsiteX8" fmla="*/ 22724 w 142919"/>
                <a:gd name="connsiteY8" fmla="*/ 0 h 106441"/>
                <a:gd name="connsiteX9" fmla="*/ 0 w 142919"/>
                <a:gd name="connsiteY9" fmla="*/ 0 h 106441"/>
                <a:gd name="connsiteX10" fmla="*/ 0 w 142919"/>
                <a:gd name="connsiteY10" fmla="*/ 106442 h 10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19" h="106441">
                  <a:moveTo>
                    <a:pt x="0" y="106442"/>
                  </a:moveTo>
                  <a:lnTo>
                    <a:pt x="142919" y="106442"/>
                  </a:lnTo>
                  <a:lnTo>
                    <a:pt x="142919" y="81397"/>
                  </a:lnTo>
                  <a:lnTo>
                    <a:pt x="84914" y="81397"/>
                  </a:lnTo>
                  <a:lnTo>
                    <a:pt x="84914" y="9243"/>
                  </a:lnTo>
                  <a:lnTo>
                    <a:pt x="61892" y="9243"/>
                  </a:lnTo>
                  <a:lnTo>
                    <a:pt x="61892" y="81397"/>
                  </a:lnTo>
                  <a:lnTo>
                    <a:pt x="22724" y="81397"/>
                  </a:lnTo>
                  <a:lnTo>
                    <a:pt x="22724" y="0"/>
                  </a:lnTo>
                  <a:lnTo>
                    <a:pt x="0" y="0"/>
                  </a:lnTo>
                  <a:lnTo>
                    <a:pt x="0" y="1064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9E52A942-FF60-BEB1-04E5-54E8F12B7E45}"/>
                </a:ext>
              </a:extLst>
            </p:cNvPr>
            <p:cNvSpPr/>
            <p:nvPr/>
          </p:nvSpPr>
          <p:spPr>
            <a:xfrm>
              <a:off x="9311063" y="1755010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238 h 149674"/>
                <a:gd name="connsiteX9" fmla="*/ 74150 w 148003"/>
                <a:gd name="connsiteY9" fmla="*/ 26238 h 149674"/>
                <a:gd name="connsiteX10" fmla="*/ 23321 w 148003"/>
                <a:gd name="connsiteY10" fmla="*/ 74837 h 149674"/>
                <a:gd name="connsiteX11" fmla="*/ 73851 w 148003"/>
                <a:gd name="connsiteY11" fmla="*/ 123139 h 149674"/>
                <a:gd name="connsiteX12" fmla="*/ 74150 w 148003"/>
                <a:gd name="connsiteY12" fmla="*/ 123139 h 149674"/>
                <a:gd name="connsiteX13" fmla="*/ 124979 w 148003"/>
                <a:gd name="connsiteY13" fmla="*/ 74539 h 149674"/>
                <a:gd name="connsiteX14" fmla="*/ 74449 w 148003"/>
                <a:gd name="connsiteY14" fmla="*/ 26238 h 149674"/>
                <a:gd name="connsiteX15" fmla="*/ 74449 w 148003"/>
                <a:gd name="connsiteY15" fmla="*/ 26238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238"/>
                  </a:moveTo>
                  <a:lnTo>
                    <a:pt x="74150" y="26238"/>
                  </a:lnTo>
                  <a:cubicBezTo>
                    <a:pt x="46344" y="26238"/>
                    <a:pt x="23321" y="46512"/>
                    <a:pt x="23321" y="74837"/>
                  </a:cubicBezTo>
                  <a:cubicBezTo>
                    <a:pt x="23321" y="103162"/>
                    <a:pt x="46045" y="123139"/>
                    <a:pt x="73851" y="123139"/>
                  </a:cubicBezTo>
                  <a:lnTo>
                    <a:pt x="74150" y="123139"/>
                  </a:lnTo>
                  <a:cubicBezTo>
                    <a:pt x="101957" y="123139"/>
                    <a:pt x="124979" y="102864"/>
                    <a:pt x="124979" y="74539"/>
                  </a:cubicBezTo>
                  <a:cubicBezTo>
                    <a:pt x="124979" y="46214"/>
                    <a:pt x="102256" y="26238"/>
                    <a:pt x="74449" y="26238"/>
                  </a:cubicBezTo>
                  <a:lnTo>
                    <a:pt x="74449" y="2623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4F78A54C-0122-007D-5D48-716F7D341D02}"/>
                </a:ext>
              </a:extLst>
            </p:cNvPr>
            <p:cNvSpPr/>
            <p:nvPr/>
          </p:nvSpPr>
          <p:spPr>
            <a:xfrm>
              <a:off x="9311063" y="1591024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536 h 149674"/>
                <a:gd name="connsiteX9" fmla="*/ 74150 w 148003"/>
                <a:gd name="connsiteY9" fmla="*/ 26536 h 149674"/>
                <a:gd name="connsiteX10" fmla="*/ 23321 w 148003"/>
                <a:gd name="connsiteY10" fmla="*/ 75135 h 149674"/>
                <a:gd name="connsiteX11" fmla="*/ 73851 w 148003"/>
                <a:gd name="connsiteY11" fmla="*/ 123437 h 149674"/>
                <a:gd name="connsiteX12" fmla="*/ 74150 w 148003"/>
                <a:gd name="connsiteY12" fmla="*/ 123437 h 149674"/>
                <a:gd name="connsiteX13" fmla="*/ 124979 w 148003"/>
                <a:gd name="connsiteY13" fmla="*/ 74837 h 149674"/>
                <a:gd name="connsiteX14" fmla="*/ 74449 w 148003"/>
                <a:gd name="connsiteY14" fmla="*/ 26536 h 149674"/>
                <a:gd name="connsiteX15" fmla="*/ 74449 w 148003"/>
                <a:gd name="connsiteY15" fmla="*/ 26536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536"/>
                  </a:moveTo>
                  <a:lnTo>
                    <a:pt x="74150" y="26536"/>
                  </a:lnTo>
                  <a:cubicBezTo>
                    <a:pt x="46344" y="26536"/>
                    <a:pt x="23321" y="46811"/>
                    <a:pt x="23321" y="75135"/>
                  </a:cubicBezTo>
                  <a:cubicBezTo>
                    <a:pt x="23321" y="103460"/>
                    <a:pt x="46045" y="123437"/>
                    <a:pt x="73851" y="123437"/>
                  </a:cubicBezTo>
                  <a:lnTo>
                    <a:pt x="74150" y="123437"/>
                  </a:lnTo>
                  <a:cubicBezTo>
                    <a:pt x="101957" y="123437"/>
                    <a:pt x="124979" y="103162"/>
                    <a:pt x="124979" y="74837"/>
                  </a:cubicBezTo>
                  <a:cubicBezTo>
                    <a:pt x="124979" y="46512"/>
                    <a:pt x="102256" y="26536"/>
                    <a:pt x="74449" y="26536"/>
                  </a:cubicBezTo>
                  <a:lnTo>
                    <a:pt x="74449" y="265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F2FB946-AB28-495A-E761-B11F88B6F2F2}"/>
                </a:ext>
              </a:extLst>
            </p:cNvPr>
            <p:cNvSpPr/>
            <p:nvPr/>
          </p:nvSpPr>
          <p:spPr>
            <a:xfrm>
              <a:off x="9313753" y="1441350"/>
              <a:ext cx="142919" cy="129399"/>
            </a:xfrm>
            <a:custGeom>
              <a:avLst/>
              <a:gdLst>
                <a:gd name="connsiteX0" fmla="*/ 0 w 142919"/>
                <a:gd name="connsiteY0" fmla="*/ 129400 h 129399"/>
                <a:gd name="connsiteX1" fmla="*/ 0 w 142919"/>
                <a:gd name="connsiteY1" fmla="*/ 76030 h 129399"/>
                <a:gd name="connsiteX2" fmla="*/ 71160 w 142919"/>
                <a:gd name="connsiteY2" fmla="*/ 0 h 129399"/>
                <a:gd name="connsiteX3" fmla="*/ 71460 w 142919"/>
                <a:gd name="connsiteY3" fmla="*/ 0 h 129399"/>
                <a:gd name="connsiteX4" fmla="*/ 142919 w 142919"/>
                <a:gd name="connsiteY4" fmla="*/ 76030 h 129399"/>
                <a:gd name="connsiteX5" fmla="*/ 142919 w 142919"/>
                <a:gd name="connsiteY5" fmla="*/ 129400 h 129399"/>
                <a:gd name="connsiteX6" fmla="*/ 0 w 142919"/>
                <a:gd name="connsiteY6" fmla="*/ 129400 h 129399"/>
                <a:gd name="connsiteX7" fmla="*/ 120196 w 142919"/>
                <a:gd name="connsiteY7" fmla="*/ 76030 h 129399"/>
                <a:gd name="connsiteX8" fmla="*/ 72058 w 142919"/>
                <a:gd name="connsiteY8" fmla="*/ 26238 h 129399"/>
                <a:gd name="connsiteX9" fmla="*/ 71759 w 142919"/>
                <a:gd name="connsiteY9" fmla="*/ 26238 h 129399"/>
                <a:gd name="connsiteX10" fmla="*/ 23023 w 142919"/>
                <a:gd name="connsiteY10" fmla="*/ 76030 h 129399"/>
                <a:gd name="connsiteX11" fmla="*/ 23023 w 142919"/>
                <a:gd name="connsiteY11" fmla="*/ 104355 h 129399"/>
                <a:gd name="connsiteX12" fmla="*/ 120494 w 142919"/>
                <a:gd name="connsiteY12" fmla="*/ 104355 h 129399"/>
                <a:gd name="connsiteX13" fmla="*/ 120494 w 142919"/>
                <a:gd name="connsiteY13" fmla="*/ 76030 h 129399"/>
                <a:gd name="connsiteX14" fmla="*/ 120196 w 142919"/>
                <a:gd name="connsiteY14" fmla="*/ 76030 h 12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919" h="129399">
                  <a:moveTo>
                    <a:pt x="0" y="129400"/>
                  </a:moveTo>
                  <a:lnTo>
                    <a:pt x="0" y="76030"/>
                  </a:lnTo>
                  <a:cubicBezTo>
                    <a:pt x="0" y="31008"/>
                    <a:pt x="30796" y="0"/>
                    <a:pt x="71160" y="0"/>
                  </a:cubicBezTo>
                  <a:lnTo>
                    <a:pt x="71460" y="0"/>
                  </a:lnTo>
                  <a:cubicBezTo>
                    <a:pt x="111824" y="0"/>
                    <a:pt x="142919" y="31008"/>
                    <a:pt x="142919" y="76030"/>
                  </a:cubicBezTo>
                  <a:lnTo>
                    <a:pt x="142919" y="129400"/>
                  </a:lnTo>
                  <a:lnTo>
                    <a:pt x="0" y="129400"/>
                  </a:lnTo>
                  <a:close/>
                  <a:moveTo>
                    <a:pt x="120196" y="76030"/>
                  </a:moveTo>
                  <a:cubicBezTo>
                    <a:pt x="120196" y="45916"/>
                    <a:pt x="99864" y="26238"/>
                    <a:pt x="72058" y="26238"/>
                  </a:cubicBezTo>
                  <a:lnTo>
                    <a:pt x="71759" y="26238"/>
                  </a:lnTo>
                  <a:cubicBezTo>
                    <a:pt x="43653" y="26238"/>
                    <a:pt x="23023" y="45916"/>
                    <a:pt x="23023" y="76030"/>
                  </a:cubicBezTo>
                  <a:lnTo>
                    <a:pt x="23023" y="104355"/>
                  </a:lnTo>
                  <a:lnTo>
                    <a:pt x="120494" y="104355"/>
                  </a:lnTo>
                  <a:lnTo>
                    <a:pt x="120494" y="76030"/>
                  </a:lnTo>
                  <a:lnTo>
                    <a:pt x="120196" y="7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7EDE8B9-3C81-12B2-AC3F-375B0D62B7C3}"/>
                </a:ext>
              </a:extLst>
            </p:cNvPr>
            <p:cNvSpPr/>
            <p:nvPr/>
          </p:nvSpPr>
          <p:spPr>
            <a:xfrm>
              <a:off x="9311063" y="1319702"/>
              <a:ext cx="148010" cy="110615"/>
            </a:xfrm>
            <a:custGeom>
              <a:avLst/>
              <a:gdLst>
                <a:gd name="connsiteX0" fmla="*/ 125278 w 148010"/>
                <a:gd name="connsiteY0" fmla="*/ 110616 h 110615"/>
                <a:gd name="connsiteX1" fmla="*/ 107040 w 148010"/>
                <a:gd name="connsiteY1" fmla="*/ 95410 h 110615"/>
                <a:gd name="connsiteX2" fmla="*/ 125876 w 148010"/>
                <a:gd name="connsiteY2" fmla="*/ 50090 h 110615"/>
                <a:gd name="connsiteX3" fmla="*/ 107638 w 148010"/>
                <a:gd name="connsiteY3" fmla="*/ 24747 h 110615"/>
                <a:gd name="connsiteX4" fmla="*/ 107339 w 148010"/>
                <a:gd name="connsiteY4" fmla="*/ 24747 h 110615"/>
                <a:gd name="connsiteX5" fmla="*/ 85213 w 148010"/>
                <a:gd name="connsiteY5" fmla="*/ 57246 h 110615"/>
                <a:gd name="connsiteX6" fmla="*/ 42158 w 148010"/>
                <a:gd name="connsiteY6" fmla="*/ 105249 h 110615"/>
                <a:gd name="connsiteX7" fmla="*/ 41859 w 148010"/>
                <a:gd name="connsiteY7" fmla="*/ 105249 h 110615"/>
                <a:gd name="connsiteX8" fmla="*/ 0 w 148010"/>
                <a:gd name="connsiteY8" fmla="*/ 56053 h 110615"/>
                <a:gd name="connsiteX9" fmla="*/ 18239 w 148010"/>
                <a:gd name="connsiteY9" fmla="*/ 3876 h 110615"/>
                <a:gd name="connsiteX10" fmla="*/ 37374 w 148010"/>
                <a:gd name="connsiteY10" fmla="*/ 17591 h 110615"/>
                <a:gd name="connsiteX11" fmla="*/ 22425 w 148010"/>
                <a:gd name="connsiteY11" fmla="*/ 56650 h 110615"/>
                <a:gd name="connsiteX12" fmla="*/ 39467 w 148010"/>
                <a:gd name="connsiteY12" fmla="*/ 80204 h 110615"/>
                <a:gd name="connsiteX13" fmla="*/ 39766 w 148010"/>
                <a:gd name="connsiteY13" fmla="*/ 80204 h 110615"/>
                <a:gd name="connsiteX14" fmla="*/ 62490 w 148010"/>
                <a:gd name="connsiteY14" fmla="*/ 46214 h 110615"/>
                <a:gd name="connsiteX15" fmla="*/ 104648 w 148010"/>
                <a:gd name="connsiteY15" fmla="*/ 0 h 110615"/>
                <a:gd name="connsiteX16" fmla="*/ 104947 w 148010"/>
                <a:gd name="connsiteY16" fmla="*/ 0 h 110615"/>
                <a:gd name="connsiteX17" fmla="*/ 148002 w 148010"/>
                <a:gd name="connsiteY17" fmla="*/ 51283 h 110615"/>
                <a:gd name="connsiteX18" fmla="*/ 125278 w 148010"/>
                <a:gd name="connsiteY18" fmla="*/ 110616 h 110615"/>
                <a:gd name="connsiteX19" fmla="*/ 125278 w 148010"/>
                <a:gd name="connsiteY19" fmla="*/ 110616 h 11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8010" h="110615">
                  <a:moveTo>
                    <a:pt x="125278" y="110616"/>
                  </a:moveTo>
                  <a:lnTo>
                    <a:pt x="107040" y="95410"/>
                  </a:lnTo>
                  <a:cubicBezTo>
                    <a:pt x="119000" y="81695"/>
                    <a:pt x="125876" y="67980"/>
                    <a:pt x="125876" y="50090"/>
                  </a:cubicBezTo>
                  <a:cubicBezTo>
                    <a:pt x="125876" y="34586"/>
                    <a:pt x="118701" y="24747"/>
                    <a:pt x="107638" y="24747"/>
                  </a:cubicBezTo>
                  <a:lnTo>
                    <a:pt x="107339" y="24747"/>
                  </a:lnTo>
                  <a:cubicBezTo>
                    <a:pt x="97173" y="24747"/>
                    <a:pt x="91492" y="30412"/>
                    <a:pt x="85213" y="57246"/>
                  </a:cubicBezTo>
                  <a:cubicBezTo>
                    <a:pt x="77738" y="87956"/>
                    <a:pt x="68769" y="105249"/>
                    <a:pt x="42158" y="105249"/>
                  </a:cubicBezTo>
                  <a:lnTo>
                    <a:pt x="41859" y="105249"/>
                  </a:lnTo>
                  <a:cubicBezTo>
                    <a:pt x="17043" y="105249"/>
                    <a:pt x="0" y="84676"/>
                    <a:pt x="0" y="56053"/>
                  </a:cubicBezTo>
                  <a:cubicBezTo>
                    <a:pt x="0" y="35182"/>
                    <a:pt x="6279" y="18486"/>
                    <a:pt x="18239" y="3876"/>
                  </a:cubicBezTo>
                  <a:lnTo>
                    <a:pt x="37374" y="17591"/>
                  </a:lnTo>
                  <a:cubicBezTo>
                    <a:pt x="27806" y="30412"/>
                    <a:pt x="22425" y="43531"/>
                    <a:pt x="22425" y="56650"/>
                  </a:cubicBezTo>
                  <a:cubicBezTo>
                    <a:pt x="22425" y="71558"/>
                    <a:pt x="29899" y="80204"/>
                    <a:pt x="39467" y="80204"/>
                  </a:cubicBezTo>
                  <a:lnTo>
                    <a:pt x="39766" y="80204"/>
                  </a:lnTo>
                  <a:cubicBezTo>
                    <a:pt x="50829" y="80204"/>
                    <a:pt x="55912" y="73645"/>
                    <a:pt x="62490" y="46214"/>
                  </a:cubicBezTo>
                  <a:cubicBezTo>
                    <a:pt x="69965" y="15802"/>
                    <a:pt x="80728" y="0"/>
                    <a:pt x="104648" y="0"/>
                  </a:cubicBezTo>
                  <a:lnTo>
                    <a:pt x="104947" y="0"/>
                  </a:lnTo>
                  <a:cubicBezTo>
                    <a:pt x="131856" y="0"/>
                    <a:pt x="148002" y="21169"/>
                    <a:pt x="148002" y="51283"/>
                  </a:cubicBezTo>
                  <a:cubicBezTo>
                    <a:pt x="148301" y="72750"/>
                    <a:pt x="140527" y="93323"/>
                    <a:pt x="125278" y="110616"/>
                  </a:cubicBezTo>
                  <a:lnTo>
                    <a:pt x="125278" y="1106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08AC285B-E7B9-9637-4A22-7F12AAEBF542}"/>
                </a:ext>
              </a:extLst>
            </p:cNvPr>
            <p:cNvSpPr/>
            <p:nvPr/>
          </p:nvSpPr>
          <p:spPr>
            <a:xfrm>
              <a:off x="8537865" y="1319106"/>
              <a:ext cx="327996" cy="340494"/>
            </a:xfrm>
            <a:custGeom>
              <a:avLst/>
              <a:gdLst>
                <a:gd name="connsiteX0" fmla="*/ 0 w 327996"/>
                <a:gd name="connsiteY0" fmla="*/ 171142 h 340494"/>
                <a:gd name="connsiteX1" fmla="*/ 0 w 327996"/>
                <a:gd name="connsiteY1" fmla="*/ 170247 h 340494"/>
                <a:gd name="connsiteX2" fmla="*/ 180293 w 327996"/>
                <a:gd name="connsiteY2" fmla="*/ 0 h 340494"/>
                <a:gd name="connsiteX3" fmla="*/ 316933 w 327996"/>
                <a:gd name="connsiteY3" fmla="*/ 49494 h 340494"/>
                <a:gd name="connsiteX4" fmla="*/ 255939 w 327996"/>
                <a:gd name="connsiteY4" fmla="*/ 123139 h 340494"/>
                <a:gd name="connsiteX5" fmla="*/ 183582 w 327996"/>
                <a:gd name="connsiteY5" fmla="*/ 94814 h 340494"/>
                <a:gd name="connsiteX6" fmla="*/ 110329 w 327996"/>
                <a:gd name="connsiteY6" fmla="*/ 171738 h 340494"/>
                <a:gd name="connsiteX7" fmla="*/ 110329 w 327996"/>
                <a:gd name="connsiteY7" fmla="*/ 172633 h 340494"/>
                <a:gd name="connsiteX8" fmla="*/ 188366 w 327996"/>
                <a:gd name="connsiteY8" fmla="*/ 250451 h 340494"/>
                <a:gd name="connsiteX9" fmla="*/ 225740 w 327996"/>
                <a:gd name="connsiteY9" fmla="*/ 242997 h 340494"/>
                <a:gd name="connsiteX10" fmla="*/ 225740 w 327996"/>
                <a:gd name="connsiteY10" fmla="*/ 210200 h 340494"/>
                <a:gd name="connsiteX11" fmla="*/ 169829 w 327996"/>
                <a:gd name="connsiteY11" fmla="*/ 210200 h 340494"/>
                <a:gd name="connsiteX12" fmla="*/ 169829 w 327996"/>
                <a:gd name="connsiteY12" fmla="*/ 140133 h 340494"/>
                <a:gd name="connsiteX13" fmla="*/ 327996 w 327996"/>
                <a:gd name="connsiteY13" fmla="*/ 140133 h 340494"/>
                <a:gd name="connsiteX14" fmla="*/ 327996 w 327996"/>
                <a:gd name="connsiteY14" fmla="*/ 291597 h 340494"/>
                <a:gd name="connsiteX15" fmla="*/ 183881 w 327996"/>
                <a:gd name="connsiteY15" fmla="*/ 340495 h 340494"/>
                <a:gd name="connsiteX16" fmla="*/ 0 w 327996"/>
                <a:gd name="connsiteY16" fmla="*/ 171142 h 340494"/>
                <a:gd name="connsiteX17" fmla="*/ 0 w 327996"/>
                <a:gd name="connsiteY17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7996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2750"/>
                    <a:pt x="77140" y="0"/>
                    <a:pt x="180293" y="0"/>
                  </a:cubicBezTo>
                  <a:cubicBezTo>
                    <a:pt x="236205" y="0"/>
                    <a:pt x="281652" y="18784"/>
                    <a:pt x="316933" y="49494"/>
                  </a:cubicBezTo>
                  <a:lnTo>
                    <a:pt x="255939" y="123139"/>
                  </a:lnTo>
                  <a:cubicBezTo>
                    <a:pt x="234411" y="104951"/>
                    <a:pt x="210791" y="94814"/>
                    <a:pt x="183582" y="94814"/>
                  </a:cubicBezTo>
                  <a:cubicBezTo>
                    <a:pt x="141125" y="94814"/>
                    <a:pt x="110329" y="127611"/>
                    <a:pt x="110329" y="171738"/>
                  </a:cubicBezTo>
                  <a:lnTo>
                    <a:pt x="110329" y="172633"/>
                  </a:lnTo>
                  <a:cubicBezTo>
                    <a:pt x="110329" y="218847"/>
                    <a:pt x="142620" y="250451"/>
                    <a:pt x="188366" y="250451"/>
                  </a:cubicBezTo>
                  <a:cubicBezTo>
                    <a:pt x="206904" y="250451"/>
                    <a:pt x="217369" y="247768"/>
                    <a:pt x="225740" y="242997"/>
                  </a:cubicBezTo>
                  <a:lnTo>
                    <a:pt x="225740" y="210200"/>
                  </a:lnTo>
                  <a:lnTo>
                    <a:pt x="169829" y="210200"/>
                  </a:lnTo>
                  <a:lnTo>
                    <a:pt x="169829" y="140133"/>
                  </a:lnTo>
                  <a:lnTo>
                    <a:pt x="327996" y="140133"/>
                  </a:lnTo>
                  <a:lnTo>
                    <a:pt x="327996" y="291597"/>
                  </a:lnTo>
                  <a:cubicBezTo>
                    <a:pt x="292416" y="320518"/>
                    <a:pt x="243082" y="340495"/>
                    <a:pt x="183881" y="340495"/>
                  </a:cubicBezTo>
                  <a:cubicBezTo>
                    <a:pt x="81625" y="340495"/>
                    <a:pt x="0" y="272217"/>
                    <a:pt x="0" y="171142"/>
                  </a:cubicBezTo>
                  <a:lnTo>
                    <a:pt x="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E1C547F-9304-DC1C-5BCF-FF0468698C1D}"/>
                </a:ext>
              </a:extLst>
            </p:cNvPr>
            <p:cNvSpPr/>
            <p:nvPr/>
          </p:nvSpPr>
          <p:spPr>
            <a:xfrm>
              <a:off x="8897255" y="1319106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9085B7F-BFE8-2624-1208-C3015328780C}"/>
                </a:ext>
              </a:extLst>
            </p:cNvPr>
            <p:cNvSpPr/>
            <p:nvPr/>
          </p:nvSpPr>
          <p:spPr>
            <a:xfrm>
              <a:off x="8897255" y="1688223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EB63BC9C-0E09-5BDF-4E83-FB64ABE04D14}"/>
                </a:ext>
              </a:extLst>
            </p:cNvPr>
            <p:cNvSpPr/>
            <p:nvPr/>
          </p:nvSpPr>
          <p:spPr>
            <a:xfrm>
              <a:off x="8550721" y="1694782"/>
              <a:ext cx="327398" cy="327375"/>
            </a:xfrm>
            <a:custGeom>
              <a:avLst/>
              <a:gdLst>
                <a:gd name="connsiteX0" fmla="*/ 327398 w 327398"/>
                <a:gd name="connsiteY0" fmla="*/ 0 h 327375"/>
                <a:gd name="connsiteX1" fmla="*/ 0 w 327398"/>
                <a:gd name="connsiteY1" fmla="*/ 0 h 327375"/>
                <a:gd name="connsiteX2" fmla="*/ 0 w 327398"/>
                <a:gd name="connsiteY2" fmla="*/ 93323 h 327375"/>
                <a:gd name="connsiteX3" fmla="*/ 109731 w 327398"/>
                <a:gd name="connsiteY3" fmla="*/ 93323 h 327375"/>
                <a:gd name="connsiteX4" fmla="*/ 109731 w 327398"/>
                <a:gd name="connsiteY4" fmla="*/ 327376 h 327375"/>
                <a:gd name="connsiteX5" fmla="*/ 217369 w 327398"/>
                <a:gd name="connsiteY5" fmla="*/ 327376 h 327375"/>
                <a:gd name="connsiteX6" fmla="*/ 217369 w 327398"/>
                <a:gd name="connsiteY6" fmla="*/ 93323 h 327375"/>
                <a:gd name="connsiteX7" fmla="*/ 327398 w 327398"/>
                <a:gd name="connsiteY7" fmla="*/ 93323 h 327375"/>
                <a:gd name="connsiteX8" fmla="*/ 327398 w 327398"/>
                <a:gd name="connsiteY8" fmla="*/ 0 h 3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398" h="327375">
                  <a:moveTo>
                    <a:pt x="327398" y="0"/>
                  </a:moveTo>
                  <a:lnTo>
                    <a:pt x="0" y="0"/>
                  </a:lnTo>
                  <a:lnTo>
                    <a:pt x="0" y="93323"/>
                  </a:lnTo>
                  <a:lnTo>
                    <a:pt x="109731" y="93323"/>
                  </a:lnTo>
                  <a:lnTo>
                    <a:pt x="109731" y="327376"/>
                  </a:lnTo>
                  <a:lnTo>
                    <a:pt x="217369" y="327376"/>
                  </a:lnTo>
                  <a:lnTo>
                    <a:pt x="217369" y="93323"/>
                  </a:lnTo>
                  <a:lnTo>
                    <a:pt x="327398" y="93323"/>
                  </a:lnTo>
                  <a:lnTo>
                    <a:pt x="327398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D8AA0724-911C-5A39-6549-D46AC2A3396C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7339" y="3091289"/>
            <a:ext cx="2249516" cy="794911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72CF96F-6601-F992-9F0E-49217BBC8463}"/>
              </a:ext>
            </a:extLst>
          </p:cNvPr>
          <p:cNvCxnSpPr>
            <a:cxnSpLocks/>
          </p:cNvCxnSpPr>
          <p:nvPr/>
        </p:nvCxnSpPr>
        <p:spPr>
          <a:xfrm>
            <a:off x="3026683" y="3001660"/>
            <a:ext cx="0" cy="8845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656786E-F1B8-0D24-5425-296C8C3C5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9525" y="6324113"/>
            <a:ext cx="2743200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96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pos="650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ed Breaker A | McAlister'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4">
            <a:extLst>
              <a:ext uri="{FF2B5EF4-FFF2-40B4-BE49-F238E27FC236}">
                <a16:creationId xmlns:a16="http://schemas.microsoft.com/office/drawing/2014/main" id="{02A8136C-0CE2-B213-F9D6-BDE5D9B9E0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CD33E8F-E556-A30C-FB4E-4339A2D695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940805" y="598666"/>
            <a:ext cx="1422396" cy="500473"/>
          </a:xfrm>
          <a:prstGeom prst="rect">
            <a:avLst/>
          </a:prstGeom>
          <a:effectLst>
            <a:outerShdw blurRad="693498" dist="50800" dir="5400000" algn="ctr" rotWithShape="0">
              <a:srgbClr val="000000">
                <a:alpha val="77000"/>
              </a:srgbClr>
            </a:outerShdw>
          </a:effec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02F9325-A9F2-EBC1-2E26-65F68F2887F6}"/>
              </a:ext>
            </a:extLst>
          </p:cNvPr>
          <p:cNvGrpSpPr/>
          <p:nvPr/>
        </p:nvGrpSpPr>
        <p:grpSpPr>
          <a:xfrm>
            <a:off x="10895881" y="551438"/>
            <a:ext cx="751607" cy="578967"/>
            <a:chOff x="8537865" y="1319106"/>
            <a:chExt cx="921208" cy="709611"/>
          </a:xfrm>
          <a:solidFill>
            <a:schemeClr val="bg1"/>
          </a:solidFill>
          <a:effectLst>
            <a:outerShdw blurRad="693498" dist="50800" dir="5400000" algn="ctr" rotWithShape="0">
              <a:srgbClr val="000000">
                <a:alpha val="77000"/>
              </a:srgbClr>
            </a:outerShdw>
          </a:effectLst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AF85796-B9FC-B2FA-9277-176F2ADD0DAA}"/>
                </a:ext>
              </a:extLst>
            </p:cNvPr>
            <p:cNvSpPr/>
            <p:nvPr/>
          </p:nvSpPr>
          <p:spPr>
            <a:xfrm>
              <a:off x="9313753" y="1915716"/>
              <a:ext cx="142919" cy="106441"/>
            </a:xfrm>
            <a:custGeom>
              <a:avLst/>
              <a:gdLst>
                <a:gd name="connsiteX0" fmla="*/ 0 w 142919"/>
                <a:gd name="connsiteY0" fmla="*/ 106442 h 106441"/>
                <a:gd name="connsiteX1" fmla="*/ 142919 w 142919"/>
                <a:gd name="connsiteY1" fmla="*/ 106442 h 106441"/>
                <a:gd name="connsiteX2" fmla="*/ 142919 w 142919"/>
                <a:gd name="connsiteY2" fmla="*/ 81397 h 106441"/>
                <a:gd name="connsiteX3" fmla="*/ 84914 w 142919"/>
                <a:gd name="connsiteY3" fmla="*/ 81397 h 106441"/>
                <a:gd name="connsiteX4" fmla="*/ 84914 w 142919"/>
                <a:gd name="connsiteY4" fmla="*/ 9243 h 106441"/>
                <a:gd name="connsiteX5" fmla="*/ 61892 w 142919"/>
                <a:gd name="connsiteY5" fmla="*/ 9243 h 106441"/>
                <a:gd name="connsiteX6" fmla="*/ 61892 w 142919"/>
                <a:gd name="connsiteY6" fmla="*/ 81397 h 106441"/>
                <a:gd name="connsiteX7" fmla="*/ 22724 w 142919"/>
                <a:gd name="connsiteY7" fmla="*/ 81397 h 106441"/>
                <a:gd name="connsiteX8" fmla="*/ 22724 w 142919"/>
                <a:gd name="connsiteY8" fmla="*/ 0 h 106441"/>
                <a:gd name="connsiteX9" fmla="*/ 0 w 142919"/>
                <a:gd name="connsiteY9" fmla="*/ 0 h 106441"/>
                <a:gd name="connsiteX10" fmla="*/ 0 w 142919"/>
                <a:gd name="connsiteY10" fmla="*/ 106442 h 10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19" h="106441">
                  <a:moveTo>
                    <a:pt x="0" y="106442"/>
                  </a:moveTo>
                  <a:lnTo>
                    <a:pt x="142919" y="106442"/>
                  </a:lnTo>
                  <a:lnTo>
                    <a:pt x="142919" y="81397"/>
                  </a:lnTo>
                  <a:lnTo>
                    <a:pt x="84914" y="81397"/>
                  </a:lnTo>
                  <a:lnTo>
                    <a:pt x="84914" y="9243"/>
                  </a:lnTo>
                  <a:lnTo>
                    <a:pt x="61892" y="9243"/>
                  </a:lnTo>
                  <a:lnTo>
                    <a:pt x="61892" y="81397"/>
                  </a:lnTo>
                  <a:lnTo>
                    <a:pt x="22724" y="81397"/>
                  </a:lnTo>
                  <a:lnTo>
                    <a:pt x="22724" y="0"/>
                  </a:lnTo>
                  <a:lnTo>
                    <a:pt x="0" y="0"/>
                  </a:lnTo>
                  <a:lnTo>
                    <a:pt x="0" y="1064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43B673F-D1B6-05F1-5DD6-26EED418CC65}"/>
                </a:ext>
              </a:extLst>
            </p:cNvPr>
            <p:cNvSpPr/>
            <p:nvPr/>
          </p:nvSpPr>
          <p:spPr>
            <a:xfrm>
              <a:off x="9311063" y="1755010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238 h 149674"/>
                <a:gd name="connsiteX9" fmla="*/ 74150 w 148003"/>
                <a:gd name="connsiteY9" fmla="*/ 26238 h 149674"/>
                <a:gd name="connsiteX10" fmla="*/ 23321 w 148003"/>
                <a:gd name="connsiteY10" fmla="*/ 74837 h 149674"/>
                <a:gd name="connsiteX11" fmla="*/ 73851 w 148003"/>
                <a:gd name="connsiteY11" fmla="*/ 123139 h 149674"/>
                <a:gd name="connsiteX12" fmla="*/ 74150 w 148003"/>
                <a:gd name="connsiteY12" fmla="*/ 123139 h 149674"/>
                <a:gd name="connsiteX13" fmla="*/ 124979 w 148003"/>
                <a:gd name="connsiteY13" fmla="*/ 74539 h 149674"/>
                <a:gd name="connsiteX14" fmla="*/ 74449 w 148003"/>
                <a:gd name="connsiteY14" fmla="*/ 26238 h 149674"/>
                <a:gd name="connsiteX15" fmla="*/ 74449 w 148003"/>
                <a:gd name="connsiteY15" fmla="*/ 26238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238"/>
                  </a:moveTo>
                  <a:lnTo>
                    <a:pt x="74150" y="26238"/>
                  </a:lnTo>
                  <a:cubicBezTo>
                    <a:pt x="46344" y="26238"/>
                    <a:pt x="23321" y="46512"/>
                    <a:pt x="23321" y="74837"/>
                  </a:cubicBezTo>
                  <a:cubicBezTo>
                    <a:pt x="23321" y="103162"/>
                    <a:pt x="46045" y="123139"/>
                    <a:pt x="73851" y="123139"/>
                  </a:cubicBezTo>
                  <a:lnTo>
                    <a:pt x="74150" y="123139"/>
                  </a:lnTo>
                  <a:cubicBezTo>
                    <a:pt x="101957" y="123139"/>
                    <a:pt x="124979" y="102864"/>
                    <a:pt x="124979" y="74539"/>
                  </a:cubicBezTo>
                  <a:cubicBezTo>
                    <a:pt x="124979" y="46214"/>
                    <a:pt x="102256" y="26238"/>
                    <a:pt x="74449" y="26238"/>
                  </a:cubicBezTo>
                  <a:lnTo>
                    <a:pt x="74449" y="2623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B441BEF-EDA6-0CDC-DC19-D5B8433B3BAB}"/>
                </a:ext>
              </a:extLst>
            </p:cNvPr>
            <p:cNvSpPr/>
            <p:nvPr/>
          </p:nvSpPr>
          <p:spPr>
            <a:xfrm>
              <a:off x="9311063" y="1591024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536 h 149674"/>
                <a:gd name="connsiteX9" fmla="*/ 74150 w 148003"/>
                <a:gd name="connsiteY9" fmla="*/ 26536 h 149674"/>
                <a:gd name="connsiteX10" fmla="*/ 23321 w 148003"/>
                <a:gd name="connsiteY10" fmla="*/ 75135 h 149674"/>
                <a:gd name="connsiteX11" fmla="*/ 73851 w 148003"/>
                <a:gd name="connsiteY11" fmla="*/ 123437 h 149674"/>
                <a:gd name="connsiteX12" fmla="*/ 74150 w 148003"/>
                <a:gd name="connsiteY12" fmla="*/ 123437 h 149674"/>
                <a:gd name="connsiteX13" fmla="*/ 124979 w 148003"/>
                <a:gd name="connsiteY13" fmla="*/ 74837 h 149674"/>
                <a:gd name="connsiteX14" fmla="*/ 74449 w 148003"/>
                <a:gd name="connsiteY14" fmla="*/ 26536 h 149674"/>
                <a:gd name="connsiteX15" fmla="*/ 74449 w 148003"/>
                <a:gd name="connsiteY15" fmla="*/ 26536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536"/>
                  </a:moveTo>
                  <a:lnTo>
                    <a:pt x="74150" y="26536"/>
                  </a:lnTo>
                  <a:cubicBezTo>
                    <a:pt x="46344" y="26536"/>
                    <a:pt x="23321" y="46811"/>
                    <a:pt x="23321" y="75135"/>
                  </a:cubicBezTo>
                  <a:cubicBezTo>
                    <a:pt x="23321" y="103460"/>
                    <a:pt x="46045" y="123437"/>
                    <a:pt x="73851" y="123437"/>
                  </a:cubicBezTo>
                  <a:lnTo>
                    <a:pt x="74150" y="123437"/>
                  </a:lnTo>
                  <a:cubicBezTo>
                    <a:pt x="101957" y="123437"/>
                    <a:pt x="124979" y="103162"/>
                    <a:pt x="124979" y="74837"/>
                  </a:cubicBezTo>
                  <a:cubicBezTo>
                    <a:pt x="124979" y="46512"/>
                    <a:pt x="102256" y="26536"/>
                    <a:pt x="74449" y="26536"/>
                  </a:cubicBezTo>
                  <a:lnTo>
                    <a:pt x="74449" y="265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6EF9BDF-3021-15F5-7909-EC93292B65B3}"/>
                </a:ext>
              </a:extLst>
            </p:cNvPr>
            <p:cNvSpPr/>
            <p:nvPr/>
          </p:nvSpPr>
          <p:spPr>
            <a:xfrm>
              <a:off x="9313753" y="1441350"/>
              <a:ext cx="142919" cy="129399"/>
            </a:xfrm>
            <a:custGeom>
              <a:avLst/>
              <a:gdLst>
                <a:gd name="connsiteX0" fmla="*/ 0 w 142919"/>
                <a:gd name="connsiteY0" fmla="*/ 129400 h 129399"/>
                <a:gd name="connsiteX1" fmla="*/ 0 w 142919"/>
                <a:gd name="connsiteY1" fmla="*/ 76030 h 129399"/>
                <a:gd name="connsiteX2" fmla="*/ 71160 w 142919"/>
                <a:gd name="connsiteY2" fmla="*/ 0 h 129399"/>
                <a:gd name="connsiteX3" fmla="*/ 71460 w 142919"/>
                <a:gd name="connsiteY3" fmla="*/ 0 h 129399"/>
                <a:gd name="connsiteX4" fmla="*/ 142919 w 142919"/>
                <a:gd name="connsiteY4" fmla="*/ 76030 h 129399"/>
                <a:gd name="connsiteX5" fmla="*/ 142919 w 142919"/>
                <a:gd name="connsiteY5" fmla="*/ 129400 h 129399"/>
                <a:gd name="connsiteX6" fmla="*/ 0 w 142919"/>
                <a:gd name="connsiteY6" fmla="*/ 129400 h 129399"/>
                <a:gd name="connsiteX7" fmla="*/ 120196 w 142919"/>
                <a:gd name="connsiteY7" fmla="*/ 76030 h 129399"/>
                <a:gd name="connsiteX8" fmla="*/ 72058 w 142919"/>
                <a:gd name="connsiteY8" fmla="*/ 26238 h 129399"/>
                <a:gd name="connsiteX9" fmla="*/ 71759 w 142919"/>
                <a:gd name="connsiteY9" fmla="*/ 26238 h 129399"/>
                <a:gd name="connsiteX10" fmla="*/ 23023 w 142919"/>
                <a:gd name="connsiteY10" fmla="*/ 76030 h 129399"/>
                <a:gd name="connsiteX11" fmla="*/ 23023 w 142919"/>
                <a:gd name="connsiteY11" fmla="*/ 104355 h 129399"/>
                <a:gd name="connsiteX12" fmla="*/ 120494 w 142919"/>
                <a:gd name="connsiteY12" fmla="*/ 104355 h 129399"/>
                <a:gd name="connsiteX13" fmla="*/ 120494 w 142919"/>
                <a:gd name="connsiteY13" fmla="*/ 76030 h 129399"/>
                <a:gd name="connsiteX14" fmla="*/ 120196 w 142919"/>
                <a:gd name="connsiteY14" fmla="*/ 76030 h 12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919" h="129399">
                  <a:moveTo>
                    <a:pt x="0" y="129400"/>
                  </a:moveTo>
                  <a:lnTo>
                    <a:pt x="0" y="76030"/>
                  </a:lnTo>
                  <a:cubicBezTo>
                    <a:pt x="0" y="31008"/>
                    <a:pt x="30796" y="0"/>
                    <a:pt x="71160" y="0"/>
                  </a:cubicBezTo>
                  <a:lnTo>
                    <a:pt x="71460" y="0"/>
                  </a:lnTo>
                  <a:cubicBezTo>
                    <a:pt x="111824" y="0"/>
                    <a:pt x="142919" y="31008"/>
                    <a:pt x="142919" y="76030"/>
                  </a:cubicBezTo>
                  <a:lnTo>
                    <a:pt x="142919" y="129400"/>
                  </a:lnTo>
                  <a:lnTo>
                    <a:pt x="0" y="129400"/>
                  </a:lnTo>
                  <a:close/>
                  <a:moveTo>
                    <a:pt x="120196" y="76030"/>
                  </a:moveTo>
                  <a:cubicBezTo>
                    <a:pt x="120196" y="45916"/>
                    <a:pt x="99864" y="26238"/>
                    <a:pt x="72058" y="26238"/>
                  </a:cubicBezTo>
                  <a:lnTo>
                    <a:pt x="71759" y="26238"/>
                  </a:lnTo>
                  <a:cubicBezTo>
                    <a:pt x="43653" y="26238"/>
                    <a:pt x="23023" y="45916"/>
                    <a:pt x="23023" y="76030"/>
                  </a:cubicBezTo>
                  <a:lnTo>
                    <a:pt x="23023" y="104355"/>
                  </a:lnTo>
                  <a:lnTo>
                    <a:pt x="120494" y="104355"/>
                  </a:lnTo>
                  <a:lnTo>
                    <a:pt x="120494" y="76030"/>
                  </a:lnTo>
                  <a:lnTo>
                    <a:pt x="120196" y="7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D28AB58C-211F-3A4A-CC38-17F83F119109}"/>
                </a:ext>
              </a:extLst>
            </p:cNvPr>
            <p:cNvSpPr/>
            <p:nvPr/>
          </p:nvSpPr>
          <p:spPr>
            <a:xfrm>
              <a:off x="9311063" y="1319702"/>
              <a:ext cx="148010" cy="110615"/>
            </a:xfrm>
            <a:custGeom>
              <a:avLst/>
              <a:gdLst>
                <a:gd name="connsiteX0" fmla="*/ 125278 w 148010"/>
                <a:gd name="connsiteY0" fmla="*/ 110616 h 110615"/>
                <a:gd name="connsiteX1" fmla="*/ 107040 w 148010"/>
                <a:gd name="connsiteY1" fmla="*/ 95410 h 110615"/>
                <a:gd name="connsiteX2" fmla="*/ 125876 w 148010"/>
                <a:gd name="connsiteY2" fmla="*/ 50090 h 110615"/>
                <a:gd name="connsiteX3" fmla="*/ 107638 w 148010"/>
                <a:gd name="connsiteY3" fmla="*/ 24747 h 110615"/>
                <a:gd name="connsiteX4" fmla="*/ 107339 w 148010"/>
                <a:gd name="connsiteY4" fmla="*/ 24747 h 110615"/>
                <a:gd name="connsiteX5" fmla="*/ 85213 w 148010"/>
                <a:gd name="connsiteY5" fmla="*/ 57246 h 110615"/>
                <a:gd name="connsiteX6" fmla="*/ 42158 w 148010"/>
                <a:gd name="connsiteY6" fmla="*/ 105249 h 110615"/>
                <a:gd name="connsiteX7" fmla="*/ 41859 w 148010"/>
                <a:gd name="connsiteY7" fmla="*/ 105249 h 110615"/>
                <a:gd name="connsiteX8" fmla="*/ 0 w 148010"/>
                <a:gd name="connsiteY8" fmla="*/ 56053 h 110615"/>
                <a:gd name="connsiteX9" fmla="*/ 18239 w 148010"/>
                <a:gd name="connsiteY9" fmla="*/ 3876 h 110615"/>
                <a:gd name="connsiteX10" fmla="*/ 37374 w 148010"/>
                <a:gd name="connsiteY10" fmla="*/ 17591 h 110615"/>
                <a:gd name="connsiteX11" fmla="*/ 22425 w 148010"/>
                <a:gd name="connsiteY11" fmla="*/ 56650 h 110615"/>
                <a:gd name="connsiteX12" fmla="*/ 39467 w 148010"/>
                <a:gd name="connsiteY12" fmla="*/ 80204 h 110615"/>
                <a:gd name="connsiteX13" fmla="*/ 39766 w 148010"/>
                <a:gd name="connsiteY13" fmla="*/ 80204 h 110615"/>
                <a:gd name="connsiteX14" fmla="*/ 62490 w 148010"/>
                <a:gd name="connsiteY14" fmla="*/ 46214 h 110615"/>
                <a:gd name="connsiteX15" fmla="*/ 104648 w 148010"/>
                <a:gd name="connsiteY15" fmla="*/ 0 h 110615"/>
                <a:gd name="connsiteX16" fmla="*/ 104947 w 148010"/>
                <a:gd name="connsiteY16" fmla="*/ 0 h 110615"/>
                <a:gd name="connsiteX17" fmla="*/ 148002 w 148010"/>
                <a:gd name="connsiteY17" fmla="*/ 51283 h 110615"/>
                <a:gd name="connsiteX18" fmla="*/ 125278 w 148010"/>
                <a:gd name="connsiteY18" fmla="*/ 110616 h 110615"/>
                <a:gd name="connsiteX19" fmla="*/ 125278 w 148010"/>
                <a:gd name="connsiteY19" fmla="*/ 110616 h 11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8010" h="110615">
                  <a:moveTo>
                    <a:pt x="125278" y="110616"/>
                  </a:moveTo>
                  <a:lnTo>
                    <a:pt x="107040" y="95410"/>
                  </a:lnTo>
                  <a:cubicBezTo>
                    <a:pt x="119000" y="81695"/>
                    <a:pt x="125876" y="67980"/>
                    <a:pt x="125876" y="50090"/>
                  </a:cubicBezTo>
                  <a:cubicBezTo>
                    <a:pt x="125876" y="34586"/>
                    <a:pt x="118701" y="24747"/>
                    <a:pt x="107638" y="24747"/>
                  </a:cubicBezTo>
                  <a:lnTo>
                    <a:pt x="107339" y="24747"/>
                  </a:lnTo>
                  <a:cubicBezTo>
                    <a:pt x="97173" y="24747"/>
                    <a:pt x="91492" y="30412"/>
                    <a:pt x="85213" y="57246"/>
                  </a:cubicBezTo>
                  <a:cubicBezTo>
                    <a:pt x="77738" y="87956"/>
                    <a:pt x="68769" y="105249"/>
                    <a:pt x="42158" y="105249"/>
                  </a:cubicBezTo>
                  <a:lnTo>
                    <a:pt x="41859" y="105249"/>
                  </a:lnTo>
                  <a:cubicBezTo>
                    <a:pt x="17043" y="105249"/>
                    <a:pt x="0" y="84676"/>
                    <a:pt x="0" y="56053"/>
                  </a:cubicBezTo>
                  <a:cubicBezTo>
                    <a:pt x="0" y="35182"/>
                    <a:pt x="6279" y="18486"/>
                    <a:pt x="18239" y="3876"/>
                  </a:cubicBezTo>
                  <a:lnTo>
                    <a:pt x="37374" y="17591"/>
                  </a:lnTo>
                  <a:cubicBezTo>
                    <a:pt x="27806" y="30412"/>
                    <a:pt x="22425" y="43531"/>
                    <a:pt x="22425" y="56650"/>
                  </a:cubicBezTo>
                  <a:cubicBezTo>
                    <a:pt x="22425" y="71558"/>
                    <a:pt x="29899" y="80204"/>
                    <a:pt x="39467" y="80204"/>
                  </a:cubicBezTo>
                  <a:lnTo>
                    <a:pt x="39766" y="80204"/>
                  </a:lnTo>
                  <a:cubicBezTo>
                    <a:pt x="50829" y="80204"/>
                    <a:pt x="55912" y="73645"/>
                    <a:pt x="62490" y="46214"/>
                  </a:cubicBezTo>
                  <a:cubicBezTo>
                    <a:pt x="69965" y="15802"/>
                    <a:pt x="80728" y="0"/>
                    <a:pt x="104648" y="0"/>
                  </a:cubicBezTo>
                  <a:lnTo>
                    <a:pt x="104947" y="0"/>
                  </a:lnTo>
                  <a:cubicBezTo>
                    <a:pt x="131856" y="0"/>
                    <a:pt x="148002" y="21169"/>
                    <a:pt x="148002" y="51283"/>
                  </a:cubicBezTo>
                  <a:cubicBezTo>
                    <a:pt x="148301" y="72750"/>
                    <a:pt x="140527" y="93323"/>
                    <a:pt x="125278" y="110616"/>
                  </a:cubicBezTo>
                  <a:lnTo>
                    <a:pt x="125278" y="1106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EB18D75-C4EB-1E2E-124D-C6F061E4DA98}"/>
                </a:ext>
              </a:extLst>
            </p:cNvPr>
            <p:cNvSpPr/>
            <p:nvPr/>
          </p:nvSpPr>
          <p:spPr>
            <a:xfrm>
              <a:off x="8537865" y="1319106"/>
              <a:ext cx="327996" cy="340494"/>
            </a:xfrm>
            <a:custGeom>
              <a:avLst/>
              <a:gdLst>
                <a:gd name="connsiteX0" fmla="*/ 0 w 327996"/>
                <a:gd name="connsiteY0" fmla="*/ 171142 h 340494"/>
                <a:gd name="connsiteX1" fmla="*/ 0 w 327996"/>
                <a:gd name="connsiteY1" fmla="*/ 170247 h 340494"/>
                <a:gd name="connsiteX2" fmla="*/ 180293 w 327996"/>
                <a:gd name="connsiteY2" fmla="*/ 0 h 340494"/>
                <a:gd name="connsiteX3" fmla="*/ 316933 w 327996"/>
                <a:gd name="connsiteY3" fmla="*/ 49494 h 340494"/>
                <a:gd name="connsiteX4" fmla="*/ 255939 w 327996"/>
                <a:gd name="connsiteY4" fmla="*/ 123139 h 340494"/>
                <a:gd name="connsiteX5" fmla="*/ 183582 w 327996"/>
                <a:gd name="connsiteY5" fmla="*/ 94814 h 340494"/>
                <a:gd name="connsiteX6" fmla="*/ 110329 w 327996"/>
                <a:gd name="connsiteY6" fmla="*/ 171738 h 340494"/>
                <a:gd name="connsiteX7" fmla="*/ 110329 w 327996"/>
                <a:gd name="connsiteY7" fmla="*/ 172633 h 340494"/>
                <a:gd name="connsiteX8" fmla="*/ 188366 w 327996"/>
                <a:gd name="connsiteY8" fmla="*/ 250451 h 340494"/>
                <a:gd name="connsiteX9" fmla="*/ 225740 w 327996"/>
                <a:gd name="connsiteY9" fmla="*/ 242997 h 340494"/>
                <a:gd name="connsiteX10" fmla="*/ 225740 w 327996"/>
                <a:gd name="connsiteY10" fmla="*/ 210200 h 340494"/>
                <a:gd name="connsiteX11" fmla="*/ 169829 w 327996"/>
                <a:gd name="connsiteY11" fmla="*/ 210200 h 340494"/>
                <a:gd name="connsiteX12" fmla="*/ 169829 w 327996"/>
                <a:gd name="connsiteY12" fmla="*/ 140133 h 340494"/>
                <a:gd name="connsiteX13" fmla="*/ 327996 w 327996"/>
                <a:gd name="connsiteY13" fmla="*/ 140133 h 340494"/>
                <a:gd name="connsiteX14" fmla="*/ 327996 w 327996"/>
                <a:gd name="connsiteY14" fmla="*/ 291597 h 340494"/>
                <a:gd name="connsiteX15" fmla="*/ 183881 w 327996"/>
                <a:gd name="connsiteY15" fmla="*/ 340495 h 340494"/>
                <a:gd name="connsiteX16" fmla="*/ 0 w 327996"/>
                <a:gd name="connsiteY16" fmla="*/ 171142 h 340494"/>
                <a:gd name="connsiteX17" fmla="*/ 0 w 327996"/>
                <a:gd name="connsiteY17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7996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2750"/>
                    <a:pt x="77140" y="0"/>
                    <a:pt x="180293" y="0"/>
                  </a:cubicBezTo>
                  <a:cubicBezTo>
                    <a:pt x="236205" y="0"/>
                    <a:pt x="281652" y="18784"/>
                    <a:pt x="316933" y="49494"/>
                  </a:cubicBezTo>
                  <a:lnTo>
                    <a:pt x="255939" y="123139"/>
                  </a:lnTo>
                  <a:cubicBezTo>
                    <a:pt x="234411" y="104951"/>
                    <a:pt x="210791" y="94814"/>
                    <a:pt x="183582" y="94814"/>
                  </a:cubicBezTo>
                  <a:cubicBezTo>
                    <a:pt x="141125" y="94814"/>
                    <a:pt x="110329" y="127611"/>
                    <a:pt x="110329" y="171738"/>
                  </a:cubicBezTo>
                  <a:lnTo>
                    <a:pt x="110329" y="172633"/>
                  </a:lnTo>
                  <a:cubicBezTo>
                    <a:pt x="110329" y="218847"/>
                    <a:pt x="142620" y="250451"/>
                    <a:pt x="188366" y="250451"/>
                  </a:cubicBezTo>
                  <a:cubicBezTo>
                    <a:pt x="206904" y="250451"/>
                    <a:pt x="217369" y="247768"/>
                    <a:pt x="225740" y="242997"/>
                  </a:cubicBezTo>
                  <a:lnTo>
                    <a:pt x="225740" y="210200"/>
                  </a:lnTo>
                  <a:lnTo>
                    <a:pt x="169829" y="210200"/>
                  </a:lnTo>
                  <a:lnTo>
                    <a:pt x="169829" y="140133"/>
                  </a:lnTo>
                  <a:lnTo>
                    <a:pt x="327996" y="140133"/>
                  </a:lnTo>
                  <a:lnTo>
                    <a:pt x="327996" y="291597"/>
                  </a:lnTo>
                  <a:cubicBezTo>
                    <a:pt x="292416" y="320518"/>
                    <a:pt x="243082" y="340495"/>
                    <a:pt x="183881" y="340495"/>
                  </a:cubicBezTo>
                  <a:cubicBezTo>
                    <a:pt x="81625" y="340495"/>
                    <a:pt x="0" y="272217"/>
                    <a:pt x="0" y="171142"/>
                  </a:cubicBezTo>
                  <a:lnTo>
                    <a:pt x="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920299D-7068-13B5-5406-388956E4A80B}"/>
                </a:ext>
              </a:extLst>
            </p:cNvPr>
            <p:cNvSpPr/>
            <p:nvPr/>
          </p:nvSpPr>
          <p:spPr>
            <a:xfrm>
              <a:off x="8897255" y="1319106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16B9D0A-52F6-A45A-9A2B-A07A5E344417}"/>
                </a:ext>
              </a:extLst>
            </p:cNvPr>
            <p:cNvSpPr/>
            <p:nvPr/>
          </p:nvSpPr>
          <p:spPr>
            <a:xfrm>
              <a:off x="8897255" y="1688223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264C07C-C57E-2633-06AF-2AAA34275621}"/>
                </a:ext>
              </a:extLst>
            </p:cNvPr>
            <p:cNvSpPr/>
            <p:nvPr/>
          </p:nvSpPr>
          <p:spPr>
            <a:xfrm>
              <a:off x="8550721" y="1694782"/>
              <a:ext cx="327398" cy="327375"/>
            </a:xfrm>
            <a:custGeom>
              <a:avLst/>
              <a:gdLst>
                <a:gd name="connsiteX0" fmla="*/ 327398 w 327398"/>
                <a:gd name="connsiteY0" fmla="*/ 0 h 327375"/>
                <a:gd name="connsiteX1" fmla="*/ 0 w 327398"/>
                <a:gd name="connsiteY1" fmla="*/ 0 h 327375"/>
                <a:gd name="connsiteX2" fmla="*/ 0 w 327398"/>
                <a:gd name="connsiteY2" fmla="*/ 93323 h 327375"/>
                <a:gd name="connsiteX3" fmla="*/ 109731 w 327398"/>
                <a:gd name="connsiteY3" fmla="*/ 93323 h 327375"/>
                <a:gd name="connsiteX4" fmla="*/ 109731 w 327398"/>
                <a:gd name="connsiteY4" fmla="*/ 327376 h 327375"/>
                <a:gd name="connsiteX5" fmla="*/ 217369 w 327398"/>
                <a:gd name="connsiteY5" fmla="*/ 327376 h 327375"/>
                <a:gd name="connsiteX6" fmla="*/ 217369 w 327398"/>
                <a:gd name="connsiteY6" fmla="*/ 93323 h 327375"/>
                <a:gd name="connsiteX7" fmla="*/ 327398 w 327398"/>
                <a:gd name="connsiteY7" fmla="*/ 93323 h 327375"/>
                <a:gd name="connsiteX8" fmla="*/ 327398 w 327398"/>
                <a:gd name="connsiteY8" fmla="*/ 0 h 3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398" h="327375">
                  <a:moveTo>
                    <a:pt x="327398" y="0"/>
                  </a:moveTo>
                  <a:lnTo>
                    <a:pt x="0" y="0"/>
                  </a:lnTo>
                  <a:lnTo>
                    <a:pt x="0" y="93323"/>
                  </a:lnTo>
                  <a:lnTo>
                    <a:pt x="109731" y="93323"/>
                  </a:lnTo>
                  <a:lnTo>
                    <a:pt x="109731" y="327376"/>
                  </a:lnTo>
                  <a:lnTo>
                    <a:pt x="217369" y="327376"/>
                  </a:lnTo>
                  <a:lnTo>
                    <a:pt x="217369" y="93323"/>
                  </a:lnTo>
                  <a:lnTo>
                    <a:pt x="327398" y="93323"/>
                  </a:lnTo>
                  <a:lnTo>
                    <a:pt x="327398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6E0961C-9EDB-8404-8AD2-D4ED50E6A544}"/>
              </a:ext>
            </a:extLst>
          </p:cNvPr>
          <p:cNvCxnSpPr>
            <a:cxnSpLocks/>
          </p:cNvCxnSpPr>
          <p:nvPr/>
        </p:nvCxnSpPr>
        <p:spPr>
          <a:xfrm>
            <a:off x="10644647" y="536115"/>
            <a:ext cx="0" cy="620137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outerShdw blurRad="693498" dist="50800" dir="5400000" algn="ctr" rotWithShape="0">
              <a:srgbClr val="000000">
                <a:alpha val="77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656786E-F1B8-0D24-5425-296C8C3C5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9525" y="6324113"/>
            <a:ext cx="2743200" cy="12311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09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pos="650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ed Breaker B | McAlister'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7">
            <a:extLst>
              <a:ext uri="{FF2B5EF4-FFF2-40B4-BE49-F238E27FC236}">
                <a16:creationId xmlns:a16="http://schemas.microsoft.com/office/drawing/2014/main" id="{5DB852FE-0DA1-DEB9-20A6-DB3774CD476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E9A5DEA-551A-EAC6-60D5-35070A154212}"/>
              </a:ext>
            </a:extLst>
          </p:cNvPr>
          <p:cNvSpPr/>
          <p:nvPr/>
        </p:nvSpPr>
        <p:spPr>
          <a:xfrm>
            <a:off x="-1" y="2463800"/>
            <a:ext cx="5092701" cy="193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ABA2A4C-3843-6A3D-FEFB-654F81260F2F}"/>
              </a:ext>
            </a:extLst>
          </p:cNvPr>
          <p:cNvGrpSpPr/>
          <p:nvPr/>
        </p:nvGrpSpPr>
        <p:grpSpPr>
          <a:xfrm>
            <a:off x="3385034" y="3023516"/>
            <a:ext cx="1072064" cy="825817"/>
            <a:chOff x="8537865" y="1319106"/>
            <a:chExt cx="921208" cy="709611"/>
          </a:xfrm>
          <a:solidFill>
            <a:schemeClr val="tx2"/>
          </a:solidFill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B8CED8F-0147-29EA-1692-DA47A4E3AE98}"/>
                </a:ext>
              </a:extLst>
            </p:cNvPr>
            <p:cNvSpPr/>
            <p:nvPr/>
          </p:nvSpPr>
          <p:spPr>
            <a:xfrm>
              <a:off x="9313753" y="1915716"/>
              <a:ext cx="142919" cy="106441"/>
            </a:xfrm>
            <a:custGeom>
              <a:avLst/>
              <a:gdLst>
                <a:gd name="connsiteX0" fmla="*/ 0 w 142919"/>
                <a:gd name="connsiteY0" fmla="*/ 106442 h 106441"/>
                <a:gd name="connsiteX1" fmla="*/ 142919 w 142919"/>
                <a:gd name="connsiteY1" fmla="*/ 106442 h 106441"/>
                <a:gd name="connsiteX2" fmla="*/ 142919 w 142919"/>
                <a:gd name="connsiteY2" fmla="*/ 81397 h 106441"/>
                <a:gd name="connsiteX3" fmla="*/ 84914 w 142919"/>
                <a:gd name="connsiteY3" fmla="*/ 81397 h 106441"/>
                <a:gd name="connsiteX4" fmla="*/ 84914 w 142919"/>
                <a:gd name="connsiteY4" fmla="*/ 9243 h 106441"/>
                <a:gd name="connsiteX5" fmla="*/ 61892 w 142919"/>
                <a:gd name="connsiteY5" fmla="*/ 9243 h 106441"/>
                <a:gd name="connsiteX6" fmla="*/ 61892 w 142919"/>
                <a:gd name="connsiteY6" fmla="*/ 81397 h 106441"/>
                <a:gd name="connsiteX7" fmla="*/ 22724 w 142919"/>
                <a:gd name="connsiteY7" fmla="*/ 81397 h 106441"/>
                <a:gd name="connsiteX8" fmla="*/ 22724 w 142919"/>
                <a:gd name="connsiteY8" fmla="*/ 0 h 106441"/>
                <a:gd name="connsiteX9" fmla="*/ 0 w 142919"/>
                <a:gd name="connsiteY9" fmla="*/ 0 h 106441"/>
                <a:gd name="connsiteX10" fmla="*/ 0 w 142919"/>
                <a:gd name="connsiteY10" fmla="*/ 106442 h 10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19" h="106441">
                  <a:moveTo>
                    <a:pt x="0" y="106442"/>
                  </a:moveTo>
                  <a:lnTo>
                    <a:pt x="142919" y="106442"/>
                  </a:lnTo>
                  <a:lnTo>
                    <a:pt x="142919" y="81397"/>
                  </a:lnTo>
                  <a:lnTo>
                    <a:pt x="84914" y="81397"/>
                  </a:lnTo>
                  <a:lnTo>
                    <a:pt x="84914" y="9243"/>
                  </a:lnTo>
                  <a:lnTo>
                    <a:pt x="61892" y="9243"/>
                  </a:lnTo>
                  <a:lnTo>
                    <a:pt x="61892" y="81397"/>
                  </a:lnTo>
                  <a:lnTo>
                    <a:pt x="22724" y="81397"/>
                  </a:lnTo>
                  <a:lnTo>
                    <a:pt x="22724" y="0"/>
                  </a:lnTo>
                  <a:lnTo>
                    <a:pt x="0" y="0"/>
                  </a:lnTo>
                  <a:lnTo>
                    <a:pt x="0" y="1064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44EB43C-60A5-3DBE-6D06-EA63F777E932}"/>
                </a:ext>
              </a:extLst>
            </p:cNvPr>
            <p:cNvSpPr/>
            <p:nvPr/>
          </p:nvSpPr>
          <p:spPr>
            <a:xfrm>
              <a:off x="9311063" y="1755010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238 h 149674"/>
                <a:gd name="connsiteX9" fmla="*/ 74150 w 148003"/>
                <a:gd name="connsiteY9" fmla="*/ 26238 h 149674"/>
                <a:gd name="connsiteX10" fmla="*/ 23321 w 148003"/>
                <a:gd name="connsiteY10" fmla="*/ 74837 h 149674"/>
                <a:gd name="connsiteX11" fmla="*/ 73851 w 148003"/>
                <a:gd name="connsiteY11" fmla="*/ 123139 h 149674"/>
                <a:gd name="connsiteX12" fmla="*/ 74150 w 148003"/>
                <a:gd name="connsiteY12" fmla="*/ 123139 h 149674"/>
                <a:gd name="connsiteX13" fmla="*/ 124979 w 148003"/>
                <a:gd name="connsiteY13" fmla="*/ 74539 h 149674"/>
                <a:gd name="connsiteX14" fmla="*/ 74449 w 148003"/>
                <a:gd name="connsiteY14" fmla="*/ 26238 h 149674"/>
                <a:gd name="connsiteX15" fmla="*/ 74449 w 148003"/>
                <a:gd name="connsiteY15" fmla="*/ 26238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238"/>
                  </a:moveTo>
                  <a:lnTo>
                    <a:pt x="74150" y="26238"/>
                  </a:lnTo>
                  <a:cubicBezTo>
                    <a:pt x="46344" y="26238"/>
                    <a:pt x="23321" y="46512"/>
                    <a:pt x="23321" y="74837"/>
                  </a:cubicBezTo>
                  <a:cubicBezTo>
                    <a:pt x="23321" y="103162"/>
                    <a:pt x="46045" y="123139"/>
                    <a:pt x="73851" y="123139"/>
                  </a:cubicBezTo>
                  <a:lnTo>
                    <a:pt x="74150" y="123139"/>
                  </a:lnTo>
                  <a:cubicBezTo>
                    <a:pt x="101957" y="123139"/>
                    <a:pt x="124979" y="102864"/>
                    <a:pt x="124979" y="74539"/>
                  </a:cubicBezTo>
                  <a:cubicBezTo>
                    <a:pt x="124979" y="46214"/>
                    <a:pt x="102256" y="26238"/>
                    <a:pt x="74449" y="26238"/>
                  </a:cubicBezTo>
                  <a:lnTo>
                    <a:pt x="74449" y="2623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6FF6818-1339-1037-E4B7-287AEF93F922}"/>
                </a:ext>
              </a:extLst>
            </p:cNvPr>
            <p:cNvSpPr/>
            <p:nvPr/>
          </p:nvSpPr>
          <p:spPr>
            <a:xfrm>
              <a:off x="9311063" y="1591024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536 h 149674"/>
                <a:gd name="connsiteX9" fmla="*/ 74150 w 148003"/>
                <a:gd name="connsiteY9" fmla="*/ 26536 h 149674"/>
                <a:gd name="connsiteX10" fmla="*/ 23321 w 148003"/>
                <a:gd name="connsiteY10" fmla="*/ 75135 h 149674"/>
                <a:gd name="connsiteX11" fmla="*/ 73851 w 148003"/>
                <a:gd name="connsiteY11" fmla="*/ 123437 h 149674"/>
                <a:gd name="connsiteX12" fmla="*/ 74150 w 148003"/>
                <a:gd name="connsiteY12" fmla="*/ 123437 h 149674"/>
                <a:gd name="connsiteX13" fmla="*/ 124979 w 148003"/>
                <a:gd name="connsiteY13" fmla="*/ 74837 h 149674"/>
                <a:gd name="connsiteX14" fmla="*/ 74449 w 148003"/>
                <a:gd name="connsiteY14" fmla="*/ 26536 h 149674"/>
                <a:gd name="connsiteX15" fmla="*/ 74449 w 148003"/>
                <a:gd name="connsiteY15" fmla="*/ 26536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536"/>
                  </a:moveTo>
                  <a:lnTo>
                    <a:pt x="74150" y="26536"/>
                  </a:lnTo>
                  <a:cubicBezTo>
                    <a:pt x="46344" y="26536"/>
                    <a:pt x="23321" y="46811"/>
                    <a:pt x="23321" y="75135"/>
                  </a:cubicBezTo>
                  <a:cubicBezTo>
                    <a:pt x="23321" y="103460"/>
                    <a:pt x="46045" y="123437"/>
                    <a:pt x="73851" y="123437"/>
                  </a:cubicBezTo>
                  <a:lnTo>
                    <a:pt x="74150" y="123437"/>
                  </a:lnTo>
                  <a:cubicBezTo>
                    <a:pt x="101957" y="123437"/>
                    <a:pt x="124979" y="103162"/>
                    <a:pt x="124979" y="74837"/>
                  </a:cubicBezTo>
                  <a:cubicBezTo>
                    <a:pt x="124979" y="46512"/>
                    <a:pt x="102256" y="26536"/>
                    <a:pt x="74449" y="26536"/>
                  </a:cubicBezTo>
                  <a:lnTo>
                    <a:pt x="74449" y="265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9EB07EB-0BED-362C-296F-02283306515D}"/>
                </a:ext>
              </a:extLst>
            </p:cNvPr>
            <p:cNvSpPr/>
            <p:nvPr/>
          </p:nvSpPr>
          <p:spPr>
            <a:xfrm>
              <a:off x="9313753" y="1441350"/>
              <a:ext cx="142919" cy="129399"/>
            </a:xfrm>
            <a:custGeom>
              <a:avLst/>
              <a:gdLst>
                <a:gd name="connsiteX0" fmla="*/ 0 w 142919"/>
                <a:gd name="connsiteY0" fmla="*/ 129400 h 129399"/>
                <a:gd name="connsiteX1" fmla="*/ 0 w 142919"/>
                <a:gd name="connsiteY1" fmla="*/ 76030 h 129399"/>
                <a:gd name="connsiteX2" fmla="*/ 71160 w 142919"/>
                <a:gd name="connsiteY2" fmla="*/ 0 h 129399"/>
                <a:gd name="connsiteX3" fmla="*/ 71460 w 142919"/>
                <a:gd name="connsiteY3" fmla="*/ 0 h 129399"/>
                <a:gd name="connsiteX4" fmla="*/ 142919 w 142919"/>
                <a:gd name="connsiteY4" fmla="*/ 76030 h 129399"/>
                <a:gd name="connsiteX5" fmla="*/ 142919 w 142919"/>
                <a:gd name="connsiteY5" fmla="*/ 129400 h 129399"/>
                <a:gd name="connsiteX6" fmla="*/ 0 w 142919"/>
                <a:gd name="connsiteY6" fmla="*/ 129400 h 129399"/>
                <a:gd name="connsiteX7" fmla="*/ 120196 w 142919"/>
                <a:gd name="connsiteY7" fmla="*/ 76030 h 129399"/>
                <a:gd name="connsiteX8" fmla="*/ 72058 w 142919"/>
                <a:gd name="connsiteY8" fmla="*/ 26238 h 129399"/>
                <a:gd name="connsiteX9" fmla="*/ 71759 w 142919"/>
                <a:gd name="connsiteY9" fmla="*/ 26238 h 129399"/>
                <a:gd name="connsiteX10" fmla="*/ 23023 w 142919"/>
                <a:gd name="connsiteY10" fmla="*/ 76030 h 129399"/>
                <a:gd name="connsiteX11" fmla="*/ 23023 w 142919"/>
                <a:gd name="connsiteY11" fmla="*/ 104355 h 129399"/>
                <a:gd name="connsiteX12" fmla="*/ 120494 w 142919"/>
                <a:gd name="connsiteY12" fmla="*/ 104355 h 129399"/>
                <a:gd name="connsiteX13" fmla="*/ 120494 w 142919"/>
                <a:gd name="connsiteY13" fmla="*/ 76030 h 129399"/>
                <a:gd name="connsiteX14" fmla="*/ 120196 w 142919"/>
                <a:gd name="connsiteY14" fmla="*/ 76030 h 12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919" h="129399">
                  <a:moveTo>
                    <a:pt x="0" y="129400"/>
                  </a:moveTo>
                  <a:lnTo>
                    <a:pt x="0" y="76030"/>
                  </a:lnTo>
                  <a:cubicBezTo>
                    <a:pt x="0" y="31008"/>
                    <a:pt x="30796" y="0"/>
                    <a:pt x="71160" y="0"/>
                  </a:cubicBezTo>
                  <a:lnTo>
                    <a:pt x="71460" y="0"/>
                  </a:lnTo>
                  <a:cubicBezTo>
                    <a:pt x="111824" y="0"/>
                    <a:pt x="142919" y="31008"/>
                    <a:pt x="142919" y="76030"/>
                  </a:cubicBezTo>
                  <a:lnTo>
                    <a:pt x="142919" y="129400"/>
                  </a:lnTo>
                  <a:lnTo>
                    <a:pt x="0" y="129400"/>
                  </a:lnTo>
                  <a:close/>
                  <a:moveTo>
                    <a:pt x="120196" y="76030"/>
                  </a:moveTo>
                  <a:cubicBezTo>
                    <a:pt x="120196" y="45916"/>
                    <a:pt x="99864" y="26238"/>
                    <a:pt x="72058" y="26238"/>
                  </a:cubicBezTo>
                  <a:lnTo>
                    <a:pt x="71759" y="26238"/>
                  </a:lnTo>
                  <a:cubicBezTo>
                    <a:pt x="43653" y="26238"/>
                    <a:pt x="23023" y="45916"/>
                    <a:pt x="23023" y="76030"/>
                  </a:cubicBezTo>
                  <a:lnTo>
                    <a:pt x="23023" y="104355"/>
                  </a:lnTo>
                  <a:lnTo>
                    <a:pt x="120494" y="104355"/>
                  </a:lnTo>
                  <a:lnTo>
                    <a:pt x="120494" y="76030"/>
                  </a:lnTo>
                  <a:lnTo>
                    <a:pt x="120196" y="7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D28018D1-9C36-E9B5-0628-8BCD1C149316}"/>
                </a:ext>
              </a:extLst>
            </p:cNvPr>
            <p:cNvSpPr/>
            <p:nvPr/>
          </p:nvSpPr>
          <p:spPr>
            <a:xfrm>
              <a:off x="9311063" y="1319702"/>
              <a:ext cx="148010" cy="110615"/>
            </a:xfrm>
            <a:custGeom>
              <a:avLst/>
              <a:gdLst>
                <a:gd name="connsiteX0" fmla="*/ 125278 w 148010"/>
                <a:gd name="connsiteY0" fmla="*/ 110616 h 110615"/>
                <a:gd name="connsiteX1" fmla="*/ 107040 w 148010"/>
                <a:gd name="connsiteY1" fmla="*/ 95410 h 110615"/>
                <a:gd name="connsiteX2" fmla="*/ 125876 w 148010"/>
                <a:gd name="connsiteY2" fmla="*/ 50090 h 110615"/>
                <a:gd name="connsiteX3" fmla="*/ 107638 w 148010"/>
                <a:gd name="connsiteY3" fmla="*/ 24747 h 110615"/>
                <a:gd name="connsiteX4" fmla="*/ 107339 w 148010"/>
                <a:gd name="connsiteY4" fmla="*/ 24747 h 110615"/>
                <a:gd name="connsiteX5" fmla="*/ 85213 w 148010"/>
                <a:gd name="connsiteY5" fmla="*/ 57246 h 110615"/>
                <a:gd name="connsiteX6" fmla="*/ 42158 w 148010"/>
                <a:gd name="connsiteY6" fmla="*/ 105249 h 110615"/>
                <a:gd name="connsiteX7" fmla="*/ 41859 w 148010"/>
                <a:gd name="connsiteY7" fmla="*/ 105249 h 110615"/>
                <a:gd name="connsiteX8" fmla="*/ 0 w 148010"/>
                <a:gd name="connsiteY8" fmla="*/ 56053 h 110615"/>
                <a:gd name="connsiteX9" fmla="*/ 18239 w 148010"/>
                <a:gd name="connsiteY9" fmla="*/ 3876 h 110615"/>
                <a:gd name="connsiteX10" fmla="*/ 37374 w 148010"/>
                <a:gd name="connsiteY10" fmla="*/ 17591 h 110615"/>
                <a:gd name="connsiteX11" fmla="*/ 22425 w 148010"/>
                <a:gd name="connsiteY11" fmla="*/ 56650 h 110615"/>
                <a:gd name="connsiteX12" fmla="*/ 39467 w 148010"/>
                <a:gd name="connsiteY12" fmla="*/ 80204 h 110615"/>
                <a:gd name="connsiteX13" fmla="*/ 39766 w 148010"/>
                <a:gd name="connsiteY13" fmla="*/ 80204 h 110615"/>
                <a:gd name="connsiteX14" fmla="*/ 62490 w 148010"/>
                <a:gd name="connsiteY14" fmla="*/ 46214 h 110615"/>
                <a:gd name="connsiteX15" fmla="*/ 104648 w 148010"/>
                <a:gd name="connsiteY15" fmla="*/ 0 h 110615"/>
                <a:gd name="connsiteX16" fmla="*/ 104947 w 148010"/>
                <a:gd name="connsiteY16" fmla="*/ 0 h 110615"/>
                <a:gd name="connsiteX17" fmla="*/ 148002 w 148010"/>
                <a:gd name="connsiteY17" fmla="*/ 51283 h 110615"/>
                <a:gd name="connsiteX18" fmla="*/ 125278 w 148010"/>
                <a:gd name="connsiteY18" fmla="*/ 110616 h 110615"/>
                <a:gd name="connsiteX19" fmla="*/ 125278 w 148010"/>
                <a:gd name="connsiteY19" fmla="*/ 110616 h 11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8010" h="110615">
                  <a:moveTo>
                    <a:pt x="125278" y="110616"/>
                  </a:moveTo>
                  <a:lnTo>
                    <a:pt x="107040" y="95410"/>
                  </a:lnTo>
                  <a:cubicBezTo>
                    <a:pt x="119000" y="81695"/>
                    <a:pt x="125876" y="67980"/>
                    <a:pt x="125876" y="50090"/>
                  </a:cubicBezTo>
                  <a:cubicBezTo>
                    <a:pt x="125876" y="34586"/>
                    <a:pt x="118701" y="24747"/>
                    <a:pt x="107638" y="24747"/>
                  </a:cubicBezTo>
                  <a:lnTo>
                    <a:pt x="107339" y="24747"/>
                  </a:lnTo>
                  <a:cubicBezTo>
                    <a:pt x="97173" y="24747"/>
                    <a:pt x="91492" y="30412"/>
                    <a:pt x="85213" y="57246"/>
                  </a:cubicBezTo>
                  <a:cubicBezTo>
                    <a:pt x="77738" y="87956"/>
                    <a:pt x="68769" y="105249"/>
                    <a:pt x="42158" y="105249"/>
                  </a:cubicBezTo>
                  <a:lnTo>
                    <a:pt x="41859" y="105249"/>
                  </a:lnTo>
                  <a:cubicBezTo>
                    <a:pt x="17043" y="105249"/>
                    <a:pt x="0" y="84676"/>
                    <a:pt x="0" y="56053"/>
                  </a:cubicBezTo>
                  <a:cubicBezTo>
                    <a:pt x="0" y="35182"/>
                    <a:pt x="6279" y="18486"/>
                    <a:pt x="18239" y="3876"/>
                  </a:cubicBezTo>
                  <a:lnTo>
                    <a:pt x="37374" y="17591"/>
                  </a:lnTo>
                  <a:cubicBezTo>
                    <a:pt x="27806" y="30412"/>
                    <a:pt x="22425" y="43531"/>
                    <a:pt x="22425" y="56650"/>
                  </a:cubicBezTo>
                  <a:cubicBezTo>
                    <a:pt x="22425" y="71558"/>
                    <a:pt x="29899" y="80204"/>
                    <a:pt x="39467" y="80204"/>
                  </a:cubicBezTo>
                  <a:lnTo>
                    <a:pt x="39766" y="80204"/>
                  </a:lnTo>
                  <a:cubicBezTo>
                    <a:pt x="50829" y="80204"/>
                    <a:pt x="55912" y="73645"/>
                    <a:pt x="62490" y="46214"/>
                  </a:cubicBezTo>
                  <a:cubicBezTo>
                    <a:pt x="69965" y="15802"/>
                    <a:pt x="80728" y="0"/>
                    <a:pt x="104648" y="0"/>
                  </a:cubicBezTo>
                  <a:lnTo>
                    <a:pt x="104947" y="0"/>
                  </a:lnTo>
                  <a:cubicBezTo>
                    <a:pt x="131856" y="0"/>
                    <a:pt x="148002" y="21169"/>
                    <a:pt x="148002" y="51283"/>
                  </a:cubicBezTo>
                  <a:cubicBezTo>
                    <a:pt x="148301" y="72750"/>
                    <a:pt x="140527" y="93323"/>
                    <a:pt x="125278" y="110616"/>
                  </a:cubicBezTo>
                  <a:lnTo>
                    <a:pt x="125278" y="1106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A7702DA-2CFC-6921-3A49-A34749253E6C}"/>
                </a:ext>
              </a:extLst>
            </p:cNvPr>
            <p:cNvSpPr/>
            <p:nvPr/>
          </p:nvSpPr>
          <p:spPr>
            <a:xfrm>
              <a:off x="8537865" y="1319106"/>
              <a:ext cx="327996" cy="340494"/>
            </a:xfrm>
            <a:custGeom>
              <a:avLst/>
              <a:gdLst>
                <a:gd name="connsiteX0" fmla="*/ 0 w 327996"/>
                <a:gd name="connsiteY0" fmla="*/ 171142 h 340494"/>
                <a:gd name="connsiteX1" fmla="*/ 0 w 327996"/>
                <a:gd name="connsiteY1" fmla="*/ 170247 h 340494"/>
                <a:gd name="connsiteX2" fmla="*/ 180293 w 327996"/>
                <a:gd name="connsiteY2" fmla="*/ 0 h 340494"/>
                <a:gd name="connsiteX3" fmla="*/ 316933 w 327996"/>
                <a:gd name="connsiteY3" fmla="*/ 49494 h 340494"/>
                <a:gd name="connsiteX4" fmla="*/ 255939 w 327996"/>
                <a:gd name="connsiteY4" fmla="*/ 123139 h 340494"/>
                <a:gd name="connsiteX5" fmla="*/ 183582 w 327996"/>
                <a:gd name="connsiteY5" fmla="*/ 94814 h 340494"/>
                <a:gd name="connsiteX6" fmla="*/ 110329 w 327996"/>
                <a:gd name="connsiteY6" fmla="*/ 171738 h 340494"/>
                <a:gd name="connsiteX7" fmla="*/ 110329 w 327996"/>
                <a:gd name="connsiteY7" fmla="*/ 172633 h 340494"/>
                <a:gd name="connsiteX8" fmla="*/ 188366 w 327996"/>
                <a:gd name="connsiteY8" fmla="*/ 250451 h 340494"/>
                <a:gd name="connsiteX9" fmla="*/ 225740 w 327996"/>
                <a:gd name="connsiteY9" fmla="*/ 242997 h 340494"/>
                <a:gd name="connsiteX10" fmla="*/ 225740 w 327996"/>
                <a:gd name="connsiteY10" fmla="*/ 210200 h 340494"/>
                <a:gd name="connsiteX11" fmla="*/ 169829 w 327996"/>
                <a:gd name="connsiteY11" fmla="*/ 210200 h 340494"/>
                <a:gd name="connsiteX12" fmla="*/ 169829 w 327996"/>
                <a:gd name="connsiteY12" fmla="*/ 140133 h 340494"/>
                <a:gd name="connsiteX13" fmla="*/ 327996 w 327996"/>
                <a:gd name="connsiteY13" fmla="*/ 140133 h 340494"/>
                <a:gd name="connsiteX14" fmla="*/ 327996 w 327996"/>
                <a:gd name="connsiteY14" fmla="*/ 291597 h 340494"/>
                <a:gd name="connsiteX15" fmla="*/ 183881 w 327996"/>
                <a:gd name="connsiteY15" fmla="*/ 340495 h 340494"/>
                <a:gd name="connsiteX16" fmla="*/ 0 w 327996"/>
                <a:gd name="connsiteY16" fmla="*/ 171142 h 340494"/>
                <a:gd name="connsiteX17" fmla="*/ 0 w 327996"/>
                <a:gd name="connsiteY17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7996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2750"/>
                    <a:pt x="77140" y="0"/>
                    <a:pt x="180293" y="0"/>
                  </a:cubicBezTo>
                  <a:cubicBezTo>
                    <a:pt x="236205" y="0"/>
                    <a:pt x="281652" y="18784"/>
                    <a:pt x="316933" y="49494"/>
                  </a:cubicBezTo>
                  <a:lnTo>
                    <a:pt x="255939" y="123139"/>
                  </a:lnTo>
                  <a:cubicBezTo>
                    <a:pt x="234411" y="104951"/>
                    <a:pt x="210791" y="94814"/>
                    <a:pt x="183582" y="94814"/>
                  </a:cubicBezTo>
                  <a:cubicBezTo>
                    <a:pt x="141125" y="94814"/>
                    <a:pt x="110329" y="127611"/>
                    <a:pt x="110329" y="171738"/>
                  </a:cubicBezTo>
                  <a:lnTo>
                    <a:pt x="110329" y="172633"/>
                  </a:lnTo>
                  <a:cubicBezTo>
                    <a:pt x="110329" y="218847"/>
                    <a:pt x="142620" y="250451"/>
                    <a:pt x="188366" y="250451"/>
                  </a:cubicBezTo>
                  <a:cubicBezTo>
                    <a:pt x="206904" y="250451"/>
                    <a:pt x="217369" y="247768"/>
                    <a:pt x="225740" y="242997"/>
                  </a:cubicBezTo>
                  <a:lnTo>
                    <a:pt x="225740" y="210200"/>
                  </a:lnTo>
                  <a:lnTo>
                    <a:pt x="169829" y="210200"/>
                  </a:lnTo>
                  <a:lnTo>
                    <a:pt x="169829" y="140133"/>
                  </a:lnTo>
                  <a:lnTo>
                    <a:pt x="327996" y="140133"/>
                  </a:lnTo>
                  <a:lnTo>
                    <a:pt x="327996" y="291597"/>
                  </a:lnTo>
                  <a:cubicBezTo>
                    <a:pt x="292416" y="320518"/>
                    <a:pt x="243082" y="340495"/>
                    <a:pt x="183881" y="340495"/>
                  </a:cubicBezTo>
                  <a:cubicBezTo>
                    <a:pt x="81625" y="340495"/>
                    <a:pt x="0" y="272217"/>
                    <a:pt x="0" y="171142"/>
                  </a:cubicBezTo>
                  <a:lnTo>
                    <a:pt x="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E7C172B-6F0F-3ED7-515E-25D50C87A22E}"/>
                </a:ext>
              </a:extLst>
            </p:cNvPr>
            <p:cNvSpPr/>
            <p:nvPr/>
          </p:nvSpPr>
          <p:spPr>
            <a:xfrm>
              <a:off x="8897255" y="1319106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A3A4A488-D919-DF97-CB95-00499D33EC55}"/>
                </a:ext>
              </a:extLst>
            </p:cNvPr>
            <p:cNvSpPr/>
            <p:nvPr/>
          </p:nvSpPr>
          <p:spPr>
            <a:xfrm>
              <a:off x="8897255" y="1688223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9236616F-57EF-A41A-F851-0DBC5C8574B6}"/>
                </a:ext>
              </a:extLst>
            </p:cNvPr>
            <p:cNvSpPr/>
            <p:nvPr/>
          </p:nvSpPr>
          <p:spPr>
            <a:xfrm>
              <a:off x="8550721" y="1694782"/>
              <a:ext cx="327398" cy="327375"/>
            </a:xfrm>
            <a:custGeom>
              <a:avLst/>
              <a:gdLst>
                <a:gd name="connsiteX0" fmla="*/ 327398 w 327398"/>
                <a:gd name="connsiteY0" fmla="*/ 0 h 327375"/>
                <a:gd name="connsiteX1" fmla="*/ 0 w 327398"/>
                <a:gd name="connsiteY1" fmla="*/ 0 h 327375"/>
                <a:gd name="connsiteX2" fmla="*/ 0 w 327398"/>
                <a:gd name="connsiteY2" fmla="*/ 93323 h 327375"/>
                <a:gd name="connsiteX3" fmla="*/ 109731 w 327398"/>
                <a:gd name="connsiteY3" fmla="*/ 93323 h 327375"/>
                <a:gd name="connsiteX4" fmla="*/ 109731 w 327398"/>
                <a:gd name="connsiteY4" fmla="*/ 327376 h 327375"/>
                <a:gd name="connsiteX5" fmla="*/ 217369 w 327398"/>
                <a:gd name="connsiteY5" fmla="*/ 327376 h 327375"/>
                <a:gd name="connsiteX6" fmla="*/ 217369 w 327398"/>
                <a:gd name="connsiteY6" fmla="*/ 93323 h 327375"/>
                <a:gd name="connsiteX7" fmla="*/ 327398 w 327398"/>
                <a:gd name="connsiteY7" fmla="*/ 93323 h 327375"/>
                <a:gd name="connsiteX8" fmla="*/ 327398 w 327398"/>
                <a:gd name="connsiteY8" fmla="*/ 0 h 3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398" h="327375">
                  <a:moveTo>
                    <a:pt x="327398" y="0"/>
                  </a:moveTo>
                  <a:lnTo>
                    <a:pt x="0" y="0"/>
                  </a:lnTo>
                  <a:lnTo>
                    <a:pt x="0" y="93323"/>
                  </a:lnTo>
                  <a:lnTo>
                    <a:pt x="109731" y="93323"/>
                  </a:lnTo>
                  <a:lnTo>
                    <a:pt x="109731" y="327376"/>
                  </a:lnTo>
                  <a:lnTo>
                    <a:pt x="217369" y="327376"/>
                  </a:lnTo>
                  <a:lnTo>
                    <a:pt x="217369" y="93323"/>
                  </a:lnTo>
                  <a:lnTo>
                    <a:pt x="327398" y="93323"/>
                  </a:lnTo>
                  <a:lnTo>
                    <a:pt x="327398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C048D2A2-700B-9BBB-1F73-E455FA132E0B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47687" y="3107699"/>
            <a:ext cx="2043113" cy="723362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8768D5-2678-C7F1-98DA-A730F3AE73BD}"/>
              </a:ext>
            </a:extLst>
          </p:cNvPr>
          <p:cNvCxnSpPr>
            <a:cxnSpLocks/>
          </p:cNvCxnSpPr>
          <p:nvPr/>
        </p:nvCxnSpPr>
        <p:spPr>
          <a:xfrm>
            <a:off x="3026683" y="3001660"/>
            <a:ext cx="0" cy="8845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656786E-F1B8-0D24-5425-296C8C3C5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9525" y="6324113"/>
            <a:ext cx="2743200" cy="12311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523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pos="650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ed Breaker A | Moe'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4">
            <a:extLst>
              <a:ext uri="{FF2B5EF4-FFF2-40B4-BE49-F238E27FC236}">
                <a16:creationId xmlns:a16="http://schemas.microsoft.com/office/drawing/2014/main" id="{1EA4EBD6-E577-8995-E70E-DA1A10B715F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E241D09-1807-4F6D-F2B5-31E303E383DC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526217" y="573266"/>
            <a:ext cx="852778" cy="557586"/>
          </a:xfrm>
          <a:prstGeom prst="rect">
            <a:avLst/>
          </a:prstGeom>
          <a:effectLst>
            <a:outerShdw blurRad="693498" dist="50800" dir="5400000" algn="ctr" rotWithShape="0">
              <a:srgbClr val="000000">
                <a:alpha val="77000"/>
              </a:srgbClr>
            </a:outerShdw>
          </a:effec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7932727F-E399-F4A8-87FC-F7FDCFD46DDF}"/>
              </a:ext>
            </a:extLst>
          </p:cNvPr>
          <p:cNvGrpSpPr/>
          <p:nvPr/>
        </p:nvGrpSpPr>
        <p:grpSpPr>
          <a:xfrm>
            <a:off x="10895881" y="551438"/>
            <a:ext cx="751607" cy="578967"/>
            <a:chOff x="8537865" y="1319106"/>
            <a:chExt cx="921208" cy="709611"/>
          </a:xfrm>
          <a:solidFill>
            <a:schemeClr val="bg1"/>
          </a:solidFill>
          <a:effectLst>
            <a:outerShdw blurRad="693498" dist="50800" dir="5400000" algn="ctr" rotWithShape="0">
              <a:srgbClr val="000000">
                <a:alpha val="77000"/>
              </a:srgbClr>
            </a:outerShdw>
          </a:effectLst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ECA7612B-13B7-9937-D371-CCF2C974E263}"/>
                </a:ext>
              </a:extLst>
            </p:cNvPr>
            <p:cNvSpPr/>
            <p:nvPr/>
          </p:nvSpPr>
          <p:spPr>
            <a:xfrm>
              <a:off x="9313753" y="1915716"/>
              <a:ext cx="142919" cy="106441"/>
            </a:xfrm>
            <a:custGeom>
              <a:avLst/>
              <a:gdLst>
                <a:gd name="connsiteX0" fmla="*/ 0 w 142919"/>
                <a:gd name="connsiteY0" fmla="*/ 106442 h 106441"/>
                <a:gd name="connsiteX1" fmla="*/ 142919 w 142919"/>
                <a:gd name="connsiteY1" fmla="*/ 106442 h 106441"/>
                <a:gd name="connsiteX2" fmla="*/ 142919 w 142919"/>
                <a:gd name="connsiteY2" fmla="*/ 81397 h 106441"/>
                <a:gd name="connsiteX3" fmla="*/ 84914 w 142919"/>
                <a:gd name="connsiteY3" fmla="*/ 81397 h 106441"/>
                <a:gd name="connsiteX4" fmla="*/ 84914 w 142919"/>
                <a:gd name="connsiteY4" fmla="*/ 9243 h 106441"/>
                <a:gd name="connsiteX5" fmla="*/ 61892 w 142919"/>
                <a:gd name="connsiteY5" fmla="*/ 9243 h 106441"/>
                <a:gd name="connsiteX6" fmla="*/ 61892 w 142919"/>
                <a:gd name="connsiteY6" fmla="*/ 81397 h 106441"/>
                <a:gd name="connsiteX7" fmla="*/ 22724 w 142919"/>
                <a:gd name="connsiteY7" fmla="*/ 81397 h 106441"/>
                <a:gd name="connsiteX8" fmla="*/ 22724 w 142919"/>
                <a:gd name="connsiteY8" fmla="*/ 0 h 106441"/>
                <a:gd name="connsiteX9" fmla="*/ 0 w 142919"/>
                <a:gd name="connsiteY9" fmla="*/ 0 h 106441"/>
                <a:gd name="connsiteX10" fmla="*/ 0 w 142919"/>
                <a:gd name="connsiteY10" fmla="*/ 106442 h 10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19" h="106441">
                  <a:moveTo>
                    <a:pt x="0" y="106442"/>
                  </a:moveTo>
                  <a:lnTo>
                    <a:pt x="142919" y="106442"/>
                  </a:lnTo>
                  <a:lnTo>
                    <a:pt x="142919" y="81397"/>
                  </a:lnTo>
                  <a:lnTo>
                    <a:pt x="84914" y="81397"/>
                  </a:lnTo>
                  <a:lnTo>
                    <a:pt x="84914" y="9243"/>
                  </a:lnTo>
                  <a:lnTo>
                    <a:pt x="61892" y="9243"/>
                  </a:lnTo>
                  <a:lnTo>
                    <a:pt x="61892" y="81397"/>
                  </a:lnTo>
                  <a:lnTo>
                    <a:pt x="22724" y="81397"/>
                  </a:lnTo>
                  <a:lnTo>
                    <a:pt x="22724" y="0"/>
                  </a:lnTo>
                  <a:lnTo>
                    <a:pt x="0" y="0"/>
                  </a:lnTo>
                  <a:lnTo>
                    <a:pt x="0" y="1064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DB102F67-A4CB-81AB-868F-190B55FEAD30}"/>
                </a:ext>
              </a:extLst>
            </p:cNvPr>
            <p:cNvSpPr/>
            <p:nvPr/>
          </p:nvSpPr>
          <p:spPr>
            <a:xfrm>
              <a:off x="9311063" y="1755010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238 h 149674"/>
                <a:gd name="connsiteX9" fmla="*/ 74150 w 148003"/>
                <a:gd name="connsiteY9" fmla="*/ 26238 h 149674"/>
                <a:gd name="connsiteX10" fmla="*/ 23321 w 148003"/>
                <a:gd name="connsiteY10" fmla="*/ 74837 h 149674"/>
                <a:gd name="connsiteX11" fmla="*/ 73851 w 148003"/>
                <a:gd name="connsiteY11" fmla="*/ 123139 h 149674"/>
                <a:gd name="connsiteX12" fmla="*/ 74150 w 148003"/>
                <a:gd name="connsiteY12" fmla="*/ 123139 h 149674"/>
                <a:gd name="connsiteX13" fmla="*/ 124979 w 148003"/>
                <a:gd name="connsiteY13" fmla="*/ 74539 h 149674"/>
                <a:gd name="connsiteX14" fmla="*/ 74449 w 148003"/>
                <a:gd name="connsiteY14" fmla="*/ 26238 h 149674"/>
                <a:gd name="connsiteX15" fmla="*/ 74449 w 148003"/>
                <a:gd name="connsiteY15" fmla="*/ 26238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238"/>
                  </a:moveTo>
                  <a:lnTo>
                    <a:pt x="74150" y="26238"/>
                  </a:lnTo>
                  <a:cubicBezTo>
                    <a:pt x="46344" y="26238"/>
                    <a:pt x="23321" y="46512"/>
                    <a:pt x="23321" y="74837"/>
                  </a:cubicBezTo>
                  <a:cubicBezTo>
                    <a:pt x="23321" y="103162"/>
                    <a:pt x="46045" y="123139"/>
                    <a:pt x="73851" y="123139"/>
                  </a:cubicBezTo>
                  <a:lnTo>
                    <a:pt x="74150" y="123139"/>
                  </a:lnTo>
                  <a:cubicBezTo>
                    <a:pt x="101957" y="123139"/>
                    <a:pt x="124979" y="102864"/>
                    <a:pt x="124979" y="74539"/>
                  </a:cubicBezTo>
                  <a:cubicBezTo>
                    <a:pt x="124979" y="46214"/>
                    <a:pt x="102256" y="26238"/>
                    <a:pt x="74449" y="26238"/>
                  </a:cubicBezTo>
                  <a:lnTo>
                    <a:pt x="74449" y="2623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5A458BBF-EE68-AA93-9201-5719A94F1BF5}"/>
                </a:ext>
              </a:extLst>
            </p:cNvPr>
            <p:cNvSpPr/>
            <p:nvPr/>
          </p:nvSpPr>
          <p:spPr>
            <a:xfrm>
              <a:off x="9311063" y="1591024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536 h 149674"/>
                <a:gd name="connsiteX9" fmla="*/ 74150 w 148003"/>
                <a:gd name="connsiteY9" fmla="*/ 26536 h 149674"/>
                <a:gd name="connsiteX10" fmla="*/ 23321 w 148003"/>
                <a:gd name="connsiteY10" fmla="*/ 75135 h 149674"/>
                <a:gd name="connsiteX11" fmla="*/ 73851 w 148003"/>
                <a:gd name="connsiteY11" fmla="*/ 123437 h 149674"/>
                <a:gd name="connsiteX12" fmla="*/ 74150 w 148003"/>
                <a:gd name="connsiteY12" fmla="*/ 123437 h 149674"/>
                <a:gd name="connsiteX13" fmla="*/ 124979 w 148003"/>
                <a:gd name="connsiteY13" fmla="*/ 74837 h 149674"/>
                <a:gd name="connsiteX14" fmla="*/ 74449 w 148003"/>
                <a:gd name="connsiteY14" fmla="*/ 26536 h 149674"/>
                <a:gd name="connsiteX15" fmla="*/ 74449 w 148003"/>
                <a:gd name="connsiteY15" fmla="*/ 26536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536"/>
                  </a:moveTo>
                  <a:lnTo>
                    <a:pt x="74150" y="26536"/>
                  </a:lnTo>
                  <a:cubicBezTo>
                    <a:pt x="46344" y="26536"/>
                    <a:pt x="23321" y="46811"/>
                    <a:pt x="23321" y="75135"/>
                  </a:cubicBezTo>
                  <a:cubicBezTo>
                    <a:pt x="23321" y="103460"/>
                    <a:pt x="46045" y="123437"/>
                    <a:pt x="73851" y="123437"/>
                  </a:cubicBezTo>
                  <a:lnTo>
                    <a:pt x="74150" y="123437"/>
                  </a:lnTo>
                  <a:cubicBezTo>
                    <a:pt x="101957" y="123437"/>
                    <a:pt x="124979" y="103162"/>
                    <a:pt x="124979" y="74837"/>
                  </a:cubicBezTo>
                  <a:cubicBezTo>
                    <a:pt x="124979" y="46512"/>
                    <a:pt x="102256" y="26536"/>
                    <a:pt x="74449" y="26536"/>
                  </a:cubicBezTo>
                  <a:lnTo>
                    <a:pt x="74449" y="265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F69586D-96C7-978C-011B-EC13957F46C2}"/>
                </a:ext>
              </a:extLst>
            </p:cNvPr>
            <p:cNvSpPr/>
            <p:nvPr/>
          </p:nvSpPr>
          <p:spPr>
            <a:xfrm>
              <a:off x="9313753" y="1441350"/>
              <a:ext cx="142919" cy="129399"/>
            </a:xfrm>
            <a:custGeom>
              <a:avLst/>
              <a:gdLst>
                <a:gd name="connsiteX0" fmla="*/ 0 w 142919"/>
                <a:gd name="connsiteY0" fmla="*/ 129400 h 129399"/>
                <a:gd name="connsiteX1" fmla="*/ 0 w 142919"/>
                <a:gd name="connsiteY1" fmla="*/ 76030 h 129399"/>
                <a:gd name="connsiteX2" fmla="*/ 71160 w 142919"/>
                <a:gd name="connsiteY2" fmla="*/ 0 h 129399"/>
                <a:gd name="connsiteX3" fmla="*/ 71460 w 142919"/>
                <a:gd name="connsiteY3" fmla="*/ 0 h 129399"/>
                <a:gd name="connsiteX4" fmla="*/ 142919 w 142919"/>
                <a:gd name="connsiteY4" fmla="*/ 76030 h 129399"/>
                <a:gd name="connsiteX5" fmla="*/ 142919 w 142919"/>
                <a:gd name="connsiteY5" fmla="*/ 129400 h 129399"/>
                <a:gd name="connsiteX6" fmla="*/ 0 w 142919"/>
                <a:gd name="connsiteY6" fmla="*/ 129400 h 129399"/>
                <a:gd name="connsiteX7" fmla="*/ 120196 w 142919"/>
                <a:gd name="connsiteY7" fmla="*/ 76030 h 129399"/>
                <a:gd name="connsiteX8" fmla="*/ 72058 w 142919"/>
                <a:gd name="connsiteY8" fmla="*/ 26238 h 129399"/>
                <a:gd name="connsiteX9" fmla="*/ 71759 w 142919"/>
                <a:gd name="connsiteY9" fmla="*/ 26238 h 129399"/>
                <a:gd name="connsiteX10" fmla="*/ 23023 w 142919"/>
                <a:gd name="connsiteY10" fmla="*/ 76030 h 129399"/>
                <a:gd name="connsiteX11" fmla="*/ 23023 w 142919"/>
                <a:gd name="connsiteY11" fmla="*/ 104355 h 129399"/>
                <a:gd name="connsiteX12" fmla="*/ 120494 w 142919"/>
                <a:gd name="connsiteY12" fmla="*/ 104355 h 129399"/>
                <a:gd name="connsiteX13" fmla="*/ 120494 w 142919"/>
                <a:gd name="connsiteY13" fmla="*/ 76030 h 129399"/>
                <a:gd name="connsiteX14" fmla="*/ 120196 w 142919"/>
                <a:gd name="connsiteY14" fmla="*/ 76030 h 12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919" h="129399">
                  <a:moveTo>
                    <a:pt x="0" y="129400"/>
                  </a:moveTo>
                  <a:lnTo>
                    <a:pt x="0" y="76030"/>
                  </a:lnTo>
                  <a:cubicBezTo>
                    <a:pt x="0" y="31008"/>
                    <a:pt x="30796" y="0"/>
                    <a:pt x="71160" y="0"/>
                  </a:cubicBezTo>
                  <a:lnTo>
                    <a:pt x="71460" y="0"/>
                  </a:lnTo>
                  <a:cubicBezTo>
                    <a:pt x="111824" y="0"/>
                    <a:pt x="142919" y="31008"/>
                    <a:pt x="142919" y="76030"/>
                  </a:cubicBezTo>
                  <a:lnTo>
                    <a:pt x="142919" y="129400"/>
                  </a:lnTo>
                  <a:lnTo>
                    <a:pt x="0" y="129400"/>
                  </a:lnTo>
                  <a:close/>
                  <a:moveTo>
                    <a:pt x="120196" y="76030"/>
                  </a:moveTo>
                  <a:cubicBezTo>
                    <a:pt x="120196" y="45916"/>
                    <a:pt x="99864" y="26238"/>
                    <a:pt x="72058" y="26238"/>
                  </a:cubicBezTo>
                  <a:lnTo>
                    <a:pt x="71759" y="26238"/>
                  </a:lnTo>
                  <a:cubicBezTo>
                    <a:pt x="43653" y="26238"/>
                    <a:pt x="23023" y="45916"/>
                    <a:pt x="23023" y="76030"/>
                  </a:cubicBezTo>
                  <a:lnTo>
                    <a:pt x="23023" y="104355"/>
                  </a:lnTo>
                  <a:lnTo>
                    <a:pt x="120494" y="104355"/>
                  </a:lnTo>
                  <a:lnTo>
                    <a:pt x="120494" y="76030"/>
                  </a:lnTo>
                  <a:lnTo>
                    <a:pt x="120196" y="7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D5BF72FD-490A-F975-237A-759262410993}"/>
                </a:ext>
              </a:extLst>
            </p:cNvPr>
            <p:cNvSpPr/>
            <p:nvPr/>
          </p:nvSpPr>
          <p:spPr>
            <a:xfrm>
              <a:off x="9311063" y="1319702"/>
              <a:ext cx="148010" cy="110615"/>
            </a:xfrm>
            <a:custGeom>
              <a:avLst/>
              <a:gdLst>
                <a:gd name="connsiteX0" fmla="*/ 125278 w 148010"/>
                <a:gd name="connsiteY0" fmla="*/ 110616 h 110615"/>
                <a:gd name="connsiteX1" fmla="*/ 107040 w 148010"/>
                <a:gd name="connsiteY1" fmla="*/ 95410 h 110615"/>
                <a:gd name="connsiteX2" fmla="*/ 125876 w 148010"/>
                <a:gd name="connsiteY2" fmla="*/ 50090 h 110615"/>
                <a:gd name="connsiteX3" fmla="*/ 107638 w 148010"/>
                <a:gd name="connsiteY3" fmla="*/ 24747 h 110615"/>
                <a:gd name="connsiteX4" fmla="*/ 107339 w 148010"/>
                <a:gd name="connsiteY4" fmla="*/ 24747 h 110615"/>
                <a:gd name="connsiteX5" fmla="*/ 85213 w 148010"/>
                <a:gd name="connsiteY5" fmla="*/ 57246 h 110615"/>
                <a:gd name="connsiteX6" fmla="*/ 42158 w 148010"/>
                <a:gd name="connsiteY6" fmla="*/ 105249 h 110615"/>
                <a:gd name="connsiteX7" fmla="*/ 41859 w 148010"/>
                <a:gd name="connsiteY7" fmla="*/ 105249 h 110615"/>
                <a:gd name="connsiteX8" fmla="*/ 0 w 148010"/>
                <a:gd name="connsiteY8" fmla="*/ 56053 h 110615"/>
                <a:gd name="connsiteX9" fmla="*/ 18239 w 148010"/>
                <a:gd name="connsiteY9" fmla="*/ 3876 h 110615"/>
                <a:gd name="connsiteX10" fmla="*/ 37374 w 148010"/>
                <a:gd name="connsiteY10" fmla="*/ 17591 h 110615"/>
                <a:gd name="connsiteX11" fmla="*/ 22425 w 148010"/>
                <a:gd name="connsiteY11" fmla="*/ 56650 h 110615"/>
                <a:gd name="connsiteX12" fmla="*/ 39467 w 148010"/>
                <a:gd name="connsiteY12" fmla="*/ 80204 h 110615"/>
                <a:gd name="connsiteX13" fmla="*/ 39766 w 148010"/>
                <a:gd name="connsiteY13" fmla="*/ 80204 h 110615"/>
                <a:gd name="connsiteX14" fmla="*/ 62490 w 148010"/>
                <a:gd name="connsiteY14" fmla="*/ 46214 h 110615"/>
                <a:gd name="connsiteX15" fmla="*/ 104648 w 148010"/>
                <a:gd name="connsiteY15" fmla="*/ 0 h 110615"/>
                <a:gd name="connsiteX16" fmla="*/ 104947 w 148010"/>
                <a:gd name="connsiteY16" fmla="*/ 0 h 110615"/>
                <a:gd name="connsiteX17" fmla="*/ 148002 w 148010"/>
                <a:gd name="connsiteY17" fmla="*/ 51283 h 110615"/>
                <a:gd name="connsiteX18" fmla="*/ 125278 w 148010"/>
                <a:gd name="connsiteY18" fmla="*/ 110616 h 110615"/>
                <a:gd name="connsiteX19" fmla="*/ 125278 w 148010"/>
                <a:gd name="connsiteY19" fmla="*/ 110616 h 11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8010" h="110615">
                  <a:moveTo>
                    <a:pt x="125278" y="110616"/>
                  </a:moveTo>
                  <a:lnTo>
                    <a:pt x="107040" y="95410"/>
                  </a:lnTo>
                  <a:cubicBezTo>
                    <a:pt x="119000" y="81695"/>
                    <a:pt x="125876" y="67980"/>
                    <a:pt x="125876" y="50090"/>
                  </a:cubicBezTo>
                  <a:cubicBezTo>
                    <a:pt x="125876" y="34586"/>
                    <a:pt x="118701" y="24747"/>
                    <a:pt x="107638" y="24747"/>
                  </a:cubicBezTo>
                  <a:lnTo>
                    <a:pt x="107339" y="24747"/>
                  </a:lnTo>
                  <a:cubicBezTo>
                    <a:pt x="97173" y="24747"/>
                    <a:pt x="91492" y="30412"/>
                    <a:pt x="85213" y="57246"/>
                  </a:cubicBezTo>
                  <a:cubicBezTo>
                    <a:pt x="77738" y="87956"/>
                    <a:pt x="68769" y="105249"/>
                    <a:pt x="42158" y="105249"/>
                  </a:cubicBezTo>
                  <a:lnTo>
                    <a:pt x="41859" y="105249"/>
                  </a:lnTo>
                  <a:cubicBezTo>
                    <a:pt x="17043" y="105249"/>
                    <a:pt x="0" y="84676"/>
                    <a:pt x="0" y="56053"/>
                  </a:cubicBezTo>
                  <a:cubicBezTo>
                    <a:pt x="0" y="35182"/>
                    <a:pt x="6279" y="18486"/>
                    <a:pt x="18239" y="3876"/>
                  </a:cubicBezTo>
                  <a:lnTo>
                    <a:pt x="37374" y="17591"/>
                  </a:lnTo>
                  <a:cubicBezTo>
                    <a:pt x="27806" y="30412"/>
                    <a:pt x="22425" y="43531"/>
                    <a:pt x="22425" y="56650"/>
                  </a:cubicBezTo>
                  <a:cubicBezTo>
                    <a:pt x="22425" y="71558"/>
                    <a:pt x="29899" y="80204"/>
                    <a:pt x="39467" y="80204"/>
                  </a:cubicBezTo>
                  <a:lnTo>
                    <a:pt x="39766" y="80204"/>
                  </a:lnTo>
                  <a:cubicBezTo>
                    <a:pt x="50829" y="80204"/>
                    <a:pt x="55912" y="73645"/>
                    <a:pt x="62490" y="46214"/>
                  </a:cubicBezTo>
                  <a:cubicBezTo>
                    <a:pt x="69965" y="15802"/>
                    <a:pt x="80728" y="0"/>
                    <a:pt x="104648" y="0"/>
                  </a:cubicBezTo>
                  <a:lnTo>
                    <a:pt x="104947" y="0"/>
                  </a:lnTo>
                  <a:cubicBezTo>
                    <a:pt x="131856" y="0"/>
                    <a:pt x="148002" y="21169"/>
                    <a:pt x="148002" y="51283"/>
                  </a:cubicBezTo>
                  <a:cubicBezTo>
                    <a:pt x="148301" y="72750"/>
                    <a:pt x="140527" y="93323"/>
                    <a:pt x="125278" y="110616"/>
                  </a:cubicBezTo>
                  <a:lnTo>
                    <a:pt x="125278" y="1106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62BD134-FD09-F88F-B007-CFAC4E28FF6A}"/>
                </a:ext>
              </a:extLst>
            </p:cNvPr>
            <p:cNvSpPr/>
            <p:nvPr/>
          </p:nvSpPr>
          <p:spPr>
            <a:xfrm>
              <a:off x="8537865" y="1319106"/>
              <a:ext cx="327996" cy="340494"/>
            </a:xfrm>
            <a:custGeom>
              <a:avLst/>
              <a:gdLst>
                <a:gd name="connsiteX0" fmla="*/ 0 w 327996"/>
                <a:gd name="connsiteY0" fmla="*/ 171142 h 340494"/>
                <a:gd name="connsiteX1" fmla="*/ 0 w 327996"/>
                <a:gd name="connsiteY1" fmla="*/ 170247 h 340494"/>
                <a:gd name="connsiteX2" fmla="*/ 180293 w 327996"/>
                <a:gd name="connsiteY2" fmla="*/ 0 h 340494"/>
                <a:gd name="connsiteX3" fmla="*/ 316933 w 327996"/>
                <a:gd name="connsiteY3" fmla="*/ 49494 h 340494"/>
                <a:gd name="connsiteX4" fmla="*/ 255939 w 327996"/>
                <a:gd name="connsiteY4" fmla="*/ 123139 h 340494"/>
                <a:gd name="connsiteX5" fmla="*/ 183582 w 327996"/>
                <a:gd name="connsiteY5" fmla="*/ 94814 h 340494"/>
                <a:gd name="connsiteX6" fmla="*/ 110329 w 327996"/>
                <a:gd name="connsiteY6" fmla="*/ 171738 h 340494"/>
                <a:gd name="connsiteX7" fmla="*/ 110329 w 327996"/>
                <a:gd name="connsiteY7" fmla="*/ 172633 h 340494"/>
                <a:gd name="connsiteX8" fmla="*/ 188366 w 327996"/>
                <a:gd name="connsiteY8" fmla="*/ 250451 h 340494"/>
                <a:gd name="connsiteX9" fmla="*/ 225740 w 327996"/>
                <a:gd name="connsiteY9" fmla="*/ 242997 h 340494"/>
                <a:gd name="connsiteX10" fmla="*/ 225740 w 327996"/>
                <a:gd name="connsiteY10" fmla="*/ 210200 h 340494"/>
                <a:gd name="connsiteX11" fmla="*/ 169829 w 327996"/>
                <a:gd name="connsiteY11" fmla="*/ 210200 h 340494"/>
                <a:gd name="connsiteX12" fmla="*/ 169829 w 327996"/>
                <a:gd name="connsiteY12" fmla="*/ 140133 h 340494"/>
                <a:gd name="connsiteX13" fmla="*/ 327996 w 327996"/>
                <a:gd name="connsiteY13" fmla="*/ 140133 h 340494"/>
                <a:gd name="connsiteX14" fmla="*/ 327996 w 327996"/>
                <a:gd name="connsiteY14" fmla="*/ 291597 h 340494"/>
                <a:gd name="connsiteX15" fmla="*/ 183881 w 327996"/>
                <a:gd name="connsiteY15" fmla="*/ 340495 h 340494"/>
                <a:gd name="connsiteX16" fmla="*/ 0 w 327996"/>
                <a:gd name="connsiteY16" fmla="*/ 171142 h 340494"/>
                <a:gd name="connsiteX17" fmla="*/ 0 w 327996"/>
                <a:gd name="connsiteY17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7996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2750"/>
                    <a:pt x="77140" y="0"/>
                    <a:pt x="180293" y="0"/>
                  </a:cubicBezTo>
                  <a:cubicBezTo>
                    <a:pt x="236205" y="0"/>
                    <a:pt x="281652" y="18784"/>
                    <a:pt x="316933" y="49494"/>
                  </a:cubicBezTo>
                  <a:lnTo>
                    <a:pt x="255939" y="123139"/>
                  </a:lnTo>
                  <a:cubicBezTo>
                    <a:pt x="234411" y="104951"/>
                    <a:pt x="210791" y="94814"/>
                    <a:pt x="183582" y="94814"/>
                  </a:cubicBezTo>
                  <a:cubicBezTo>
                    <a:pt x="141125" y="94814"/>
                    <a:pt x="110329" y="127611"/>
                    <a:pt x="110329" y="171738"/>
                  </a:cubicBezTo>
                  <a:lnTo>
                    <a:pt x="110329" y="172633"/>
                  </a:lnTo>
                  <a:cubicBezTo>
                    <a:pt x="110329" y="218847"/>
                    <a:pt x="142620" y="250451"/>
                    <a:pt x="188366" y="250451"/>
                  </a:cubicBezTo>
                  <a:cubicBezTo>
                    <a:pt x="206904" y="250451"/>
                    <a:pt x="217369" y="247768"/>
                    <a:pt x="225740" y="242997"/>
                  </a:cubicBezTo>
                  <a:lnTo>
                    <a:pt x="225740" y="210200"/>
                  </a:lnTo>
                  <a:lnTo>
                    <a:pt x="169829" y="210200"/>
                  </a:lnTo>
                  <a:lnTo>
                    <a:pt x="169829" y="140133"/>
                  </a:lnTo>
                  <a:lnTo>
                    <a:pt x="327996" y="140133"/>
                  </a:lnTo>
                  <a:lnTo>
                    <a:pt x="327996" y="291597"/>
                  </a:lnTo>
                  <a:cubicBezTo>
                    <a:pt x="292416" y="320518"/>
                    <a:pt x="243082" y="340495"/>
                    <a:pt x="183881" y="340495"/>
                  </a:cubicBezTo>
                  <a:cubicBezTo>
                    <a:pt x="81625" y="340495"/>
                    <a:pt x="0" y="272217"/>
                    <a:pt x="0" y="171142"/>
                  </a:cubicBezTo>
                  <a:lnTo>
                    <a:pt x="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FEC399F9-121C-A48A-8F8B-21447C64DD2F}"/>
                </a:ext>
              </a:extLst>
            </p:cNvPr>
            <p:cNvSpPr/>
            <p:nvPr/>
          </p:nvSpPr>
          <p:spPr>
            <a:xfrm>
              <a:off x="8897255" y="1319106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34AE1ECA-CC1A-E5E3-CDB0-6227635C7C62}"/>
                </a:ext>
              </a:extLst>
            </p:cNvPr>
            <p:cNvSpPr/>
            <p:nvPr/>
          </p:nvSpPr>
          <p:spPr>
            <a:xfrm>
              <a:off x="8897255" y="1688223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3A8986F-BB38-5D82-61FD-EF94E566BCDF}"/>
                </a:ext>
              </a:extLst>
            </p:cNvPr>
            <p:cNvSpPr/>
            <p:nvPr/>
          </p:nvSpPr>
          <p:spPr>
            <a:xfrm>
              <a:off x="8550721" y="1694782"/>
              <a:ext cx="327398" cy="327375"/>
            </a:xfrm>
            <a:custGeom>
              <a:avLst/>
              <a:gdLst>
                <a:gd name="connsiteX0" fmla="*/ 327398 w 327398"/>
                <a:gd name="connsiteY0" fmla="*/ 0 h 327375"/>
                <a:gd name="connsiteX1" fmla="*/ 0 w 327398"/>
                <a:gd name="connsiteY1" fmla="*/ 0 h 327375"/>
                <a:gd name="connsiteX2" fmla="*/ 0 w 327398"/>
                <a:gd name="connsiteY2" fmla="*/ 93323 h 327375"/>
                <a:gd name="connsiteX3" fmla="*/ 109731 w 327398"/>
                <a:gd name="connsiteY3" fmla="*/ 93323 h 327375"/>
                <a:gd name="connsiteX4" fmla="*/ 109731 w 327398"/>
                <a:gd name="connsiteY4" fmla="*/ 327376 h 327375"/>
                <a:gd name="connsiteX5" fmla="*/ 217369 w 327398"/>
                <a:gd name="connsiteY5" fmla="*/ 327376 h 327375"/>
                <a:gd name="connsiteX6" fmla="*/ 217369 w 327398"/>
                <a:gd name="connsiteY6" fmla="*/ 93323 h 327375"/>
                <a:gd name="connsiteX7" fmla="*/ 327398 w 327398"/>
                <a:gd name="connsiteY7" fmla="*/ 93323 h 327375"/>
                <a:gd name="connsiteX8" fmla="*/ 327398 w 327398"/>
                <a:gd name="connsiteY8" fmla="*/ 0 h 3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398" h="327375">
                  <a:moveTo>
                    <a:pt x="327398" y="0"/>
                  </a:moveTo>
                  <a:lnTo>
                    <a:pt x="0" y="0"/>
                  </a:lnTo>
                  <a:lnTo>
                    <a:pt x="0" y="93323"/>
                  </a:lnTo>
                  <a:lnTo>
                    <a:pt x="109731" y="93323"/>
                  </a:lnTo>
                  <a:lnTo>
                    <a:pt x="109731" y="327376"/>
                  </a:lnTo>
                  <a:lnTo>
                    <a:pt x="217369" y="327376"/>
                  </a:lnTo>
                  <a:lnTo>
                    <a:pt x="217369" y="93323"/>
                  </a:lnTo>
                  <a:lnTo>
                    <a:pt x="327398" y="93323"/>
                  </a:lnTo>
                  <a:lnTo>
                    <a:pt x="327398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FA5151F-5A21-45D2-7541-FA9E3C4AF017}"/>
              </a:ext>
            </a:extLst>
          </p:cNvPr>
          <p:cNvCxnSpPr>
            <a:cxnSpLocks/>
          </p:cNvCxnSpPr>
          <p:nvPr/>
        </p:nvCxnSpPr>
        <p:spPr>
          <a:xfrm>
            <a:off x="10644647" y="536115"/>
            <a:ext cx="0" cy="620137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outerShdw blurRad="693498" dist="50800" dir="5400000" algn="ctr" rotWithShape="0">
              <a:srgbClr val="000000">
                <a:alpha val="77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656786E-F1B8-0D24-5425-296C8C3C5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9525" y="6324113"/>
            <a:ext cx="2743200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51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pos="650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ed Breaker B | Moe'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7">
            <a:extLst>
              <a:ext uri="{FF2B5EF4-FFF2-40B4-BE49-F238E27FC236}">
                <a16:creationId xmlns:a16="http://schemas.microsoft.com/office/drawing/2014/main" id="{FAB41A89-B0D9-4841-8C2B-093BB5D4B5A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328" r="14328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CE13123-5114-62D7-3CA5-FEF585D70D1B}"/>
              </a:ext>
            </a:extLst>
          </p:cNvPr>
          <p:cNvSpPr/>
          <p:nvPr/>
        </p:nvSpPr>
        <p:spPr>
          <a:xfrm>
            <a:off x="-1" y="2463800"/>
            <a:ext cx="4639963" cy="193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3696034-1307-5273-73B7-4BD1E3DF4B6C}"/>
              </a:ext>
            </a:extLst>
          </p:cNvPr>
          <p:cNvGrpSpPr/>
          <p:nvPr/>
        </p:nvGrpSpPr>
        <p:grpSpPr>
          <a:xfrm>
            <a:off x="2693056" y="3016091"/>
            <a:ext cx="1072064" cy="825817"/>
            <a:chOff x="8537865" y="1319106"/>
            <a:chExt cx="921208" cy="709611"/>
          </a:xfrm>
          <a:solidFill>
            <a:schemeClr val="tx2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985A846-43C1-F800-FA34-264F2F816845}"/>
                </a:ext>
              </a:extLst>
            </p:cNvPr>
            <p:cNvSpPr/>
            <p:nvPr/>
          </p:nvSpPr>
          <p:spPr>
            <a:xfrm>
              <a:off x="9313753" y="1915716"/>
              <a:ext cx="142919" cy="106441"/>
            </a:xfrm>
            <a:custGeom>
              <a:avLst/>
              <a:gdLst>
                <a:gd name="connsiteX0" fmla="*/ 0 w 142919"/>
                <a:gd name="connsiteY0" fmla="*/ 106442 h 106441"/>
                <a:gd name="connsiteX1" fmla="*/ 142919 w 142919"/>
                <a:gd name="connsiteY1" fmla="*/ 106442 h 106441"/>
                <a:gd name="connsiteX2" fmla="*/ 142919 w 142919"/>
                <a:gd name="connsiteY2" fmla="*/ 81397 h 106441"/>
                <a:gd name="connsiteX3" fmla="*/ 84914 w 142919"/>
                <a:gd name="connsiteY3" fmla="*/ 81397 h 106441"/>
                <a:gd name="connsiteX4" fmla="*/ 84914 w 142919"/>
                <a:gd name="connsiteY4" fmla="*/ 9243 h 106441"/>
                <a:gd name="connsiteX5" fmla="*/ 61892 w 142919"/>
                <a:gd name="connsiteY5" fmla="*/ 9243 h 106441"/>
                <a:gd name="connsiteX6" fmla="*/ 61892 w 142919"/>
                <a:gd name="connsiteY6" fmla="*/ 81397 h 106441"/>
                <a:gd name="connsiteX7" fmla="*/ 22724 w 142919"/>
                <a:gd name="connsiteY7" fmla="*/ 81397 h 106441"/>
                <a:gd name="connsiteX8" fmla="*/ 22724 w 142919"/>
                <a:gd name="connsiteY8" fmla="*/ 0 h 106441"/>
                <a:gd name="connsiteX9" fmla="*/ 0 w 142919"/>
                <a:gd name="connsiteY9" fmla="*/ 0 h 106441"/>
                <a:gd name="connsiteX10" fmla="*/ 0 w 142919"/>
                <a:gd name="connsiteY10" fmla="*/ 106442 h 10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19" h="106441">
                  <a:moveTo>
                    <a:pt x="0" y="106442"/>
                  </a:moveTo>
                  <a:lnTo>
                    <a:pt x="142919" y="106442"/>
                  </a:lnTo>
                  <a:lnTo>
                    <a:pt x="142919" y="81397"/>
                  </a:lnTo>
                  <a:lnTo>
                    <a:pt x="84914" y="81397"/>
                  </a:lnTo>
                  <a:lnTo>
                    <a:pt x="84914" y="9243"/>
                  </a:lnTo>
                  <a:lnTo>
                    <a:pt x="61892" y="9243"/>
                  </a:lnTo>
                  <a:lnTo>
                    <a:pt x="61892" y="81397"/>
                  </a:lnTo>
                  <a:lnTo>
                    <a:pt x="22724" y="81397"/>
                  </a:lnTo>
                  <a:lnTo>
                    <a:pt x="22724" y="0"/>
                  </a:lnTo>
                  <a:lnTo>
                    <a:pt x="0" y="0"/>
                  </a:lnTo>
                  <a:lnTo>
                    <a:pt x="0" y="1064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3BDB1DD-E9D6-70EB-03AA-94F5BA9AF7BF}"/>
                </a:ext>
              </a:extLst>
            </p:cNvPr>
            <p:cNvSpPr/>
            <p:nvPr/>
          </p:nvSpPr>
          <p:spPr>
            <a:xfrm>
              <a:off x="9311063" y="1755010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238 h 149674"/>
                <a:gd name="connsiteX9" fmla="*/ 74150 w 148003"/>
                <a:gd name="connsiteY9" fmla="*/ 26238 h 149674"/>
                <a:gd name="connsiteX10" fmla="*/ 23321 w 148003"/>
                <a:gd name="connsiteY10" fmla="*/ 74837 h 149674"/>
                <a:gd name="connsiteX11" fmla="*/ 73851 w 148003"/>
                <a:gd name="connsiteY11" fmla="*/ 123139 h 149674"/>
                <a:gd name="connsiteX12" fmla="*/ 74150 w 148003"/>
                <a:gd name="connsiteY12" fmla="*/ 123139 h 149674"/>
                <a:gd name="connsiteX13" fmla="*/ 124979 w 148003"/>
                <a:gd name="connsiteY13" fmla="*/ 74539 h 149674"/>
                <a:gd name="connsiteX14" fmla="*/ 74449 w 148003"/>
                <a:gd name="connsiteY14" fmla="*/ 26238 h 149674"/>
                <a:gd name="connsiteX15" fmla="*/ 74449 w 148003"/>
                <a:gd name="connsiteY15" fmla="*/ 26238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238"/>
                  </a:moveTo>
                  <a:lnTo>
                    <a:pt x="74150" y="26238"/>
                  </a:lnTo>
                  <a:cubicBezTo>
                    <a:pt x="46344" y="26238"/>
                    <a:pt x="23321" y="46512"/>
                    <a:pt x="23321" y="74837"/>
                  </a:cubicBezTo>
                  <a:cubicBezTo>
                    <a:pt x="23321" y="103162"/>
                    <a:pt x="46045" y="123139"/>
                    <a:pt x="73851" y="123139"/>
                  </a:cubicBezTo>
                  <a:lnTo>
                    <a:pt x="74150" y="123139"/>
                  </a:lnTo>
                  <a:cubicBezTo>
                    <a:pt x="101957" y="123139"/>
                    <a:pt x="124979" y="102864"/>
                    <a:pt x="124979" y="74539"/>
                  </a:cubicBezTo>
                  <a:cubicBezTo>
                    <a:pt x="124979" y="46214"/>
                    <a:pt x="102256" y="26238"/>
                    <a:pt x="74449" y="26238"/>
                  </a:cubicBezTo>
                  <a:lnTo>
                    <a:pt x="74449" y="2623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1D55063-051F-5641-9A53-57A9F96A8B50}"/>
                </a:ext>
              </a:extLst>
            </p:cNvPr>
            <p:cNvSpPr/>
            <p:nvPr/>
          </p:nvSpPr>
          <p:spPr>
            <a:xfrm>
              <a:off x="9311063" y="1591024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536 h 149674"/>
                <a:gd name="connsiteX9" fmla="*/ 74150 w 148003"/>
                <a:gd name="connsiteY9" fmla="*/ 26536 h 149674"/>
                <a:gd name="connsiteX10" fmla="*/ 23321 w 148003"/>
                <a:gd name="connsiteY10" fmla="*/ 75135 h 149674"/>
                <a:gd name="connsiteX11" fmla="*/ 73851 w 148003"/>
                <a:gd name="connsiteY11" fmla="*/ 123437 h 149674"/>
                <a:gd name="connsiteX12" fmla="*/ 74150 w 148003"/>
                <a:gd name="connsiteY12" fmla="*/ 123437 h 149674"/>
                <a:gd name="connsiteX13" fmla="*/ 124979 w 148003"/>
                <a:gd name="connsiteY13" fmla="*/ 74837 h 149674"/>
                <a:gd name="connsiteX14" fmla="*/ 74449 w 148003"/>
                <a:gd name="connsiteY14" fmla="*/ 26536 h 149674"/>
                <a:gd name="connsiteX15" fmla="*/ 74449 w 148003"/>
                <a:gd name="connsiteY15" fmla="*/ 26536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536"/>
                  </a:moveTo>
                  <a:lnTo>
                    <a:pt x="74150" y="26536"/>
                  </a:lnTo>
                  <a:cubicBezTo>
                    <a:pt x="46344" y="26536"/>
                    <a:pt x="23321" y="46811"/>
                    <a:pt x="23321" y="75135"/>
                  </a:cubicBezTo>
                  <a:cubicBezTo>
                    <a:pt x="23321" y="103460"/>
                    <a:pt x="46045" y="123437"/>
                    <a:pt x="73851" y="123437"/>
                  </a:cubicBezTo>
                  <a:lnTo>
                    <a:pt x="74150" y="123437"/>
                  </a:lnTo>
                  <a:cubicBezTo>
                    <a:pt x="101957" y="123437"/>
                    <a:pt x="124979" y="103162"/>
                    <a:pt x="124979" y="74837"/>
                  </a:cubicBezTo>
                  <a:cubicBezTo>
                    <a:pt x="124979" y="46512"/>
                    <a:pt x="102256" y="26536"/>
                    <a:pt x="74449" y="26536"/>
                  </a:cubicBezTo>
                  <a:lnTo>
                    <a:pt x="74449" y="265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971106D-35C4-D9D1-EC2F-A077178AF58C}"/>
                </a:ext>
              </a:extLst>
            </p:cNvPr>
            <p:cNvSpPr/>
            <p:nvPr/>
          </p:nvSpPr>
          <p:spPr>
            <a:xfrm>
              <a:off x="9313753" y="1441350"/>
              <a:ext cx="142919" cy="129399"/>
            </a:xfrm>
            <a:custGeom>
              <a:avLst/>
              <a:gdLst>
                <a:gd name="connsiteX0" fmla="*/ 0 w 142919"/>
                <a:gd name="connsiteY0" fmla="*/ 129400 h 129399"/>
                <a:gd name="connsiteX1" fmla="*/ 0 w 142919"/>
                <a:gd name="connsiteY1" fmla="*/ 76030 h 129399"/>
                <a:gd name="connsiteX2" fmla="*/ 71160 w 142919"/>
                <a:gd name="connsiteY2" fmla="*/ 0 h 129399"/>
                <a:gd name="connsiteX3" fmla="*/ 71460 w 142919"/>
                <a:gd name="connsiteY3" fmla="*/ 0 h 129399"/>
                <a:gd name="connsiteX4" fmla="*/ 142919 w 142919"/>
                <a:gd name="connsiteY4" fmla="*/ 76030 h 129399"/>
                <a:gd name="connsiteX5" fmla="*/ 142919 w 142919"/>
                <a:gd name="connsiteY5" fmla="*/ 129400 h 129399"/>
                <a:gd name="connsiteX6" fmla="*/ 0 w 142919"/>
                <a:gd name="connsiteY6" fmla="*/ 129400 h 129399"/>
                <a:gd name="connsiteX7" fmla="*/ 120196 w 142919"/>
                <a:gd name="connsiteY7" fmla="*/ 76030 h 129399"/>
                <a:gd name="connsiteX8" fmla="*/ 72058 w 142919"/>
                <a:gd name="connsiteY8" fmla="*/ 26238 h 129399"/>
                <a:gd name="connsiteX9" fmla="*/ 71759 w 142919"/>
                <a:gd name="connsiteY9" fmla="*/ 26238 h 129399"/>
                <a:gd name="connsiteX10" fmla="*/ 23023 w 142919"/>
                <a:gd name="connsiteY10" fmla="*/ 76030 h 129399"/>
                <a:gd name="connsiteX11" fmla="*/ 23023 w 142919"/>
                <a:gd name="connsiteY11" fmla="*/ 104355 h 129399"/>
                <a:gd name="connsiteX12" fmla="*/ 120494 w 142919"/>
                <a:gd name="connsiteY12" fmla="*/ 104355 h 129399"/>
                <a:gd name="connsiteX13" fmla="*/ 120494 w 142919"/>
                <a:gd name="connsiteY13" fmla="*/ 76030 h 129399"/>
                <a:gd name="connsiteX14" fmla="*/ 120196 w 142919"/>
                <a:gd name="connsiteY14" fmla="*/ 76030 h 12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919" h="129399">
                  <a:moveTo>
                    <a:pt x="0" y="129400"/>
                  </a:moveTo>
                  <a:lnTo>
                    <a:pt x="0" y="76030"/>
                  </a:lnTo>
                  <a:cubicBezTo>
                    <a:pt x="0" y="31008"/>
                    <a:pt x="30796" y="0"/>
                    <a:pt x="71160" y="0"/>
                  </a:cubicBezTo>
                  <a:lnTo>
                    <a:pt x="71460" y="0"/>
                  </a:lnTo>
                  <a:cubicBezTo>
                    <a:pt x="111824" y="0"/>
                    <a:pt x="142919" y="31008"/>
                    <a:pt x="142919" y="76030"/>
                  </a:cubicBezTo>
                  <a:lnTo>
                    <a:pt x="142919" y="129400"/>
                  </a:lnTo>
                  <a:lnTo>
                    <a:pt x="0" y="129400"/>
                  </a:lnTo>
                  <a:close/>
                  <a:moveTo>
                    <a:pt x="120196" y="76030"/>
                  </a:moveTo>
                  <a:cubicBezTo>
                    <a:pt x="120196" y="45916"/>
                    <a:pt x="99864" y="26238"/>
                    <a:pt x="72058" y="26238"/>
                  </a:cubicBezTo>
                  <a:lnTo>
                    <a:pt x="71759" y="26238"/>
                  </a:lnTo>
                  <a:cubicBezTo>
                    <a:pt x="43653" y="26238"/>
                    <a:pt x="23023" y="45916"/>
                    <a:pt x="23023" y="76030"/>
                  </a:cubicBezTo>
                  <a:lnTo>
                    <a:pt x="23023" y="104355"/>
                  </a:lnTo>
                  <a:lnTo>
                    <a:pt x="120494" y="104355"/>
                  </a:lnTo>
                  <a:lnTo>
                    <a:pt x="120494" y="76030"/>
                  </a:lnTo>
                  <a:lnTo>
                    <a:pt x="120196" y="7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76C9C9F-2F63-0010-7D41-81A5564DE408}"/>
                </a:ext>
              </a:extLst>
            </p:cNvPr>
            <p:cNvSpPr/>
            <p:nvPr/>
          </p:nvSpPr>
          <p:spPr>
            <a:xfrm>
              <a:off x="9311063" y="1319702"/>
              <a:ext cx="148010" cy="110615"/>
            </a:xfrm>
            <a:custGeom>
              <a:avLst/>
              <a:gdLst>
                <a:gd name="connsiteX0" fmla="*/ 125278 w 148010"/>
                <a:gd name="connsiteY0" fmla="*/ 110616 h 110615"/>
                <a:gd name="connsiteX1" fmla="*/ 107040 w 148010"/>
                <a:gd name="connsiteY1" fmla="*/ 95410 h 110615"/>
                <a:gd name="connsiteX2" fmla="*/ 125876 w 148010"/>
                <a:gd name="connsiteY2" fmla="*/ 50090 h 110615"/>
                <a:gd name="connsiteX3" fmla="*/ 107638 w 148010"/>
                <a:gd name="connsiteY3" fmla="*/ 24747 h 110615"/>
                <a:gd name="connsiteX4" fmla="*/ 107339 w 148010"/>
                <a:gd name="connsiteY4" fmla="*/ 24747 h 110615"/>
                <a:gd name="connsiteX5" fmla="*/ 85213 w 148010"/>
                <a:gd name="connsiteY5" fmla="*/ 57246 h 110615"/>
                <a:gd name="connsiteX6" fmla="*/ 42158 w 148010"/>
                <a:gd name="connsiteY6" fmla="*/ 105249 h 110615"/>
                <a:gd name="connsiteX7" fmla="*/ 41859 w 148010"/>
                <a:gd name="connsiteY7" fmla="*/ 105249 h 110615"/>
                <a:gd name="connsiteX8" fmla="*/ 0 w 148010"/>
                <a:gd name="connsiteY8" fmla="*/ 56053 h 110615"/>
                <a:gd name="connsiteX9" fmla="*/ 18239 w 148010"/>
                <a:gd name="connsiteY9" fmla="*/ 3876 h 110615"/>
                <a:gd name="connsiteX10" fmla="*/ 37374 w 148010"/>
                <a:gd name="connsiteY10" fmla="*/ 17591 h 110615"/>
                <a:gd name="connsiteX11" fmla="*/ 22425 w 148010"/>
                <a:gd name="connsiteY11" fmla="*/ 56650 h 110615"/>
                <a:gd name="connsiteX12" fmla="*/ 39467 w 148010"/>
                <a:gd name="connsiteY12" fmla="*/ 80204 h 110615"/>
                <a:gd name="connsiteX13" fmla="*/ 39766 w 148010"/>
                <a:gd name="connsiteY13" fmla="*/ 80204 h 110615"/>
                <a:gd name="connsiteX14" fmla="*/ 62490 w 148010"/>
                <a:gd name="connsiteY14" fmla="*/ 46214 h 110615"/>
                <a:gd name="connsiteX15" fmla="*/ 104648 w 148010"/>
                <a:gd name="connsiteY15" fmla="*/ 0 h 110615"/>
                <a:gd name="connsiteX16" fmla="*/ 104947 w 148010"/>
                <a:gd name="connsiteY16" fmla="*/ 0 h 110615"/>
                <a:gd name="connsiteX17" fmla="*/ 148002 w 148010"/>
                <a:gd name="connsiteY17" fmla="*/ 51283 h 110615"/>
                <a:gd name="connsiteX18" fmla="*/ 125278 w 148010"/>
                <a:gd name="connsiteY18" fmla="*/ 110616 h 110615"/>
                <a:gd name="connsiteX19" fmla="*/ 125278 w 148010"/>
                <a:gd name="connsiteY19" fmla="*/ 110616 h 11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8010" h="110615">
                  <a:moveTo>
                    <a:pt x="125278" y="110616"/>
                  </a:moveTo>
                  <a:lnTo>
                    <a:pt x="107040" y="95410"/>
                  </a:lnTo>
                  <a:cubicBezTo>
                    <a:pt x="119000" y="81695"/>
                    <a:pt x="125876" y="67980"/>
                    <a:pt x="125876" y="50090"/>
                  </a:cubicBezTo>
                  <a:cubicBezTo>
                    <a:pt x="125876" y="34586"/>
                    <a:pt x="118701" y="24747"/>
                    <a:pt x="107638" y="24747"/>
                  </a:cubicBezTo>
                  <a:lnTo>
                    <a:pt x="107339" y="24747"/>
                  </a:lnTo>
                  <a:cubicBezTo>
                    <a:pt x="97173" y="24747"/>
                    <a:pt x="91492" y="30412"/>
                    <a:pt x="85213" y="57246"/>
                  </a:cubicBezTo>
                  <a:cubicBezTo>
                    <a:pt x="77738" y="87956"/>
                    <a:pt x="68769" y="105249"/>
                    <a:pt x="42158" y="105249"/>
                  </a:cubicBezTo>
                  <a:lnTo>
                    <a:pt x="41859" y="105249"/>
                  </a:lnTo>
                  <a:cubicBezTo>
                    <a:pt x="17043" y="105249"/>
                    <a:pt x="0" y="84676"/>
                    <a:pt x="0" y="56053"/>
                  </a:cubicBezTo>
                  <a:cubicBezTo>
                    <a:pt x="0" y="35182"/>
                    <a:pt x="6279" y="18486"/>
                    <a:pt x="18239" y="3876"/>
                  </a:cubicBezTo>
                  <a:lnTo>
                    <a:pt x="37374" y="17591"/>
                  </a:lnTo>
                  <a:cubicBezTo>
                    <a:pt x="27806" y="30412"/>
                    <a:pt x="22425" y="43531"/>
                    <a:pt x="22425" y="56650"/>
                  </a:cubicBezTo>
                  <a:cubicBezTo>
                    <a:pt x="22425" y="71558"/>
                    <a:pt x="29899" y="80204"/>
                    <a:pt x="39467" y="80204"/>
                  </a:cubicBezTo>
                  <a:lnTo>
                    <a:pt x="39766" y="80204"/>
                  </a:lnTo>
                  <a:cubicBezTo>
                    <a:pt x="50829" y="80204"/>
                    <a:pt x="55912" y="73645"/>
                    <a:pt x="62490" y="46214"/>
                  </a:cubicBezTo>
                  <a:cubicBezTo>
                    <a:pt x="69965" y="15802"/>
                    <a:pt x="80728" y="0"/>
                    <a:pt x="104648" y="0"/>
                  </a:cubicBezTo>
                  <a:lnTo>
                    <a:pt x="104947" y="0"/>
                  </a:lnTo>
                  <a:cubicBezTo>
                    <a:pt x="131856" y="0"/>
                    <a:pt x="148002" y="21169"/>
                    <a:pt x="148002" y="51283"/>
                  </a:cubicBezTo>
                  <a:cubicBezTo>
                    <a:pt x="148301" y="72750"/>
                    <a:pt x="140527" y="93323"/>
                    <a:pt x="125278" y="110616"/>
                  </a:cubicBezTo>
                  <a:lnTo>
                    <a:pt x="125278" y="1106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EBBEF31-7DF7-48E5-2A4E-B8CBF9598A65}"/>
                </a:ext>
              </a:extLst>
            </p:cNvPr>
            <p:cNvSpPr/>
            <p:nvPr/>
          </p:nvSpPr>
          <p:spPr>
            <a:xfrm>
              <a:off x="8537865" y="1319106"/>
              <a:ext cx="327996" cy="340494"/>
            </a:xfrm>
            <a:custGeom>
              <a:avLst/>
              <a:gdLst>
                <a:gd name="connsiteX0" fmla="*/ 0 w 327996"/>
                <a:gd name="connsiteY0" fmla="*/ 171142 h 340494"/>
                <a:gd name="connsiteX1" fmla="*/ 0 w 327996"/>
                <a:gd name="connsiteY1" fmla="*/ 170247 h 340494"/>
                <a:gd name="connsiteX2" fmla="*/ 180293 w 327996"/>
                <a:gd name="connsiteY2" fmla="*/ 0 h 340494"/>
                <a:gd name="connsiteX3" fmla="*/ 316933 w 327996"/>
                <a:gd name="connsiteY3" fmla="*/ 49494 h 340494"/>
                <a:gd name="connsiteX4" fmla="*/ 255939 w 327996"/>
                <a:gd name="connsiteY4" fmla="*/ 123139 h 340494"/>
                <a:gd name="connsiteX5" fmla="*/ 183582 w 327996"/>
                <a:gd name="connsiteY5" fmla="*/ 94814 h 340494"/>
                <a:gd name="connsiteX6" fmla="*/ 110329 w 327996"/>
                <a:gd name="connsiteY6" fmla="*/ 171738 h 340494"/>
                <a:gd name="connsiteX7" fmla="*/ 110329 w 327996"/>
                <a:gd name="connsiteY7" fmla="*/ 172633 h 340494"/>
                <a:gd name="connsiteX8" fmla="*/ 188366 w 327996"/>
                <a:gd name="connsiteY8" fmla="*/ 250451 h 340494"/>
                <a:gd name="connsiteX9" fmla="*/ 225740 w 327996"/>
                <a:gd name="connsiteY9" fmla="*/ 242997 h 340494"/>
                <a:gd name="connsiteX10" fmla="*/ 225740 w 327996"/>
                <a:gd name="connsiteY10" fmla="*/ 210200 h 340494"/>
                <a:gd name="connsiteX11" fmla="*/ 169829 w 327996"/>
                <a:gd name="connsiteY11" fmla="*/ 210200 h 340494"/>
                <a:gd name="connsiteX12" fmla="*/ 169829 w 327996"/>
                <a:gd name="connsiteY12" fmla="*/ 140133 h 340494"/>
                <a:gd name="connsiteX13" fmla="*/ 327996 w 327996"/>
                <a:gd name="connsiteY13" fmla="*/ 140133 h 340494"/>
                <a:gd name="connsiteX14" fmla="*/ 327996 w 327996"/>
                <a:gd name="connsiteY14" fmla="*/ 291597 h 340494"/>
                <a:gd name="connsiteX15" fmla="*/ 183881 w 327996"/>
                <a:gd name="connsiteY15" fmla="*/ 340495 h 340494"/>
                <a:gd name="connsiteX16" fmla="*/ 0 w 327996"/>
                <a:gd name="connsiteY16" fmla="*/ 171142 h 340494"/>
                <a:gd name="connsiteX17" fmla="*/ 0 w 327996"/>
                <a:gd name="connsiteY17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7996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2750"/>
                    <a:pt x="77140" y="0"/>
                    <a:pt x="180293" y="0"/>
                  </a:cubicBezTo>
                  <a:cubicBezTo>
                    <a:pt x="236205" y="0"/>
                    <a:pt x="281652" y="18784"/>
                    <a:pt x="316933" y="49494"/>
                  </a:cubicBezTo>
                  <a:lnTo>
                    <a:pt x="255939" y="123139"/>
                  </a:lnTo>
                  <a:cubicBezTo>
                    <a:pt x="234411" y="104951"/>
                    <a:pt x="210791" y="94814"/>
                    <a:pt x="183582" y="94814"/>
                  </a:cubicBezTo>
                  <a:cubicBezTo>
                    <a:pt x="141125" y="94814"/>
                    <a:pt x="110329" y="127611"/>
                    <a:pt x="110329" y="171738"/>
                  </a:cubicBezTo>
                  <a:lnTo>
                    <a:pt x="110329" y="172633"/>
                  </a:lnTo>
                  <a:cubicBezTo>
                    <a:pt x="110329" y="218847"/>
                    <a:pt x="142620" y="250451"/>
                    <a:pt x="188366" y="250451"/>
                  </a:cubicBezTo>
                  <a:cubicBezTo>
                    <a:pt x="206904" y="250451"/>
                    <a:pt x="217369" y="247768"/>
                    <a:pt x="225740" y="242997"/>
                  </a:cubicBezTo>
                  <a:lnTo>
                    <a:pt x="225740" y="210200"/>
                  </a:lnTo>
                  <a:lnTo>
                    <a:pt x="169829" y="210200"/>
                  </a:lnTo>
                  <a:lnTo>
                    <a:pt x="169829" y="140133"/>
                  </a:lnTo>
                  <a:lnTo>
                    <a:pt x="327996" y="140133"/>
                  </a:lnTo>
                  <a:lnTo>
                    <a:pt x="327996" y="291597"/>
                  </a:lnTo>
                  <a:cubicBezTo>
                    <a:pt x="292416" y="320518"/>
                    <a:pt x="243082" y="340495"/>
                    <a:pt x="183881" y="340495"/>
                  </a:cubicBezTo>
                  <a:cubicBezTo>
                    <a:pt x="81625" y="340495"/>
                    <a:pt x="0" y="272217"/>
                    <a:pt x="0" y="171142"/>
                  </a:cubicBezTo>
                  <a:lnTo>
                    <a:pt x="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536B785-60A2-741C-5780-379310AFF612}"/>
                </a:ext>
              </a:extLst>
            </p:cNvPr>
            <p:cNvSpPr/>
            <p:nvPr/>
          </p:nvSpPr>
          <p:spPr>
            <a:xfrm>
              <a:off x="8897255" y="1319106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5E35F7A-C52B-38F1-392F-CCC1AB8370AF}"/>
                </a:ext>
              </a:extLst>
            </p:cNvPr>
            <p:cNvSpPr/>
            <p:nvPr/>
          </p:nvSpPr>
          <p:spPr>
            <a:xfrm>
              <a:off x="8897255" y="1688223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9E0FD41-EC38-AFE6-5F25-6020DC8F124C}"/>
                </a:ext>
              </a:extLst>
            </p:cNvPr>
            <p:cNvSpPr/>
            <p:nvPr/>
          </p:nvSpPr>
          <p:spPr>
            <a:xfrm>
              <a:off x="8550721" y="1694782"/>
              <a:ext cx="327398" cy="327375"/>
            </a:xfrm>
            <a:custGeom>
              <a:avLst/>
              <a:gdLst>
                <a:gd name="connsiteX0" fmla="*/ 327398 w 327398"/>
                <a:gd name="connsiteY0" fmla="*/ 0 h 327375"/>
                <a:gd name="connsiteX1" fmla="*/ 0 w 327398"/>
                <a:gd name="connsiteY1" fmla="*/ 0 h 327375"/>
                <a:gd name="connsiteX2" fmla="*/ 0 w 327398"/>
                <a:gd name="connsiteY2" fmla="*/ 93323 h 327375"/>
                <a:gd name="connsiteX3" fmla="*/ 109731 w 327398"/>
                <a:gd name="connsiteY3" fmla="*/ 93323 h 327375"/>
                <a:gd name="connsiteX4" fmla="*/ 109731 w 327398"/>
                <a:gd name="connsiteY4" fmla="*/ 327376 h 327375"/>
                <a:gd name="connsiteX5" fmla="*/ 217369 w 327398"/>
                <a:gd name="connsiteY5" fmla="*/ 327376 h 327375"/>
                <a:gd name="connsiteX6" fmla="*/ 217369 w 327398"/>
                <a:gd name="connsiteY6" fmla="*/ 93323 h 327375"/>
                <a:gd name="connsiteX7" fmla="*/ 327398 w 327398"/>
                <a:gd name="connsiteY7" fmla="*/ 93323 h 327375"/>
                <a:gd name="connsiteX8" fmla="*/ 327398 w 327398"/>
                <a:gd name="connsiteY8" fmla="*/ 0 h 3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398" h="327375">
                  <a:moveTo>
                    <a:pt x="327398" y="0"/>
                  </a:moveTo>
                  <a:lnTo>
                    <a:pt x="0" y="0"/>
                  </a:lnTo>
                  <a:lnTo>
                    <a:pt x="0" y="93323"/>
                  </a:lnTo>
                  <a:lnTo>
                    <a:pt x="109731" y="93323"/>
                  </a:lnTo>
                  <a:lnTo>
                    <a:pt x="109731" y="327376"/>
                  </a:lnTo>
                  <a:lnTo>
                    <a:pt x="217369" y="327376"/>
                  </a:lnTo>
                  <a:lnTo>
                    <a:pt x="217369" y="93323"/>
                  </a:lnTo>
                  <a:lnTo>
                    <a:pt x="327398" y="93323"/>
                  </a:lnTo>
                  <a:lnTo>
                    <a:pt x="327398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0435D375-B318-A269-356F-39D3E3F05900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2976" y="2916194"/>
            <a:ext cx="1650035" cy="1064041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619C0DD-023E-799B-CA87-623D90DBF6F4}"/>
              </a:ext>
            </a:extLst>
          </p:cNvPr>
          <p:cNvCxnSpPr>
            <a:cxnSpLocks/>
          </p:cNvCxnSpPr>
          <p:nvPr/>
        </p:nvCxnSpPr>
        <p:spPr>
          <a:xfrm>
            <a:off x="2334705" y="2994235"/>
            <a:ext cx="0" cy="8845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656786E-F1B8-0D24-5425-296C8C3C5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9525" y="6324113"/>
            <a:ext cx="2743200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40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pos="6504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ed Breaker A | Schlotzsky'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4">
            <a:extLst>
              <a:ext uri="{FF2B5EF4-FFF2-40B4-BE49-F238E27FC236}">
                <a16:creationId xmlns:a16="http://schemas.microsoft.com/office/drawing/2014/main" id="{A56E043D-9D11-ED2B-E5D6-4F28EFE4A89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EA27E81B-5088-8AE1-40DD-721D9C107D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42510" y="631270"/>
            <a:ext cx="1636486" cy="442656"/>
          </a:xfrm>
          <a:prstGeom prst="rect">
            <a:avLst/>
          </a:prstGeom>
          <a:effectLst>
            <a:outerShdw blurRad="693498" dist="50800" dir="5400000" algn="ctr" rotWithShape="0">
              <a:srgbClr val="000000">
                <a:alpha val="77000"/>
              </a:srgbClr>
            </a:outerShdw>
          </a:effec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6EC1E17-EF5E-993F-5E0C-044119CD6934}"/>
              </a:ext>
            </a:extLst>
          </p:cNvPr>
          <p:cNvGrpSpPr/>
          <p:nvPr/>
        </p:nvGrpSpPr>
        <p:grpSpPr>
          <a:xfrm>
            <a:off x="10895881" y="551438"/>
            <a:ext cx="751607" cy="578967"/>
            <a:chOff x="8537865" y="1319106"/>
            <a:chExt cx="921208" cy="709611"/>
          </a:xfrm>
          <a:solidFill>
            <a:schemeClr val="bg1"/>
          </a:solidFill>
          <a:effectLst>
            <a:outerShdw blurRad="693498" dist="50800" dir="5400000" algn="ctr" rotWithShape="0">
              <a:srgbClr val="000000">
                <a:alpha val="77000"/>
              </a:srgbClr>
            </a:outerShdw>
          </a:effectLst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7A7C550F-6241-39B3-EB85-E5A909911306}"/>
                </a:ext>
              </a:extLst>
            </p:cNvPr>
            <p:cNvSpPr/>
            <p:nvPr/>
          </p:nvSpPr>
          <p:spPr>
            <a:xfrm>
              <a:off x="9313753" y="1915716"/>
              <a:ext cx="142919" cy="106441"/>
            </a:xfrm>
            <a:custGeom>
              <a:avLst/>
              <a:gdLst>
                <a:gd name="connsiteX0" fmla="*/ 0 w 142919"/>
                <a:gd name="connsiteY0" fmla="*/ 106442 h 106441"/>
                <a:gd name="connsiteX1" fmla="*/ 142919 w 142919"/>
                <a:gd name="connsiteY1" fmla="*/ 106442 h 106441"/>
                <a:gd name="connsiteX2" fmla="*/ 142919 w 142919"/>
                <a:gd name="connsiteY2" fmla="*/ 81397 h 106441"/>
                <a:gd name="connsiteX3" fmla="*/ 84914 w 142919"/>
                <a:gd name="connsiteY3" fmla="*/ 81397 h 106441"/>
                <a:gd name="connsiteX4" fmla="*/ 84914 w 142919"/>
                <a:gd name="connsiteY4" fmla="*/ 9243 h 106441"/>
                <a:gd name="connsiteX5" fmla="*/ 61892 w 142919"/>
                <a:gd name="connsiteY5" fmla="*/ 9243 h 106441"/>
                <a:gd name="connsiteX6" fmla="*/ 61892 w 142919"/>
                <a:gd name="connsiteY6" fmla="*/ 81397 h 106441"/>
                <a:gd name="connsiteX7" fmla="*/ 22724 w 142919"/>
                <a:gd name="connsiteY7" fmla="*/ 81397 h 106441"/>
                <a:gd name="connsiteX8" fmla="*/ 22724 w 142919"/>
                <a:gd name="connsiteY8" fmla="*/ 0 h 106441"/>
                <a:gd name="connsiteX9" fmla="*/ 0 w 142919"/>
                <a:gd name="connsiteY9" fmla="*/ 0 h 106441"/>
                <a:gd name="connsiteX10" fmla="*/ 0 w 142919"/>
                <a:gd name="connsiteY10" fmla="*/ 106442 h 10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19" h="106441">
                  <a:moveTo>
                    <a:pt x="0" y="106442"/>
                  </a:moveTo>
                  <a:lnTo>
                    <a:pt x="142919" y="106442"/>
                  </a:lnTo>
                  <a:lnTo>
                    <a:pt x="142919" y="81397"/>
                  </a:lnTo>
                  <a:lnTo>
                    <a:pt x="84914" y="81397"/>
                  </a:lnTo>
                  <a:lnTo>
                    <a:pt x="84914" y="9243"/>
                  </a:lnTo>
                  <a:lnTo>
                    <a:pt x="61892" y="9243"/>
                  </a:lnTo>
                  <a:lnTo>
                    <a:pt x="61892" y="81397"/>
                  </a:lnTo>
                  <a:lnTo>
                    <a:pt x="22724" y="81397"/>
                  </a:lnTo>
                  <a:lnTo>
                    <a:pt x="22724" y="0"/>
                  </a:lnTo>
                  <a:lnTo>
                    <a:pt x="0" y="0"/>
                  </a:lnTo>
                  <a:lnTo>
                    <a:pt x="0" y="1064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865F370-FEC8-8BB0-0AA8-EA1C3B3FEB1B}"/>
                </a:ext>
              </a:extLst>
            </p:cNvPr>
            <p:cNvSpPr/>
            <p:nvPr/>
          </p:nvSpPr>
          <p:spPr>
            <a:xfrm>
              <a:off x="9311063" y="1755010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238 h 149674"/>
                <a:gd name="connsiteX9" fmla="*/ 74150 w 148003"/>
                <a:gd name="connsiteY9" fmla="*/ 26238 h 149674"/>
                <a:gd name="connsiteX10" fmla="*/ 23321 w 148003"/>
                <a:gd name="connsiteY10" fmla="*/ 74837 h 149674"/>
                <a:gd name="connsiteX11" fmla="*/ 73851 w 148003"/>
                <a:gd name="connsiteY11" fmla="*/ 123139 h 149674"/>
                <a:gd name="connsiteX12" fmla="*/ 74150 w 148003"/>
                <a:gd name="connsiteY12" fmla="*/ 123139 h 149674"/>
                <a:gd name="connsiteX13" fmla="*/ 124979 w 148003"/>
                <a:gd name="connsiteY13" fmla="*/ 74539 h 149674"/>
                <a:gd name="connsiteX14" fmla="*/ 74449 w 148003"/>
                <a:gd name="connsiteY14" fmla="*/ 26238 h 149674"/>
                <a:gd name="connsiteX15" fmla="*/ 74449 w 148003"/>
                <a:gd name="connsiteY15" fmla="*/ 26238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238"/>
                  </a:moveTo>
                  <a:lnTo>
                    <a:pt x="74150" y="26238"/>
                  </a:lnTo>
                  <a:cubicBezTo>
                    <a:pt x="46344" y="26238"/>
                    <a:pt x="23321" y="46512"/>
                    <a:pt x="23321" y="74837"/>
                  </a:cubicBezTo>
                  <a:cubicBezTo>
                    <a:pt x="23321" y="103162"/>
                    <a:pt x="46045" y="123139"/>
                    <a:pt x="73851" y="123139"/>
                  </a:cubicBezTo>
                  <a:lnTo>
                    <a:pt x="74150" y="123139"/>
                  </a:lnTo>
                  <a:cubicBezTo>
                    <a:pt x="101957" y="123139"/>
                    <a:pt x="124979" y="102864"/>
                    <a:pt x="124979" y="74539"/>
                  </a:cubicBezTo>
                  <a:cubicBezTo>
                    <a:pt x="124979" y="46214"/>
                    <a:pt x="102256" y="26238"/>
                    <a:pt x="74449" y="26238"/>
                  </a:cubicBezTo>
                  <a:lnTo>
                    <a:pt x="74449" y="2623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1F8AAFCB-9E68-F3AE-D474-4D5C0226B74D}"/>
                </a:ext>
              </a:extLst>
            </p:cNvPr>
            <p:cNvSpPr/>
            <p:nvPr/>
          </p:nvSpPr>
          <p:spPr>
            <a:xfrm>
              <a:off x="9311063" y="1591024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536 h 149674"/>
                <a:gd name="connsiteX9" fmla="*/ 74150 w 148003"/>
                <a:gd name="connsiteY9" fmla="*/ 26536 h 149674"/>
                <a:gd name="connsiteX10" fmla="*/ 23321 w 148003"/>
                <a:gd name="connsiteY10" fmla="*/ 75135 h 149674"/>
                <a:gd name="connsiteX11" fmla="*/ 73851 w 148003"/>
                <a:gd name="connsiteY11" fmla="*/ 123437 h 149674"/>
                <a:gd name="connsiteX12" fmla="*/ 74150 w 148003"/>
                <a:gd name="connsiteY12" fmla="*/ 123437 h 149674"/>
                <a:gd name="connsiteX13" fmla="*/ 124979 w 148003"/>
                <a:gd name="connsiteY13" fmla="*/ 74837 h 149674"/>
                <a:gd name="connsiteX14" fmla="*/ 74449 w 148003"/>
                <a:gd name="connsiteY14" fmla="*/ 26536 h 149674"/>
                <a:gd name="connsiteX15" fmla="*/ 74449 w 148003"/>
                <a:gd name="connsiteY15" fmla="*/ 26536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536"/>
                  </a:moveTo>
                  <a:lnTo>
                    <a:pt x="74150" y="26536"/>
                  </a:lnTo>
                  <a:cubicBezTo>
                    <a:pt x="46344" y="26536"/>
                    <a:pt x="23321" y="46811"/>
                    <a:pt x="23321" y="75135"/>
                  </a:cubicBezTo>
                  <a:cubicBezTo>
                    <a:pt x="23321" y="103460"/>
                    <a:pt x="46045" y="123437"/>
                    <a:pt x="73851" y="123437"/>
                  </a:cubicBezTo>
                  <a:lnTo>
                    <a:pt x="74150" y="123437"/>
                  </a:lnTo>
                  <a:cubicBezTo>
                    <a:pt x="101957" y="123437"/>
                    <a:pt x="124979" y="103162"/>
                    <a:pt x="124979" y="74837"/>
                  </a:cubicBezTo>
                  <a:cubicBezTo>
                    <a:pt x="124979" y="46512"/>
                    <a:pt x="102256" y="26536"/>
                    <a:pt x="74449" y="26536"/>
                  </a:cubicBezTo>
                  <a:lnTo>
                    <a:pt x="74449" y="265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B1A0518-05A4-D372-5052-888B805EDD9E}"/>
                </a:ext>
              </a:extLst>
            </p:cNvPr>
            <p:cNvSpPr/>
            <p:nvPr/>
          </p:nvSpPr>
          <p:spPr>
            <a:xfrm>
              <a:off x="9313753" y="1441350"/>
              <a:ext cx="142919" cy="129399"/>
            </a:xfrm>
            <a:custGeom>
              <a:avLst/>
              <a:gdLst>
                <a:gd name="connsiteX0" fmla="*/ 0 w 142919"/>
                <a:gd name="connsiteY0" fmla="*/ 129400 h 129399"/>
                <a:gd name="connsiteX1" fmla="*/ 0 w 142919"/>
                <a:gd name="connsiteY1" fmla="*/ 76030 h 129399"/>
                <a:gd name="connsiteX2" fmla="*/ 71160 w 142919"/>
                <a:gd name="connsiteY2" fmla="*/ 0 h 129399"/>
                <a:gd name="connsiteX3" fmla="*/ 71460 w 142919"/>
                <a:gd name="connsiteY3" fmla="*/ 0 h 129399"/>
                <a:gd name="connsiteX4" fmla="*/ 142919 w 142919"/>
                <a:gd name="connsiteY4" fmla="*/ 76030 h 129399"/>
                <a:gd name="connsiteX5" fmla="*/ 142919 w 142919"/>
                <a:gd name="connsiteY5" fmla="*/ 129400 h 129399"/>
                <a:gd name="connsiteX6" fmla="*/ 0 w 142919"/>
                <a:gd name="connsiteY6" fmla="*/ 129400 h 129399"/>
                <a:gd name="connsiteX7" fmla="*/ 120196 w 142919"/>
                <a:gd name="connsiteY7" fmla="*/ 76030 h 129399"/>
                <a:gd name="connsiteX8" fmla="*/ 72058 w 142919"/>
                <a:gd name="connsiteY8" fmla="*/ 26238 h 129399"/>
                <a:gd name="connsiteX9" fmla="*/ 71759 w 142919"/>
                <a:gd name="connsiteY9" fmla="*/ 26238 h 129399"/>
                <a:gd name="connsiteX10" fmla="*/ 23023 w 142919"/>
                <a:gd name="connsiteY10" fmla="*/ 76030 h 129399"/>
                <a:gd name="connsiteX11" fmla="*/ 23023 w 142919"/>
                <a:gd name="connsiteY11" fmla="*/ 104355 h 129399"/>
                <a:gd name="connsiteX12" fmla="*/ 120494 w 142919"/>
                <a:gd name="connsiteY12" fmla="*/ 104355 h 129399"/>
                <a:gd name="connsiteX13" fmla="*/ 120494 w 142919"/>
                <a:gd name="connsiteY13" fmla="*/ 76030 h 129399"/>
                <a:gd name="connsiteX14" fmla="*/ 120196 w 142919"/>
                <a:gd name="connsiteY14" fmla="*/ 76030 h 12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919" h="129399">
                  <a:moveTo>
                    <a:pt x="0" y="129400"/>
                  </a:moveTo>
                  <a:lnTo>
                    <a:pt x="0" y="76030"/>
                  </a:lnTo>
                  <a:cubicBezTo>
                    <a:pt x="0" y="31008"/>
                    <a:pt x="30796" y="0"/>
                    <a:pt x="71160" y="0"/>
                  </a:cubicBezTo>
                  <a:lnTo>
                    <a:pt x="71460" y="0"/>
                  </a:lnTo>
                  <a:cubicBezTo>
                    <a:pt x="111824" y="0"/>
                    <a:pt x="142919" y="31008"/>
                    <a:pt x="142919" y="76030"/>
                  </a:cubicBezTo>
                  <a:lnTo>
                    <a:pt x="142919" y="129400"/>
                  </a:lnTo>
                  <a:lnTo>
                    <a:pt x="0" y="129400"/>
                  </a:lnTo>
                  <a:close/>
                  <a:moveTo>
                    <a:pt x="120196" y="76030"/>
                  </a:moveTo>
                  <a:cubicBezTo>
                    <a:pt x="120196" y="45916"/>
                    <a:pt x="99864" y="26238"/>
                    <a:pt x="72058" y="26238"/>
                  </a:cubicBezTo>
                  <a:lnTo>
                    <a:pt x="71759" y="26238"/>
                  </a:lnTo>
                  <a:cubicBezTo>
                    <a:pt x="43653" y="26238"/>
                    <a:pt x="23023" y="45916"/>
                    <a:pt x="23023" y="76030"/>
                  </a:cubicBezTo>
                  <a:lnTo>
                    <a:pt x="23023" y="104355"/>
                  </a:lnTo>
                  <a:lnTo>
                    <a:pt x="120494" y="104355"/>
                  </a:lnTo>
                  <a:lnTo>
                    <a:pt x="120494" y="76030"/>
                  </a:lnTo>
                  <a:lnTo>
                    <a:pt x="120196" y="7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7128BB09-C6FB-B465-B2EC-6D1B0A9F1E2E}"/>
                </a:ext>
              </a:extLst>
            </p:cNvPr>
            <p:cNvSpPr/>
            <p:nvPr/>
          </p:nvSpPr>
          <p:spPr>
            <a:xfrm>
              <a:off x="9311063" y="1319702"/>
              <a:ext cx="148010" cy="110615"/>
            </a:xfrm>
            <a:custGeom>
              <a:avLst/>
              <a:gdLst>
                <a:gd name="connsiteX0" fmla="*/ 125278 w 148010"/>
                <a:gd name="connsiteY0" fmla="*/ 110616 h 110615"/>
                <a:gd name="connsiteX1" fmla="*/ 107040 w 148010"/>
                <a:gd name="connsiteY1" fmla="*/ 95410 h 110615"/>
                <a:gd name="connsiteX2" fmla="*/ 125876 w 148010"/>
                <a:gd name="connsiteY2" fmla="*/ 50090 h 110615"/>
                <a:gd name="connsiteX3" fmla="*/ 107638 w 148010"/>
                <a:gd name="connsiteY3" fmla="*/ 24747 h 110615"/>
                <a:gd name="connsiteX4" fmla="*/ 107339 w 148010"/>
                <a:gd name="connsiteY4" fmla="*/ 24747 h 110615"/>
                <a:gd name="connsiteX5" fmla="*/ 85213 w 148010"/>
                <a:gd name="connsiteY5" fmla="*/ 57246 h 110615"/>
                <a:gd name="connsiteX6" fmla="*/ 42158 w 148010"/>
                <a:gd name="connsiteY6" fmla="*/ 105249 h 110615"/>
                <a:gd name="connsiteX7" fmla="*/ 41859 w 148010"/>
                <a:gd name="connsiteY7" fmla="*/ 105249 h 110615"/>
                <a:gd name="connsiteX8" fmla="*/ 0 w 148010"/>
                <a:gd name="connsiteY8" fmla="*/ 56053 h 110615"/>
                <a:gd name="connsiteX9" fmla="*/ 18239 w 148010"/>
                <a:gd name="connsiteY9" fmla="*/ 3876 h 110615"/>
                <a:gd name="connsiteX10" fmla="*/ 37374 w 148010"/>
                <a:gd name="connsiteY10" fmla="*/ 17591 h 110615"/>
                <a:gd name="connsiteX11" fmla="*/ 22425 w 148010"/>
                <a:gd name="connsiteY11" fmla="*/ 56650 h 110615"/>
                <a:gd name="connsiteX12" fmla="*/ 39467 w 148010"/>
                <a:gd name="connsiteY12" fmla="*/ 80204 h 110615"/>
                <a:gd name="connsiteX13" fmla="*/ 39766 w 148010"/>
                <a:gd name="connsiteY13" fmla="*/ 80204 h 110615"/>
                <a:gd name="connsiteX14" fmla="*/ 62490 w 148010"/>
                <a:gd name="connsiteY14" fmla="*/ 46214 h 110615"/>
                <a:gd name="connsiteX15" fmla="*/ 104648 w 148010"/>
                <a:gd name="connsiteY15" fmla="*/ 0 h 110615"/>
                <a:gd name="connsiteX16" fmla="*/ 104947 w 148010"/>
                <a:gd name="connsiteY16" fmla="*/ 0 h 110615"/>
                <a:gd name="connsiteX17" fmla="*/ 148002 w 148010"/>
                <a:gd name="connsiteY17" fmla="*/ 51283 h 110615"/>
                <a:gd name="connsiteX18" fmla="*/ 125278 w 148010"/>
                <a:gd name="connsiteY18" fmla="*/ 110616 h 110615"/>
                <a:gd name="connsiteX19" fmla="*/ 125278 w 148010"/>
                <a:gd name="connsiteY19" fmla="*/ 110616 h 11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8010" h="110615">
                  <a:moveTo>
                    <a:pt x="125278" y="110616"/>
                  </a:moveTo>
                  <a:lnTo>
                    <a:pt x="107040" y="95410"/>
                  </a:lnTo>
                  <a:cubicBezTo>
                    <a:pt x="119000" y="81695"/>
                    <a:pt x="125876" y="67980"/>
                    <a:pt x="125876" y="50090"/>
                  </a:cubicBezTo>
                  <a:cubicBezTo>
                    <a:pt x="125876" y="34586"/>
                    <a:pt x="118701" y="24747"/>
                    <a:pt x="107638" y="24747"/>
                  </a:cubicBezTo>
                  <a:lnTo>
                    <a:pt x="107339" y="24747"/>
                  </a:lnTo>
                  <a:cubicBezTo>
                    <a:pt x="97173" y="24747"/>
                    <a:pt x="91492" y="30412"/>
                    <a:pt x="85213" y="57246"/>
                  </a:cubicBezTo>
                  <a:cubicBezTo>
                    <a:pt x="77738" y="87956"/>
                    <a:pt x="68769" y="105249"/>
                    <a:pt x="42158" y="105249"/>
                  </a:cubicBezTo>
                  <a:lnTo>
                    <a:pt x="41859" y="105249"/>
                  </a:lnTo>
                  <a:cubicBezTo>
                    <a:pt x="17043" y="105249"/>
                    <a:pt x="0" y="84676"/>
                    <a:pt x="0" y="56053"/>
                  </a:cubicBezTo>
                  <a:cubicBezTo>
                    <a:pt x="0" y="35182"/>
                    <a:pt x="6279" y="18486"/>
                    <a:pt x="18239" y="3876"/>
                  </a:cubicBezTo>
                  <a:lnTo>
                    <a:pt x="37374" y="17591"/>
                  </a:lnTo>
                  <a:cubicBezTo>
                    <a:pt x="27806" y="30412"/>
                    <a:pt x="22425" y="43531"/>
                    <a:pt x="22425" y="56650"/>
                  </a:cubicBezTo>
                  <a:cubicBezTo>
                    <a:pt x="22425" y="71558"/>
                    <a:pt x="29899" y="80204"/>
                    <a:pt x="39467" y="80204"/>
                  </a:cubicBezTo>
                  <a:lnTo>
                    <a:pt x="39766" y="80204"/>
                  </a:lnTo>
                  <a:cubicBezTo>
                    <a:pt x="50829" y="80204"/>
                    <a:pt x="55912" y="73645"/>
                    <a:pt x="62490" y="46214"/>
                  </a:cubicBezTo>
                  <a:cubicBezTo>
                    <a:pt x="69965" y="15802"/>
                    <a:pt x="80728" y="0"/>
                    <a:pt x="104648" y="0"/>
                  </a:cubicBezTo>
                  <a:lnTo>
                    <a:pt x="104947" y="0"/>
                  </a:lnTo>
                  <a:cubicBezTo>
                    <a:pt x="131856" y="0"/>
                    <a:pt x="148002" y="21169"/>
                    <a:pt x="148002" y="51283"/>
                  </a:cubicBezTo>
                  <a:cubicBezTo>
                    <a:pt x="148301" y="72750"/>
                    <a:pt x="140527" y="93323"/>
                    <a:pt x="125278" y="110616"/>
                  </a:cubicBezTo>
                  <a:lnTo>
                    <a:pt x="125278" y="1106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BDA0550-FAA9-820E-2116-F67D4915D39E}"/>
                </a:ext>
              </a:extLst>
            </p:cNvPr>
            <p:cNvSpPr/>
            <p:nvPr/>
          </p:nvSpPr>
          <p:spPr>
            <a:xfrm>
              <a:off x="8537865" y="1319106"/>
              <a:ext cx="327996" cy="340494"/>
            </a:xfrm>
            <a:custGeom>
              <a:avLst/>
              <a:gdLst>
                <a:gd name="connsiteX0" fmla="*/ 0 w 327996"/>
                <a:gd name="connsiteY0" fmla="*/ 171142 h 340494"/>
                <a:gd name="connsiteX1" fmla="*/ 0 w 327996"/>
                <a:gd name="connsiteY1" fmla="*/ 170247 h 340494"/>
                <a:gd name="connsiteX2" fmla="*/ 180293 w 327996"/>
                <a:gd name="connsiteY2" fmla="*/ 0 h 340494"/>
                <a:gd name="connsiteX3" fmla="*/ 316933 w 327996"/>
                <a:gd name="connsiteY3" fmla="*/ 49494 h 340494"/>
                <a:gd name="connsiteX4" fmla="*/ 255939 w 327996"/>
                <a:gd name="connsiteY4" fmla="*/ 123139 h 340494"/>
                <a:gd name="connsiteX5" fmla="*/ 183582 w 327996"/>
                <a:gd name="connsiteY5" fmla="*/ 94814 h 340494"/>
                <a:gd name="connsiteX6" fmla="*/ 110329 w 327996"/>
                <a:gd name="connsiteY6" fmla="*/ 171738 h 340494"/>
                <a:gd name="connsiteX7" fmla="*/ 110329 w 327996"/>
                <a:gd name="connsiteY7" fmla="*/ 172633 h 340494"/>
                <a:gd name="connsiteX8" fmla="*/ 188366 w 327996"/>
                <a:gd name="connsiteY8" fmla="*/ 250451 h 340494"/>
                <a:gd name="connsiteX9" fmla="*/ 225740 w 327996"/>
                <a:gd name="connsiteY9" fmla="*/ 242997 h 340494"/>
                <a:gd name="connsiteX10" fmla="*/ 225740 w 327996"/>
                <a:gd name="connsiteY10" fmla="*/ 210200 h 340494"/>
                <a:gd name="connsiteX11" fmla="*/ 169829 w 327996"/>
                <a:gd name="connsiteY11" fmla="*/ 210200 h 340494"/>
                <a:gd name="connsiteX12" fmla="*/ 169829 w 327996"/>
                <a:gd name="connsiteY12" fmla="*/ 140133 h 340494"/>
                <a:gd name="connsiteX13" fmla="*/ 327996 w 327996"/>
                <a:gd name="connsiteY13" fmla="*/ 140133 h 340494"/>
                <a:gd name="connsiteX14" fmla="*/ 327996 w 327996"/>
                <a:gd name="connsiteY14" fmla="*/ 291597 h 340494"/>
                <a:gd name="connsiteX15" fmla="*/ 183881 w 327996"/>
                <a:gd name="connsiteY15" fmla="*/ 340495 h 340494"/>
                <a:gd name="connsiteX16" fmla="*/ 0 w 327996"/>
                <a:gd name="connsiteY16" fmla="*/ 171142 h 340494"/>
                <a:gd name="connsiteX17" fmla="*/ 0 w 327996"/>
                <a:gd name="connsiteY17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7996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2750"/>
                    <a:pt x="77140" y="0"/>
                    <a:pt x="180293" y="0"/>
                  </a:cubicBezTo>
                  <a:cubicBezTo>
                    <a:pt x="236205" y="0"/>
                    <a:pt x="281652" y="18784"/>
                    <a:pt x="316933" y="49494"/>
                  </a:cubicBezTo>
                  <a:lnTo>
                    <a:pt x="255939" y="123139"/>
                  </a:lnTo>
                  <a:cubicBezTo>
                    <a:pt x="234411" y="104951"/>
                    <a:pt x="210791" y="94814"/>
                    <a:pt x="183582" y="94814"/>
                  </a:cubicBezTo>
                  <a:cubicBezTo>
                    <a:pt x="141125" y="94814"/>
                    <a:pt x="110329" y="127611"/>
                    <a:pt x="110329" y="171738"/>
                  </a:cubicBezTo>
                  <a:lnTo>
                    <a:pt x="110329" y="172633"/>
                  </a:lnTo>
                  <a:cubicBezTo>
                    <a:pt x="110329" y="218847"/>
                    <a:pt x="142620" y="250451"/>
                    <a:pt x="188366" y="250451"/>
                  </a:cubicBezTo>
                  <a:cubicBezTo>
                    <a:pt x="206904" y="250451"/>
                    <a:pt x="217369" y="247768"/>
                    <a:pt x="225740" y="242997"/>
                  </a:cubicBezTo>
                  <a:lnTo>
                    <a:pt x="225740" y="210200"/>
                  </a:lnTo>
                  <a:lnTo>
                    <a:pt x="169829" y="210200"/>
                  </a:lnTo>
                  <a:lnTo>
                    <a:pt x="169829" y="140133"/>
                  </a:lnTo>
                  <a:lnTo>
                    <a:pt x="327996" y="140133"/>
                  </a:lnTo>
                  <a:lnTo>
                    <a:pt x="327996" y="291597"/>
                  </a:lnTo>
                  <a:cubicBezTo>
                    <a:pt x="292416" y="320518"/>
                    <a:pt x="243082" y="340495"/>
                    <a:pt x="183881" y="340495"/>
                  </a:cubicBezTo>
                  <a:cubicBezTo>
                    <a:pt x="81625" y="340495"/>
                    <a:pt x="0" y="272217"/>
                    <a:pt x="0" y="171142"/>
                  </a:cubicBezTo>
                  <a:lnTo>
                    <a:pt x="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972DB75-9411-F4D1-D52D-413F9FB136A7}"/>
                </a:ext>
              </a:extLst>
            </p:cNvPr>
            <p:cNvSpPr/>
            <p:nvPr/>
          </p:nvSpPr>
          <p:spPr>
            <a:xfrm>
              <a:off x="8897255" y="1319106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496B8A3-75E2-6288-43DF-EC18093616FA}"/>
                </a:ext>
              </a:extLst>
            </p:cNvPr>
            <p:cNvSpPr/>
            <p:nvPr/>
          </p:nvSpPr>
          <p:spPr>
            <a:xfrm>
              <a:off x="8897255" y="1688223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23DBDA1-7816-D2BF-232B-4AD7D9789FEB}"/>
                </a:ext>
              </a:extLst>
            </p:cNvPr>
            <p:cNvSpPr/>
            <p:nvPr/>
          </p:nvSpPr>
          <p:spPr>
            <a:xfrm>
              <a:off x="8550721" y="1694782"/>
              <a:ext cx="327398" cy="327375"/>
            </a:xfrm>
            <a:custGeom>
              <a:avLst/>
              <a:gdLst>
                <a:gd name="connsiteX0" fmla="*/ 327398 w 327398"/>
                <a:gd name="connsiteY0" fmla="*/ 0 h 327375"/>
                <a:gd name="connsiteX1" fmla="*/ 0 w 327398"/>
                <a:gd name="connsiteY1" fmla="*/ 0 h 327375"/>
                <a:gd name="connsiteX2" fmla="*/ 0 w 327398"/>
                <a:gd name="connsiteY2" fmla="*/ 93323 h 327375"/>
                <a:gd name="connsiteX3" fmla="*/ 109731 w 327398"/>
                <a:gd name="connsiteY3" fmla="*/ 93323 h 327375"/>
                <a:gd name="connsiteX4" fmla="*/ 109731 w 327398"/>
                <a:gd name="connsiteY4" fmla="*/ 327376 h 327375"/>
                <a:gd name="connsiteX5" fmla="*/ 217369 w 327398"/>
                <a:gd name="connsiteY5" fmla="*/ 327376 h 327375"/>
                <a:gd name="connsiteX6" fmla="*/ 217369 w 327398"/>
                <a:gd name="connsiteY6" fmla="*/ 93323 h 327375"/>
                <a:gd name="connsiteX7" fmla="*/ 327398 w 327398"/>
                <a:gd name="connsiteY7" fmla="*/ 93323 h 327375"/>
                <a:gd name="connsiteX8" fmla="*/ 327398 w 327398"/>
                <a:gd name="connsiteY8" fmla="*/ 0 h 3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398" h="327375">
                  <a:moveTo>
                    <a:pt x="327398" y="0"/>
                  </a:moveTo>
                  <a:lnTo>
                    <a:pt x="0" y="0"/>
                  </a:lnTo>
                  <a:lnTo>
                    <a:pt x="0" y="93323"/>
                  </a:lnTo>
                  <a:lnTo>
                    <a:pt x="109731" y="93323"/>
                  </a:lnTo>
                  <a:lnTo>
                    <a:pt x="109731" y="327376"/>
                  </a:lnTo>
                  <a:lnTo>
                    <a:pt x="217369" y="327376"/>
                  </a:lnTo>
                  <a:lnTo>
                    <a:pt x="217369" y="93323"/>
                  </a:lnTo>
                  <a:lnTo>
                    <a:pt x="327398" y="93323"/>
                  </a:lnTo>
                  <a:lnTo>
                    <a:pt x="327398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AE023FE-BB6B-9F06-292C-C86D6BF3D3BC}"/>
              </a:ext>
            </a:extLst>
          </p:cNvPr>
          <p:cNvCxnSpPr>
            <a:cxnSpLocks/>
          </p:cNvCxnSpPr>
          <p:nvPr/>
        </p:nvCxnSpPr>
        <p:spPr>
          <a:xfrm>
            <a:off x="10644647" y="536115"/>
            <a:ext cx="0" cy="620137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outerShdw blurRad="693498" dist="50800" dir="5400000" algn="ctr" rotWithShape="0">
              <a:srgbClr val="000000">
                <a:alpha val="77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656786E-F1B8-0D24-5425-296C8C3C5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9525" y="6324113"/>
            <a:ext cx="2743200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514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pos="650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ed Breaker B | Schlotzsky'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7">
            <a:extLst>
              <a:ext uri="{FF2B5EF4-FFF2-40B4-BE49-F238E27FC236}">
                <a16:creationId xmlns:a16="http://schemas.microsoft.com/office/drawing/2014/main" id="{4ABD0ABF-611E-757D-7C7B-B8B4C7FEA62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5B01503-A480-BA39-F3D7-8A13F354675E}"/>
              </a:ext>
            </a:extLst>
          </p:cNvPr>
          <p:cNvSpPr/>
          <p:nvPr/>
        </p:nvSpPr>
        <p:spPr>
          <a:xfrm>
            <a:off x="-1" y="2463800"/>
            <a:ext cx="5092701" cy="193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47747EE-029E-4FA1-C630-6DF94068BA2B}"/>
              </a:ext>
            </a:extLst>
          </p:cNvPr>
          <p:cNvGrpSpPr/>
          <p:nvPr/>
        </p:nvGrpSpPr>
        <p:grpSpPr>
          <a:xfrm>
            <a:off x="3385034" y="3023516"/>
            <a:ext cx="1072064" cy="825817"/>
            <a:chOff x="8537865" y="1319106"/>
            <a:chExt cx="921208" cy="709611"/>
          </a:xfrm>
          <a:solidFill>
            <a:schemeClr val="tx2"/>
          </a:solidFill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5DB2988-781F-1B17-85CF-2C714C7D4EFE}"/>
                </a:ext>
              </a:extLst>
            </p:cNvPr>
            <p:cNvSpPr/>
            <p:nvPr/>
          </p:nvSpPr>
          <p:spPr>
            <a:xfrm>
              <a:off x="9313753" y="1915716"/>
              <a:ext cx="142919" cy="106441"/>
            </a:xfrm>
            <a:custGeom>
              <a:avLst/>
              <a:gdLst>
                <a:gd name="connsiteX0" fmla="*/ 0 w 142919"/>
                <a:gd name="connsiteY0" fmla="*/ 106442 h 106441"/>
                <a:gd name="connsiteX1" fmla="*/ 142919 w 142919"/>
                <a:gd name="connsiteY1" fmla="*/ 106442 h 106441"/>
                <a:gd name="connsiteX2" fmla="*/ 142919 w 142919"/>
                <a:gd name="connsiteY2" fmla="*/ 81397 h 106441"/>
                <a:gd name="connsiteX3" fmla="*/ 84914 w 142919"/>
                <a:gd name="connsiteY3" fmla="*/ 81397 h 106441"/>
                <a:gd name="connsiteX4" fmla="*/ 84914 w 142919"/>
                <a:gd name="connsiteY4" fmla="*/ 9243 h 106441"/>
                <a:gd name="connsiteX5" fmla="*/ 61892 w 142919"/>
                <a:gd name="connsiteY5" fmla="*/ 9243 h 106441"/>
                <a:gd name="connsiteX6" fmla="*/ 61892 w 142919"/>
                <a:gd name="connsiteY6" fmla="*/ 81397 h 106441"/>
                <a:gd name="connsiteX7" fmla="*/ 22724 w 142919"/>
                <a:gd name="connsiteY7" fmla="*/ 81397 h 106441"/>
                <a:gd name="connsiteX8" fmla="*/ 22724 w 142919"/>
                <a:gd name="connsiteY8" fmla="*/ 0 h 106441"/>
                <a:gd name="connsiteX9" fmla="*/ 0 w 142919"/>
                <a:gd name="connsiteY9" fmla="*/ 0 h 106441"/>
                <a:gd name="connsiteX10" fmla="*/ 0 w 142919"/>
                <a:gd name="connsiteY10" fmla="*/ 106442 h 10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19" h="106441">
                  <a:moveTo>
                    <a:pt x="0" y="106442"/>
                  </a:moveTo>
                  <a:lnTo>
                    <a:pt x="142919" y="106442"/>
                  </a:lnTo>
                  <a:lnTo>
                    <a:pt x="142919" y="81397"/>
                  </a:lnTo>
                  <a:lnTo>
                    <a:pt x="84914" y="81397"/>
                  </a:lnTo>
                  <a:lnTo>
                    <a:pt x="84914" y="9243"/>
                  </a:lnTo>
                  <a:lnTo>
                    <a:pt x="61892" y="9243"/>
                  </a:lnTo>
                  <a:lnTo>
                    <a:pt x="61892" y="81397"/>
                  </a:lnTo>
                  <a:lnTo>
                    <a:pt x="22724" y="81397"/>
                  </a:lnTo>
                  <a:lnTo>
                    <a:pt x="22724" y="0"/>
                  </a:lnTo>
                  <a:lnTo>
                    <a:pt x="0" y="0"/>
                  </a:lnTo>
                  <a:lnTo>
                    <a:pt x="0" y="1064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5B1786A4-0803-A3B0-13F2-FA03420DFACE}"/>
                </a:ext>
              </a:extLst>
            </p:cNvPr>
            <p:cNvSpPr/>
            <p:nvPr/>
          </p:nvSpPr>
          <p:spPr>
            <a:xfrm>
              <a:off x="9311063" y="1755010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238 h 149674"/>
                <a:gd name="connsiteX9" fmla="*/ 74150 w 148003"/>
                <a:gd name="connsiteY9" fmla="*/ 26238 h 149674"/>
                <a:gd name="connsiteX10" fmla="*/ 23321 w 148003"/>
                <a:gd name="connsiteY10" fmla="*/ 74837 h 149674"/>
                <a:gd name="connsiteX11" fmla="*/ 73851 w 148003"/>
                <a:gd name="connsiteY11" fmla="*/ 123139 h 149674"/>
                <a:gd name="connsiteX12" fmla="*/ 74150 w 148003"/>
                <a:gd name="connsiteY12" fmla="*/ 123139 h 149674"/>
                <a:gd name="connsiteX13" fmla="*/ 124979 w 148003"/>
                <a:gd name="connsiteY13" fmla="*/ 74539 h 149674"/>
                <a:gd name="connsiteX14" fmla="*/ 74449 w 148003"/>
                <a:gd name="connsiteY14" fmla="*/ 26238 h 149674"/>
                <a:gd name="connsiteX15" fmla="*/ 74449 w 148003"/>
                <a:gd name="connsiteY15" fmla="*/ 26238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238"/>
                  </a:moveTo>
                  <a:lnTo>
                    <a:pt x="74150" y="26238"/>
                  </a:lnTo>
                  <a:cubicBezTo>
                    <a:pt x="46344" y="26238"/>
                    <a:pt x="23321" y="46512"/>
                    <a:pt x="23321" y="74837"/>
                  </a:cubicBezTo>
                  <a:cubicBezTo>
                    <a:pt x="23321" y="103162"/>
                    <a:pt x="46045" y="123139"/>
                    <a:pt x="73851" y="123139"/>
                  </a:cubicBezTo>
                  <a:lnTo>
                    <a:pt x="74150" y="123139"/>
                  </a:lnTo>
                  <a:cubicBezTo>
                    <a:pt x="101957" y="123139"/>
                    <a:pt x="124979" y="102864"/>
                    <a:pt x="124979" y="74539"/>
                  </a:cubicBezTo>
                  <a:cubicBezTo>
                    <a:pt x="124979" y="46214"/>
                    <a:pt x="102256" y="26238"/>
                    <a:pt x="74449" y="26238"/>
                  </a:cubicBezTo>
                  <a:lnTo>
                    <a:pt x="74449" y="2623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3CD426C-F53B-737C-0E90-136302536F9B}"/>
                </a:ext>
              </a:extLst>
            </p:cNvPr>
            <p:cNvSpPr/>
            <p:nvPr/>
          </p:nvSpPr>
          <p:spPr>
            <a:xfrm>
              <a:off x="9311063" y="1591024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536 h 149674"/>
                <a:gd name="connsiteX9" fmla="*/ 74150 w 148003"/>
                <a:gd name="connsiteY9" fmla="*/ 26536 h 149674"/>
                <a:gd name="connsiteX10" fmla="*/ 23321 w 148003"/>
                <a:gd name="connsiteY10" fmla="*/ 75135 h 149674"/>
                <a:gd name="connsiteX11" fmla="*/ 73851 w 148003"/>
                <a:gd name="connsiteY11" fmla="*/ 123437 h 149674"/>
                <a:gd name="connsiteX12" fmla="*/ 74150 w 148003"/>
                <a:gd name="connsiteY12" fmla="*/ 123437 h 149674"/>
                <a:gd name="connsiteX13" fmla="*/ 124979 w 148003"/>
                <a:gd name="connsiteY13" fmla="*/ 74837 h 149674"/>
                <a:gd name="connsiteX14" fmla="*/ 74449 w 148003"/>
                <a:gd name="connsiteY14" fmla="*/ 26536 h 149674"/>
                <a:gd name="connsiteX15" fmla="*/ 74449 w 148003"/>
                <a:gd name="connsiteY15" fmla="*/ 26536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536"/>
                  </a:moveTo>
                  <a:lnTo>
                    <a:pt x="74150" y="26536"/>
                  </a:lnTo>
                  <a:cubicBezTo>
                    <a:pt x="46344" y="26536"/>
                    <a:pt x="23321" y="46811"/>
                    <a:pt x="23321" y="75135"/>
                  </a:cubicBezTo>
                  <a:cubicBezTo>
                    <a:pt x="23321" y="103460"/>
                    <a:pt x="46045" y="123437"/>
                    <a:pt x="73851" y="123437"/>
                  </a:cubicBezTo>
                  <a:lnTo>
                    <a:pt x="74150" y="123437"/>
                  </a:lnTo>
                  <a:cubicBezTo>
                    <a:pt x="101957" y="123437"/>
                    <a:pt x="124979" y="103162"/>
                    <a:pt x="124979" y="74837"/>
                  </a:cubicBezTo>
                  <a:cubicBezTo>
                    <a:pt x="124979" y="46512"/>
                    <a:pt x="102256" y="26536"/>
                    <a:pt x="74449" y="26536"/>
                  </a:cubicBezTo>
                  <a:lnTo>
                    <a:pt x="74449" y="265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F948C7-ED29-8418-5A04-F9A4E64EED9D}"/>
                </a:ext>
              </a:extLst>
            </p:cNvPr>
            <p:cNvSpPr/>
            <p:nvPr/>
          </p:nvSpPr>
          <p:spPr>
            <a:xfrm>
              <a:off x="9313753" y="1441350"/>
              <a:ext cx="142919" cy="129399"/>
            </a:xfrm>
            <a:custGeom>
              <a:avLst/>
              <a:gdLst>
                <a:gd name="connsiteX0" fmla="*/ 0 w 142919"/>
                <a:gd name="connsiteY0" fmla="*/ 129400 h 129399"/>
                <a:gd name="connsiteX1" fmla="*/ 0 w 142919"/>
                <a:gd name="connsiteY1" fmla="*/ 76030 h 129399"/>
                <a:gd name="connsiteX2" fmla="*/ 71160 w 142919"/>
                <a:gd name="connsiteY2" fmla="*/ 0 h 129399"/>
                <a:gd name="connsiteX3" fmla="*/ 71460 w 142919"/>
                <a:gd name="connsiteY3" fmla="*/ 0 h 129399"/>
                <a:gd name="connsiteX4" fmla="*/ 142919 w 142919"/>
                <a:gd name="connsiteY4" fmla="*/ 76030 h 129399"/>
                <a:gd name="connsiteX5" fmla="*/ 142919 w 142919"/>
                <a:gd name="connsiteY5" fmla="*/ 129400 h 129399"/>
                <a:gd name="connsiteX6" fmla="*/ 0 w 142919"/>
                <a:gd name="connsiteY6" fmla="*/ 129400 h 129399"/>
                <a:gd name="connsiteX7" fmla="*/ 120196 w 142919"/>
                <a:gd name="connsiteY7" fmla="*/ 76030 h 129399"/>
                <a:gd name="connsiteX8" fmla="*/ 72058 w 142919"/>
                <a:gd name="connsiteY8" fmla="*/ 26238 h 129399"/>
                <a:gd name="connsiteX9" fmla="*/ 71759 w 142919"/>
                <a:gd name="connsiteY9" fmla="*/ 26238 h 129399"/>
                <a:gd name="connsiteX10" fmla="*/ 23023 w 142919"/>
                <a:gd name="connsiteY10" fmla="*/ 76030 h 129399"/>
                <a:gd name="connsiteX11" fmla="*/ 23023 w 142919"/>
                <a:gd name="connsiteY11" fmla="*/ 104355 h 129399"/>
                <a:gd name="connsiteX12" fmla="*/ 120494 w 142919"/>
                <a:gd name="connsiteY12" fmla="*/ 104355 h 129399"/>
                <a:gd name="connsiteX13" fmla="*/ 120494 w 142919"/>
                <a:gd name="connsiteY13" fmla="*/ 76030 h 129399"/>
                <a:gd name="connsiteX14" fmla="*/ 120196 w 142919"/>
                <a:gd name="connsiteY14" fmla="*/ 76030 h 12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919" h="129399">
                  <a:moveTo>
                    <a:pt x="0" y="129400"/>
                  </a:moveTo>
                  <a:lnTo>
                    <a:pt x="0" y="76030"/>
                  </a:lnTo>
                  <a:cubicBezTo>
                    <a:pt x="0" y="31008"/>
                    <a:pt x="30796" y="0"/>
                    <a:pt x="71160" y="0"/>
                  </a:cubicBezTo>
                  <a:lnTo>
                    <a:pt x="71460" y="0"/>
                  </a:lnTo>
                  <a:cubicBezTo>
                    <a:pt x="111824" y="0"/>
                    <a:pt x="142919" y="31008"/>
                    <a:pt x="142919" y="76030"/>
                  </a:cubicBezTo>
                  <a:lnTo>
                    <a:pt x="142919" y="129400"/>
                  </a:lnTo>
                  <a:lnTo>
                    <a:pt x="0" y="129400"/>
                  </a:lnTo>
                  <a:close/>
                  <a:moveTo>
                    <a:pt x="120196" y="76030"/>
                  </a:moveTo>
                  <a:cubicBezTo>
                    <a:pt x="120196" y="45916"/>
                    <a:pt x="99864" y="26238"/>
                    <a:pt x="72058" y="26238"/>
                  </a:cubicBezTo>
                  <a:lnTo>
                    <a:pt x="71759" y="26238"/>
                  </a:lnTo>
                  <a:cubicBezTo>
                    <a:pt x="43653" y="26238"/>
                    <a:pt x="23023" y="45916"/>
                    <a:pt x="23023" y="76030"/>
                  </a:cubicBezTo>
                  <a:lnTo>
                    <a:pt x="23023" y="104355"/>
                  </a:lnTo>
                  <a:lnTo>
                    <a:pt x="120494" y="104355"/>
                  </a:lnTo>
                  <a:lnTo>
                    <a:pt x="120494" y="76030"/>
                  </a:lnTo>
                  <a:lnTo>
                    <a:pt x="120196" y="7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F4BCEAB-9A42-27A8-350F-3FB17A20CF9A}"/>
                </a:ext>
              </a:extLst>
            </p:cNvPr>
            <p:cNvSpPr/>
            <p:nvPr/>
          </p:nvSpPr>
          <p:spPr>
            <a:xfrm>
              <a:off x="9311063" y="1319702"/>
              <a:ext cx="148010" cy="110615"/>
            </a:xfrm>
            <a:custGeom>
              <a:avLst/>
              <a:gdLst>
                <a:gd name="connsiteX0" fmla="*/ 125278 w 148010"/>
                <a:gd name="connsiteY0" fmla="*/ 110616 h 110615"/>
                <a:gd name="connsiteX1" fmla="*/ 107040 w 148010"/>
                <a:gd name="connsiteY1" fmla="*/ 95410 h 110615"/>
                <a:gd name="connsiteX2" fmla="*/ 125876 w 148010"/>
                <a:gd name="connsiteY2" fmla="*/ 50090 h 110615"/>
                <a:gd name="connsiteX3" fmla="*/ 107638 w 148010"/>
                <a:gd name="connsiteY3" fmla="*/ 24747 h 110615"/>
                <a:gd name="connsiteX4" fmla="*/ 107339 w 148010"/>
                <a:gd name="connsiteY4" fmla="*/ 24747 h 110615"/>
                <a:gd name="connsiteX5" fmla="*/ 85213 w 148010"/>
                <a:gd name="connsiteY5" fmla="*/ 57246 h 110615"/>
                <a:gd name="connsiteX6" fmla="*/ 42158 w 148010"/>
                <a:gd name="connsiteY6" fmla="*/ 105249 h 110615"/>
                <a:gd name="connsiteX7" fmla="*/ 41859 w 148010"/>
                <a:gd name="connsiteY7" fmla="*/ 105249 h 110615"/>
                <a:gd name="connsiteX8" fmla="*/ 0 w 148010"/>
                <a:gd name="connsiteY8" fmla="*/ 56053 h 110615"/>
                <a:gd name="connsiteX9" fmla="*/ 18239 w 148010"/>
                <a:gd name="connsiteY9" fmla="*/ 3876 h 110615"/>
                <a:gd name="connsiteX10" fmla="*/ 37374 w 148010"/>
                <a:gd name="connsiteY10" fmla="*/ 17591 h 110615"/>
                <a:gd name="connsiteX11" fmla="*/ 22425 w 148010"/>
                <a:gd name="connsiteY11" fmla="*/ 56650 h 110615"/>
                <a:gd name="connsiteX12" fmla="*/ 39467 w 148010"/>
                <a:gd name="connsiteY12" fmla="*/ 80204 h 110615"/>
                <a:gd name="connsiteX13" fmla="*/ 39766 w 148010"/>
                <a:gd name="connsiteY13" fmla="*/ 80204 h 110615"/>
                <a:gd name="connsiteX14" fmla="*/ 62490 w 148010"/>
                <a:gd name="connsiteY14" fmla="*/ 46214 h 110615"/>
                <a:gd name="connsiteX15" fmla="*/ 104648 w 148010"/>
                <a:gd name="connsiteY15" fmla="*/ 0 h 110615"/>
                <a:gd name="connsiteX16" fmla="*/ 104947 w 148010"/>
                <a:gd name="connsiteY16" fmla="*/ 0 h 110615"/>
                <a:gd name="connsiteX17" fmla="*/ 148002 w 148010"/>
                <a:gd name="connsiteY17" fmla="*/ 51283 h 110615"/>
                <a:gd name="connsiteX18" fmla="*/ 125278 w 148010"/>
                <a:gd name="connsiteY18" fmla="*/ 110616 h 110615"/>
                <a:gd name="connsiteX19" fmla="*/ 125278 w 148010"/>
                <a:gd name="connsiteY19" fmla="*/ 110616 h 11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8010" h="110615">
                  <a:moveTo>
                    <a:pt x="125278" y="110616"/>
                  </a:moveTo>
                  <a:lnTo>
                    <a:pt x="107040" y="95410"/>
                  </a:lnTo>
                  <a:cubicBezTo>
                    <a:pt x="119000" y="81695"/>
                    <a:pt x="125876" y="67980"/>
                    <a:pt x="125876" y="50090"/>
                  </a:cubicBezTo>
                  <a:cubicBezTo>
                    <a:pt x="125876" y="34586"/>
                    <a:pt x="118701" y="24747"/>
                    <a:pt x="107638" y="24747"/>
                  </a:cubicBezTo>
                  <a:lnTo>
                    <a:pt x="107339" y="24747"/>
                  </a:lnTo>
                  <a:cubicBezTo>
                    <a:pt x="97173" y="24747"/>
                    <a:pt x="91492" y="30412"/>
                    <a:pt x="85213" y="57246"/>
                  </a:cubicBezTo>
                  <a:cubicBezTo>
                    <a:pt x="77738" y="87956"/>
                    <a:pt x="68769" y="105249"/>
                    <a:pt x="42158" y="105249"/>
                  </a:cubicBezTo>
                  <a:lnTo>
                    <a:pt x="41859" y="105249"/>
                  </a:lnTo>
                  <a:cubicBezTo>
                    <a:pt x="17043" y="105249"/>
                    <a:pt x="0" y="84676"/>
                    <a:pt x="0" y="56053"/>
                  </a:cubicBezTo>
                  <a:cubicBezTo>
                    <a:pt x="0" y="35182"/>
                    <a:pt x="6279" y="18486"/>
                    <a:pt x="18239" y="3876"/>
                  </a:cubicBezTo>
                  <a:lnTo>
                    <a:pt x="37374" y="17591"/>
                  </a:lnTo>
                  <a:cubicBezTo>
                    <a:pt x="27806" y="30412"/>
                    <a:pt x="22425" y="43531"/>
                    <a:pt x="22425" y="56650"/>
                  </a:cubicBezTo>
                  <a:cubicBezTo>
                    <a:pt x="22425" y="71558"/>
                    <a:pt x="29899" y="80204"/>
                    <a:pt x="39467" y="80204"/>
                  </a:cubicBezTo>
                  <a:lnTo>
                    <a:pt x="39766" y="80204"/>
                  </a:lnTo>
                  <a:cubicBezTo>
                    <a:pt x="50829" y="80204"/>
                    <a:pt x="55912" y="73645"/>
                    <a:pt x="62490" y="46214"/>
                  </a:cubicBezTo>
                  <a:cubicBezTo>
                    <a:pt x="69965" y="15802"/>
                    <a:pt x="80728" y="0"/>
                    <a:pt x="104648" y="0"/>
                  </a:cubicBezTo>
                  <a:lnTo>
                    <a:pt x="104947" y="0"/>
                  </a:lnTo>
                  <a:cubicBezTo>
                    <a:pt x="131856" y="0"/>
                    <a:pt x="148002" y="21169"/>
                    <a:pt x="148002" y="51283"/>
                  </a:cubicBezTo>
                  <a:cubicBezTo>
                    <a:pt x="148301" y="72750"/>
                    <a:pt x="140527" y="93323"/>
                    <a:pt x="125278" y="110616"/>
                  </a:cubicBezTo>
                  <a:lnTo>
                    <a:pt x="125278" y="1106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48FE2BC-FF15-6DF7-3297-03B0D87D6AE6}"/>
                </a:ext>
              </a:extLst>
            </p:cNvPr>
            <p:cNvSpPr/>
            <p:nvPr/>
          </p:nvSpPr>
          <p:spPr>
            <a:xfrm>
              <a:off x="8537865" y="1319106"/>
              <a:ext cx="327996" cy="340494"/>
            </a:xfrm>
            <a:custGeom>
              <a:avLst/>
              <a:gdLst>
                <a:gd name="connsiteX0" fmla="*/ 0 w 327996"/>
                <a:gd name="connsiteY0" fmla="*/ 171142 h 340494"/>
                <a:gd name="connsiteX1" fmla="*/ 0 w 327996"/>
                <a:gd name="connsiteY1" fmla="*/ 170247 h 340494"/>
                <a:gd name="connsiteX2" fmla="*/ 180293 w 327996"/>
                <a:gd name="connsiteY2" fmla="*/ 0 h 340494"/>
                <a:gd name="connsiteX3" fmla="*/ 316933 w 327996"/>
                <a:gd name="connsiteY3" fmla="*/ 49494 h 340494"/>
                <a:gd name="connsiteX4" fmla="*/ 255939 w 327996"/>
                <a:gd name="connsiteY4" fmla="*/ 123139 h 340494"/>
                <a:gd name="connsiteX5" fmla="*/ 183582 w 327996"/>
                <a:gd name="connsiteY5" fmla="*/ 94814 h 340494"/>
                <a:gd name="connsiteX6" fmla="*/ 110329 w 327996"/>
                <a:gd name="connsiteY6" fmla="*/ 171738 h 340494"/>
                <a:gd name="connsiteX7" fmla="*/ 110329 w 327996"/>
                <a:gd name="connsiteY7" fmla="*/ 172633 h 340494"/>
                <a:gd name="connsiteX8" fmla="*/ 188366 w 327996"/>
                <a:gd name="connsiteY8" fmla="*/ 250451 h 340494"/>
                <a:gd name="connsiteX9" fmla="*/ 225740 w 327996"/>
                <a:gd name="connsiteY9" fmla="*/ 242997 h 340494"/>
                <a:gd name="connsiteX10" fmla="*/ 225740 w 327996"/>
                <a:gd name="connsiteY10" fmla="*/ 210200 h 340494"/>
                <a:gd name="connsiteX11" fmla="*/ 169829 w 327996"/>
                <a:gd name="connsiteY11" fmla="*/ 210200 h 340494"/>
                <a:gd name="connsiteX12" fmla="*/ 169829 w 327996"/>
                <a:gd name="connsiteY12" fmla="*/ 140133 h 340494"/>
                <a:gd name="connsiteX13" fmla="*/ 327996 w 327996"/>
                <a:gd name="connsiteY13" fmla="*/ 140133 h 340494"/>
                <a:gd name="connsiteX14" fmla="*/ 327996 w 327996"/>
                <a:gd name="connsiteY14" fmla="*/ 291597 h 340494"/>
                <a:gd name="connsiteX15" fmla="*/ 183881 w 327996"/>
                <a:gd name="connsiteY15" fmla="*/ 340495 h 340494"/>
                <a:gd name="connsiteX16" fmla="*/ 0 w 327996"/>
                <a:gd name="connsiteY16" fmla="*/ 171142 h 340494"/>
                <a:gd name="connsiteX17" fmla="*/ 0 w 327996"/>
                <a:gd name="connsiteY17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7996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2750"/>
                    <a:pt x="77140" y="0"/>
                    <a:pt x="180293" y="0"/>
                  </a:cubicBezTo>
                  <a:cubicBezTo>
                    <a:pt x="236205" y="0"/>
                    <a:pt x="281652" y="18784"/>
                    <a:pt x="316933" y="49494"/>
                  </a:cubicBezTo>
                  <a:lnTo>
                    <a:pt x="255939" y="123139"/>
                  </a:lnTo>
                  <a:cubicBezTo>
                    <a:pt x="234411" y="104951"/>
                    <a:pt x="210791" y="94814"/>
                    <a:pt x="183582" y="94814"/>
                  </a:cubicBezTo>
                  <a:cubicBezTo>
                    <a:pt x="141125" y="94814"/>
                    <a:pt x="110329" y="127611"/>
                    <a:pt x="110329" y="171738"/>
                  </a:cubicBezTo>
                  <a:lnTo>
                    <a:pt x="110329" y="172633"/>
                  </a:lnTo>
                  <a:cubicBezTo>
                    <a:pt x="110329" y="218847"/>
                    <a:pt x="142620" y="250451"/>
                    <a:pt x="188366" y="250451"/>
                  </a:cubicBezTo>
                  <a:cubicBezTo>
                    <a:pt x="206904" y="250451"/>
                    <a:pt x="217369" y="247768"/>
                    <a:pt x="225740" y="242997"/>
                  </a:cubicBezTo>
                  <a:lnTo>
                    <a:pt x="225740" y="210200"/>
                  </a:lnTo>
                  <a:lnTo>
                    <a:pt x="169829" y="210200"/>
                  </a:lnTo>
                  <a:lnTo>
                    <a:pt x="169829" y="140133"/>
                  </a:lnTo>
                  <a:lnTo>
                    <a:pt x="327996" y="140133"/>
                  </a:lnTo>
                  <a:lnTo>
                    <a:pt x="327996" y="291597"/>
                  </a:lnTo>
                  <a:cubicBezTo>
                    <a:pt x="292416" y="320518"/>
                    <a:pt x="243082" y="340495"/>
                    <a:pt x="183881" y="340495"/>
                  </a:cubicBezTo>
                  <a:cubicBezTo>
                    <a:pt x="81625" y="340495"/>
                    <a:pt x="0" y="272217"/>
                    <a:pt x="0" y="171142"/>
                  </a:cubicBezTo>
                  <a:lnTo>
                    <a:pt x="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5FD4C372-8040-7208-4E2B-EC13760E8605}"/>
                </a:ext>
              </a:extLst>
            </p:cNvPr>
            <p:cNvSpPr/>
            <p:nvPr/>
          </p:nvSpPr>
          <p:spPr>
            <a:xfrm>
              <a:off x="8897255" y="1319106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A235183-AACE-B9DE-8854-0E6930C774CA}"/>
                </a:ext>
              </a:extLst>
            </p:cNvPr>
            <p:cNvSpPr/>
            <p:nvPr/>
          </p:nvSpPr>
          <p:spPr>
            <a:xfrm>
              <a:off x="8897255" y="1688223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430EF5E3-2DA3-C6E9-1691-112C60749C2F}"/>
                </a:ext>
              </a:extLst>
            </p:cNvPr>
            <p:cNvSpPr/>
            <p:nvPr/>
          </p:nvSpPr>
          <p:spPr>
            <a:xfrm>
              <a:off x="8550721" y="1694782"/>
              <a:ext cx="327398" cy="327375"/>
            </a:xfrm>
            <a:custGeom>
              <a:avLst/>
              <a:gdLst>
                <a:gd name="connsiteX0" fmla="*/ 327398 w 327398"/>
                <a:gd name="connsiteY0" fmla="*/ 0 h 327375"/>
                <a:gd name="connsiteX1" fmla="*/ 0 w 327398"/>
                <a:gd name="connsiteY1" fmla="*/ 0 h 327375"/>
                <a:gd name="connsiteX2" fmla="*/ 0 w 327398"/>
                <a:gd name="connsiteY2" fmla="*/ 93323 h 327375"/>
                <a:gd name="connsiteX3" fmla="*/ 109731 w 327398"/>
                <a:gd name="connsiteY3" fmla="*/ 93323 h 327375"/>
                <a:gd name="connsiteX4" fmla="*/ 109731 w 327398"/>
                <a:gd name="connsiteY4" fmla="*/ 327376 h 327375"/>
                <a:gd name="connsiteX5" fmla="*/ 217369 w 327398"/>
                <a:gd name="connsiteY5" fmla="*/ 327376 h 327375"/>
                <a:gd name="connsiteX6" fmla="*/ 217369 w 327398"/>
                <a:gd name="connsiteY6" fmla="*/ 93323 h 327375"/>
                <a:gd name="connsiteX7" fmla="*/ 327398 w 327398"/>
                <a:gd name="connsiteY7" fmla="*/ 93323 h 327375"/>
                <a:gd name="connsiteX8" fmla="*/ 327398 w 327398"/>
                <a:gd name="connsiteY8" fmla="*/ 0 h 3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398" h="327375">
                  <a:moveTo>
                    <a:pt x="327398" y="0"/>
                  </a:moveTo>
                  <a:lnTo>
                    <a:pt x="0" y="0"/>
                  </a:lnTo>
                  <a:lnTo>
                    <a:pt x="0" y="93323"/>
                  </a:lnTo>
                  <a:lnTo>
                    <a:pt x="109731" y="93323"/>
                  </a:lnTo>
                  <a:lnTo>
                    <a:pt x="109731" y="327376"/>
                  </a:lnTo>
                  <a:lnTo>
                    <a:pt x="217369" y="327376"/>
                  </a:lnTo>
                  <a:lnTo>
                    <a:pt x="217369" y="93323"/>
                  </a:lnTo>
                  <a:lnTo>
                    <a:pt x="327398" y="93323"/>
                  </a:lnTo>
                  <a:lnTo>
                    <a:pt x="327398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B77EBF93-11C0-861A-997B-BE3DE2C8A6A5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47687" y="3188165"/>
            <a:ext cx="2043113" cy="562429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00F28D5-34BE-7E4B-08BF-7903C9382353}"/>
              </a:ext>
            </a:extLst>
          </p:cNvPr>
          <p:cNvCxnSpPr>
            <a:cxnSpLocks/>
          </p:cNvCxnSpPr>
          <p:nvPr/>
        </p:nvCxnSpPr>
        <p:spPr>
          <a:xfrm>
            <a:off x="3026683" y="3001660"/>
            <a:ext cx="0" cy="8845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656786E-F1B8-0D24-5425-296C8C3C5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9525" y="6324113"/>
            <a:ext cx="2743200" cy="12311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636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pos="6504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act Statement |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D098-B447-79ED-27D6-0983AC947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689" y="547688"/>
            <a:ext cx="9282111" cy="5548312"/>
          </a:xfrm>
        </p:spPr>
        <p:txBody>
          <a:bodyPr wrap="square" anchor="ctr">
            <a:noAutofit/>
          </a:bodyPr>
          <a:lstStyle>
            <a:lvl1pPr algn="l">
              <a:defRPr sz="4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867F4-45F0-F501-290D-2C2DFBB41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31120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act Statement | 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D098-B447-79ED-27D6-0983AC947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689" y="547688"/>
            <a:ext cx="9282111" cy="5548312"/>
          </a:xfrm>
        </p:spPr>
        <p:txBody>
          <a:bodyPr wrap="square" anchor="ctr">
            <a:no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867F4-45F0-F501-290D-2C2DFBB41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935FED-C218-FF81-0A75-0A1CE31A42D9}"/>
              </a:ext>
            </a:extLst>
          </p:cNvPr>
          <p:cNvSpPr/>
          <p:nvPr/>
        </p:nvSpPr>
        <p:spPr>
          <a:xfrm>
            <a:off x="10664190" y="388620"/>
            <a:ext cx="1268730" cy="960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4C48490-AEC7-0D63-DDD0-3482989DCAC5}"/>
              </a:ext>
            </a:extLst>
          </p:cNvPr>
          <p:cNvGrpSpPr/>
          <p:nvPr/>
        </p:nvGrpSpPr>
        <p:grpSpPr>
          <a:xfrm>
            <a:off x="10895881" y="551438"/>
            <a:ext cx="751607" cy="578967"/>
            <a:chOff x="8537865" y="1319106"/>
            <a:chExt cx="921208" cy="709611"/>
          </a:xfrm>
          <a:solidFill>
            <a:schemeClr val="bg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6CC7DF2-3E68-0C51-9956-A4914CB19F45}"/>
                </a:ext>
              </a:extLst>
            </p:cNvPr>
            <p:cNvSpPr/>
            <p:nvPr/>
          </p:nvSpPr>
          <p:spPr>
            <a:xfrm>
              <a:off x="9313753" y="1915716"/>
              <a:ext cx="142919" cy="106441"/>
            </a:xfrm>
            <a:custGeom>
              <a:avLst/>
              <a:gdLst>
                <a:gd name="connsiteX0" fmla="*/ 0 w 142919"/>
                <a:gd name="connsiteY0" fmla="*/ 106442 h 106441"/>
                <a:gd name="connsiteX1" fmla="*/ 142919 w 142919"/>
                <a:gd name="connsiteY1" fmla="*/ 106442 h 106441"/>
                <a:gd name="connsiteX2" fmla="*/ 142919 w 142919"/>
                <a:gd name="connsiteY2" fmla="*/ 81397 h 106441"/>
                <a:gd name="connsiteX3" fmla="*/ 84914 w 142919"/>
                <a:gd name="connsiteY3" fmla="*/ 81397 h 106441"/>
                <a:gd name="connsiteX4" fmla="*/ 84914 w 142919"/>
                <a:gd name="connsiteY4" fmla="*/ 9243 h 106441"/>
                <a:gd name="connsiteX5" fmla="*/ 61892 w 142919"/>
                <a:gd name="connsiteY5" fmla="*/ 9243 h 106441"/>
                <a:gd name="connsiteX6" fmla="*/ 61892 w 142919"/>
                <a:gd name="connsiteY6" fmla="*/ 81397 h 106441"/>
                <a:gd name="connsiteX7" fmla="*/ 22724 w 142919"/>
                <a:gd name="connsiteY7" fmla="*/ 81397 h 106441"/>
                <a:gd name="connsiteX8" fmla="*/ 22724 w 142919"/>
                <a:gd name="connsiteY8" fmla="*/ 0 h 106441"/>
                <a:gd name="connsiteX9" fmla="*/ 0 w 142919"/>
                <a:gd name="connsiteY9" fmla="*/ 0 h 106441"/>
                <a:gd name="connsiteX10" fmla="*/ 0 w 142919"/>
                <a:gd name="connsiteY10" fmla="*/ 106442 h 10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19" h="106441">
                  <a:moveTo>
                    <a:pt x="0" y="106442"/>
                  </a:moveTo>
                  <a:lnTo>
                    <a:pt x="142919" y="106442"/>
                  </a:lnTo>
                  <a:lnTo>
                    <a:pt x="142919" y="81397"/>
                  </a:lnTo>
                  <a:lnTo>
                    <a:pt x="84914" y="81397"/>
                  </a:lnTo>
                  <a:lnTo>
                    <a:pt x="84914" y="9243"/>
                  </a:lnTo>
                  <a:lnTo>
                    <a:pt x="61892" y="9243"/>
                  </a:lnTo>
                  <a:lnTo>
                    <a:pt x="61892" y="81397"/>
                  </a:lnTo>
                  <a:lnTo>
                    <a:pt x="22724" y="81397"/>
                  </a:lnTo>
                  <a:lnTo>
                    <a:pt x="22724" y="0"/>
                  </a:lnTo>
                  <a:lnTo>
                    <a:pt x="0" y="0"/>
                  </a:lnTo>
                  <a:lnTo>
                    <a:pt x="0" y="1064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83EE0E1-C130-A961-E1DF-9EFB6134FA4F}"/>
                </a:ext>
              </a:extLst>
            </p:cNvPr>
            <p:cNvSpPr/>
            <p:nvPr/>
          </p:nvSpPr>
          <p:spPr>
            <a:xfrm>
              <a:off x="9311063" y="1755010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238 h 149674"/>
                <a:gd name="connsiteX9" fmla="*/ 74150 w 148003"/>
                <a:gd name="connsiteY9" fmla="*/ 26238 h 149674"/>
                <a:gd name="connsiteX10" fmla="*/ 23321 w 148003"/>
                <a:gd name="connsiteY10" fmla="*/ 74837 h 149674"/>
                <a:gd name="connsiteX11" fmla="*/ 73851 w 148003"/>
                <a:gd name="connsiteY11" fmla="*/ 123139 h 149674"/>
                <a:gd name="connsiteX12" fmla="*/ 74150 w 148003"/>
                <a:gd name="connsiteY12" fmla="*/ 123139 h 149674"/>
                <a:gd name="connsiteX13" fmla="*/ 124979 w 148003"/>
                <a:gd name="connsiteY13" fmla="*/ 74539 h 149674"/>
                <a:gd name="connsiteX14" fmla="*/ 74449 w 148003"/>
                <a:gd name="connsiteY14" fmla="*/ 26238 h 149674"/>
                <a:gd name="connsiteX15" fmla="*/ 74449 w 148003"/>
                <a:gd name="connsiteY15" fmla="*/ 26238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238"/>
                  </a:moveTo>
                  <a:lnTo>
                    <a:pt x="74150" y="26238"/>
                  </a:lnTo>
                  <a:cubicBezTo>
                    <a:pt x="46344" y="26238"/>
                    <a:pt x="23321" y="46512"/>
                    <a:pt x="23321" y="74837"/>
                  </a:cubicBezTo>
                  <a:cubicBezTo>
                    <a:pt x="23321" y="103162"/>
                    <a:pt x="46045" y="123139"/>
                    <a:pt x="73851" y="123139"/>
                  </a:cubicBezTo>
                  <a:lnTo>
                    <a:pt x="74150" y="123139"/>
                  </a:lnTo>
                  <a:cubicBezTo>
                    <a:pt x="101957" y="123139"/>
                    <a:pt x="124979" y="102864"/>
                    <a:pt x="124979" y="74539"/>
                  </a:cubicBezTo>
                  <a:cubicBezTo>
                    <a:pt x="124979" y="46214"/>
                    <a:pt x="102256" y="26238"/>
                    <a:pt x="74449" y="26238"/>
                  </a:cubicBezTo>
                  <a:lnTo>
                    <a:pt x="74449" y="2623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BD2A74C-B414-5458-858E-EAEF965FD47A}"/>
                </a:ext>
              </a:extLst>
            </p:cNvPr>
            <p:cNvSpPr/>
            <p:nvPr/>
          </p:nvSpPr>
          <p:spPr>
            <a:xfrm>
              <a:off x="9311063" y="1591024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536 h 149674"/>
                <a:gd name="connsiteX9" fmla="*/ 74150 w 148003"/>
                <a:gd name="connsiteY9" fmla="*/ 26536 h 149674"/>
                <a:gd name="connsiteX10" fmla="*/ 23321 w 148003"/>
                <a:gd name="connsiteY10" fmla="*/ 75135 h 149674"/>
                <a:gd name="connsiteX11" fmla="*/ 73851 w 148003"/>
                <a:gd name="connsiteY11" fmla="*/ 123437 h 149674"/>
                <a:gd name="connsiteX12" fmla="*/ 74150 w 148003"/>
                <a:gd name="connsiteY12" fmla="*/ 123437 h 149674"/>
                <a:gd name="connsiteX13" fmla="*/ 124979 w 148003"/>
                <a:gd name="connsiteY13" fmla="*/ 74837 h 149674"/>
                <a:gd name="connsiteX14" fmla="*/ 74449 w 148003"/>
                <a:gd name="connsiteY14" fmla="*/ 26536 h 149674"/>
                <a:gd name="connsiteX15" fmla="*/ 74449 w 148003"/>
                <a:gd name="connsiteY15" fmla="*/ 26536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536"/>
                  </a:moveTo>
                  <a:lnTo>
                    <a:pt x="74150" y="26536"/>
                  </a:lnTo>
                  <a:cubicBezTo>
                    <a:pt x="46344" y="26536"/>
                    <a:pt x="23321" y="46811"/>
                    <a:pt x="23321" y="75135"/>
                  </a:cubicBezTo>
                  <a:cubicBezTo>
                    <a:pt x="23321" y="103460"/>
                    <a:pt x="46045" y="123437"/>
                    <a:pt x="73851" y="123437"/>
                  </a:cubicBezTo>
                  <a:lnTo>
                    <a:pt x="74150" y="123437"/>
                  </a:lnTo>
                  <a:cubicBezTo>
                    <a:pt x="101957" y="123437"/>
                    <a:pt x="124979" y="103162"/>
                    <a:pt x="124979" y="74837"/>
                  </a:cubicBezTo>
                  <a:cubicBezTo>
                    <a:pt x="124979" y="46512"/>
                    <a:pt x="102256" y="26536"/>
                    <a:pt x="74449" y="26536"/>
                  </a:cubicBezTo>
                  <a:lnTo>
                    <a:pt x="74449" y="265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638FFE0-656E-CC56-A7EC-DE7332F05B05}"/>
                </a:ext>
              </a:extLst>
            </p:cNvPr>
            <p:cNvSpPr/>
            <p:nvPr/>
          </p:nvSpPr>
          <p:spPr>
            <a:xfrm>
              <a:off x="9313753" y="1441350"/>
              <a:ext cx="142919" cy="129399"/>
            </a:xfrm>
            <a:custGeom>
              <a:avLst/>
              <a:gdLst>
                <a:gd name="connsiteX0" fmla="*/ 0 w 142919"/>
                <a:gd name="connsiteY0" fmla="*/ 129400 h 129399"/>
                <a:gd name="connsiteX1" fmla="*/ 0 w 142919"/>
                <a:gd name="connsiteY1" fmla="*/ 76030 h 129399"/>
                <a:gd name="connsiteX2" fmla="*/ 71160 w 142919"/>
                <a:gd name="connsiteY2" fmla="*/ 0 h 129399"/>
                <a:gd name="connsiteX3" fmla="*/ 71460 w 142919"/>
                <a:gd name="connsiteY3" fmla="*/ 0 h 129399"/>
                <a:gd name="connsiteX4" fmla="*/ 142919 w 142919"/>
                <a:gd name="connsiteY4" fmla="*/ 76030 h 129399"/>
                <a:gd name="connsiteX5" fmla="*/ 142919 w 142919"/>
                <a:gd name="connsiteY5" fmla="*/ 129400 h 129399"/>
                <a:gd name="connsiteX6" fmla="*/ 0 w 142919"/>
                <a:gd name="connsiteY6" fmla="*/ 129400 h 129399"/>
                <a:gd name="connsiteX7" fmla="*/ 120196 w 142919"/>
                <a:gd name="connsiteY7" fmla="*/ 76030 h 129399"/>
                <a:gd name="connsiteX8" fmla="*/ 72058 w 142919"/>
                <a:gd name="connsiteY8" fmla="*/ 26238 h 129399"/>
                <a:gd name="connsiteX9" fmla="*/ 71759 w 142919"/>
                <a:gd name="connsiteY9" fmla="*/ 26238 h 129399"/>
                <a:gd name="connsiteX10" fmla="*/ 23023 w 142919"/>
                <a:gd name="connsiteY10" fmla="*/ 76030 h 129399"/>
                <a:gd name="connsiteX11" fmla="*/ 23023 w 142919"/>
                <a:gd name="connsiteY11" fmla="*/ 104355 h 129399"/>
                <a:gd name="connsiteX12" fmla="*/ 120494 w 142919"/>
                <a:gd name="connsiteY12" fmla="*/ 104355 h 129399"/>
                <a:gd name="connsiteX13" fmla="*/ 120494 w 142919"/>
                <a:gd name="connsiteY13" fmla="*/ 76030 h 129399"/>
                <a:gd name="connsiteX14" fmla="*/ 120196 w 142919"/>
                <a:gd name="connsiteY14" fmla="*/ 76030 h 12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919" h="129399">
                  <a:moveTo>
                    <a:pt x="0" y="129400"/>
                  </a:moveTo>
                  <a:lnTo>
                    <a:pt x="0" y="76030"/>
                  </a:lnTo>
                  <a:cubicBezTo>
                    <a:pt x="0" y="31008"/>
                    <a:pt x="30796" y="0"/>
                    <a:pt x="71160" y="0"/>
                  </a:cubicBezTo>
                  <a:lnTo>
                    <a:pt x="71460" y="0"/>
                  </a:lnTo>
                  <a:cubicBezTo>
                    <a:pt x="111824" y="0"/>
                    <a:pt x="142919" y="31008"/>
                    <a:pt x="142919" y="76030"/>
                  </a:cubicBezTo>
                  <a:lnTo>
                    <a:pt x="142919" y="129400"/>
                  </a:lnTo>
                  <a:lnTo>
                    <a:pt x="0" y="129400"/>
                  </a:lnTo>
                  <a:close/>
                  <a:moveTo>
                    <a:pt x="120196" y="76030"/>
                  </a:moveTo>
                  <a:cubicBezTo>
                    <a:pt x="120196" y="45916"/>
                    <a:pt x="99864" y="26238"/>
                    <a:pt x="72058" y="26238"/>
                  </a:cubicBezTo>
                  <a:lnTo>
                    <a:pt x="71759" y="26238"/>
                  </a:lnTo>
                  <a:cubicBezTo>
                    <a:pt x="43653" y="26238"/>
                    <a:pt x="23023" y="45916"/>
                    <a:pt x="23023" y="76030"/>
                  </a:cubicBezTo>
                  <a:lnTo>
                    <a:pt x="23023" y="104355"/>
                  </a:lnTo>
                  <a:lnTo>
                    <a:pt x="120494" y="104355"/>
                  </a:lnTo>
                  <a:lnTo>
                    <a:pt x="120494" y="76030"/>
                  </a:lnTo>
                  <a:lnTo>
                    <a:pt x="120196" y="7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68BB148-B384-7FE9-507E-948175B252A3}"/>
                </a:ext>
              </a:extLst>
            </p:cNvPr>
            <p:cNvSpPr/>
            <p:nvPr/>
          </p:nvSpPr>
          <p:spPr>
            <a:xfrm>
              <a:off x="9311063" y="1319702"/>
              <a:ext cx="148010" cy="110615"/>
            </a:xfrm>
            <a:custGeom>
              <a:avLst/>
              <a:gdLst>
                <a:gd name="connsiteX0" fmla="*/ 125278 w 148010"/>
                <a:gd name="connsiteY0" fmla="*/ 110616 h 110615"/>
                <a:gd name="connsiteX1" fmla="*/ 107040 w 148010"/>
                <a:gd name="connsiteY1" fmla="*/ 95410 h 110615"/>
                <a:gd name="connsiteX2" fmla="*/ 125876 w 148010"/>
                <a:gd name="connsiteY2" fmla="*/ 50090 h 110615"/>
                <a:gd name="connsiteX3" fmla="*/ 107638 w 148010"/>
                <a:gd name="connsiteY3" fmla="*/ 24747 h 110615"/>
                <a:gd name="connsiteX4" fmla="*/ 107339 w 148010"/>
                <a:gd name="connsiteY4" fmla="*/ 24747 h 110615"/>
                <a:gd name="connsiteX5" fmla="*/ 85213 w 148010"/>
                <a:gd name="connsiteY5" fmla="*/ 57246 h 110615"/>
                <a:gd name="connsiteX6" fmla="*/ 42158 w 148010"/>
                <a:gd name="connsiteY6" fmla="*/ 105249 h 110615"/>
                <a:gd name="connsiteX7" fmla="*/ 41859 w 148010"/>
                <a:gd name="connsiteY7" fmla="*/ 105249 h 110615"/>
                <a:gd name="connsiteX8" fmla="*/ 0 w 148010"/>
                <a:gd name="connsiteY8" fmla="*/ 56053 h 110615"/>
                <a:gd name="connsiteX9" fmla="*/ 18239 w 148010"/>
                <a:gd name="connsiteY9" fmla="*/ 3876 h 110615"/>
                <a:gd name="connsiteX10" fmla="*/ 37374 w 148010"/>
                <a:gd name="connsiteY10" fmla="*/ 17591 h 110615"/>
                <a:gd name="connsiteX11" fmla="*/ 22425 w 148010"/>
                <a:gd name="connsiteY11" fmla="*/ 56650 h 110615"/>
                <a:gd name="connsiteX12" fmla="*/ 39467 w 148010"/>
                <a:gd name="connsiteY12" fmla="*/ 80204 h 110615"/>
                <a:gd name="connsiteX13" fmla="*/ 39766 w 148010"/>
                <a:gd name="connsiteY13" fmla="*/ 80204 h 110615"/>
                <a:gd name="connsiteX14" fmla="*/ 62490 w 148010"/>
                <a:gd name="connsiteY14" fmla="*/ 46214 h 110615"/>
                <a:gd name="connsiteX15" fmla="*/ 104648 w 148010"/>
                <a:gd name="connsiteY15" fmla="*/ 0 h 110615"/>
                <a:gd name="connsiteX16" fmla="*/ 104947 w 148010"/>
                <a:gd name="connsiteY16" fmla="*/ 0 h 110615"/>
                <a:gd name="connsiteX17" fmla="*/ 148002 w 148010"/>
                <a:gd name="connsiteY17" fmla="*/ 51283 h 110615"/>
                <a:gd name="connsiteX18" fmla="*/ 125278 w 148010"/>
                <a:gd name="connsiteY18" fmla="*/ 110616 h 110615"/>
                <a:gd name="connsiteX19" fmla="*/ 125278 w 148010"/>
                <a:gd name="connsiteY19" fmla="*/ 110616 h 11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8010" h="110615">
                  <a:moveTo>
                    <a:pt x="125278" y="110616"/>
                  </a:moveTo>
                  <a:lnTo>
                    <a:pt x="107040" y="95410"/>
                  </a:lnTo>
                  <a:cubicBezTo>
                    <a:pt x="119000" y="81695"/>
                    <a:pt x="125876" y="67980"/>
                    <a:pt x="125876" y="50090"/>
                  </a:cubicBezTo>
                  <a:cubicBezTo>
                    <a:pt x="125876" y="34586"/>
                    <a:pt x="118701" y="24747"/>
                    <a:pt x="107638" y="24747"/>
                  </a:cubicBezTo>
                  <a:lnTo>
                    <a:pt x="107339" y="24747"/>
                  </a:lnTo>
                  <a:cubicBezTo>
                    <a:pt x="97173" y="24747"/>
                    <a:pt x="91492" y="30412"/>
                    <a:pt x="85213" y="57246"/>
                  </a:cubicBezTo>
                  <a:cubicBezTo>
                    <a:pt x="77738" y="87956"/>
                    <a:pt x="68769" y="105249"/>
                    <a:pt x="42158" y="105249"/>
                  </a:cubicBezTo>
                  <a:lnTo>
                    <a:pt x="41859" y="105249"/>
                  </a:lnTo>
                  <a:cubicBezTo>
                    <a:pt x="17043" y="105249"/>
                    <a:pt x="0" y="84676"/>
                    <a:pt x="0" y="56053"/>
                  </a:cubicBezTo>
                  <a:cubicBezTo>
                    <a:pt x="0" y="35182"/>
                    <a:pt x="6279" y="18486"/>
                    <a:pt x="18239" y="3876"/>
                  </a:cubicBezTo>
                  <a:lnTo>
                    <a:pt x="37374" y="17591"/>
                  </a:lnTo>
                  <a:cubicBezTo>
                    <a:pt x="27806" y="30412"/>
                    <a:pt x="22425" y="43531"/>
                    <a:pt x="22425" y="56650"/>
                  </a:cubicBezTo>
                  <a:cubicBezTo>
                    <a:pt x="22425" y="71558"/>
                    <a:pt x="29899" y="80204"/>
                    <a:pt x="39467" y="80204"/>
                  </a:cubicBezTo>
                  <a:lnTo>
                    <a:pt x="39766" y="80204"/>
                  </a:lnTo>
                  <a:cubicBezTo>
                    <a:pt x="50829" y="80204"/>
                    <a:pt x="55912" y="73645"/>
                    <a:pt x="62490" y="46214"/>
                  </a:cubicBezTo>
                  <a:cubicBezTo>
                    <a:pt x="69965" y="15802"/>
                    <a:pt x="80728" y="0"/>
                    <a:pt x="104648" y="0"/>
                  </a:cubicBezTo>
                  <a:lnTo>
                    <a:pt x="104947" y="0"/>
                  </a:lnTo>
                  <a:cubicBezTo>
                    <a:pt x="131856" y="0"/>
                    <a:pt x="148002" y="21169"/>
                    <a:pt x="148002" y="51283"/>
                  </a:cubicBezTo>
                  <a:cubicBezTo>
                    <a:pt x="148301" y="72750"/>
                    <a:pt x="140527" y="93323"/>
                    <a:pt x="125278" y="110616"/>
                  </a:cubicBezTo>
                  <a:lnTo>
                    <a:pt x="125278" y="1106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F7ED78A-5A0A-8823-FFF9-474C4A1167AC}"/>
                </a:ext>
              </a:extLst>
            </p:cNvPr>
            <p:cNvSpPr/>
            <p:nvPr/>
          </p:nvSpPr>
          <p:spPr>
            <a:xfrm>
              <a:off x="8537865" y="1319106"/>
              <a:ext cx="327996" cy="340494"/>
            </a:xfrm>
            <a:custGeom>
              <a:avLst/>
              <a:gdLst>
                <a:gd name="connsiteX0" fmla="*/ 0 w 327996"/>
                <a:gd name="connsiteY0" fmla="*/ 171142 h 340494"/>
                <a:gd name="connsiteX1" fmla="*/ 0 w 327996"/>
                <a:gd name="connsiteY1" fmla="*/ 170247 h 340494"/>
                <a:gd name="connsiteX2" fmla="*/ 180293 w 327996"/>
                <a:gd name="connsiteY2" fmla="*/ 0 h 340494"/>
                <a:gd name="connsiteX3" fmla="*/ 316933 w 327996"/>
                <a:gd name="connsiteY3" fmla="*/ 49494 h 340494"/>
                <a:gd name="connsiteX4" fmla="*/ 255939 w 327996"/>
                <a:gd name="connsiteY4" fmla="*/ 123139 h 340494"/>
                <a:gd name="connsiteX5" fmla="*/ 183582 w 327996"/>
                <a:gd name="connsiteY5" fmla="*/ 94814 h 340494"/>
                <a:gd name="connsiteX6" fmla="*/ 110329 w 327996"/>
                <a:gd name="connsiteY6" fmla="*/ 171738 h 340494"/>
                <a:gd name="connsiteX7" fmla="*/ 110329 w 327996"/>
                <a:gd name="connsiteY7" fmla="*/ 172633 h 340494"/>
                <a:gd name="connsiteX8" fmla="*/ 188366 w 327996"/>
                <a:gd name="connsiteY8" fmla="*/ 250451 h 340494"/>
                <a:gd name="connsiteX9" fmla="*/ 225740 w 327996"/>
                <a:gd name="connsiteY9" fmla="*/ 242997 h 340494"/>
                <a:gd name="connsiteX10" fmla="*/ 225740 w 327996"/>
                <a:gd name="connsiteY10" fmla="*/ 210200 h 340494"/>
                <a:gd name="connsiteX11" fmla="*/ 169829 w 327996"/>
                <a:gd name="connsiteY11" fmla="*/ 210200 h 340494"/>
                <a:gd name="connsiteX12" fmla="*/ 169829 w 327996"/>
                <a:gd name="connsiteY12" fmla="*/ 140133 h 340494"/>
                <a:gd name="connsiteX13" fmla="*/ 327996 w 327996"/>
                <a:gd name="connsiteY13" fmla="*/ 140133 h 340494"/>
                <a:gd name="connsiteX14" fmla="*/ 327996 w 327996"/>
                <a:gd name="connsiteY14" fmla="*/ 291597 h 340494"/>
                <a:gd name="connsiteX15" fmla="*/ 183881 w 327996"/>
                <a:gd name="connsiteY15" fmla="*/ 340495 h 340494"/>
                <a:gd name="connsiteX16" fmla="*/ 0 w 327996"/>
                <a:gd name="connsiteY16" fmla="*/ 171142 h 340494"/>
                <a:gd name="connsiteX17" fmla="*/ 0 w 327996"/>
                <a:gd name="connsiteY17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7996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2750"/>
                    <a:pt x="77140" y="0"/>
                    <a:pt x="180293" y="0"/>
                  </a:cubicBezTo>
                  <a:cubicBezTo>
                    <a:pt x="236205" y="0"/>
                    <a:pt x="281652" y="18784"/>
                    <a:pt x="316933" y="49494"/>
                  </a:cubicBezTo>
                  <a:lnTo>
                    <a:pt x="255939" y="123139"/>
                  </a:lnTo>
                  <a:cubicBezTo>
                    <a:pt x="234411" y="104951"/>
                    <a:pt x="210791" y="94814"/>
                    <a:pt x="183582" y="94814"/>
                  </a:cubicBezTo>
                  <a:cubicBezTo>
                    <a:pt x="141125" y="94814"/>
                    <a:pt x="110329" y="127611"/>
                    <a:pt x="110329" y="171738"/>
                  </a:cubicBezTo>
                  <a:lnTo>
                    <a:pt x="110329" y="172633"/>
                  </a:lnTo>
                  <a:cubicBezTo>
                    <a:pt x="110329" y="218847"/>
                    <a:pt x="142620" y="250451"/>
                    <a:pt x="188366" y="250451"/>
                  </a:cubicBezTo>
                  <a:cubicBezTo>
                    <a:pt x="206904" y="250451"/>
                    <a:pt x="217369" y="247768"/>
                    <a:pt x="225740" y="242997"/>
                  </a:cubicBezTo>
                  <a:lnTo>
                    <a:pt x="225740" y="210200"/>
                  </a:lnTo>
                  <a:lnTo>
                    <a:pt x="169829" y="210200"/>
                  </a:lnTo>
                  <a:lnTo>
                    <a:pt x="169829" y="140133"/>
                  </a:lnTo>
                  <a:lnTo>
                    <a:pt x="327996" y="140133"/>
                  </a:lnTo>
                  <a:lnTo>
                    <a:pt x="327996" y="291597"/>
                  </a:lnTo>
                  <a:cubicBezTo>
                    <a:pt x="292416" y="320518"/>
                    <a:pt x="243082" y="340495"/>
                    <a:pt x="183881" y="340495"/>
                  </a:cubicBezTo>
                  <a:cubicBezTo>
                    <a:pt x="81625" y="340495"/>
                    <a:pt x="0" y="272217"/>
                    <a:pt x="0" y="171142"/>
                  </a:cubicBezTo>
                  <a:lnTo>
                    <a:pt x="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9751C892-6A21-8961-1692-94EC30BC0907}"/>
                </a:ext>
              </a:extLst>
            </p:cNvPr>
            <p:cNvSpPr/>
            <p:nvPr/>
          </p:nvSpPr>
          <p:spPr>
            <a:xfrm>
              <a:off x="8897255" y="1319106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B6B9EECB-64BA-AE5C-65C8-32662E25EC31}"/>
                </a:ext>
              </a:extLst>
            </p:cNvPr>
            <p:cNvSpPr/>
            <p:nvPr/>
          </p:nvSpPr>
          <p:spPr>
            <a:xfrm>
              <a:off x="8897255" y="1688223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68A8DF15-A0C5-1923-7BD7-30176FDF412C}"/>
                </a:ext>
              </a:extLst>
            </p:cNvPr>
            <p:cNvSpPr/>
            <p:nvPr/>
          </p:nvSpPr>
          <p:spPr>
            <a:xfrm>
              <a:off x="8550721" y="1694782"/>
              <a:ext cx="327398" cy="327375"/>
            </a:xfrm>
            <a:custGeom>
              <a:avLst/>
              <a:gdLst>
                <a:gd name="connsiteX0" fmla="*/ 327398 w 327398"/>
                <a:gd name="connsiteY0" fmla="*/ 0 h 327375"/>
                <a:gd name="connsiteX1" fmla="*/ 0 w 327398"/>
                <a:gd name="connsiteY1" fmla="*/ 0 h 327375"/>
                <a:gd name="connsiteX2" fmla="*/ 0 w 327398"/>
                <a:gd name="connsiteY2" fmla="*/ 93323 h 327375"/>
                <a:gd name="connsiteX3" fmla="*/ 109731 w 327398"/>
                <a:gd name="connsiteY3" fmla="*/ 93323 h 327375"/>
                <a:gd name="connsiteX4" fmla="*/ 109731 w 327398"/>
                <a:gd name="connsiteY4" fmla="*/ 327376 h 327375"/>
                <a:gd name="connsiteX5" fmla="*/ 217369 w 327398"/>
                <a:gd name="connsiteY5" fmla="*/ 327376 h 327375"/>
                <a:gd name="connsiteX6" fmla="*/ 217369 w 327398"/>
                <a:gd name="connsiteY6" fmla="*/ 93323 h 327375"/>
                <a:gd name="connsiteX7" fmla="*/ 327398 w 327398"/>
                <a:gd name="connsiteY7" fmla="*/ 93323 h 327375"/>
                <a:gd name="connsiteX8" fmla="*/ 327398 w 327398"/>
                <a:gd name="connsiteY8" fmla="*/ 0 h 3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398" h="327375">
                  <a:moveTo>
                    <a:pt x="327398" y="0"/>
                  </a:moveTo>
                  <a:lnTo>
                    <a:pt x="0" y="0"/>
                  </a:lnTo>
                  <a:lnTo>
                    <a:pt x="0" y="93323"/>
                  </a:lnTo>
                  <a:lnTo>
                    <a:pt x="109731" y="93323"/>
                  </a:lnTo>
                  <a:lnTo>
                    <a:pt x="109731" y="327376"/>
                  </a:lnTo>
                  <a:lnTo>
                    <a:pt x="217369" y="327376"/>
                  </a:lnTo>
                  <a:lnTo>
                    <a:pt x="217369" y="93323"/>
                  </a:lnTo>
                  <a:lnTo>
                    <a:pt x="327398" y="93323"/>
                  </a:lnTo>
                  <a:lnTo>
                    <a:pt x="327398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5769022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act Statement |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D098-B447-79ED-27D6-0983AC947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689" y="547688"/>
            <a:ext cx="9282111" cy="5548312"/>
          </a:xfrm>
        </p:spPr>
        <p:txBody>
          <a:bodyPr wrap="square" anchor="ctr">
            <a:no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867F4-45F0-F501-290D-2C2DFBB41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34073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 Prompt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Freeform 245">
            <a:extLst>
              <a:ext uri="{FF2B5EF4-FFF2-40B4-BE49-F238E27FC236}">
                <a16:creationId xmlns:a16="http://schemas.microsoft.com/office/drawing/2014/main" id="{99569987-DAE7-024C-CE70-CE604D15DB33}"/>
              </a:ext>
            </a:extLst>
          </p:cNvPr>
          <p:cNvSpPr/>
          <p:nvPr/>
        </p:nvSpPr>
        <p:spPr>
          <a:xfrm>
            <a:off x="0" y="316589"/>
            <a:ext cx="2715580" cy="5979155"/>
          </a:xfrm>
          <a:custGeom>
            <a:avLst/>
            <a:gdLst>
              <a:gd name="connsiteX0" fmla="*/ 0 w 2715580"/>
              <a:gd name="connsiteY0" fmla="*/ 0 h 5979155"/>
              <a:gd name="connsiteX1" fmla="*/ 18588 w 2715580"/>
              <a:gd name="connsiteY1" fmla="*/ 938 h 5979155"/>
              <a:gd name="connsiteX2" fmla="*/ 2715580 w 2715580"/>
              <a:gd name="connsiteY2" fmla="*/ 2989577 h 5979155"/>
              <a:gd name="connsiteX3" fmla="*/ 18588 w 2715580"/>
              <a:gd name="connsiteY3" fmla="*/ 5978216 h 5979155"/>
              <a:gd name="connsiteX4" fmla="*/ 0 w 2715580"/>
              <a:gd name="connsiteY4" fmla="*/ 5979155 h 5979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15580" h="5979155">
                <a:moveTo>
                  <a:pt x="0" y="0"/>
                </a:moveTo>
                <a:lnTo>
                  <a:pt x="18588" y="938"/>
                </a:lnTo>
                <a:cubicBezTo>
                  <a:pt x="1533449" y="154781"/>
                  <a:pt x="2715580" y="1434128"/>
                  <a:pt x="2715580" y="2989577"/>
                </a:cubicBezTo>
                <a:cubicBezTo>
                  <a:pt x="2715580" y="4545027"/>
                  <a:pt x="1533449" y="5824374"/>
                  <a:pt x="18588" y="5978216"/>
                </a:cubicBezTo>
                <a:lnTo>
                  <a:pt x="0" y="597915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AD91DC-DE11-61C9-E9B5-A82B0A808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92" y="2824438"/>
            <a:ext cx="1651295" cy="997196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E43BE-770F-1BE5-0654-5620303F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E66F66ED-1C98-40C9-A973-D658F3BE40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13243" y="1431662"/>
            <a:ext cx="6383154" cy="3782746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spcAft>
                <a:spcPts val="500"/>
              </a:spcAft>
              <a:buNone/>
              <a:defRPr/>
            </a:lvl1pPr>
            <a:lvl2pPr marL="457189" indent="0">
              <a:lnSpc>
                <a:spcPct val="120000"/>
              </a:lnSpc>
              <a:spcAft>
                <a:spcPts val="500"/>
              </a:spcAft>
              <a:buNone/>
              <a:defRPr/>
            </a:lvl2pPr>
            <a:lvl3pPr marL="914377" indent="0">
              <a:lnSpc>
                <a:spcPct val="120000"/>
              </a:lnSpc>
              <a:spcAft>
                <a:spcPts val="500"/>
              </a:spcAft>
              <a:buNone/>
              <a:defRPr/>
            </a:lvl3pPr>
            <a:lvl4pPr marL="1371566" indent="0">
              <a:lnSpc>
                <a:spcPct val="120000"/>
              </a:lnSpc>
              <a:spcAft>
                <a:spcPts val="500"/>
              </a:spcAft>
              <a:buNone/>
              <a:defRPr/>
            </a:lvl4pPr>
            <a:lvl5pPr marL="1828755" indent="0">
              <a:lnSpc>
                <a:spcPct val="120000"/>
              </a:lnSpc>
              <a:spcAft>
                <a:spcPts val="5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7381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16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 Prompt | 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Freeform 245">
            <a:extLst>
              <a:ext uri="{FF2B5EF4-FFF2-40B4-BE49-F238E27FC236}">
                <a16:creationId xmlns:a16="http://schemas.microsoft.com/office/drawing/2014/main" id="{99569987-DAE7-024C-CE70-CE604D15DB33}"/>
              </a:ext>
            </a:extLst>
          </p:cNvPr>
          <p:cNvSpPr/>
          <p:nvPr/>
        </p:nvSpPr>
        <p:spPr>
          <a:xfrm>
            <a:off x="0" y="316589"/>
            <a:ext cx="2715580" cy="5979155"/>
          </a:xfrm>
          <a:custGeom>
            <a:avLst/>
            <a:gdLst>
              <a:gd name="connsiteX0" fmla="*/ 0 w 2715580"/>
              <a:gd name="connsiteY0" fmla="*/ 0 h 5979155"/>
              <a:gd name="connsiteX1" fmla="*/ 18588 w 2715580"/>
              <a:gd name="connsiteY1" fmla="*/ 938 h 5979155"/>
              <a:gd name="connsiteX2" fmla="*/ 2715580 w 2715580"/>
              <a:gd name="connsiteY2" fmla="*/ 2989577 h 5979155"/>
              <a:gd name="connsiteX3" fmla="*/ 18588 w 2715580"/>
              <a:gd name="connsiteY3" fmla="*/ 5978216 h 5979155"/>
              <a:gd name="connsiteX4" fmla="*/ 0 w 2715580"/>
              <a:gd name="connsiteY4" fmla="*/ 5979155 h 5979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15580" h="5979155">
                <a:moveTo>
                  <a:pt x="0" y="0"/>
                </a:moveTo>
                <a:lnTo>
                  <a:pt x="18588" y="938"/>
                </a:lnTo>
                <a:cubicBezTo>
                  <a:pt x="1533449" y="154781"/>
                  <a:pt x="2715580" y="1434128"/>
                  <a:pt x="2715580" y="2989577"/>
                </a:cubicBezTo>
                <a:cubicBezTo>
                  <a:pt x="2715580" y="4545027"/>
                  <a:pt x="1533449" y="5824374"/>
                  <a:pt x="18588" y="5978216"/>
                </a:cubicBezTo>
                <a:lnTo>
                  <a:pt x="0" y="59791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AD91DC-DE11-61C9-E9B5-A82B0A808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92" y="2824438"/>
            <a:ext cx="1651295" cy="99719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E43BE-770F-1BE5-0654-5620303F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E66F66ED-1C98-40C9-A973-D658F3BE40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13243" y="1431662"/>
            <a:ext cx="6383154" cy="3782746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spcAft>
                <a:spcPts val="500"/>
              </a:spcAft>
              <a:buNone/>
              <a:defRPr>
                <a:solidFill>
                  <a:schemeClr val="bg1"/>
                </a:solidFill>
              </a:defRPr>
            </a:lvl1pPr>
            <a:lvl2pPr marL="457189" indent="0">
              <a:lnSpc>
                <a:spcPct val="120000"/>
              </a:lnSpc>
              <a:spcAft>
                <a:spcPts val="500"/>
              </a:spcAft>
              <a:buNone/>
              <a:defRPr>
                <a:solidFill>
                  <a:schemeClr val="bg1"/>
                </a:solidFill>
              </a:defRPr>
            </a:lvl2pPr>
            <a:lvl3pPr marL="914377" indent="0">
              <a:lnSpc>
                <a:spcPct val="120000"/>
              </a:lnSpc>
              <a:spcAft>
                <a:spcPts val="500"/>
              </a:spcAft>
              <a:buNone/>
              <a:defRPr>
                <a:solidFill>
                  <a:schemeClr val="bg1"/>
                </a:solidFill>
              </a:defRPr>
            </a:lvl3pPr>
            <a:lvl4pPr marL="1371566" indent="0">
              <a:lnSpc>
                <a:spcPct val="120000"/>
              </a:lnSpc>
              <a:spcAft>
                <a:spcPts val="500"/>
              </a:spcAft>
              <a:buNone/>
              <a:defRPr>
                <a:solidFill>
                  <a:schemeClr val="bg1"/>
                </a:solidFill>
              </a:defRPr>
            </a:lvl4pPr>
            <a:lvl5pPr marL="1828755" indent="0">
              <a:lnSpc>
                <a:spcPct val="120000"/>
              </a:lnSpc>
              <a:spcAft>
                <a:spcPts val="500"/>
              </a:spcAft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2C6365C-C25E-DE78-D72A-A8BCB2BAFE09}"/>
              </a:ext>
            </a:extLst>
          </p:cNvPr>
          <p:cNvGrpSpPr/>
          <p:nvPr/>
        </p:nvGrpSpPr>
        <p:grpSpPr>
          <a:xfrm>
            <a:off x="10895881" y="551438"/>
            <a:ext cx="751607" cy="578967"/>
            <a:chOff x="8537865" y="1319106"/>
            <a:chExt cx="921208" cy="709611"/>
          </a:xfrm>
          <a:solidFill>
            <a:schemeClr val="bg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367973E-CCF4-CFED-4BCE-C352D70B5DEA}"/>
                </a:ext>
              </a:extLst>
            </p:cNvPr>
            <p:cNvSpPr/>
            <p:nvPr/>
          </p:nvSpPr>
          <p:spPr>
            <a:xfrm>
              <a:off x="9313753" y="1915716"/>
              <a:ext cx="142919" cy="106441"/>
            </a:xfrm>
            <a:custGeom>
              <a:avLst/>
              <a:gdLst>
                <a:gd name="connsiteX0" fmla="*/ 0 w 142919"/>
                <a:gd name="connsiteY0" fmla="*/ 106442 h 106441"/>
                <a:gd name="connsiteX1" fmla="*/ 142919 w 142919"/>
                <a:gd name="connsiteY1" fmla="*/ 106442 h 106441"/>
                <a:gd name="connsiteX2" fmla="*/ 142919 w 142919"/>
                <a:gd name="connsiteY2" fmla="*/ 81397 h 106441"/>
                <a:gd name="connsiteX3" fmla="*/ 84914 w 142919"/>
                <a:gd name="connsiteY3" fmla="*/ 81397 h 106441"/>
                <a:gd name="connsiteX4" fmla="*/ 84914 w 142919"/>
                <a:gd name="connsiteY4" fmla="*/ 9243 h 106441"/>
                <a:gd name="connsiteX5" fmla="*/ 61892 w 142919"/>
                <a:gd name="connsiteY5" fmla="*/ 9243 h 106441"/>
                <a:gd name="connsiteX6" fmla="*/ 61892 w 142919"/>
                <a:gd name="connsiteY6" fmla="*/ 81397 h 106441"/>
                <a:gd name="connsiteX7" fmla="*/ 22724 w 142919"/>
                <a:gd name="connsiteY7" fmla="*/ 81397 h 106441"/>
                <a:gd name="connsiteX8" fmla="*/ 22724 w 142919"/>
                <a:gd name="connsiteY8" fmla="*/ 0 h 106441"/>
                <a:gd name="connsiteX9" fmla="*/ 0 w 142919"/>
                <a:gd name="connsiteY9" fmla="*/ 0 h 106441"/>
                <a:gd name="connsiteX10" fmla="*/ 0 w 142919"/>
                <a:gd name="connsiteY10" fmla="*/ 106442 h 10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19" h="106441">
                  <a:moveTo>
                    <a:pt x="0" y="106442"/>
                  </a:moveTo>
                  <a:lnTo>
                    <a:pt x="142919" y="106442"/>
                  </a:lnTo>
                  <a:lnTo>
                    <a:pt x="142919" y="81397"/>
                  </a:lnTo>
                  <a:lnTo>
                    <a:pt x="84914" y="81397"/>
                  </a:lnTo>
                  <a:lnTo>
                    <a:pt x="84914" y="9243"/>
                  </a:lnTo>
                  <a:lnTo>
                    <a:pt x="61892" y="9243"/>
                  </a:lnTo>
                  <a:lnTo>
                    <a:pt x="61892" y="81397"/>
                  </a:lnTo>
                  <a:lnTo>
                    <a:pt x="22724" y="81397"/>
                  </a:lnTo>
                  <a:lnTo>
                    <a:pt x="22724" y="0"/>
                  </a:lnTo>
                  <a:lnTo>
                    <a:pt x="0" y="0"/>
                  </a:lnTo>
                  <a:lnTo>
                    <a:pt x="0" y="1064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C4DDD37-5E69-1E7B-C8C2-41FD6D949CEA}"/>
                </a:ext>
              </a:extLst>
            </p:cNvPr>
            <p:cNvSpPr/>
            <p:nvPr/>
          </p:nvSpPr>
          <p:spPr>
            <a:xfrm>
              <a:off x="9311063" y="1755010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238 h 149674"/>
                <a:gd name="connsiteX9" fmla="*/ 74150 w 148003"/>
                <a:gd name="connsiteY9" fmla="*/ 26238 h 149674"/>
                <a:gd name="connsiteX10" fmla="*/ 23321 w 148003"/>
                <a:gd name="connsiteY10" fmla="*/ 74837 h 149674"/>
                <a:gd name="connsiteX11" fmla="*/ 73851 w 148003"/>
                <a:gd name="connsiteY11" fmla="*/ 123139 h 149674"/>
                <a:gd name="connsiteX12" fmla="*/ 74150 w 148003"/>
                <a:gd name="connsiteY12" fmla="*/ 123139 h 149674"/>
                <a:gd name="connsiteX13" fmla="*/ 124979 w 148003"/>
                <a:gd name="connsiteY13" fmla="*/ 74539 h 149674"/>
                <a:gd name="connsiteX14" fmla="*/ 74449 w 148003"/>
                <a:gd name="connsiteY14" fmla="*/ 26238 h 149674"/>
                <a:gd name="connsiteX15" fmla="*/ 74449 w 148003"/>
                <a:gd name="connsiteY15" fmla="*/ 26238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238"/>
                  </a:moveTo>
                  <a:lnTo>
                    <a:pt x="74150" y="26238"/>
                  </a:lnTo>
                  <a:cubicBezTo>
                    <a:pt x="46344" y="26238"/>
                    <a:pt x="23321" y="46512"/>
                    <a:pt x="23321" y="74837"/>
                  </a:cubicBezTo>
                  <a:cubicBezTo>
                    <a:pt x="23321" y="103162"/>
                    <a:pt x="46045" y="123139"/>
                    <a:pt x="73851" y="123139"/>
                  </a:cubicBezTo>
                  <a:lnTo>
                    <a:pt x="74150" y="123139"/>
                  </a:lnTo>
                  <a:cubicBezTo>
                    <a:pt x="101957" y="123139"/>
                    <a:pt x="124979" y="102864"/>
                    <a:pt x="124979" y="74539"/>
                  </a:cubicBezTo>
                  <a:cubicBezTo>
                    <a:pt x="124979" y="46214"/>
                    <a:pt x="102256" y="26238"/>
                    <a:pt x="74449" y="26238"/>
                  </a:cubicBezTo>
                  <a:lnTo>
                    <a:pt x="74449" y="2623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D026851-4921-2D45-1486-3D1AAA01E741}"/>
                </a:ext>
              </a:extLst>
            </p:cNvPr>
            <p:cNvSpPr/>
            <p:nvPr/>
          </p:nvSpPr>
          <p:spPr>
            <a:xfrm>
              <a:off x="9311063" y="1591024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536 h 149674"/>
                <a:gd name="connsiteX9" fmla="*/ 74150 w 148003"/>
                <a:gd name="connsiteY9" fmla="*/ 26536 h 149674"/>
                <a:gd name="connsiteX10" fmla="*/ 23321 w 148003"/>
                <a:gd name="connsiteY10" fmla="*/ 75135 h 149674"/>
                <a:gd name="connsiteX11" fmla="*/ 73851 w 148003"/>
                <a:gd name="connsiteY11" fmla="*/ 123437 h 149674"/>
                <a:gd name="connsiteX12" fmla="*/ 74150 w 148003"/>
                <a:gd name="connsiteY12" fmla="*/ 123437 h 149674"/>
                <a:gd name="connsiteX13" fmla="*/ 124979 w 148003"/>
                <a:gd name="connsiteY13" fmla="*/ 74837 h 149674"/>
                <a:gd name="connsiteX14" fmla="*/ 74449 w 148003"/>
                <a:gd name="connsiteY14" fmla="*/ 26536 h 149674"/>
                <a:gd name="connsiteX15" fmla="*/ 74449 w 148003"/>
                <a:gd name="connsiteY15" fmla="*/ 26536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536"/>
                  </a:moveTo>
                  <a:lnTo>
                    <a:pt x="74150" y="26536"/>
                  </a:lnTo>
                  <a:cubicBezTo>
                    <a:pt x="46344" y="26536"/>
                    <a:pt x="23321" y="46811"/>
                    <a:pt x="23321" y="75135"/>
                  </a:cubicBezTo>
                  <a:cubicBezTo>
                    <a:pt x="23321" y="103460"/>
                    <a:pt x="46045" y="123437"/>
                    <a:pt x="73851" y="123437"/>
                  </a:cubicBezTo>
                  <a:lnTo>
                    <a:pt x="74150" y="123437"/>
                  </a:lnTo>
                  <a:cubicBezTo>
                    <a:pt x="101957" y="123437"/>
                    <a:pt x="124979" y="103162"/>
                    <a:pt x="124979" y="74837"/>
                  </a:cubicBezTo>
                  <a:cubicBezTo>
                    <a:pt x="124979" y="46512"/>
                    <a:pt x="102256" y="26536"/>
                    <a:pt x="74449" y="26536"/>
                  </a:cubicBezTo>
                  <a:lnTo>
                    <a:pt x="74449" y="265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6F3BFFE0-B203-69AC-8232-57DC49D6BB0F}"/>
                </a:ext>
              </a:extLst>
            </p:cNvPr>
            <p:cNvSpPr/>
            <p:nvPr/>
          </p:nvSpPr>
          <p:spPr>
            <a:xfrm>
              <a:off x="9313753" y="1441350"/>
              <a:ext cx="142919" cy="129399"/>
            </a:xfrm>
            <a:custGeom>
              <a:avLst/>
              <a:gdLst>
                <a:gd name="connsiteX0" fmla="*/ 0 w 142919"/>
                <a:gd name="connsiteY0" fmla="*/ 129400 h 129399"/>
                <a:gd name="connsiteX1" fmla="*/ 0 w 142919"/>
                <a:gd name="connsiteY1" fmla="*/ 76030 h 129399"/>
                <a:gd name="connsiteX2" fmla="*/ 71160 w 142919"/>
                <a:gd name="connsiteY2" fmla="*/ 0 h 129399"/>
                <a:gd name="connsiteX3" fmla="*/ 71460 w 142919"/>
                <a:gd name="connsiteY3" fmla="*/ 0 h 129399"/>
                <a:gd name="connsiteX4" fmla="*/ 142919 w 142919"/>
                <a:gd name="connsiteY4" fmla="*/ 76030 h 129399"/>
                <a:gd name="connsiteX5" fmla="*/ 142919 w 142919"/>
                <a:gd name="connsiteY5" fmla="*/ 129400 h 129399"/>
                <a:gd name="connsiteX6" fmla="*/ 0 w 142919"/>
                <a:gd name="connsiteY6" fmla="*/ 129400 h 129399"/>
                <a:gd name="connsiteX7" fmla="*/ 120196 w 142919"/>
                <a:gd name="connsiteY7" fmla="*/ 76030 h 129399"/>
                <a:gd name="connsiteX8" fmla="*/ 72058 w 142919"/>
                <a:gd name="connsiteY8" fmla="*/ 26238 h 129399"/>
                <a:gd name="connsiteX9" fmla="*/ 71759 w 142919"/>
                <a:gd name="connsiteY9" fmla="*/ 26238 h 129399"/>
                <a:gd name="connsiteX10" fmla="*/ 23023 w 142919"/>
                <a:gd name="connsiteY10" fmla="*/ 76030 h 129399"/>
                <a:gd name="connsiteX11" fmla="*/ 23023 w 142919"/>
                <a:gd name="connsiteY11" fmla="*/ 104355 h 129399"/>
                <a:gd name="connsiteX12" fmla="*/ 120494 w 142919"/>
                <a:gd name="connsiteY12" fmla="*/ 104355 h 129399"/>
                <a:gd name="connsiteX13" fmla="*/ 120494 w 142919"/>
                <a:gd name="connsiteY13" fmla="*/ 76030 h 129399"/>
                <a:gd name="connsiteX14" fmla="*/ 120196 w 142919"/>
                <a:gd name="connsiteY14" fmla="*/ 76030 h 12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919" h="129399">
                  <a:moveTo>
                    <a:pt x="0" y="129400"/>
                  </a:moveTo>
                  <a:lnTo>
                    <a:pt x="0" y="76030"/>
                  </a:lnTo>
                  <a:cubicBezTo>
                    <a:pt x="0" y="31008"/>
                    <a:pt x="30796" y="0"/>
                    <a:pt x="71160" y="0"/>
                  </a:cubicBezTo>
                  <a:lnTo>
                    <a:pt x="71460" y="0"/>
                  </a:lnTo>
                  <a:cubicBezTo>
                    <a:pt x="111824" y="0"/>
                    <a:pt x="142919" y="31008"/>
                    <a:pt x="142919" y="76030"/>
                  </a:cubicBezTo>
                  <a:lnTo>
                    <a:pt x="142919" y="129400"/>
                  </a:lnTo>
                  <a:lnTo>
                    <a:pt x="0" y="129400"/>
                  </a:lnTo>
                  <a:close/>
                  <a:moveTo>
                    <a:pt x="120196" y="76030"/>
                  </a:moveTo>
                  <a:cubicBezTo>
                    <a:pt x="120196" y="45916"/>
                    <a:pt x="99864" y="26238"/>
                    <a:pt x="72058" y="26238"/>
                  </a:cubicBezTo>
                  <a:lnTo>
                    <a:pt x="71759" y="26238"/>
                  </a:lnTo>
                  <a:cubicBezTo>
                    <a:pt x="43653" y="26238"/>
                    <a:pt x="23023" y="45916"/>
                    <a:pt x="23023" y="76030"/>
                  </a:cubicBezTo>
                  <a:lnTo>
                    <a:pt x="23023" y="104355"/>
                  </a:lnTo>
                  <a:lnTo>
                    <a:pt x="120494" y="104355"/>
                  </a:lnTo>
                  <a:lnTo>
                    <a:pt x="120494" y="76030"/>
                  </a:lnTo>
                  <a:lnTo>
                    <a:pt x="120196" y="7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88FABF5-A292-785E-146F-80FDBC8737F2}"/>
                </a:ext>
              </a:extLst>
            </p:cNvPr>
            <p:cNvSpPr/>
            <p:nvPr/>
          </p:nvSpPr>
          <p:spPr>
            <a:xfrm>
              <a:off x="9311063" y="1319702"/>
              <a:ext cx="148010" cy="110615"/>
            </a:xfrm>
            <a:custGeom>
              <a:avLst/>
              <a:gdLst>
                <a:gd name="connsiteX0" fmla="*/ 125278 w 148010"/>
                <a:gd name="connsiteY0" fmla="*/ 110616 h 110615"/>
                <a:gd name="connsiteX1" fmla="*/ 107040 w 148010"/>
                <a:gd name="connsiteY1" fmla="*/ 95410 h 110615"/>
                <a:gd name="connsiteX2" fmla="*/ 125876 w 148010"/>
                <a:gd name="connsiteY2" fmla="*/ 50090 h 110615"/>
                <a:gd name="connsiteX3" fmla="*/ 107638 w 148010"/>
                <a:gd name="connsiteY3" fmla="*/ 24747 h 110615"/>
                <a:gd name="connsiteX4" fmla="*/ 107339 w 148010"/>
                <a:gd name="connsiteY4" fmla="*/ 24747 h 110615"/>
                <a:gd name="connsiteX5" fmla="*/ 85213 w 148010"/>
                <a:gd name="connsiteY5" fmla="*/ 57246 h 110615"/>
                <a:gd name="connsiteX6" fmla="*/ 42158 w 148010"/>
                <a:gd name="connsiteY6" fmla="*/ 105249 h 110615"/>
                <a:gd name="connsiteX7" fmla="*/ 41859 w 148010"/>
                <a:gd name="connsiteY7" fmla="*/ 105249 h 110615"/>
                <a:gd name="connsiteX8" fmla="*/ 0 w 148010"/>
                <a:gd name="connsiteY8" fmla="*/ 56053 h 110615"/>
                <a:gd name="connsiteX9" fmla="*/ 18239 w 148010"/>
                <a:gd name="connsiteY9" fmla="*/ 3876 h 110615"/>
                <a:gd name="connsiteX10" fmla="*/ 37374 w 148010"/>
                <a:gd name="connsiteY10" fmla="*/ 17591 h 110615"/>
                <a:gd name="connsiteX11" fmla="*/ 22425 w 148010"/>
                <a:gd name="connsiteY11" fmla="*/ 56650 h 110615"/>
                <a:gd name="connsiteX12" fmla="*/ 39467 w 148010"/>
                <a:gd name="connsiteY12" fmla="*/ 80204 h 110615"/>
                <a:gd name="connsiteX13" fmla="*/ 39766 w 148010"/>
                <a:gd name="connsiteY13" fmla="*/ 80204 h 110615"/>
                <a:gd name="connsiteX14" fmla="*/ 62490 w 148010"/>
                <a:gd name="connsiteY14" fmla="*/ 46214 h 110615"/>
                <a:gd name="connsiteX15" fmla="*/ 104648 w 148010"/>
                <a:gd name="connsiteY15" fmla="*/ 0 h 110615"/>
                <a:gd name="connsiteX16" fmla="*/ 104947 w 148010"/>
                <a:gd name="connsiteY16" fmla="*/ 0 h 110615"/>
                <a:gd name="connsiteX17" fmla="*/ 148002 w 148010"/>
                <a:gd name="connsiteY17" fmla="*/ 51283 h 110615"/>
                <a:gd name="connsiteX18" fmla="*/ 125278 w 148010"/>
                <a:gd name="connsiteY18" fmla="*/ 110616 h 110615"/>
                <a:gd name="connsiteX19" fmla="*/ 125278 w 148010"/>
                <a:gd name="connsiteY19" fmla="*/ 110616 h 11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8010" h="110615">
                  <a:moveTo>
                    <a:pt x="125278" y="110616"/>
                  </a:moveTo>
                  <a:lnTo>
                    <a:pt x="107040" y="95410"/>
                  </a:lnTo>
                  <a:cubicBezTo>
                    <a:pt x="119000" y="81695"/>
                    <a:pt x="125876" y="67980"/>
                    <a:pt x="125876" y="50090"/>
                  </a:cubicBezTo>
                  <a:cubicBezTo>
                    <a:pt x="125876" y="34586"/>
                    <a:pt x="118701" y="24747"/>
                    <a:pt x="107638" y="24747"/>
                  </a:cubicBezTo>
                  <a:lnTo>
                    <a:pt x="107339" y="24747"/>
                  </a:lnTo>
                  <a:cubicBezTo>
                    <a:pt x="97173" y="24747"/>
                    <a:pt x="91492" y="30412"/>
                    <a:pt x="85213" y="57246"/>
                  </a:cubicBezTo>
                  <a:cubicBezTo>
                    <a:pt x="77738" y="87956"/>
                    <a:pt x="68769" y="105249"/>
                    <a:pt x="42158" y="105249"/>
                  </a:cubicBezTo>
                  <a:lnTo>
                    <a:pt x="41859" y="105249"/>
                  </a:lnTo>
                  <a:cubicBezTo>
                    <a:pt x="17043" y="105249"/>
                    <a:pt x="0" y="84676"/>
                    <a:pt x="0" y="56053"/>
                  </a:cubicBezTo>
                  <a:cubicBezTo>
                    <a:pt x="0" y="35182"/>
                    <a:pt x="6279" y="18486"/>
                    <a:pt x="18239" y="3876"/>
                  </a:cubicBezTo>
                  <a:lnTo>
                    <a:pt x="37374" y="17591"/>
                  </a:lnTo>
                  <a:cubicBezTo>
                    <a:pt x="27806" y="30412"/>
                    <a:pt x="22425" y="43531"/>
                    <a:pt x="22425" y="56650"/>
                  </a:cubicBezTo>
                  <a:cubicBezTo>
                    <a:pt x="22425" y="71558"/>
                    <a:pt x="29899" y="80204"/>
                    <a:pt x="39467" y="80204"/>
                  </a:cubicBezTo>
                  <a:lnTo>
                    <a:pt x="39766" y="80204"/>
                  </a:lnTo>
                  <a:cubicBezTo>
                    <a:pt x="50829" y="80204"/>
                    <a:pt x="55912" y="73645"/>
                    <a:pt x="62490" y="46214"/>
                  </a:cubicBezTo>
                  <a:cubicBezTo>
                    <a:pt x="69965" y="15802"/>
                    <a:pt x="80728" y="0"/>
                    <a:pt x="104648" y="0"/>
                  </a:cubicBezTo>
                  <a:lnTo>
                    <a:pt x="104947" y="0"/>
                  </a:lnTo>
                  <a:cubicBezTo>
                    <a:pt x="131856" y="0"/>
                    <a:pt x="148002" y="21169"/>
                    <a:pt x="148002" y="51283"/>
                  </a:cubicBezTo>
                  <a:cubicBezTo>
                    <a:pt x="148301" y="72750"/>
                    <a:pt x="140527" y="93323"/>
                    <a:pt x="125278" y="110616"/>
                  </a:cubicBezTo>
                  <a:lnTo>
                    <a:pt x="125278" y="1106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1970A37-7CA6-D3AF-A466-E04D5180A379}"/>
                </a:ext>
              </a:extLst>
            </p:cNvPr>
            <p:cNvSpPr/>
            <p:nvPr/>
          </p:nvSpPr>
          <p:spPr>
            <a:xfrm>
              <a:off x="8537865" y="1319106"/>
              <a:ext cx="327996" cy="340494"/>
            </a:xfrm>
            <a:custGeom>
              <a:avLst/>
              <a:gdLst>
                <a:gd name="connsiteX0" fmla="*/ 0 w 327996"/>
                <a:gd name="connsiteY0" fmla="*/ 171142 h 340494"/>
                <a:gd name="connsiteX1" fmla="*/ 0 w 327996"/>
                <a:gd name="connsiteY1" fmla="*/ 170247 h 340494"/>
                <a:gd name="connsiteX2" fmla="*/ 180293 w 327996"/>
                <a:gd name="connsiteY2" fmla="*/ 0 h 340494"/>
                <a:gd name="connsiteX3" fmla="*/ 316933 w 327996"/>
                <a:gd name="connsiteY3" fmla="*/ 49494 h 340494"/>
                <a:gd name="connsiteX4" fmla="*/ 255939 w 327996"/>
                <a:gd name="connsiteY4" fmla="*/ 123139 h 340494"/>
                <a:gd name="connsiteX5" fmla="*/ 183582 w 327996"/>
                <a:gd name="connsiteY5" fmla="*/ 94814 h 340494"/>
                <a:gd name="connsiteX6" fmla="*/ 110329 w 327996"/>
                <a:gd name="connsiteY6" fmla="*/ 171738 h 340494"/>
                <a:gd name="connsiteX7" fmla="*/ 110329 w 327996"/>
                <a:gd name="connsiteY7" fmla="*/ 172633 h 340494"/>
                <a:gd name="connsiteX8" fmla="*/ 188366 w 327996"/>
                <a:gd name="connsiteY8" fmla="*/ 250451 h 340494"/>
                <a:gd name="connsiteX9" fmla="*/ 225740 w 327996"/>
                <a:gd name="connsiteY9" fmla="*/ 242997 h 340494"/>
                <a:gd name="connsiteX10" fmla="*/ 225740 w 327996"/>
                <a:gd name="connsiteY10" fmla="*/ 210200 h 340494"/>
                <a:gd name="connsiteX11" fmla="*/ 169829 w 327996"/>
                <a:gd name="connsiteY11" fmla="*/ 210200 h 340494"/>
                <a:gd name="connsiteX12" fmla="*/ 169829 w 327996"/>
                <a:gd name="connsiteY12" fmla="*/ 140133 h 340494"/>
                <a:gd name="connsiteX13" fmla="*/ 327996 w 327996"/>
                <a:gd name="connsiteY13" fmla="*/ 140133 h 340494"/>
                <a:gd name="connsiteX14" fmla="*/ 327996 w 327996"/>
                <a:gd name="connsiteY14" fmla="*/ 291597 h 340494"/>
                <a:gd name="connsiteX15" fmla="*/ 183881 w 327996"/>
                <a:gd name="connsiteY15" fmla="*/ 340495 h 340494"/>
                <a:gd name="connsiteX16" fmla="*/ 0 w 327996"/>
                <a:gd name="connsiteY16" fmla="*/ 171142 h 340494"/>
                <a:gd name="connsiteX17" fmla="*/ 0 w 327996"/>
                <a:gd name="connsiteY17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7996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2750"/>
                    <a:pt x="77140" y="0"/>
                    <a:pt x="180293" y="0"/>
                  </a:cubicBezTo>
                  <a:cubicBezTo>
                    <a:pt x="236205" y="0"/>
                    <a:pt x="281652" y="18784"/>
                    <a:pt x="316933" y="49494"/>
                  </a:cubicBezTo>
                  <a:lnTo>
                    <a:pt x="255939" y="123139"/>
                  </a:lnTo>
                  <a:cubicBezTo>
                    <a:pt x="234411" y="104951"/>
                    <a:pt x="210791" y="94814"/>
                    <a:pt x="183582" y="94814"/>
                  </a:cubicBezTo>
                  <a:cubicBezTo>
                    <a:pt x="141125" y="94814"/>
                    <a:pt x="110329" y="127611"/>
                    <a:pt x="110329" y="171738"/>
                  </a:cubicBezTo>
                  <a:lnTo>
                    <a:pt x="110329" y="172633"/>
                  </a:lnTo>
                  <a:cubicBezTo>
                    <a:pt x="110329" y="218847"/>
                    <a:pt x="142620" y="250451"/>
                    <a:pt x="188366" y="250451"/>
                  </a:cubicBezTo>
                  <a:cubicBezTo>
                    <a:pt x="206904" y="250451"/>
                    <a:pt x="217369" y="247768"/>
                    <a:pt x="225740" y="242997"/>
                  </a:cubicBezTo>
                  <a:lnTo>
                    <a:pt x="225740" y="210200"/>
                  </a:lnTo>
                  <a:lnTo>
                    <a:pt x="169829" y="210200"/>
                  </a:lnTo>
                  <a:lnTo>
                    <a:pt x="169829" y="140133"/>
                  </a:lnTo>
                  <a:lnTo>
                    <a:pt x="327996" y="140133"/>
                  </a:lnTo>
                  <a:lnTo>
                    <a:pt x="327996" y="291597"/>
                  </a:lnTo>
                  <a:cubicBezTo>
                    <a:pt x="292416" y="320518"/>
                    <a:pt x="243082" y="340495"/>
                    <a:pt x="183881" y="340495"/>
                  </a:cubicBezTo>
                  <a:cubicBezTo>
                    <a:pt x="81625" y="340495"/>
                    <a:pt x="0" y="272217"/>
                    <a:pt x="0" y="171142"/>
                  </a:cubicBezTo>
                  <a:lnTo>
                    <a:pt x="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027D226-6AD9-E505-A5C1-002C6910D4F6}"/>
                </a:ext>
              </a:extLst>
            </p:cNvPr>
            <p:cNvSpPr/>
            <p:nvPr/>
          </p:nvSpPr>
          <p:spPr>
            <a:xfrm>
              <a:off x="8897255" y="1319106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116507B-61B3-86A6-7EF6-E752E1469A36}"/>
                </a:ext>
              </a:extLst>
            </p:cNvPr>
            <p:cNvSpPr/>
            <p:nvPr/>
          </p:nvSpPr>
          <p:spPr>
            <a:xfrm>
              <a:off x="8897255" y="1688223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CBF8C648-A740-573F-2494-9D3D68F43FAF}"/>
                </a:ext>
              </a:extLst>
            </p:cNvPr>
            <p:cNvSpPr/>
            <p:nvPr/>
          </p:nvSpPr>
          <p:spPr>
            <a:xfrm>
              <a:off x="8550721" y="1694782"/>
              <a:ext cx="327398" cy="327375"/>
            </a:xfrm>
            <a:custGeom>
              <a:avLst/>
              <a:gdLst>
                <a:gd name="connsiteX0" fmla="*/ 327398 w 327398"/>
                <a:gd name="connsiteY0" fmla="*/ 0 h 327375"/>
                <a:gd name="connsiteX1" fmla="*/ 0 w 327398"/>
                <a:gd name="connsiteY1" fmla="*/ 0 h 327375"/>
                <a:gd name="connsiteX2" fmla="*/ 0 w 327398"/>
                <a:gd name="connsiteY2" fmla="*/ 93323 h 327375"/>
                <a:gd name="connsiteX3" fmla="*/ 109731 w 327398"/>
                <a:gd name="connsiteY3" fmla="*/ 93323 h 327375"/>
                <a:gd name="connsiteX4" fmla="*/ 109731 w 327398"/>
                <a:gd name="connsiteY4" fmla="*/ 327376 h 327375"/>
                <a:gd name="connsiteX5" fmla="*/ 217369 w 327398"/>
                <a:gd name="connsiteY5" fmla="*/ 327376 h 327375"/>
                <a:gd name="connsiteX6" fmla="*/ 217369 w 327398"/>
                <a:gd name="connsiteY6" fmla="*/ 93323 h 327375"/>
                <a:gd name="connsiteX7" fmla="*/ 327398 w 327398"/>
                <a:gd name="connsiteY7" fmla="*/ 93323 h 327375"/>
                <a:gd name="connsiteX8" fmla="*/ 327398 w 327398"/>
                <a:gd name="connsiteY8" fmla="*/ 0 h 3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398" h="327375">
                  <a:moveTo>
                    <a:pt x="327398" y="0"/>
                  </a:moveTo>
                  <a:lnTo>
                    <a:pt x="0" y="0"/>
                  </a:lnTo>
                  <a:lnTo>
                    <a:pt x="0" y="93323"/>
                  </a:lnTo>
                  <a:lnTo>
                    <a:pt x="109731" y="93323"/>
                  </a:lnTo>
                  <a:lnTo>
                    <a:pt x="109731" y="327376"/>
                  </a:lnTo>
                  <a:lnTo>
                    <a:pt x="217369" y="327376"/>
                  </a:lnTo>
                  <a:lnTo>
                    <a:pt x="217369" y="93323"/>
                  </a:lnTo>
                  <a:lnTo>
                    <a:pt x="327398" y="93323"/>
                  </a:lnTo>
                  <a:lnTo>
                    <a:pt x="327398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5924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16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 Prompt |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Freeform 245">
            <a:extLst>
              <a:ext uri="{FF2B5EF4-FFF2-40B4-BE49-F238E27FC236}">
                <a16:creationId xmlns:a16="http://schemas.microsoft.com/office/drawing/2014/main" id="{99569987-DAE7-024C-CE70-CE604D15DB33}"/>
              </a:ext>
            </a:extLst>
          </p:cNvPr>
          <p:cNvSpPr/>
          <p:nvPr/>
        </p:nvSpPr>
        <p:spPr>
          <a:xfrm>
            <a:off x="0" y="316589"/>
            <a:ext cx="2715580" cy="5979155"/>
          </a:xfrm>
          <a:custGeom>
            <a:avLst/>
            <a:gdLst>
              <a:gd name="connsiteX0" fmla="*/ 0 w 2715580"/>
              <a:gd name="connsiteY0" fmla="*/ 0 h 5979155"/>
              <a:gd name="connsiteX1" fmla="*/ 18588 w 2715580"/>
              <a:gd name="connsiteY1" fmla="*/ 938 h 5979155"/>
              <a:gd name="connsiteX2" fmla="*/ 2715580 w 2715580"/>
              <a:gd name="connsiteY2" fmla="*/ 2989577 h 5979155"/>
              <a:gd name="connsiteX3" fmla="*/ 18588 w 2715580"/>
              <a:gd name="connsiteY3" fmla="*/ 5978216 h 5979155"/>
              <a:gd name="connsiteX4" fmla="*/ 0 w 2715580"/>
              <a:gd name="connsiteY4" fmla="*/ 5979155 h 5979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15580" h="5979155">
                <a:moveTo>
                  <a:pt x="0" y="0"/>
                </a:moveTo>
                <a:lnTo>
                  <a:pt x="18588" y="938"/>
                </a:lnTo>
                <a:cubicBezTo>
                  <a:pt x="1533449" y="154781"/>
                  <a:pt x="2715580" y="1434128"/>
                  <a:pt x="2715580" y="2989577"/>
                </a:cubicBezTo>
                <a:cubicBezTo>
                  <a:pt x="2715580" y="4545027"/>
                  <a:pt x="1533449" y="5824374"/>
                  <a:pt x="18588" y="5978216"/>
                </a:cubicBezTo>
                <a:lnTo>
                  <a:pt x="0" y="59791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AD91DC-DE11-61C9-E9B5-A82B0A808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92" y="2824438"/>
            <a:ext cx="1651295" cy="99719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E43BE-770F-1BE5-0654-5620303F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E66F66ED-1C98-40C9-A973-D658F3BE40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13243" y="1431662"/>
            <a:ext cx="6383154" cy="3782746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spcAft>
                <a:spcPts val="500"/>
              </a:spcAft>
              <a:buNone/>
              <a:defRPr>
                <a:solidFill>
                  <a:schemeClr val="bg1"/>
                </a:solidFill>
              </a:defRPr>
            </a:lvl1pPr>
            <a:lvl2pPr marL="457189" indent="0">
              <a:lnSpc>
                <a:spcPct val="120000"/>
              </a:lnSpc>
              <a:spcAft>
                <a:spcPts val="500"/>
              </a:spcAft>
              <a:buNone/>
              <a:defRPr>
                <a:solidFill>
                  <a:schemeClr val="bg1"/>
                </a:solidFill>
              </a:defRPr>
            </a:lvl2pPr>
            <a:lvl3pPr marL="914377" indent="0">
              <a:lnSpc>
                <a:spcPct val="120000"/>
              </a:lnSpc>
              <a:spcAft>
                <a:spcPts val="500"/>
              </a:spcAft>
              <a:buNone/>
              <a:defRPr>
                <a:solidFill>
                  <a:schemeClr val="bg1"/>
                </a:solidFill>
              </a:defRPr>
            </a:lvl3pPr>
            <a:lvl4pPr marL="1371566" indent="0">
              <a:lnSpc>
                <a:spcPct val="120000"/>
              </a:lnSpc>
              <a:spcAft>
                <a:spcPts val="500"/>
              </a:spcAft>
              <a:buNone/>
              <a:defRPr>
                <a:solidFill>
                  <a:schemeClr val="bg1"/>
                </a:solidFill>
              </a:defRPr>
            </a:lvl4pPr>
            <a:lvl5pPr marL="1828755" indent="0">
              <a:lnSpc>
                <a:spcPct val="120000"/>
              </a:lnSpc>
              <a:spcAft>
                <a:spcPts val="500"/>
              </a:spcAft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2883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16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Split |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D91DC-DE11-61C9-E9B5-A82B0A808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91" y="554613"/>
            <a:ext cx="9715933" cy="3323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E43BE-770F-1BE5-0654-5620303F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6991D9-64EA-CC0D-BA63-CBE11163EE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9111" y="1295400"/>
            <a:ext cx="3422013" cy="480060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Aft>
                <a:spcPts val="500"/>
              </a:spcAft>
              <a:buNone/>
              <a:defRPr sz="1400"/>
            </a:lvl1pPr>
            <a:lvl2pPr marL="457189" indent="0">
              <a:lnSpc>
                <a:spcPct val="120000"/>
              </a:lnSpc>
              <a:spcAft>
                <a:spcPts val="500"/>
              </a:spcAft>
              <a:buNone/>
              <a:defRPr sz="1400"/>
            </a:lvl2pPr>
            <a:lvl3pPr marL="914377" indent="0">
              <a:lnSpc>
                <a:spcPct val="120000"/>
              </a:lnSpc>
              <a:spcAft>
                <a:spcPts val="500"/>
              </a:spcAft>
              <a:buNone/>
              <a:defRPr/>
            </a:lvl3pPr>
            <a:lvl4pPr marL="1371566" indent="0">
              <a:lnSpc>
                <a:spcPct val="120000"/>
              </a:lnSpc>
              <a:spcAft>
                <a:spcPts val="500"/>
              </a:spcAft>
              <a:buNone/>
              <a:defRPr/>
            </a:lvl4pPr>
            <a:lvl5pPr marL="1828755" indent="0">
              <a:lnSpc>
                <a:spcPct val="120000"/>
              </a:lnSpc>
              <a:spcAft>
                <a:spcPts val="5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1FE6017-7311-D052-4464-BD1A1DC69D9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5625" y="1295400"/>
            <a:ext cx="5982335" cy="48006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2208255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Split  |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D91DC-DE11-61C9-E9B5-A82B0A808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91" y="554613"/>
            <a:ext cx="9715933" cy="3323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E43BE-770F-1BE5-0654-5620303F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1FE6017-7311-D052-4464-BD1A1DC69D9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80610" y="1295400"/>
            <a:ext cx="5390514" cy="48006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F8C24ED-9153-A900-F448-BFE61EA7D8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5191" y="1295400"/>
            <a:ext cx="3868220" cy="480060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Aft>
                <a:spcPts val="500"/>
              </a:spcAft>
              <a:buNone/>
              <a:defRPr sz="1400"/>
            </a:lvl1pPr>
            <a:lvl2pPr marL="457189" indent="0">
              <a:lnSpc>
                <a:spcPct val="120000"/>
              </a:lnSpc>
              <a:spcAft>
                <a:spcPts val="500"/>
              </a:spcAft>
              <a:buNone/>
              <a:defRPr sz="1400"/>
            </a:lvl2pPr>
            <a:lvl3pPr marL="914377" indent="0">
              <a:lnSpc>
                <a:spcPct val="120000"/>
              </a:lnSpc>
              <a:spcAft>
                <a:spcPts val="500"/>
              </a:spcAft>
              <a:buNone/>
              <a:defRPr/>
            </a:lvl3pPr>
            <a:lvl4pPr marL="1371566" indent="0">
              <a:lnSpc>
                <a:spcPct val="120000"/>
              </a:lnSpc>
              <a:spcAft>
                <a:spcPts val="500"/>
              </a:spcAft>
              <a:buNone/>
              <a:defRPr/>
            </a:lvl4pPr>
            <a:lvl5pPr marL="1828755" indent="0">
              <a:lnSpc>
                <a:spcPct val="120000"/>
              </a:lnSpc>
              <a:spcAft>
                <a:spcPts val="5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1604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plit |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D91DC-DE11-61C9-E9B5-A82B0A808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91" y="554613"/>
            <a:ext cx="9715933" cy="3323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E43BE-770F-1BE5-0654-5620303F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6991D9-64EA-CC0D-BA63-CBE11163EE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5191" y="1295399"/>
            <a:ext cx="3868220" cy="4800601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Aft>
                <a:spcPts val="500"/>
              </a:spcAft>
              <a:buNone/>
              <a:defRPr sz="1400"/>
            </a:lvl1pPr>
            <a:lvl2pPr marL="457189" indent="0">
              <a:lnSpc>
                <a:spcPct val="120000"/>
              </a:lnSpc>
              <a:spcAft>
                <a:spcPts val="500"/>
              </a:spcAft>
              <a:buNone/>
              <a:defRPr sz="1400"/>
            </a:lvl2pPr>
            <a:lvl3pPr marL="914377" indent="0">
              <a:lnSpc>
                <a:spcPct val="120000"/>
              </a:lnSpc>
              <a:spcAft>
                <a:spcPts val="500"/>
              </a:spcAft>
              <a:buNone/>
              <a:defRPr/>
            </a:lvl3pPr>
            <a:lvl4pPr marL="1371566" indent="0">
              <a:lnSpc>
                <a:spcPct val="120000"/>
              </a:lnSpc>
              <a:spcAft>
                <a:spcPts val="500"/>
              </a:spcAft>
              <a:buNone/>
              <a:defRPr/>
            </a:lvl4pPr>
            <a:lvl5pPr marL="1828755" indent="0">
              <a:lnSpc>
                <a:spcPct val="120000"/>
              </a:lnSpc>
              <a:spcAft>
                <a:spcPts val="5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hart Placeholder 6">
            <a:extLst>
              <a:ext uri="{FF2B5EF4-FFF2-40B4-BE49-F238E27FC236}">
                <a16:creationId xmlns:a16="http://schemas.microsoft.com/office/drawing/2014/main" id="{61A14B44-6B85-A551-4EA2-C67BC860D0B2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879975" y="1295401"/>
            <a:ext cx="5391149" cy="48006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3858641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plit |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D91DC-DE11-61C9-E9B5-A82B0A808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91" y="554613"/>
            <a:ext cx="9715933" cy="3323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E43BE-770F-1BE5-0654-5620303F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hart Placeholder 6">
            <a:extLst>
              <a:ext uri="{FF2B5EF4-FFF2-40B4-BE49-F238E27FC236}">
                <a16:creationId xmlns:a16="http://schemas.microsoft.com/office/drawing/2014/main" id="{61A14B44-6B85-A551-4EA2-C67BC860D0B2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555191" y="1295400"/>
            <a:ext cx="5994199" cy="48006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05F31EF-C12E-40F1-364B-A40D83C27C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9111" y="1295398"/>
            <a:ext cx="3422013" cy="4800601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Aft>
                <a:spcPts val="500"/>
              </a:spcAft>
              <a:buNone/>
              <a:defRPr sz="1400"/>
            </a:lvl1pPr>
            <a:lvl2pPr marL="457189" indent="0">
              <a:lnSpc>
                <a:spcPct val="120000"/>
              </a:lnSpc>
              <a:spcAft>
                <a:spcPts val="500"/>
              </a:spcAft>
              <a:buNone/>
              <a:defRPr sz="1400"/>
            </a:lvl2pPr>
            <a:lvl3pPr marL="914377" indent="0">
              <a:lnSpc>
                <a:spcPct val="120000"/>
              </a:lnSpc>
              <a:spcAft>
                <a:spcPts val="500"/>
              </a:spcAft>
              <a:buNone/>
              <a:defRPr/>
            </a:lvl3pPr>
            <a:lvl4pPr marL="1371566" indent="0">
              <a:lnSpc>
                <a:spcPct val="120000"/>
              </a:lnSpc>
              <a:spcAft>
                <a:spcPts val="500"/>
              </a:spcAft>
              <a:buNone/>
              <a:defRPr/>
            </a:lvl4pPr>
            <a:lvl5pPr marL="1828755" indent="0">
              <a:lnSpc>
                <a:spcPct val="120000"/>
              </a:lnSpc>
              <a:spcAft>
                <a:spcPts val="5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0504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 Layout | Text |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52E4C21-1FF5-B305-D45C-65EFA01715B2}"/>
              </a:ext>
            </a:extLst>
          </p:cNvPr>
          <p:cNvSpPr/>
          <p:nvPr/>
        </p:nvSpPr>
        <p:spPr>
          <a:xfrm>
            <a:off x="555191" y="1828800"/>
            <a:ext cx="3463925" cy="38383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AD91DC-DE11-61C9-E9B5-A82B0A808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E43BE-770F-1BE5-0654-5620303F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0099629-978C-41A5-C799-F6E4B006F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8893" y="3126565"/>
            <a:ext cx="2530906" cy="23893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0BAFCBA-EF89-2C8D-8B68-14116EB5B238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948893" y="3520265"/>
            <a:ext cx="2530906" cy="161053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FDD5E8D-99B8-910C-9387-BBF375CDEEA9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948893" y="2366930"/>
            <a:ext cx="2530906" cy="6048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0DBA0A-495B-5B0C-C303-F410A0739850}"/>
              </a:ext>
            </a:extLst>
          </p:cNvPr>
          <p:cNvSpPr/>
          <p:nvPr/>
        </p:nvSpPr>
        <p:spPr>
          <a:xfrm>
            <a:off x="4364037" y="1828800"/>
            <a:ext cx="3463925" cy="38383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D4426701-0EDB-77EF-B1CC-B0F057DD3D4F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4757739" y="3126565"/>
            <a:ext cx="2530906" cy="23893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FA57265-8F15-E715-99E4-B43A7C8F4917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757739" y="3520265"/>
            <a:ext cx="2530906" cy="161053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D56E6788-B28F-6349-98D9-3E3FA0762B17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4757739" y="2366930"/>
            <a:ext cx="2530906" cy="6048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8FCA3F-0D92-1A73-77E5-6237F8B139D3}"/>
              </a:ext>
            </a:extLst>
          </p:cNvPr>
          <p:cNvSpPr/>
          <p:nvPr/>
        </p:nvSpPr>
        <p:spPr>
          <a:xfrm>
            <a:off x="8172883" y="1828800"/>
            <a:ext cx="3463925" cy="38383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5C2EBADA-7906-874B-04EC-0D854692586D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8566585" y="3126565"/>
            <a:ext cx="2530906" cy="23893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08D368F6-BB6E-A7E1-E9CE-89452D323B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566585" y="3520265"/>
            <a:ext cx="2530906" cy="161053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9522DAD-1BAF-2DE7-07F0-8EDDDCCB4E48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8566585" y="2366930"/>
            <a:ext cx="2530906" cy="6048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280917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 Layout | Text | Re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52E4C21-1FF5-B305-D45C-65EFA01715B2}"/>
              </a:ext>
            </a:extLst>
          </p:cNvPr>
          <p:cNvSpPr/>
          <p:nvPr/>
        </p:nvSpPr>
        <p:spPr>
          <a:xfrm>
            <a:off x="555191" y="1828800"/>
            <a:ext cx="3463925" cy="38383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AD91DC-DE11-61C9-E9B5-A82B0A808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E43BE-770F-1BE5-0654-5620303F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0099629-978C-41A5-C799-F6E4B006F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8893" y="3126565"/>
            <a:ext cx="2530906" cy="23893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0BAFCBA-EF89-2C8D-8B68-14116EB5B238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948893" y="3520265"/>
            <a:ext cx="2530906" cy="161053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FDD5E8D-99B8-910C-9387-BBF375CDEEA9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948893" y="2366930"/>
            <a:ext cx="2530906" cy="6048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1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0DBA0A-495B-5B0C-C303-F410A0739850}"/>
              </a:ext>
            </a:extLst>
          </p:cNvPr>
          <p:cNvSpPr/>
          <p:nvPr/>
        </p:nvSpPr>
        <p:spPr>
          <a:xfrm>
            <a:off x="4364037" y="1828800"/>
            <a:ext cx="3463925" cy="38383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D4426701-0EDB-77EF-B1CC-B0F057DD3D4F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4757739" y="3126565"/>
            <a:ext cx="2530906" cy="23893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FA57265-8F15-E715-99E4-B43A7C8F4917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757739" y="3520265"/>
            <a:ext cx="2530906" cy="161053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D56E6788-B28F-6349-98D9-3E3FA0762B17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4757739" y="2366930"/>
            <a:ext cx="2530906" cy="6048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1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8FCA3F-0D92-1A73-77E5-6237F8B139D3}"/>
              </a:ext>
            </a:extLst>
          </p:cNvPr>
          <p:cNvSpPr/>
          <p:nvPr/>
        </p:nvSpPr>
        <p:spPr>
          <a:xfrm>
            <a:off x="8172883" y="1828800"/>
            <a:ext cx="3463925" cy="38383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5C2EBADA-7906-874B-04EC-0D854692586D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8566585" y="3126565"/>
            <a:ext cx="2530906" cy="23893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08D368F6-BB6E-A7E1-E9CE-89452D323B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566585" y="3520265"/>
            <a:ext cx="2530906" cy="161053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9522DAD-1BAF-2DE7-07F0-8EDDDCCB4E48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8566585" y="2366930"/>
            <a:ext cx="2530906" cy="6048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1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724185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 Layout | Text | Red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52E4C21-1FF5-B305-D45C-65EFA01715B2}"/>
              </a:ext>
            </a:extLst>
          </p:cNvPr>
          <p:cNvSpPr/>
          <p:nvPr/>
        </p:nvSpPr>
        <p:spPr>
          <a:xfrm>
            <a:off x="555191" y="1828800"/>
            <a:ext cx="3463925" cy="3838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AD91DC-DE11-61C9-E9B5-A82B0A808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E43BE-770F-1BE5-0654-5620303F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0099629-978C-41A5-C799-F6E4B006F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8893" y="3126565"/>
            <a:ext cx="2530906" cy="23893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0BAFCBA-EF89-2C8D-8B68-14116EB5B238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948893" y="3520265"/>
            <a:ext cx="2530906" cy="161053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FDD5E8D-99B8-910C-9387-BBF375CDEEA9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948893" y="2366930"/>
            <a:ext cx="2530906" cy="6048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0DBA0A-495B-5B0C-C303-F410A0739850}"/>
              </a:ext>
            </a:extLst>
          </p:cNvPr>
          <p:cNvSpPr/>
          <p:nvPr/>
        </p:nvSpPr>
        <p:spPr>
          <a:xfrm>
            <a:off x="4364037" y="1828800"/>
            <a:ext cx="3463925" cy="3838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D4426701-0EDB-77EF-B1CC-B0F057DD3D4F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4757739" y="3126565"/>
            <a:ext cx="2530906" cy="23893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FA57265-8F15-E715-99E4-B43A7C8F4917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757739" y="3520265"/>
            <a:ext cx="2530906" cy="161053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D56E6788-B28F-6349-98D9-3E3FA0762B17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4757739" y="2366930"/>
            <a:ext cx="2530906" cy="6048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8FCA3F-0D92-1A73-77E5-6237F8B139D3}"/>
              </a:ext>
            </a:extLst>
          </p:cNvPr>
          <p:cNvSpPr/>
          <p:nvPr/>
        </p:nvSpPr>
        <p:spPr>
          <a:xfrm>
            <a:off x="8172883" y="1828800"/>
            <a:ext cx="3463925" cy="3838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5C2EBADA-7906-874B-04EC-0D854692586D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8566585" y="3126565"/>
            <a:ext cx="2530906" cy="23893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08D368F6-BB6E-A7E1-E9CE-89452D323B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566585" y="3520265"/>
            <a:ext cx="2530906" cy="161053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9522DAD-1BAF-2DE7-07F0-8EDDDCCB4E48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8566585" y="2366930"/>
            <a:ext cx="2530906" cy="6048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382781-7F36-6047-FCC9-7C27ED633256}"/>
              </a:ext>
            </a:extLst>
          </p:cNvPr>
          <p:cNvSpPr/>
          <p:nvPr/>
        </p:nvSpPr>
        <p:spPr>
          <a:xfrm>
            <a:off x="10664190" y="388620"/>
            <a:ext cx="1268730" cy="960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6878DA-8781-8AF1-17A7-C90643E403A0}"/>
              </a:ext>
            </a:extLst>
          </p:cNvPr>
          <p:cNvGrpSpPr/>
          <p:nvPr/>
        </p:nvGrpSpPr>
        <p:grpSpPr>
          <a:xfrm>
            <a:off x="10895881" y="551438"/>
            <a:ext cx="751607" cy="578967"/>
            <a:chOff x="8537865" y="1319106"/>
            <a:chExt cx="921208" cy="709611"/>
          </a:xfrm>
          <a:solidFill>
            <a:schemeClr val="bg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6F704F5-92F7-E8AF-9E31-6A49B8FD4903}"/>
                </a:ext>
              </a:extLst>
            </p:cNvPr>
            <p:cNvSpPr/>
            <p:nvPr/>
          </p:nvSpPr>
          <p:spPr>
            <a:xfrm>
              <a:off x="9313753" y="1915716"/>
              <a:ext cx="142919" cy="106441"/>
            </a:xfrm>
            <a:custGeom>
              <a:avLst/>
              <a:gdLst>
                <a:gd name="connsiteX0" fmla="*/ 0 w 142919"/>
                <a:gd name="connsiteY0" fmla="*/ 106442 h 106441"/>
                <a:gd name="connsiteX1" fmla="*/ 142919 w 142919"/>
                <a:gd name="connsiteY1" fmla="*/ 106442 h 106441"/>
                <a:gd name="connsiteX2" fmla="*/ 142919 w 142919"/>
                <a:gd name="connsiteY2" fmla="*/ 81397 h 106441"/>
                <a:gd name="connsiteX3" fmla="*/ 84914 w 142919"/>
                <a:gd name="connsiteY3" fmla="*/ 81397 h 106441"/>
                <a:gd name="connsiteX4" fmla="*/ 84914 w 142919"/>
                <a:gd name="connsiteY4" fmla="*/ 9243 h 106441"/>
                <a:gd name="connsiteX5" fmla="*/ 61892 w 142919"/>
                <a:gd name="connsiteY5" fmla="*/ 9243 h 106441"/>
                <a:gd name="connsiteX6" fmla="*/ 61892 w 142919"/>
                <a:gd name="connsiteY6" fmla="*/ 81397 h 106441"/>
                <a:gd name="connsiteX7" fmla="*/ 22724 w 142919"/>
                <a:gd name="connsiteY7" fmla="*/ 81397 h 106441"/>
                <a:gd name="connsiteX8" fmla="*/ 22724 w 142919"/>
                <a:gd name="connsiteY8" fmla="*/ 0 h 106441"/>
                <a:gd name="connsiteX9" fmla="*/ 0 w 142919"/>
                <a:gd name="connsiteY9" fmla="*/ 0 h 106441"/>
                <a:gd name="connsiteX10" fmla="*/ 0 w 142919"/>
                <a:gd name="connsiteY10" fmla="*/ 106442 h 10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19" h="106441">
                  <a:moveTo>
                    <a:pt x="0" y="106442"/>
                  </a:moveTo>
                  <a:lnTo>
                    <a:pt x="142919" y="106442"/>
                  </a:lnTo>
                  <a:lnTo>
                    <a:pt x="142919" y="81397"/>
                  </a:lnTo>
                  <a:lnTo>
                    <a:pt x="84914" y="81397"/>
                  </a:lnTo>
                  <a:lnTo>
                    <a:pt x="84914" y="9243"/>
                  </a:lnTo>
                  <a:lnTo>
                    <a:pt x="61892" y="9243"/>
                  </a:lnTo>
                  <a:lnTo>
                    <a:pt x="61892" y="81397"/>
                  </a:lnTo>
                  <a:lnTo>
                    <a:pt x="22724" y="81397"/>
                  </a:lnTo>
                  <a:lnTo>
                    <a:pt x="22724" y="0"/>
                  </a:lnTo>
                  <a:lnTo>
                    <a:pt x="0" y="0"/>
                  </a:lnTo>
                  <a:lnTo>
                    <a:pt x="0" y="1064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F143D7AC-C088-CB05-796C-D9D7A8AA82CE}"/>
                </a:ext>
              </a:extLst>
            </p:cNvPr>
            <p:cNvSpPr/>
            <p:nvPr/>
          </p:nvSpPr>
          <p:spPr>
            <a:xfrm>
              <a:off x="9311063" y="1755010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238 h 149674"/>
                <a:gd name="connsiteX9" fmla="*/ 74150 w 148003"/>
                <a:gd name="connsiteY9" fmla="*/ 26238 h 149674"/>
                <a:gd name="connsiteX10" fmla="*/ 23321 w 148003"/>
                <a:gd name="connsiteY10" fmla="*/ 74837 h 149674"/>
                <a:gd name="connsiteX11" fmla="*/ 73851 w 148003"/>
                <a:gd name="connsiteY11" fmla="*/ 123139 h 149674"/>
                <a:gd name="connsiteX12" fmla="*/ 74150 w 148003"/>
                <a:gd name="connsiteY12" fmla="*/ 123139 h 149674"/>
                <a:gd name="connsiteX13" fmla="*/ 124979 w 148003"/>
                <a:gd name="connsiteY13" fmla="*/ 74539 h 149674"/>
                <a:gd name="connsiteX14" fmla="*/ 74449 w 148003"/>
                <a:gd name="connsiteY14" fmla="*/ 26238 h 149674"/>
                <a:gd name="connsiteX15" fmla="*/ 74449 w 148003"/>
                <a:gd name="connsiteY15" fmla="*/ 26238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238"/>
                  </a:moveTo>
                  <a:lnTo>
                    <a:pt x="74150" y="26238"/>
                  </a:lnTo>
                  <a:cubicBezTo>
                    <a:pt x="46344" y="26238"/>
                    <a:pt x="23321" y="46512"/>
                    <a:pt x="23321" y="74837"/>
                  </a:cubicBezTo>
                  <a:cubicBezTo>
                    <a:pt x="23321" y="103162"/>
                    <a:pt x="46045" y="123139"/>
                    <a:pt x="73851" y="123139"/>
                  </a:cubicBezTo>
                  <a:lnTo>
                    <a:pt x="74150" y="123139"/>
                  </a:lnTo>
                  <a:cubicBezTo>
                    <a:pt x="101957" y="123139"/>
                    <a:pt x="124979" y="102864"/>
                    <a:pt x="124979" y="74539"/>
                  </a:cubicBezTo>
                  <a:cubicBezTo>
                    <a:pt x="124979" y="46214"/>
                    <a:pt x="102256" y="26238"/>
                    <a:pt x="74449" y="26238"/>
                  </a:cubicBezTo>
                  <a:lnTo>
                    <a:pt x="74449" y="2623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FB31FFA-3B98-2D3B-3651-31FABA963540}"/>
                </a:ext>
              </a:extLst>
            </p:cNvPr>
            <p:cNvSpPr/>
            <p:nvPr/>
          </p:nvSpPr>
          <p:spPr>
            <a:xfrm>
              <a:off x="9311063" y="1591024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536 h 149674"/>
                <a:gd name="connsiteX9" fmla="*/ 74150 w 148003"/>
                <a:gd name="connsiteY9" fmla="*/ 26536 h 149674"/>
                <a:gd name="connsiteX10" fmla="*/ 23321 w 148003"/>
                <a:gd name="connsiteY10" fmla="*/ 75135 h 149674"/>
                <a:gd name="connsiteX11" fmla="*/ 73851 w 148003"/>
                <a:gd name="connsiteY11" fmla="*/ 123437 h 149674"/>
                <a:gd name="connsiteX12" fmla="*/ 74150 w 148003"/>
                <a:gd name="connsiteY12" fmla="*/ 123437 h 149674"/>
                <a:gd name="connsiteX13" fmla="*/ 124979 w 148003"/>
                <a:gd name="connsiteY13" fmla="*/ 74837 h 149674"/>
                <a:gd name="connsiteX14" fmla="*/ 74449 w 148003"/>
                <a:gd name="connsiteY14" fmla="*/ 26536 h 149674"/>
                <a:gd name="connsiteX15" fmla="*/ 74449 w 148003"/>
                <a:gd name="connsiteY15" fmla="*/ 26536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536"/>
                  </a:moveTo>
                  <a:lnTo>
                    <a:pt x="74150" y="26536"/>
                  </a:lnTo>
                  <a:cubicBezTo>
                    <a:pt x="46344" y="26536"/>
                    <a:pt x="23321" y="46811"/>
                    <a:pt x="23321" y="75135"/>
                  </a:cubicBezTo>
                  <a:cubicBezTo>
                    <a:pt x="23321" y="103460"/>
                    <a:pt x="46045" y="123437"/>
                    <a:pt x="73851" y="123437"/>
                  </a:cubicBezTo>
                  <a:lnTo>
                    <a:pt x="74150" y="123437"/>
                  </a:lnTo>
                  <a:cubicBezTo>
                    <a:pt x="101957" y="123437"/>
                    <a:pt x="124979" y="103162"/>
                    <a:pt x="124979" y="74837"/>
                  </a:cubicBezTo>
                  <a:cubicBezTo>
                    <a:pt x="124979" y="46512"/>
                    <a:pt x="102256" y="26536"/>
                    <a:pt x="74449" y="26536"/>
                  </a:cubicBezTo>
                  <a:lnTo>
                    <a:pt x="74449" y="265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033767E-6E09-D642-F494-5057D578A8DE}"/>
                </a:ext>
              </a:extLst>
            </p:cNvPr>
            <p:cNvSpPr/>
            <p:nvPr/>
          </p:nvSpPr>
          <p:spPr>
            <a:xfrm>
              <a:off x="9313753" y="1441350"/>
              <a:ext cx="142919" cy="129399"/>
            </a:xfrm>
            <a:custGeom>
              <a:avLst/>
              <a:gdLst>
                <a:gd name="connsiteX0" fmla="*/ 0 w 142919"/>
                <a:gd name="connsiteY0" fmla="*/ 129400 h 129399"/>
                <a:gd name="connsiteX1" fmla="*/ 0 w 142919"/>
                <a:gd name="connsiteY1" fmla="*/ 76030 h 129399"/>
                <a:gd name="connsiteX2" fmla="*/ 71160 w 142919"/>
                <a:gd name="connsiteY2" fmla="*/ 0 h 129399"/>
                <a:gd name="connsiteX3" fmla="*/ 71460 w 142919"/>
                <a:gd name="connsiteY3" fmla="*/ 0 h 129399"/>
                <a:gd name="connsiteX4" fmla="*/ 142919 w 142919"/>
                <a:gd name="connsiteY4" fmla="*/ 76030 h 129399"/>
                <a:gd name="connsiteX5" fmla="*/ 142919 w 142919"/>
                <a:gd name="connsiteY5" fmla="*/ 129400 h 129399"/>
                <a:gd name="connsiteX6" fmla="*/ 0 w 142919"/>
                <a:gd name="connsiteY6" fmla="*/ 129400 h 129399"/>
                <a:gd name="connsiteX7" fmla="*/ 120196 w 142919"/>
                <a:gd name="connsiteY7" fmla="*/ 76030 h 129399"/>
                <a:gd name="connsiteX8" fmla="*/ 72058 w 142919"/>
                <a:gd name="connsiteY8" fmla="*/ 26238 h 129399"/>
                <a:gd name="connsiteX9" fmla="*/ 71759 w 142919"/>
                <a:gd name="connsiteY9" fmla="*/ 26238 h 129399"/>
                <a:gd name="connsiteX10" fmla="*/ 23023 w 142919"/>
                <a:gd name="connsiteY10" fmla="*/ 76030 h 129399"/>
                <a:gd name="connsiteX11" fmla="*/ 23023 w 142919"/>
                <a:gd name="connsiteY11" fmla="*/ 104355 h 129399"/>
                <a:gd name="connsiteX12" fmla="*/ 120494 w 142919"/>
                <a:gd name="connsiteY12" fmla="*/ 104355 h 129399"/>
                <a:gd name="connsiteX13" fmla="*/ 120494 w 142919"/>
                <a:gd name="connsiteY13" fmla="*/ 76030 h 129399"/>
                <a:gd name="connsiteX14" fmla="*/ 120196 w 142919"/>
                <a:gd name="connsiteY14" fmla="*/ 76030 h 12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919" h="129399">
                  <a:moveTo>
                    <a:pt x="0" y="129400"/>
                  </a:moveTo>
                  <a:lnTo>
                    <a:pt x="0" y="76030"/>
                  </a:lnTo>
                  <a:cubicBezTo>
                    <a:pt x="0" y="31008"/>
                    <a:pt x="30796" y="0"/>
                    <a:pt x="71160" y="0"/>
                  </a:cubicBezTo>
                  <a:lnTo>
                    <a:pt x="71460" y="0"/>
                  </a:lnTo>
                  <a:cubicBezTo>
                    <a:pt x="111824" y="0"/>
                    <a:pt x="142919" y="31008"/>
                    <a:pt x="142919" y="76030"/>
                  </a:cubicBezTo>
                  <a:lnTo>
                    <a:pt x="142919" y="129400"/>
                  </a:lnTo>
                  <a:lnTo>
                    <a:pt x="0" y="129400"/>
                  </a:lnTo>
                  <a:close/>
                  <a:moveTo>
                    <a:pt x="120196" y="76030"/>
                  </a:moveTo>
                  <a:cubicBezTo>
                    <a:pt x="120196" y="45916"/>
                    <a:pt x="99864" y="26238"/>
                    <a:pt x="72058" y="26238"/>
                  </a:cubicBezTo>
                  <a:lnTo>
                    <a:pt x="71759" y="26238"/>
                  </a:lnTo>
                  <a:cubicBezTo>
                    <a:pt x="43653" y="26238"/>
                    <a:pt x="23023" y="45916"/>
                    <a:pt x="23023" y="76030"/>
                  </a:cubicBezTo>
                  <a:lnTo>
                    <a:pt x="23023" y="104355"/>
                  </a:lnTo>
                  <a:lnTo>
                    <a:pt x="120494" y="104355"/>
                  </a:lnTo>
                  <a:lnTo>
                    <a:pt x="120494" y="76030"/>
                  </a:lnTo>
                  <a:lnTo>
                    <a:pt x="120196" y="7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AB2BDFC-7FC6-9BE0-6527-46943E39B78B}"/>
                </a:ext>
              </a:extLst>
            </p:cNvPr>
            <p:cNvSpPr/>
            <p:nvPr/>
          </p:nvSpPr>
          <p:spPr>
            <a:xfrm>
              <a:off x="9311063" y="1319702"/>
              <a:ext cx="148010" cy="110615"/>
            </a:xfrm>
            <a:custGeom>
              <a:avLst/>
              <a:gdLst>
                <a:gd name="connsiteX0" fmla="*/ 125278 w 148010"/>
                <a:gd name="connsiteY0" fmla="*/ 110616 h 110615"/>
                <a:gd name="connsiteX1" fmla="*/ 107040 w 148010"/>
                <a:gd name="connsiteY1" fmla="*/ 95410 h 110615"/>
                <a:gd name="connsiteX2" fmla="*/ 125876 w 148010"/>
                <a:gd name="connsiteY2" fmla="*/ 50090 h 110615"/>
                <a:gd name="connsiteX3" fmla="*/ 107638 w 148010"/>
                <a:gd name="connsiteY3" fmla="*/ 24747 h 110615"/>
                <a:gd name="connsiteX4" fmla="*/ 107339 w 148010"/>
                <a:gd name="connsiteY4" fmla="*/ 24747 h 110615"/>
                <a:gd name="connsiteX5" fmla="*/ 85213 w 148010"/>
                <a:gd name="connsiteY5" fmla="*/ 57246 h 110615"/>
                <a:gd name="connsiteX6" fmla="*/ 42158 w 148010"/>
                <a:gd name="connsiteY6" fmla="*/ 105249 h 110615"/>
                <a:gd name="connsiteX7" fmla="*/ 41859 w 148010"/>
                <a:gd name="connsiteY7" fmla="*/ 105249 h 110615"/>
                <a:gd name="connsiteX8" fmla="*/ 0 w 148010"/>
                <a:gd name="connsiteY8" fmla="*/ 56053 h 110615"/>
                <a:gd name="connsiteX9" fmla="*/ 18239 w 148010"/>
                <a:gd name="connsiteY9" fmla="*/ 3876 h 110615"/>
                <a:gd name="connsiteX10" fmla="*/ 37374 w 148010"/>
                <a:gd name="connsiteY10" fmla="*/ 17591 h 110615"/>
                <a:gd name="connsiteX11" fmla="*/ 22425 w 148010"/>
                <a:gd name="connsiteY11" fmla="*/ 56650 h 110615"/>
                <a:gd name="connsiteX12" fmla="*/ 39467 w 148010"/>
                <a:gd name="connsiteY12" fmla="*/ 80204 h 110615"/>
                <a:gd name="connsiteX13" fmla="*/ 39766 w 148010"/>
                <a:gd name="connsiteY13" fmla="*/ 80204 h 110615"/>
                <a:gd name="connsiteX14" fmla="*/ 62490 w 148010"/>
                <a:gd name="connsiteY14" fmla="*/ 46214 h 110615"/>
                <a:gd name="connsiteX15" fmla="*/ 104648 w 148010"/>
                <a:gd name="connsiteY15" fmla="*/ 0 h 110615"/>
                <a:gd name="connsiteX16" fmla="*/ 104947 w 148010"/>
                <a:gd name="connsiteY16" fmla="*/ 0 h 110615"/>
                <a:gd name="connsiteX17" fmla="*/ 148002 w 148010"/>
                <a:gd name="connsiteY17" fmla="*/ 51283 h 110615"/>
                <a:gd name="connsiteX18" fmla="*/ 125278 w 148010"/>
                <a:gd name="connsiteY18" fmla="*/ 110616 h 110615"/>
                <a:gd name="connsiteX19" fmla="*/ 125278 w 148010"/>
                <a:gd name="connsiteY19" fmla="*/ 110616 h 11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8010" h="110615">
                  <a:moveTo>
                    <a:pt x="125278" y="110616"/>
                  </a:moveTo>
                  <a:lnTo>
                    <a:pt x="107040" y="95410"/>
                  </a:lnTo>
                  <a:cubicBezTo>
                    <a:pt x="119000" y="81695"/>
                    <a:pt x="125876" y="67980"/>
                    <a:pt x="125876" y="50090"/>
                  </a:cubicBezTo>
                  <a:cubicBezTo>
                    <a:pt x="125876" y="34586"/>
                    <a:pt x="118701" y="24747"/>
                    <a:pt x="107638" y="24747"/>
                  </a:cubicBezTo>
                  <a:lnTo>
                    <a:pt x="107339" y="24747"/>
                  </a:lnTo>
                  <a:cubicBezTo>
                    <a:pt x="97173" y="24747"/>
                    <a:pt x="91492" y="30412"/>
                    <a:pt x="85213" y="57246"/>
                  </a:cubicBezTo>
                  <a:cubicBezTo>
                    <a:pt x="77738" y="87956"/>
                    <a:pt x="68769" y="105249"/>
                    <a:pt x="42158" y="105249"/>
                  </a:cubicBezTo>
                  <a:lnTo>
                    <a:pt x="41859" y="105249"/>
                  </a:lnTo>
                  <a:cubicBezTo>
                    <a:pt x="17043" y="105249"/>
                    <a:pt x="0" y="84676"/>
                    <a:pt x="0" y="56053"/>
                  </a:cubicBezTo>
                  <a:cubicBezTo>
                    <a:pt x="0" y="35182"/>
                    <a:pt x="6279" y="18486"/>
                    <a:pt x="18239" y="3876"/>
                  </a:cubicBezTo>
                  <a:lnTo>
                    <a:pt x="37374" y="17591"/>
                  </a:lnTo>
                  <a:cubicBezTo>
                    <a:pt x="27806" y="30412"/>
                    <a:pt x="22425" y="43531"/>
                    <a:pt x="22425" y="56650"/>
                  </a:cubicBezTo>
                  <a:cubicBezTo>
                    <a:pt x="22425" y="71558"/>
                    <a:pt x="29899" y="80204"/>
                    <a:pt x="39467" y="80204"/>
                  </a:cubicBezTo>
                  <a:lnTo>
                    <a:pt x="39766" y="80204"/>
                  </a:lnTo>
                  <a:cubicBezTo>
                    <a:pt x="50829" y="80204"/>
                    <a:pt x="55912" y="73645"/>
                    <a:pt x="62490" y="46214"/>
                  </a:cubicBezTo>
                  <a:cubicBezTo>
                    <a:pt x="69965" y="15802"/>
                    <a:pt x="80728" y="0"/>
                    <a:pt x="104648" y="0"/>
                  </a:cubicBezTo>
                  <a:lnTo>
                    <a:pt x="104947" y="0"/>
                  </a:lnTo>
                  <a:cubicBezTo>
                    <a:pt x="131856" y="0"/>
                    <a:pt x="148002" y="21169"/>
                    <a:pt x="148002" y="51283"/>
                  </a:cubicBezTo>
                  <a:cubicBezTo>
                    <a:pt x="148301" y="72750"/>
                    <a:pt x="140527" y="93323"/>
                    <a:pt x="125278" y="110616"/>
                  </a:cubicBezTo>
                  <a:lnTo>
                    <a:pt x="125278" y="1106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C85B1858-A466-E359-A2AF-7CF6035F8171}"/>
                </a:ext>
              </a:extLst>
            </p:cNvPr>
            <p:cNvSpPr/>
            <p:nvPr/>
          </p:nvSpPr>
          <p:spPr>
            <a:xfrm>
              <a:off x="8537865" y="1319106"/>
              <a:ext cx="327996" cy="340494"/>
            </a:xfrm>
            <a:custGeom>
              <a:avLst/>
              <a:gdLst>
                <a:gd name="connsiteX0" fmla="*/ 0 w 327996"/>
                <a:gd name="connsiteY0" fmla="*/ 171142 h 340494"/>
                <a:gd name="connsiteX1" fmla="*/ 0 w 327996"/>
                <a:gd name="connsiteY1" fmla="*/ 170247 h 340494"/>
                <a:gd name="connsiteX2" fmla="*/ 180293 w 327996"/>
                <a:gd name="connsiteY2" fmla="*/ 0 h 340494"/>
                <a:gd name="connsiteX3" fmla="*/ 316933 w 327996"/>
                <a:gd name="connsiteY3" fmla="*/ 49494 h 340494"/>
                <a:gd name="connsiteX4" fmla="*/ 255939 w 327996"/>
                <a:gd name="connsiteY4" fmla="*/ 123139 h 340494"/>
                <a:gd name="connsiteX5" fmla="*/ 183582 w 327996"/>
                <a:gd name="connsiteY5" fmla="*/ 94814 h 340494"/>
                <a:gd name="connsiteX6" fmla="*/ 110329 w 327996"/>
                <a:gd name="connsiteY6" fmla="*/ 171738 h 340494"/>
                <a:gd name="connsiteX7" fmla="*/ 110329 w 327996"/>
                <a:gd name="connsiteY7" fmla="*/ 172633 h 340494"/>
                <a:gd name="connsiteX8" fmla="*/ 188366 w 327996"/>
                <a:gd name="connsiteY8" fmla="*/ 250451 h 340494"/>
                <a:gd name="connsiteX9" fmla="*/ 225740 w 327996"/>
                <a:gd name="connsiteY9" fmla="*/ 242997 h 340494"/>
                <a:gd name="connsiteX10" fmla="*/ 225740 w 327996"/>
                <a:gd name="connsiteY10" fmla="*/ 210200 h 340494"/>
                <a:gd name="connsiteX11" fmla="*/ 169829 w 327996"/>
                <a:gd name="connsiteY11" fmla="*/ 210200 h 340494"/>
                <a:gd name="connsiteX12" fmla="*/ 169829 w 327996"/>
                <a:gd name="connsiteY12" fmla="*/ 140133 h 340494"/>
                <a:gd name="connsiteX13" fmla="*/ 327996 w 327996"/>
                <a:gd name="connsiteY13" fmla="*/ 140133 h 340494"/>
                <a:gd name="connsiteX14" fmla="*/ 327996 w 327996"/>
                <a:gd name="connsiteY14" fmla="*/ 291597 h 340494"/>
                <a:gd name="connsiteX15" fmla="*/ 183881 w 327996"/>
                <a:gd name="connsiteY15" fmla="*/ 340495 h 340494"/>
                <a:gd name="connsiteX16" fmla="*/ 0 w 327996"/>
                <a:gd name="connsiteY16" fmla="*/ 171142 h 340494"/>
                <a:gd name="connsiteX17" fmla="*/ 0 w 327996"/>
                <a:gd name="connsiteY17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7996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2750"/>
                    <a:pt x="77140" y="0"/>
                    <a:pt x="180293" y="0"/>
                  </a:cubicBezTo>
                  <a:cubicBezTo>
                    <a:pt x="236205" y="0"/>
                    <a:pt x="281652" y="18784"/>
                    <a:pt x="316933" y="49494"/>
                  </a:cubicBezTo>
                  <a:lnTo>
                    <a:pt x="255939" y="123139"/>
                  </a:lnTo>
                  <a:cubicBezTo>
                    <a:pt x="234411" y="104951"/>
                    <a:pt x="210791" y="94814"/>
                    <a:pt x="183582" y="94814"/>
                  </a:cubicBezTo>
                  <a:cubicBezTo>
                    <a:pt x="141125" y="94814"/>
                    <a:pt x="110329" y="127611"/>
                    <a:pt x="110329" y="171738"/>
                  </a:cubicBezTo>
                  <a:lnTo>
                    <a:pt x="110329" y="172633"/>
                  </a:lnTo>
                  <a:cubicBezTo>
                    <a:pt x="110329" y="218847"/>
                    <a:pt x="142620" y="250451"/>
                    <a:pt x="188366" y="250451"/>
                  </a:cubicBezTo>
                  <a:cubicBezTo>
                    <a:pt x="206904" y="250451"/>
                    <a:pt x="217369" y="247768"/>
                    <a:pt x="225740" y="242997"/>
                  </a:cubicBezTo>
                  <a:lnTo>
                    <a:pt x="225740" y="210200"/>
                  </a:lnTo>
                  <a:lnTo>
                    <a:pt x="169829" y="210200"/>
                  </a:lnTo>
                  <a:lnTo>
                    <a:pt x="169829" y="140133"/>
                  </a:lnTo>
                  <a:lnTo>
                    <a:pt x="327996" y="140133"/>
                  </a:lnTo>
                  <a:lnTo>
                    <a:pt x="327996" y="291597"/>
                  </a:lnTo>
                  <a:cubicBezTo>
                    <a:pt x="292416" y="320518"/>
                    <a:pt x="243082" y="340495"/>
                    <a:pt x="183881" y="340495"/>
                  </a:cubicBezTo>
                  <a:cubicBezTo>
                    <a:pt x="81625" y="340495"/>
                    <a:pt x="0" y="272217"/>
                    <a:pt x="0" y="171142"/>
                  </a:cubicBezTo>
                  <a:lnTo>
                    <a:pt x="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E186B343-3844-245D-4D14-88DA1A19FE74}"/>
                </a:ext>
              </a:extLst>
            </p:cNvPr>
            <p:cNvSpPr/>
            <p:nvPr/>
          </p:nvSpPr>
          <p:spPr>
            <a:xfrm>
              <a:off x="8897255" y="1319106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4427D6B-A8CD-ADF3-D4A3-2DA4214684C4}"/>
                </a:ext>
              </a:extLst>
            </p:cNvPr>
            <p:cNvSpPr/>
            <p:nvPr/>
          </p:nvSpPr>
          <p:spPr>
            <a:xfrm>
              <a:off x="8897255" y="1688223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37DABC8F-928B-203D-0150-69CAB4D11E8A}"/>
                </a:ext>
              </a:extLst>
            </p:cNvPr>
            <p:cNvSpPr/>
            <p:nvPr/>
          </p:nvSpPr>
          <p:spPr>
            <a:xfrm>
              <a:off x="8550721" y="1694782"/>
              <a:ext cx="327398" cy="327375"/>
            </a:xfrm>
            <a:custGeom>
              <a:avLst/>
              <a:gdLst>
                <a:gd name="connsiteX0" fmla="*/ 327398 w 327398"/>
                <a:gd name="connsiteY0" fmla="*/ 0 h 327375"/>
                <a:gd name="connsiteX1" fmla="*/ 0 w 327398"/>
                <a:gd name="connsiteY1" fmla="*/ 0 h 327375"/>
                <a:gd name="connsiteX2" fmla="*/ 0 w 327398"/>
                <a:gd name="connsiteY2" fmla="*/ 93323 h 327375"/>
                <a:gd name="connsiteX3" fmla="*/ 109731 w 327398"/>
                <a:gd name="connsiteY3" fmla="*/ 93323 h 327375"/>
                <a:gd name="connsiteX4" fmla="*/ 109731 w 327398"/>
                <a:gd name="connsiteY4" fmla="*/ 327376 h 327375"/>
                <a:gd name="connsiteX5" fmla="*/ 217369 w 327398"/>
                <a:gd name="connsiteY5" fmla="*/ 327376 h 327375"/>
                <a:gd name="connsiteX6" fmla="*/ 217369 w 327398"/>
                <a:gd name="connsiteY6" fmla="*/ 93323 h 327375"/>
                <a:gd name="connsiteX7" fmla="*/ 327398 w 327398"/>
                <a:gd name="connsiteY7" fmla="*/ 93323 h 327375"/>
                <a:gd name="connsiteX8" fmla="*/ 327398 w 327398"/>
                <a:gd name="connsiteY8" fmla="*/ 0 h 3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398" h="327375">
                  <a:moveTo>
                    <a:pt x="327398" y="0"/>
                  </a:moveTo>
                  <a:lnTo>
                    <a:pt x="0" y="0"/>
                  </a:lnTo>
                  <a:lnTo>
                    <a:pt x="0" y="93323"/>
                  </a:lnTo>
                  <a:lnTo>
                    <a:pt x="109731" y="93323"/>
                  </a:lnTo>
                  <a:lnTo>
                    <a:pt x="109731" y="327376"/>
                  </a:lnTo>
                  <a:lnTo>
                    <a:pt x="217369" y="327376"/>
                  </a:lnTo>
                  <a:lnTo>
                    <a:pt x="217369" y="93323"/>
                  </a:lnTo>
                  <a:lnTo>
                    <a:pt x="327398" y="93323"/>
                  </a:lnTo>
                  <a:lnTo>
                    <a:pt x="327398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9751681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 Layout | Text |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52E4C21-1FF5-B305-D45C-65EFA01715B2}"/>
              </a:ext>
            </a:extLst>
          </p:cNvPr>
          <p:cNvSpPr/>
          <p:nvPr/>
        </p:nvSpPr>
        <p:spPr>
          <a:xfrm>
            <a:off x="555191" y="1828800"/>
            <a:ext cx="3463925" cy="38383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AD91DC-DE11-61C9-E9B5-A82B0A808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E43BE-770F-1BE5-0654-5620303F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0099629-978C-41A5-C799-F6E4B006F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8893" y="3126565"/>
            <a:ext cx="2530906" cy="23893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0BAFCBA-EF89-2C8D-8B68-14116EB5B238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948893" y="3520265"/>
            <a:ext cx="2530906" cy="161053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FDD5E8D-99B8-910C-9387-BBF375CDEEA9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948893" y="2366930"/>
            <a:ext cx="2530906" cy="6048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0DBA0A-495B-5B0C-C303-F410A0739850}"/>
              </a:ext>
            </a:extLst>
          </p:cNvPr>
          <p:cNvSpPr/>
          <p:nvPr/>
        </p:nvSpPr>
        <p:spPr>
          <a:xfrm>
            <a:off x="4364037" y="1828800"/>
            <a:ext cx="3463925" cy="38383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D4426701-0EDB-77EF-B1CC-B0F057DD3D4F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4757739" y="3126565"/>
            <a:ext cx="2530906" cy="23893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FA57265-8F15-E715-99E4-B43A7C8F4917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757739" y="3520265"/>
            <a:ext cx="2530906" cy="161053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D56E6788-B28F-6349-98D9-3E3FA0762B17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4757739" y="2366930"/>
            <a:ext cx="2530906" cy="6048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8FCA3F-0D92-1A73-77E5-6237F8B139D3}"/>
              </a:ext>
            </a:extLst>
          </p:cNvPr>
          <p:cNvSpPr/>
          <p:nvPr/>
        </p:nvSpPr>
        <p:spPr>
          <a:xfrm>
            <a:off x="8172883" y="1828800"/>
            <a:ext cx="3463925" cy="38383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5C2EBADA-7906-874B-04EC-0D854692586D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8566585" y="3126565"/>
            <a:ext cx="2530906" cy="23893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08D368F6-BB6E-A7E1-E9CE-89452D323B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566585" y="3520265"/>
            <a:ext cx="2530906" cy="161053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9522DAD-1BAF-2DE7-07F0-8EDDDCCB4E48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8566585" y="2366930"/>
            <a:ext cx="2530906" cy="6048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711107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 Layout | Icon |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52E4C21-1FF5-B305-D45C-65EFA01715B2}"/>
              </a:ext>
            </a:extLst>
          </p:cNvPr>
          <p:cNvSpPr/>
          <p:nvPr/>
        </p:nvSpPr>
        <p:spPr>
          <a:xfrm>
            <a:off x="555191" y="1828800"/>
            <a:ext cx="3463925" cy="38383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AD91DC-DE11-61C9-E9B5-A82B0A808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E43BE-770F-1BE5-0654-5620303F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0099629-978C-41A5-C799-F6E4B006F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8893" y="3266265"/>
            <a:ext cx="2530906" cy="23893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0BAFCBA-EF89-2C8D-8B68-14116EB5B238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948893" y="3659965"/>
            <a:ext cx="2530906" cy="161053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0DBA0A-495B-5B0C-C303-F410A0739850}"/>
              </a:ext>
            </a:extLst>
          </p:cNvPr>
          <p:cNvSpPr/>
          <p:nvPr/>
        </p:nvSpPr>
        <p:spPr>
          <a:xfrm>
            <a:off x="4364037" y="1828800"/>
            <a:ext cx="3463925" cy="38383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D4426701-0EDB-77EF-B1CC-B0F057DD3D4F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4757739" y="3266265"/>
            <a:ext cx="2530906" cy="23893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FA57265-8F15-E715-99E4-B43A7C8F4917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757739" y="3659965"/>
            <a:ext cx="2530906" cy="161053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8FCA3F-0D92-1A73-77E5-6237F8B139D3}"/>
              </a:ext>
            </a:extLst>
          </p:cNvPr>
          <p:cNvSpPr/>
          <p:nvPr/>
        </p:nvSpPr>
        <p:spPr>
          <a:xfrm>
            <a:off x="8172883" y="1828800"/>
            <a:ext cx="3463925" cy="38383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5C2EBADA-7906-874B-04EC-0D854692586D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8566585" y="3266265"/>
            <a:ext cx="2530906" cy="23893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08D368F6-BB6E-A7E1-E9CE-89452D323B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566585" y="3659965"/>
            <a:ext cx="2530906" cy="161053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97EF5BA-594D-9B0A-7664-DCD65F75CE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9324" y="2201779"/>
            <a:ext cx="897021" cy="89702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03FB365F-CE28-6C39-6642-0F9F586A9AF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757738" y="2201779"/>
            <a:ext cx="897021" cy="89702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414E1E2F-134C-EACD-3BF3-EA2BD82ADA5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566584" y="2201779"/>
            <a:ext cx="897021" cy="89702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468272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 Layout | Icon | Re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52E4C21-1FF5-B305-D45C-65EFA01715B2}"/>
              </a:ext>
            </a:extLst>
          </p:cNvPr>
          <p:cNvSpPr/>
          <p:nvPr/>
        </p:nvSpPr>
        <p:spPr>
          <a:xfrm>
            <a:off x="555191" y="1828800"/>
            <a:ext cx="3463925" cy="38383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AD91DC-DE11-61C9-E9B5-A82B0A808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E43BE-770F-1BE5-0654-5620303F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0099629-978C-41A5-C799-F6E4B006F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8893" y="3266265"/>
            <a:ext cx="2530906" cy="23893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0BAFCBA-EF89-2C8D-8B68-14116EB5B238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948893" y="3659965"/>
            <a:ext cx="2530906" cy="161053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0DBA0A-495B-5B0C-C303-F410A0739850}"/>
              </a:ext>
            </a:extLst>
          </p:cNvPr>
          <p:cNvSpPr/>
          <p:nvPr/>
        </p:nvSpPr>
        <p:spPr>
          <a:xfrm>
            <a:off x="4364037" y="1828800"/>
            <a:ext cx="3463925" cy="38383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D4426701-0EDB-77EF-B1CC-B0F057DD3D4F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4757739" y="3266265"/>
            <a:ext cx="2530906" cy="23893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FA57265-8F15-E715-99E4-B43A7C8F4917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757739" y="3659965"/>
            <a:ext cx="2530906" cy="161053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8FCA3F-0D92-1A73-77E5-6237F8B139D3}"/>
              </a:ext>
            </a:extLst>
          </p:cNvPr>
          <p:cNvSpPr/>
          <p:nvPr/>
        </p:nvSpPr>
        <p:spPr>
          <a:xfrm>
            <a:off x="8172883" y="1828800"/>
            <a:ext cx="3463925" cy="38383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5C2EBADA-7906-874B-04EC-0D854692586D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8566585" y="3266265"/>
            <a:ext cx="2530906" cy="23893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08D368F6-BB6E-A7E1-E9CE-89452D323B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566585" y="3659965"/>
            <a:ext cx="2530906" cy="161053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97EF5BA-594D-9B0A-7664-DCD65F75CE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9324" y="2201779"/>
            <a:ext cx="897021" cy="89702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03FB365F-CE28-6C39-6642-0F9F586A9AF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757738" y="2201779"/>
            <a:ext cx="897021" cy="89702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414E1E2F-134C-EACD-3BF3-EA2BD82ADA5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566584" y="2201779"/>
            <a:ext cx="897021" cy="89702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5061684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 Layout | Icon | Red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52E4C21-1FF5-B305-D45C-65EFA01715B2}"/>
              </a:ext>
            </a:extLst>
          </p:cNvPr>
          <p:cNvSpPr/>
          <p:nvPr/>
        </p:nvSpPr>
        <p:spPr>
          <a:xfrm>
            <a:off x="555191" y="1828800"/>
            <a:ext cx="3463925" cy="3838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AD91DC-DE11-61C9-E9B5-A82B0A808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E43BE-770F-1BE5-0654-5620303F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0099629-978C-41A5-C799-F6E4B006F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8893" y="3266265"/>
            <a:ext cx="2530906" cy="23893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bg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0BAFCBA-EF89-2C8D-8B68-14116EB5B238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948893" y="3659965"/>
            <a:ext cx="2530906" cy="161053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0DBA0A-495B-5B0C-C303-F410A0739850}"/>
              </a:ext>
            </a:extLst>
          </p:cNvPr>
          <p:cNvSpPr/>
          <p:nvPr/>
        </p:nvSpPr>
        <p:spPr>
          <a:xfrm>
            <a:off x="4364037" y="1828800"/>
            <a:ext cx="3463925" cy="3838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D4426701-0EDB-77EF-B1CC-B0F057DD3D4F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4757739" y="3266265"/>
            <a:ext cx="2530906" cy="23893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bg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FA57265-8F15-E715-99E4-B43A7C8F4917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757739" y="3659965"/>
            <a:ext cx="2530906" cy="161053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8FCA3F-0D92-1A73-77E5-6237F8B139D3}"/>
              </a:ext>
            </a:extLst>
          </p:cNvPr>
          <p:cNvSpPr/>
          <p:nvPr/>
        </p:nvSpPr>
        <p:spPr>
          <a:xfrm>
            <a:off x="8172883" y="1828800"/>
            <a:ext cx="3463925" cy="3838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5C2EBADA-7906-874B-04EC-0D854692586D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8566585" y="3266265"/>
            <a:ext cx="2530906" cy="23893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bg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08D368F6-BB6E-A7E1-E9CE-89452D323B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566585" y="3659965"/>
            <a:ext cx="2530906" cy="161053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97EF5BA-594D-9B0A-7664-DCD65F75CE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9324" y="2201779"/>
            <a:ext cx="897021" cy="89702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03FB365F-CE28-6C39-6642-0F9F586A9AF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757738" y="2201779"/>
            <a:ext cx="897021" cy="89702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414E1E2F-134C-EACD-3BF3-EA2BD82ADA5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566584" y="2201779"/>
            <a:ext cx="897021" cy="89702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EE49C7-C1D6-F031-D460-8E9C3BB41982}"/>
              </a:ext>
            </a:extLst>
          </p:cNvPr>
          <p:cNvSpPr/>
          <p:nvPr/>
        </p:nvSpPr>
        <p:spPr>
          <a:xfrm>
            <a:off x="10664190" y="388620"/>
            <a:ext cx="1268730" cy="960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614FBD-787A-5BBC-BCEC-A3BCA0C4B5E6}"/>
              </a:ext>
            </a:extLst>
          </p:cNvPr>
          <p:cNvGrpSpPr/>
          <p:nvPr/>
        </p:nvGrpSpPr>
        <p:grpSpPr>
          <a:xfrm>
            <a:off x="10895881" y="551438"/>
            <a:ext cx="751607" cy="578967"/>
            <a:chOff x="8537865" y="1319106"/>
            <a:chExt cx="921208" cy="709611"/>
          </a:xfrm>
          <a:solidFill>
            <a:schemeClr val="bg1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B72B828-FC56-76EF-A3FE-BC6B1606CEE4}"/>
                </a:ext>
              </a:extLst>
            </p:cNvPr>
            <p:cNvSpPr/>
            <p:nvPr/>
          </p:nvSpPr>
          <p:spPr>
            <a:xfrm>
              <a:off x="9313753" y="1915716"/>
              <a:ext cx="142919" cy="106441"/>
            </a:xfrm>
            <a:custGeom>
              <a:avLst/>
              <a:gdLst>
                <a:gd name="connsiteX0" fmla="*/ 0 w 142919"/>
                <a:gd name="connsiteY0" fmla="*/ 106442 h 106441"/>
                <a:gd name="connsiteX1" fmla="*/ 142919 w 142919"/>
                <a:gd name="connsiteY1" fmla="*/ 106442 h 106441"/>
                <a:gd name="connsiteX2" fmla="*/ 142919 w 142919"/>
                <a:gd name="connsiteY2" fmla="*/ 81397 h 106441"/>
                <a:gd name="connsiteX3" fmla="*/ 84914 w 142919"/>
                <a:gd name="connsiteY3" fmla="*/ 81397 h 106441"/>
                <a:gd name="connsiteX4" fmla="*/ 84914 w 142919"/>
                <a:gd name="connsiteY4" fmla="*/ 9243 h 106441"/>
                <a:gd name="connsiteX5" fmla="*/ 61892 w 142919"/>
                <a:gd name="connsiteY5" fmla="*/ 9243 h 106441"/>
                <a:gd name="connsiteX6" fmla="*/ 61892 w 142919"/>
                <a:gd name="connsiteY6" fmla="*/ 81397 h 106441"/>
                <a:gd name="connsiteX7" fmla="*/ 22724 w 142919"/>
                <a:gd name="connsiteY7" fmla="*/ 81397 h 106441"/>
                <a:gd name="connsiteX8" fmla="*/ 22724 w 142919"/>
                <a:gd name="connsiteY8" fmla="*/ 0 h 106441"/>
                <a:gd name="connsiteX9" fmla="*/ 0 w 142919"/>
                <a:gd name="connsiteY9" fmla="*/ 0 h 106441"/>
                <a:gd name="connsiteX10" fmla="*/ 0 w 142919"/>
                <a:gd name="connsiteY10" fmla="*/ 106442 h 10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19" h="106441">
                  <a:moveTo>
                    <a:pt x="0" y="106442"/>
                  </a:moveTo>
                  <a:lnTo>
                    <a:pt x="142919" y="106442"/>
                  </a:lnTo>
                  <a:lnTo>
                    <a:pt x="142919" y="81397"/>
                  </a:lnTo>
                  <a:lnTo>
                    <a:pt x="84914" y="81397"/>
                  </a:lnTo>
                  <a:lnTo>
                    <a:pt x="84914" y="9243"/>
                  </a:lnTo>
                  <a:lnTo>
                    <a:pt x="61892" y="9243"/>
                  </a:lnTo>
                  <a:lnTo>
                    <a:pt x="61892" y="81397"/>
                  </a:lnTo>
                  <a:lnTo>
                    <a:pt x="22724" y="81397"/>
                  </a:lnTo>
                  <a:lnTo>
                    <a:pt x="22724" y="0"/>
                  </a:lnTo>
                  <a:lnTo>
                    <a:pt x="0" y="0"/>
                  </a:lnTo>
                  <a:lnTo>
                    <a:pt x="0" y="1064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FC611B8-B275-CBE3-92CA-0B44A95E447A}"/>
                </a:ext>
              </a:extLst>
            </p:cNvPr>
            <p:cNvSpPr/>
            <p:nvPr/>
          </p:nvSpPr>
          <p:spPr>
            <a:xfrm>
              <a:off x="9311063" y="1755010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238 h 149674"/>
                <a:gd name="connsiteX9" fmla="*/ 74150 w 148003"/>
                <a:gd name="connsiteY9" fmla="*/ 26238 h 149674"/>
                <a:gd name="connsiteX10" fmla="*/ 23321 w 148003"/>
                <a:gd name="connsiteY10" fmla="*/ 74837 h 149674"/>
                <a:gd name="connsiteX11" fmla="*/ 73851 w 148003"/>
                <a:gd name="connsiteY11" fmla="*/ 123139 h 149674"/>
                <a:gd name="connsiteX12" fmla="*/ 74150 w 148003"/>
                <a:gd name="connsiteY12" fmla="*/ 123139 h 149674"/>
                <a:gd name="connsiteX13" fmla="*/ 124979 w 148003"/>
                <a:gd name="connsiteY13" fmla="*/ 74539 h 149674"/>
                <a:gd name="connsiteX14" fmla="*/ 74449 w 148003"/>
                <a:gd name="connsiteY14" fmla="*/ 26238 h 149674"/>
                <a:gd name="connsiteX15" fmla="*/ 74449 w 148003"/>
                <a:gd name="connsiteY15" fmla="*/ 26238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238"/>
                  </a:moveTo>
                  <a:lnTo>
                    <a:pt x="74150" y="26238"/>
                  </a:lnTo>
                  <a:cubicBezTo>
                    <a:pt x="46344" y="26238"/>
                    <a:pt x="23321" y="46512"/>
                    <a:pt x="23321" y="74837"/>
                  </a:cubicBezTo>
                  <a:cubicBezTo>
                    <a:pt x="23321" y="103162"/>
                    <a:pt x="46045" y="123139"/>
                    <a:pt x="73851" y="123139"/>
                  </a:cubicBezTo>
                  <a:lnTo>
                    <a:pt x="74150" y="123139"/>
                  </a:lnTo>
                  <a:cubicBezTo>
                    <a:pt x="101957" y="123139"/>
                    <a:pt x="124979" y="102864"/>
                    <a:pt x="124979" y="74539"/>
                  </a:cubicBezTo>
                  <a:cubicBezTo>
                    <a:pt x="124979" y="46214"/>
                    <a:pt x="102256" y="26238"/>
                    <a:pt x="74449" y="26238"/>
                  </a:cubicBezTo>
                  <a:lnTo>
                    <a:pt x="74449" y="2623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EDE8ED7-53F5-7BA1-213D-447282066A87}"/>
                </a:ext>
              </a:extLst>
            </p:cNvPr>
            <p:cNvSpPr/>
            <p:nvPr/>
          </p:nvSpPr>
          <p:spPr>
            <a:xfrm>
              <a:off x="9311063" y="1591024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536 h 149674"/>
                <a:gd name="connsiteX9" fmla="*/ 74150 w 148003"/>
                <a:gd name="connsiteY9" fmla="*/ 26536 h 149674"/>
                <a:gd name="connsiteX10" fmla="*/ 23321 w 148003"/>
                <a:gd name="connsiteY10" fmla="*/ 75135 h 149674"/>
                <a:gd name="connsiteX11" fmla="*/ 73851 w 148003"/>
                <a:gd name="connsiteY11" fmla="*/ 123437 h 149674"/>
                <a:gd name="connsiteX12" fmla="*/ 74150 w 148003"/>
                <a:gd name="connsiteY12" fmla="*/ 123437 h 149674"/>
                <a:gd name="connsiteX13" fmla="*/ 124979 w 148003"/>
                <a:gd name="connsiteY13" fmla="*/ 74837 h 149674"/>
                <a:gd name="connsiteX14" fmla="*/ 74449 w 148003"/>
                <a:gd name="connsiteY14" fmla="*/ 26536 h 149674"/>
                <a:gd name="connsiteX15" fmla="*/ 74449 w 148003"/>
                <a:gd name="connsiteY15" fmla="*/ 26536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536"/>
                  </a:moveTo>
                  <a:lnTo>
                    <a:pt x="74150" y="26536"/>
                  </a:lnTo>
                  <a:cubicBezTo>
                    <a:pt x="46344" y="26536"/>
                    <a:pt x="23321" y="46811"/>
                    <a:pt x="23321" y="75135"/>
                  </a:cubicBezTo>
                  <a:cubicBezTo>
                    <a:pt x="23321" y="103460"/>
                    <a:pt x="46045" y="123437"/>
                    <a:pt x="73851" y="123437"/>
                  </a:cubicBezTo>
                  <a:lnTo>
                    <a:pt x="74150" y="123437"/>
                  </a:lnTo>
                  <a:cubicBezTo>
                    <a:pt x="101957" y="123437"/>
                    <a:pt x="124979" y="103162"/>
                    <a:pt x="124979" y="74837"/>
                  </a:cubicBezTo>
                  <a:cubicBezTo>
                    <a:pt x="124979" y="46512"/>
                    <a:pt x="102256" y="26536"/>
                    <a:pt x="74449" y="26536"/>
                  </a:cubicBezTo>
                  <a:lnTo>
                    <a:pt x="74449" y="265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FEDDB2BA-9D57-D73B-A924-34B06C10AB25}"/>
                </a:ext>
              </a:extLst>
            </p:cNvPr>
            <p:cNvSpPr/>
            <p:nvPr/>
          </p:nvSpPr>
          <p:spPr>
            <a:xfrm>
              <a:off x="9313753" y="1441350"/>
              <a:ext cx="142919" cy="129399"/>
            </a:xfrm>
            <a:custGeom>
              <a:avLst/>
              <a:gdLst>
                <a:gd name="connsiteX0" fmla="*/ 0 w 142919"/>
                <a:gd name="connsiteY0" fmla="*/ 129400 h 129399"/>
                <a:gd name="connsiteX1" fmla="*/ 0 w 142919"/>
                <a:gd name="connsiteY1" fmla="*/ 76030 h 129399"/>
                <a:gd name="connsiteX2" fmla="*/ 71160 w 142919"/>
                <a:gd name="connsiteY2" fmla="*/ 0 h 129399"/>
                <a:gd name="connsiteX3" fmla="*/ 71460 w 142919"/>
                <a:gd name="connsiteY3" fmla="*/ 0 h 129399"/>
                <a:gd name="connsiteX4" fmla="*/ 142919 w 142919"/>
                <a:gd name="connsiteY4" fmla="*/ 76030 h 129399"/>
                <a:gd name="connsiteX5" fmla="*/ 142919 w 142919"/>
                <a:gd name="connsiteY5" fmla="*/ 129400 h 129399"/>
                <a:gd name="connsiteX6" fmla="*/ 0 w 142919"/>
                <a:gd name="connsiteY6" fmla="*/ 129400 h 129399"/>
                <a:gd name="connsiteX7" fmla="*/ 120196 w 142919"/>
                <a:gd name="connsiteY7" fmla="*/ 76030 h 129399"/>
                <a:gd name="connsiteX8" fmla="*/ 72058 w 142919"/>
                <a:gd name="connsiteY8" fmla="*/ 26238 h 129399"/>
                <a:gd name="connsiteX9" fmla="*/ 71759 w 142919"/>
                <a:gd name="connsiteY9" fmla="*/ 26238 h 129399"/>
                <a:gd name="connsiteX10" fmla="*/ 23023 w 142919"/>
                <a:gd name="connsiteY10" fmla="*/ 76030 h 129399"/>
                <a:gd name="connsiteX11" fmla="*/ 23023 w 142919"/>
                <a:gd name="connsiteY11" fmla="*/ 104355 h 129399"/>
                <a:gd name="connsiteX12" fmla="*/ 120494 w 142919"/>
                <a:gd name="connsiteY12" fmla="*/ 104355 h 129399"/>
                <a:gd name="connsiteX13" fmla="*/ 120494 w 142919"/>
                <a:gd name="connsiteY13" fmla="*/ 76030 h 129399"/>
                <a:gd name="connsiteX14" fmla="*/ 120196 w 142919"/>
                <a:gd name="connsiteY14" fmla="*/ 76030 h 12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919" h="129399">
                  <a:moveTo>
                    <a:pt x="0" y="129400"/>
                  </a:moveTo>
                  <a:lnTo>
                    <a:pt x="0" y="76030"/>
                  </a:lnTo>
                  <a:cubicBezTo>
                    <a:pt x="0" y="31008"/>
                    <a:pt x="30796" y="0"/>
                    <a:pt x="71160" y="0"/>
                  </a:cubicBezTo>
                  <a:lnTo>
                    <a:pt x="71460" y="0"/>
                  </a:lnTo>
                  <a:cubicBezTo>
                    <a:pt x="111824" y="0"/>
                    <a:pt x="142919" y="31008"/>
                    <a:pt x="142919" y="76030"/>
                  </a:cubicBezTo>
                  <a:lnTo>
                    <a:pt x="142919" y="129400"/>
                  </a:lnTo>
                  <a:lnTo>
                    <a:pt x="0" y="129400"/>
                  </a:lnTo>
                  <a:close/>
                  <a:moveTo>
                    <a:pt x="120196" y="76030"/>
                  </a:moveTo>
                  <a:cubicBezTo>
                    <a:pt x="120196" y="45916"/>
                    <a:pt x="99864" y="26238"/>
                    <a:pt x="72058" y="26238"/>
                  </a:cubicBezTo>
                  <a:lnTo>
                    <a:pt x="71759" y="26238"/>
                  </a:lnTo>
                  <a:cubicBezTo>
                    <a:pt x="43653" y="26238"/>
                    <a:pt x="23023" y="45916"/>
                    <a:pt x="23023" y="76030"/>
                  </a:cubicBezTo>
                  <a:lnTo>
                    <a:pt x="23023" y="104355"/>
                  </a:lnTo>
                  <a:lnTo>
                    <a:pt x="120494" y="104355"/>
                  </a:lnTo>
                  <a:lnTo>
                    <a:pt x="120494" y="76030"/>
                  </a:lnTo>
                  <a:lnTo>
                    <a:pt x="120196" y="7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8DCC7FE-A451-DAAA-1DF4-64B700465B34}"/>
                </a:ext>
              </a:extLst>
            </p:cNvPr>
            <p:cNvSpPr/>
            <p:nvPr/>
          </p:nvSpPr>
          <p:spPr>
            <a:xfrm>
              <a:off x="9311063" y="1319702"/>
              <a:ext cx="148010" cy="110615"/>
            </a:xfrm>
            <a:custGeom>
              <a:avLst/>
              <a:gdLst>
                <a:gd name="connsiteX0" fmla="*/ 125278 w 148010"/>
                <a:gd name="connsiteY0" fmla="*/ 110616 h 110615"/>
                <a:gd name="connsiteX1" fmla="*/ 107040 w 148010"/>
                <a:gd name="connsiteY1" fmla="*/ 95410 h 110615"/>
                <a:gd name="connsiteX2" fmla="*/ 125876 w 148010"/>
                <a:gd name="connsiteY2" fmla="*/ 50090 h 110615"/>
                <a:gd name="connsiteX3" fmla="*/ 107638 w 148010"/>
                <a:gd name="connsiteY3" fmla="*/ 24747 h 110615"/>
                <a:gd name="connsiteX4" fmla="*/ 107339 w 148010"/>
                <a:gd name="connsiteY4" fmla="*/ 24747 h 110615"/>
                <a:gd name="connsiteX5" fmla="*/ 85213 w 148010"/>
                <a:gd name="connsiteY5" fmla="*/ 57246 h 110615"/>
                <a:gd name="connsiteX6" fmla="*/ 42158 w 148010"/>
                <a:gd name="connsiteY6" fmla="*/ 105249 h 110615"/>
                <a:gd name="connsiteX7" fmla="*/ 41859 w 148010"/>
                <a:gd name="connsiteY7" fmla="*/ 105249 h 110615"/>
                <a:gd name="connsiteX8" fmla="*/ 0 w 148010"/>
                <a:gd name="connsiteY8" fmla="*/ 56053 h 110615"/>
                <a:gd name="connsiteX9" fmla="*/ 18239 w 148010"/>
                <a:gd name="connsiteY9" fmla="*/ 3876 h 110615"/>
                <a:gd name="connsiteX10" fmla="*/ 37374 w 148010"/>
                <a:gd name="connsiteY10" fmla="*/ 17591 h 110615"/>
                <a:gd name="connsiteX11" fmla="*/ 22425 w 148010"/>
                <a:gd name="connsiteY11" fmla="*/ 56650 h 110615"/>
                <a:gd name="connsiteX12" fmla="*/ 39467 w 148010"/>
                <a:gd name="connsiteY12" fmla="*/ 80204 h 110615"/>
                <a:gd name="connsiteX13" fmla="*/ 39766 w 148010"/>
                <a:gd name="connsiteY13" fmla="*/ 80204 h 110615"/>
                <a:gd name="connsiteX14" fmla="*/ 62490 w 148010"/>
                <a:gd name="connsiteY14" fmla="*/ 46214 h 110615"/>
                <a:gd name="connsiteX15" fmla="*/ 104648 w 148010"/>
                <a:gd name="connsiteY15" fmla="*/ 0 h 110615"/>
                <a:gd name="connsiteX16" fmla="*/ 104947 w 148010"/>
                <a:gd name="connsiteY16" fmla="*/ 0 h 110615"/>
                <a:gd name="connsiteX17" fmla="*/ 148002 w 148010"/>
                <a:gd name="connsiteY17" fmla="*/ 51283 h 110615"/>
                <a:gd name="connsiteX18" fmla="*/ 125278 w 148010"/>
                <a:gd name="connsiteY18" fmla="*/ 110616 h 110615"/>
                <a:gd name="connsiteX19" fmla="*/ 125278 w 148010"/>
                <a:gd name="connsiteY19" fmla="*/ 110616 h 11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8010" h="110615">
                  <a:moveTo>
                    <a:pt x="125278" y="110616"/>
                  </a:moveTo>
                  <a:lnTo>
                    <a:pt x="107040" y="95410"/>
                  </a:lnTo>
                  <a:cubicBezTo>
                    <a:pt x="119000" y="81695"/>
                    <a:pt x="125876" y="67980"/>
                    <a:pt x="125876" y="50090"/>
                  </a:cubicBezTo>
                  <a:cubicBezTo>
                    <a:pt x="125876" y="34586"/>
                    <a:pt x="118701" y="24747"/>
                    <a:pt x="107638" y="24747"/>
                  </a:cubicBezTo>
                  <a:lnTo>
                    <a:pt x="107339" y="24747"/>
                  </a:lnTo>
                  <a:cubicBezTo>
                    <a:pt x="97173" y="24747"/>
                    <a:pt x="91492" y="30412"/>
                    <a:pt x="85213" y="57246"/>
                  </a:cubicBezTo>
                  <a:cubicBezTo>
                    <a:pt x="77738" y="87956"/>
                    <a:pt x="68769" y="105249"/>
                    <a:pt x="42158" y="105249"/>
                  </a:cubicBezTo>
                  <a:lnTo>
                    <a:pt x="41859" y="105249"/>
                  </a:lnTo>
                  <a:cubicBezTo>
                    <a:pt x="17043" y="105249"/>
                    <a:pt x="0" y="84676"/>
                    <a:pt x="0" y="56053"/>
                  </a:cubicBezTo>
                  <a:cubicBezTo>
                    <a:pt x="0" y="35182"/>
                    <a:pt x="6279" y="18486"/>
                    <a:pt x="18239" y="3876"/>
                  </a:cubicBezTo>
                  <a:lnTo>
                    <a:pt x="37374" y="17591"/>
                  </a:lnTo>
                  <a:cubicBezTo>
                    <a:pt x="27806" y="30412"/>
                    <a:pt x="22425" y="43531"/>
                    <a:pt x="22425" y="56650"/>
                  </a:cubicBezTo>
                  <a:cubicBezTo>
                    <a:pt x="22425" y="71558"/>
                    <a:pt x="29899" y="80204"/>
                    <a:pt x="39467" y="80204"/>
                  </a:cubicBezTo>
                  <a:lnTo>
                    <a:pt x="39766" y="80204"/>
                  </a:lnTo>
                  <a:cubicBezTo>
                    <a:pt x="50829" y="80204"/>
                    <a:pt x="55912" y="73645"/>
                    <a:pt x="62490" y="46214"/>
                  </a:cubicBezTo>
                  <a:cubicBezTo>
                    <a:pt x="69965" y="15802"/>
                    <a:pt x="80728" y="0"/>
                    <a:pt x="104648" y="0"/>
                  </a:cubicBezTo>
                  <a:lnTo>
                    <a:pt x="104947" y="0"/>
                  </a:lnTo>
                  <a:cubicBezTo>
                    <a:pt x="131856" y="0"/>
                    <a:pt x="148002" y="21169"/>
                    <a:pt x="148002" y="51283"/>
                  </a:cubicBezTo>
                  <a:cubicBezTo>
                    <a:pt x="148301" y="72750"/>
                    <a:pt x="140527" y="93323"/>
                    <a:pt x="125278" y="110616"/>
                  </a:cubicBezTo>
                  <a:lnTo>
                    <a:pt x="125278" y="1106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89F31E8A-310D-2B12-F5E2-2BE3D9785CD1}"/>
                </a:ext>
              </a:extLst>
            </p:cNvPr>
            <p:cNvSpPr/>
            <p:nvPr/>
          </p:nvSpPr>
          <p:spPr>
            <a:xfrm>
              <a:off x="8537865" y="1319106"/>
              <a:ext cx="327996" cy="340494"/>
            </a:xfrm>
            <a:custGeom>
              <a:avLst/>
              <a:gdLst>
                <a:gd name="connsiteX0" fmla="*/ 0 w 327996"/>
                <a:gd name="connsiteY0" fmla="*/ 171142 h 340494"/>
                <a:gd name="connsiteX1" fmla="*/ 0 w 327996"/>
                <a:gd name="connsiteY1" fmla="*/ 170247 h 340494"/>
                <a:gd name="connsiteX2" fmla="*/ 180293 w 327996"/>
                <a:gd name="connsiteY2" fmla="*/ 0 h 340494"/>
                <a:gd name="connsiteX3" fmla="*/ 316933 w 327996"/>
                <a:gd name="connsiteY3" fmla="*/ 49494 h 340494"/>
                <a:gd name="connsiteX4" fmla="*/ 255939 w 327996"/>
                <a:gd name="connsiteY4" fmla="*/ 123139 h 340494"/>
                <a:gd name="connsiteX5" fmla="*/ 183582 w 327996"/>
                <a:gd name="connsiteY5" fmla="*/ 94814 h 340494"/>
                <a:gd name="connsiteX6" fmla="*/ 110329 w 327996"/>
                <a:gd name="connsiteY6" fmla="*/ 171738 h 340494"/>
                <a:gd name="connsiteX7" fmla="*/ 110329 w 327996"/>
                <a:gd name="connsiteY7" fmla="*/ 172633 h 340494"/>
                <a:gd name="connsiteX8" fmla="*/ 188366 w 327996"/>
                <a:gd name="connsiteY8" fmla="*/ 250451 h 340494"/>
                <a:gd name="connsiteX9" fmla="*/ 225740 w 327996"/>
                <a:gd name="connsiteY9" fmla="*/ 242997 h 340494"/>
                <a:gd name="connsiteX10" fmla="*/ 225740 w 327996"/>
                <a:gd name="connsiteY10" fmla="*/ 210200 h 340494"/>
                <a:gd name="connsiteX11" fmla="*/ 169829 w 327996"/>
                <a:gd name="connsiteY11" fmla="*/ 210200 h 340494"/>
                <a:gd name="connsiteX12" fmla="*/ 169829 w 327996"/>
                <a:gd name="connsiteY12" fmla="*/ 140133 h 340494"/>
                <a:gd name="connsiteX13" fmla="*/ 327996 w 327996"/>
                <a:gd name="connsiteY13" fmla="*/ 140133 h 340494"/>
                <a:gd name="connsiteX14" fmla="*/ 327996 w 327996"/>
                <a:gd name="connsiteY14" fmla="*/ 291597 h 340494"/>
                <a:gd name="connsiteX15" fmla="*/ 183881 w 327996"/>
                <a:gd name="connsiteY15" fmla="*/ 340495 h 340494"/>
                <a:gd name="connsiteX16" fmla="*/ 0 w 327996"/>
                <a:gd name="connsiteY16" fmla="*/ 171142 h 340494"/>
                <a:gd name="connsiteX17" fmla="*/ 0 w 327996"/>
                <a:gd name="connsiteY17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7996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2750"/>
                    <a:pt x="77140" y="0"/>
                    <a:pt x="180293" y="0"/>
                  </a:cubicBezTo>
                  <a:cubicBezTo>
                    <a:pt x="236205" y="0"/>
                    <a:pt x="281652" y="18784"/>
                    <a:pt x="316933" y="49494"/>
                  </a:cubicBezTo>
                  <a:lnTo>
                    <a:pt x="255939" y="123139"/>
                  </a:lnTo>
                  <a:cubicBezTo>
                    <a:pt x="234411" y="104951"/>
                    <a:pt x="210791" y="94814"/>
                    <a:pt x="183582" y="94814"/>
                  </a:cubicBezTo>
                  <a:cubicBezTo>
                    <a:pt x="141125" y="94814"/>
                    <a:pt x="110329" y="127611"/>
                    <a:pt x="110329" y="171738"/>
                  </a:cubicBezTo>
                  <a:lnTo>
                    <a:pt x="110329" y="172633"/>
                  </a:lnTo>
                  <a:cubicBezTo>
                    <a:pt x="110329" y="218847"/>
                    <a:pt x="142620" y="250451"/>
                    <a:pt x="188366" y="250451"/>
                  </a:cubicBezTo>
                  <a:cubicBezTo>
                    <a:pt x="206904" y="250451"/>
                    <a:pt x="217369" y="247768"/>
                    <a:pt x="225740" y="242997"/>
                  </a:cubicBezTo>
                  <a:lnTo>
                    <a:pt x="225740" y="210200"/>
                  </a:lnTo>
                  <a:lnTo>
                    <a:pt x="169829" y="210200"/>
                  </a:lnTo>
                  <a:lnTo>
                    <a:pt x="169829" y="140133"/>
                  </a:lnTo>
                  <a:lnTo>
                    <a:pt x="327996" y="140133"/>
                  </a:lnTo>
                  <a:lnTo>
                    <a:pt x="327996" y="291597"/>
                  </a:lnTo>
                  <a:cubicBezTo>
                    <a:pt x="292416" y="320518"/>
                    <a:pt x="243082" y="340495"/>
                    <a:pt x="183881" y="340495"/>
                  </a:cubicBezTo>
                  <a:cubicBezTo>
                    <a:pt x="81625" y="340495"/>
                    <a:pt x="0" y="272217"/>
                    <a:pt x="0" y="171142"/>
                  </a:cubicBezTo>
                  <a:lnTo>
                    <a:pt x="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6D3DFA86-9F37-46C9-81C3-9CB5CAE8C856}"/>
                </a:ext>
              </a:extLst>
            </p:cNvPr>
            <p:cNvSpPr/>
            <p:nvPr/>
          </p:nvSpPr>
          <p:spPr>
            <a:xfrm>
              <a:off x="8897255" y="1319106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E1B100A2-0B39-8DEF-EB7B-507DCCBDAC21}"/>
                </a:ext>
              </a:extLst>
            </p:cNvPr>
            <p:cNvSpPr/>
            <p:nvPr/>
          </p:nvSpPr>
          <p:spPr>
            <a:xfrm>
              <a:off x="8897255" y="1688223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61EC3DA2-9260-DF3F-371F-4C77A4C17B91}"/>
                </a:ext>
              </a:extLst>
            </p:cNvPr>
            <p:cNvSpPr/>
            <p:nvPr/>
          </p:nvSpPr>
          <p:spPr>
            <a:xfrm>
              <a:off x="8550721" y="1694782"/>
              <a:ext cx="327398" cy="327375"/>
            </a:xfrm>
            <a:custGeom>
              <a:avLst/>
              <a:gdLst>
                <a:gd name="connsiteX0" fmla="*/ 327398 w 327398"/>
                <a:gd name="connsiteY0" fmla="*/ 0 h 327375"/>
                <a:gd name="connsiteX1" fmla="*/ 0 w 327398"/>
                <a:gd name="connsiteY1" fmla="*/ 0 h 327375"/>
                <a:gd name="connsiteX2" fmla="*/ 0 w 327398"/>
                <a:gd name="connsiteY2" fmla="*/ 93323 h 327375"/>
                <a:gd name="connsiteX3" fmla="*/ 109731 w 327398"/>
                <a:gd name="connsiteY3" fmla="*/ 93323 h 327375"/>
                <a:gd name="connsiteX4" fmla="*/ 109731 w 327398"/>
                <a:gd name="connsiteY4" fmla="*/ 327376 h 327375"/>
                <a:gd name="connsiteX5" fmla="*/ 217369 w 327398"/>
                <a:gd name="connsiteY5" fmla="*/ 327376 h 327375"/>
                <a:gd name="connsiteX6" fmla="*/ 217369 w 327398"/>
                <a:gd name="connsiteY6" fmla="*/ 93323 h 327375"/>
                <a:gd name="connsiteX7" fmla="*/ 327398 w 327398"/>
                <a:gd name="connsiteY7" fmla="*/ 93323 h 327375"/>
                <a:gd name="connsiteX8" fmla="*/ 327398 w 327398"/>
                <a:gd name="connsiteY8" fmla="*/ 0 h 3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398" h="327375">
                  <a:moveTo>
                    <a:pt x="327398" y="0"/>
                  </a:moveTo>
                  <a:lnTo>
                    <a:pt x="0" y="0"/>
                  </a:lnTo>
                  <a:lnTo>
                    <a:pt x="0" y="93323"/>
                  </a:lnTo>
                  <a:lnTo>
                    <a:pt x="109731" y="93323"/>
                  </a:lnTo>
                  <a:lnTo>
                    <a:pt x="109731" y="327376"/>
                  </a:lnTo>
                  <a:lnTo>
                    <a:pt x="217369" y="327376"/>
                  </a:lnTo>
                  <a:lnTo>
                    <a:pt x="217369" y="93323"/>
                  </a:lnTo>
                  <a:lnTo>
                    <a:pt x="327398" y="93323"/>
                  </a:lnTo>
                  <a:lnTo>
                    <a:pt x="327398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7877361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 Layout | Icon |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52E4C21-1FF5-B305-D45C-65EFA01715B2}"/>
              </a:ext>
            </a:extLst>
          </p:cNvPr>
          <p:cNvSpPr/>
          <p:nvPr/>
        </p:nvSpPr>
        <p:spPr>
          <a:xfrm>
            <a:off x="555191" y="1828800"/>
            <a:ext cx="3463925" cy="38383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AD91DC-DE11-61C9-E9B5-A82B0A808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E43BE-770F-1BE5-0654-5620303F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0099629-978C-41A5-C799-F6E4B006F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8893" y="3266265"/>
            <a:ext cx="2530906" cy="23893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bg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0BAFCBA-EF89-2C8D-8B68-14116EB5B238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948893" y="3659965"/>
            <a:ext cx="2530906" cy="161053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0DBA0A-495B-5B0C-C303-F410A0739850}"/>
              </a:ext>
            </a:extLst>
          </p:cNvPr>
          <p:cNvSpPr/>
          <p:nvPr/>
        </p:nvSpPr>
        <p:spPr>
          <a:xfrm>
            <a:off x="4364037" y="1828800"/>
            <a:ext cx="3463925" cy="38383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D4426701-0EDB-77EF-B1CC-B0F057DD3D4F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4757739" y="3266265"/>
            <a:ext cx="2530906" cy="23893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bg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FA57265-8F15-E715-99E4-B43A7C8F4917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757739" y="3659965"/>
            <a:ext cx="2530906" cy="161053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8FCA3F-0D92-1A73-77E5-6237F8B139D3}"/>
              </a:ext>
            </a:extLst>
          </p:cNvPr>
          <p:cNvSpPr/>
          <p:nvPr/>
        </p:nvSpPr>
        <p:spPr>
          <a:xfrm>
            <a:off x="8172883" y="1828800"/>
            <a:ext cx="3463925" cy="38383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5C2EBADA-7906-874B-04EC-0D854692586D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8566585" y="3266265"/>
            <a:ext cx="2530906" cy="23893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bg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08D368F6-BB6E-A7E1-E9CE-89452D323B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566585" y="3659965"/>
            <a:ext cx="2530906" cy="161053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97EF5BA-594D-9B0A-7664-DCD65F75CE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9324" y="2201779"/>
            <a:ext cx="897021" cy="89702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03FB365F-CE28-6C39-6642-0F9F586A9AF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757738" y="2201779"/>
            <a:ext cx="897021" cy="89702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414E1E2F-134C-EACD-3BF3-EA2BD82ADA5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566584" y="2201779"/>
            <a:ext cx="897021" cy="89702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07454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up | White + Red Outline Circ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D91DC-DE11-61C9-E9B5-A82B0A808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E43BE-770F-1BE5-0654-5620303F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66F8ADC-3B4A-4CAB-771D-A3C239482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3382" y="4866465"/>
            <a:ext cx="2530906" cy="23893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3428AE0-347A-DC36-BC5D-A9E822854F65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33382" y="5183965"/>
            <a:ext cx="2530906" cy="797735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3C6C865-6DF3-4C5B-782B-673892CF0DA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6291" y="1706912"/>
            <a:ext cx="2865088" cy="2865088"/>
          </a:xfrm>
          <a:prstGeom prst="ellipse">
            <a:avLst/>
          </a:prstGeom>
          <a:ln w="63500">
            <a:solidFill>
              <a:schemeClr val="tx2"/>
            </a:solidFill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DF2D172-323B-1617-B3DF-F46F1D7DB59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4830547" y="4866465"/>
            <a:ext cx="2530906" cy="23893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B029B03-1D11-D834-306A-8F63E6F88F12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830547" y="5183965"/>
            <a:ext cx="2530906" cy="797735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A7B3491C-A26F-23F6-9319-C6306B53FE9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663456" y="1706912"/>
            <a:ext cx="2865088" cy="2865088"/>
          </a:xfrm>
          <a:prstGeom prst="ellipse">
            <a:avLst/>
          </a:prstGeom>
          <a:ln w="63500">
            <a:solidFill>
              <a:schemeClr val="tx2"/>
            </a:solidFill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31D0E8F-C8C7-A82A-C8CD-AEB045B5C493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8894589" y="4879165"/>
            <a:ext cx="2530906" cy="23893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2EF9E6D-57CB-5127-F191-2BA509C6C964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894589" y="5196665"/>
            <a:ext cx="2530906" cy="797735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17F25C84-48C8-280E-E2C0-A2BCF5EB35F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27498" y="1719612"/>
            <a:ext cx="2865088" cy="2865088"/>
          </a:xfrm>
          <a:prstGeom prst="ellipse">
            <a:avLst/>
          </a:prstGeom>
          <a:ln w="63500">
            <a:solidFill>
              <a:schemeClr val="tx2"/>
            </a:solidFill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5749355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up | 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D91DC-DE11-61C9-E9B5-A82B0A808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E43BE-770F-1BE5-0654-5620303F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66F8ADC-3B4A-4CAB-771D-A3C239482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3382" y="4866465"/>
            <a:ext cx="2530906" cy="23893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3428AE0-347A-DC36-BC5D-A9E822854F65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33382" y="5183965"/>
            <a:ext cx="2530906" cy="797735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3C6C865-6DF3-4C5B-782B-673892CF0DA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6291" y="1706912"/>
            <a:ext cx="2865088" cy="2865088"/>
          </a:xfrm>
          <a:prstGeom prst="ellipse">
            <a:avLst/>
          </a:prstGeom>
          <a:ln w="0"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DF2D172-323B-1617-B3DF-F46F1D7DB59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4830547" y="4866465"/>
            <a:ext cx="2530906" cy="23893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B029B03-1D11-D834-306A-8F63E6F88F12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830547" y="5183965"/>
            <a:ext cx="2530906" cy="797735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A7B3491C-A26F-23F6-9319-C6306B53FE9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663456" y="1706912"/>
            <a:ext cx="2865088" cy="2865088"/>
          </a:xfrm>
          <a:prstGeom prst="ellipse">
            <a:avLst/>
          </a:prstGeom>
          <a:ln w="0"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31D0E8F-C8C7-A82A-C8CD-AEB045B5C493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8894589" y="4879165"/>
            <a:ext cx="2530906" cy="23893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2EF9E6D-57CB-5127-F191-2BA509C6C964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894589" y="5196665"/>
            <a:ext cx="2530906" cy="797735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17F25C84-48C8-280E-E2C0-A2BCF5EB35F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27498" y="1719612"/>
            <a:ext cx="2865088" cy="2865088"/>
          </a:xfrm>
          <a:prstGeom prst="ellipse">
            <a:avLst/>
          </a:prstGeom>
          <a:ln w="0"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2A86DB-876C-0D56-9C9E-A671E784CE6D}"/>
              </a:ext>
            </a:extLst>
          </p:cNvPr>
          <p:cNvSpPr/>
          <p:nvPr/>
        </p:nvSpPr>
        <p:spPr>
          <a:xfrm>
            <a:off x="10664190" y="388620"/>
            <a:ext cx="1268730" cy="960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0F9A2C2-BC23-EB5D-8F31-CBF8936E9AA8}"/>
              </a:ext>
            </a:extLst>
          </p:cNvPr>
          <p:cNvGrpSpPr/>
          <p:nvPr/>
        </p:nvGrpSpPr>
        <p:grpSpPr>
          <a:xfrm>
            <a:off x="10895881" y="551438"/>
            <a:ext cx="751607" cy="578967"/>
            <a:chOff x="8537865" y="1319106"/>
            <a:chExt cx="921208" cy="709611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F868E60-8540-7874-8EB9-A8E466281B61}"/>
                </a:ext>
              </a:extLst>
            </p:cNvPr>
            <p:cNvSpPr/>
            <p:nvPr/>
          </p:nvSpPr>
          <p:spPr>
            <a:xfrm>
              <a:off x="9313753" y="1915716"/>
              <a:ext cx="142919" cy="106441"/>
            </a:xfrm>
            <a:custGeom>
              <a:avLst/>
              <a:gdLst>
                <a:gd name="connsiteX0" fmla="*/ 0 w 142919"/>
                <a:gd name="connsiteY0" fmla="*/ 106442 h 106441"/>
                <a:gd name="connsiteX1" fmla="*/ 142919 w 142919"/>
                <a:gd name="connsiteY1" fmla="*/ 106442 h 106441"/>
                <a:gd name="connsiteX2" fmla="*/ 142919 w 142919"/>
                <a:gd name="connsiteY2" fmla="*/ 81397 h 106441"/>
                <a:gd name="connsiteX3" fmla="*/ 84914 w 142919"/>
                <a:gd name="connsiteY3" fmla="*/ 81397 h 106441"/>
                <a:gd name="connsiteX4" fmla="*/ 84914 w 142919"/>
                <a:gd name="connsiteY4" fmla="*/ 9243 h 106441"/>
                <a:gd name="connsiteX5" fmla="*/ 61892 w 142919"/>
                <a:gd name="connsiteY5" fmla="*/ 9243 h 106441"/>
                <a:gd name="connsiteX6" fmla="*/ 61892 w 142919"/>
                <a:gd name="connsiteY6" fmla="*/ 81397 h 106441"/>
                <a:gd name="connsiteX7" fmla="*/ 22724 w 142919"/>
                <a:gd name="connsiteY7" fmla="*/ 81397 h 106441"/>
                <a:gd name="connsiteX8" fmla="*/ 22724 w 142919"/>
                <a:gd name="connsiteY8" fmla="*/ 0 h 106441"/>
                <a:gd name="connsiteX9" fmla="*/ 0 w 142919"/>
                <a:gd name="connsiteY9" fmla="*/ 0 h 106441"/>
                <a:gd name="connsiteX10" fmla="*/ 0 w 142919"/>
                <a:gd name="connsiteY10" fmla="*/ 106442 h 10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19" h="106441">
                  <a:moveTo>
                    <a:pt x="0" y="106442"/>
                  </a:moveTo>
                  <a:lnTo>
                    <a:pt x="142919" y="106442"/>
                  </a:lnTo>
                  <a:lnTo>
                    <a:pt x="142919" y="81397"/>
                  </a:lnTo>
                  <a:lnTo>
                    <a:pt x="84914" y="81397"/>
                  </a:lnTo>
                  <a:lnTo>
                    <a:pt x="84914" y="9243"/>
                  </a:lnTo>
                  <a:lnTo>
                    <a:pt x="61892" y="9243"/>
                  </a:lnTo>
                  <a:lnTo>
                    <a:pt x="61892" y="81397"/>
                  </a:lnTo>
                  <a:lnTo>
                    <a:pt x="22724" y="81397"/>
                  </a:lnTo>
                  <a:lnTo>
                    <a:pt x="22724" y="0"/>
                  </a:lnTo>
                  <a:lnTo>
                    <a:pt x="0" y="0"/>
                  </a:lnTo>
                  <a:lnTo>
                    <a:pt x="0" y="1064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06E4C38-7F0E-ECDD-F088-FB358708775B}"/>
                </a:ext>
              </a:extLst>
            </p:cNvPr>
            <p:cNvSpPr/>
            <p:nvPr/>
          </p:nvSpPr>
          <p:spPr>
            <a:xfrm>
              <a:off x="9311063" y="1755010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238 h 149674"/>
                <a:gd name="connsiteX9" fmla="*/ 74150 w 148003"/>
                <a:gd name="connsiteY9" fmla="*/ 26238 h 149674"/>
                <a:gd name="connsiteX10" fmla="*/ 23321 w 148003"/>
                <a:gd name="connsiteY10" fmla="*/ 74837 h 149674"/>
                <a:gd name="connsiteX11" fmla="*/ 73851 w 148003"/>
                <a:gd name="connsiteY11" fmla="*/ 123139 h 149674"/>
                <a:gd name="connsiteX12" fmla="*/ 74150 w 148003"/>
                <a:gd name="connsiteY12" fmla="*/ 123139 h 149674"/>
                <a:gd name="connsiteX13" fmla="*/ 124979 w 148003"/>
                <a:gd name="connsiteY13" fmla="*/ 74539 h 149674"/>
                <a:gd name="connsiteX14" fmla="*/ 74449 w 148003"/>
                <a:gd name="connsiteY14" fmla="*/ 26238 h 149674"/>
                <a:gd name="connsiteX15" fmla="*/ 74449 w 148003"/>
                <a:gd name="connsiteY15" fmla="*/ 26238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238"/>
                  </a:moveTo>
                  <a:lnTo>
                    <a:pt x="74150" y="26238"/>
                  </a:lnTo>
                  <a:cubicBezTo>
                    <a:pt x="46344" y="26238"/>
                    <a:pt x="23321" y="46512"/>
                    <a:pt x="23321" y="74837"/>
                  </a:cubicBezTo>
                  <a:cubicBezTo>
                    <a:pt x="23321" y="103162"/>
                    <a:pt x="46045" y="123139"/>
                    <a:pt x="73851" y="123139"/>
                  </a:cubicBezTo>
                  <a:lnTo>
                    <a:pt x="74150" y="123139"/>
                  </a:lnTo>
                  <a:cubicBezTo>
                    <a:pt x="101957" y="123139"/>
                    <a:pt x="124979" y="102864"/>
                    <a:pt x="124979" y="74539"/>
                  </a:cubicBezTo>
                  <a:cubicBezTo>
                    <a:pt x="124979" y="46214"/>
                    <a:pt x="102256" y="26238"/>
                    <a:pt x="74449" y="26238"/>
                  </a:cubicBezTo>
                  <a:lnTo>
                    <a:pt x="74449" y="2623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DF506CEB-2B60-C962-3CD3-18363C85F796}"/>
                </a:ext>
              </a:extLst>
            </p:cNvPr>
            <p:cNvSpPr/>
            <p:nvPr/>
          </p:nvSpPr>
          <p:spPr>
            <a:xfrm>
              <a:off x="9311063" y="1591024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536 h 149674"/>
                <a:gd name="connsiteX9" fmla="*/ 74150 w 148003"/>
                <a:gd name="connsiteY9" fmla="*/ 26536 h 149674"/>
                <a:gd name="connsiteX10" fmla="*/ 23321 w 148003"/>
                <a:gd name="connsiteY10" fmla="*/ 75135 h 149674"/>
                <a:gd name="connsiteX11" fmla="*/ 73851 w 148003"/>
                <a:gd name="connsiteY11" fmla="*/ 123437 h 149674"/>
                <a:gd name="connsiteX12" fmla="*/ 74150 w 148003"/>
                <a:gd name="connsiteY12" fmla="*/ 123437 h 149674"/>
                <a:gd name="connsiteX13" fmla="*/ 124979 w 148003"/>
                <a:gd name="connsiteY13" fmla="*/ 74837 h 149674"/>
                <a:gd name="connsiteX14" fmla="*/ 74449 w 148003"/>
                <a:gd name="connsiteY14" fmla="*/ 26536 h 149674"/>
                <a:gd name="connsiteX15" fmla="*/ 74449 w 148003"/>
                <a:gd name="connsiteY15" fmla="*/ 26536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536"/>
                  </a:moveTo>
                  <a:lnTo>
                    <a:pt x="74150" y="26536"/>
                  </a:lnTo>
                  <a:cubicBezTo>
                    <a:pt x="46344" y="26536"/>
                    <a:pt x="23321" y="46811"/>
                    <a:pt x="23321" y="75135"/>
                  </a:cubicBezTo>
                  <a:cubicBezTo>
                    <a:pt x="23321" y="103460"/>
                    <a:pt x="46045" y="123437"/>
                    <a:pt x="73851" y="123437"/>
                  </a:cubicBezTo>
                  <a:lnTo>
                    <a:pt x="74150" y="123437"/>
                  </a:lnTo>
                  <a:cubicBezTo>
                    <a:pt x="101957" y="123437"/>
                    <a:pt x="124979" y="103162"/>
                    <a:pt x="124979" y="74837"/>
                  </a:cubicBezTo>
                  <a:cubicBezTo>
                    <a:pt x="124979" y="46512"/>
                    <a:pt x="102256" y="26536"/>
                    <a:pt x="74449" y="26536"/>
                  </a:cubicBezTo>
                  <a:lnTo>
                    <a:pt x="74449" y="265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2C3E54F-CFF0-8673-3435-8FCB2745EBC8}"/>
                </a:ext>
              </a:extLst>
            </p:cNvPr>
            <p:cNvSpPr/>
            <p:nvPr/>
          </p:nvSpPr>
          <p:spPr>
            <a:xfrm>
              <a:off x="9313753" y="1441350"/>
              <a:ext cx="142919" cy="129399"/>
            </a:xfrm>
            <a:custGeom>
              <a:avLst/>
              <a:gdLst>
                <a:gd name="connsiteX0" fmla="*/ 0 w 142919"/>
                <a:gd name="connsiteY0" fmla="*/ 129400 h 129399"/>
                <a:gd name="connsiteX1" fmla="*/ 0 w 142919"/>
                <a:gd name="connsiteY1" fmla="*/ 76030 h 129399"/>
                <a:gd name="connsiteX2" fmla="*/ 71160 w 142919"/>
                <a:gd name="connsiteY2" fmla="*/ 0 h 129399"/>
                <a:gd name="connsiteX3" fmla="*/ 71460 w 142919"/>
                <a:gd name="connsiteY3" fmla="*/ 0 h 129399"/>
                <a:gd name="connsiteX4" fmla="*/ 142919 w 142919"/>
                <a:gd name="connsiteY4" fmla="*/ 76030 h 129399"/>
                <a:gd name="connsiteX5" fmla="*/ 142919 w 142919"/>
                <a:gd name="connsiteY5" fmla="*/ 129400 h 129399"/>
                <a:gd name="connsiteX6" fmla="*/ 0 w 142919"/>
                <a:gd name="connsiteY6" fmla="*/ 129400 h 129399"/>
                <a:gd name="connsiteX7" fmla="*/ 120196 w 142919"/>
                <a:gd name="connsiteY7" fmla="*/ 76030 h 129399"/>
                <a:gd name="connsiteX8" fmla="*/ 72058 w 142919"/>
                <a:gd name="connsiteY8" fmla="*/ 26238 h 129399"/>
                <a:gd name="connsiteX9" fmla="*/ 71759 w 142919"/>
                <a:gd name="connsiteY9" fmla="*/ 26238 h 129399"/>
                <a:gd name="connsiteX10" fmla="*/ 23023 w 142919"/>
                <a:gd name="connsiteY10" fmla="*/ 76030 h 129399"/>
                <a:gd name="connsiteX11" fmla="*/ 23023 w 142919"/>
                <a:gd name="connsiteY11" fmla="*/ 104355 h 129399"/>
                <a:gd name="connsiteX12" fmla="*/ 120494 w 142919"/>
                <a:gd name="connsiteY12" fmla="*/ 104355 h 129399"/>
                <a:gd name="connsiteX13" fmla="*/ 120494 w 142919"/>
                <a:gd name="connsiteY13" fmla="*/ 76030 h 129399"/>
                <a:gd name="connsiteX14" fmla="*/ 120196 w 142919"/>
                <a:gd name="connsiteY14" fmla="*/ 76030 h 12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919" h="129399">
                  <a:moveTo>
                    <a:pt x="0" y="129400"/>
                  </a:moveTo>
                  <a:lnTo>
                    <a:pt x="0" y="76030"/>
                  </a:lnTo>
                  <a:cubicBezTo>
                    <a:pt x="0" y="31008"/>
                    <a:pt x="30796" y="0"/>
                    <a:pt x="71160" y="0"/>
                  </a:cubicBezTo>
                  <a:lnTo>
                    <a:pt x="71460" y="0"/>
                  </a:lnTo>
                  <a:cubicBezTo>
                    <a:pt x="111824" y="0"/>
                    <a:pt x="142919" y="31008"/>
                    <a:pt x="142919" y="76030"/>
                  </a:cubicBezTo>
                  <a:lnTo>
                    <a:pt x="142919" y="129400"/>
                  </a:lnTo>
                  <a:lnTo>
                    <a:pt x="0" y="129400"/>
                  </a:lnTo>
                  <a:close/>
                  <a:moveTo>
                    <a:pt x="120196" y="76030"/>
                  </a:moveTo>
                  <a:cubicBezTo>
                    <a:pt x="120196" y="45916"/>
                    <a:pt x="99864" y="26238"/>
                    <a:pt x="72058" y="26238"/>
                  </a:cubicBezTo>
                  <a:lnTo>
                    <a:pt x="71759" y="26238"/>
                  </a:lnTo>
                  <a:cubicBezTo>
                    <a:pt x="43653" y="26238"/>
                    <a:pt x="23023" y="45916"/>
                    <a:pt x="23023" y="76030"/>
                  </a:cubicBezTo>
                  <a:lnTo>
                    <a:pt x="23023" y="104355"/>
                  </a:lnTo>
                  <a:lnTo>
                    <a:pt x="120494" y="104355"/>
                  </a:lnTo>
                  <a:lnTo>
                    <a:pt x="120494" y="76030"/>
                  </a:lnTo>
                  <a:lnTo>
                    <a:pt x="120196" y="7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93B07E9-0CC5-33B1-DE31-2A7F5767233D}"/>
                </a:ext>
              </a:extLst>
            </p:cNvPr>
            <p:cNvSpPr/>
            <p:nvPr/>
          </p:nvSpPr>
          <p:spPr>
            <a:xfrm>
              <a:off x="9311063" y="1319702"/>
              <a:ext cx="148010" cy="110615"/>
            </a:xfrm>
            <a:custGeom>
              <a:avLst/>
              <a:gdLst>
                <a:gd name="connsiteX0" fmla="*/ 125278 w 148010"/>
                <a:gd name="connsiteY0" fmla="*/ 110616 h 110615"/>
                <a:gd name="connsiteX1" fmla="*/ 107040 w 148010"/>
                <a:gd name="connsiteY1" fmla="*/ 95410 h 110615"/>
                <a:gd name="connsiteX2" fmla="*/ 125876 w 148010"/>
                <a:gd name="connsiteY2" fmla="*/ 50090 h 110615"/>
                <a:gd name="connsiteX3" fmla="*/ 107638 w 148010"/>
                <a:gd name="connsiteY3" fmla="*/ 24747 h 110615"/>
                <a:gd name="connsiteX4" fmla="*/ 107339 w 148010"/>
                <a:gd name="connsiteY4" fmla="*/ 24747 h 110615"/>
                <a:gd name="connsiteX5" fmla="*/ 85213 w 148010"/>
                <a:gd name="connsiteY5" fmla="*/ 57246 h 110615"/>
                <a:gd name="connsiteX6" fmla="*/ 42158 w 148010"/>
                <a:gd name="connsiteY6" fmla="*/ 105249 h 110615"/>
                <a:gd name="connsiteX7" fmla="*/ 41859 w 148010"/>
                <a:gd name="connsiteY7" fmla="*/ 105249 h 110615"/>
                <a:gd name="connsiteX8" fmla="*/ 0 w 148010"/>
                <a:gd name="connsiteY8" fmla="*/ 56053 h 110615"/>
                <a:gd name="connsiteX9" fmla="*/ 18239 w 148010"/>
                <a:gd name="connsiteY9" fmla="*/ 3876 h 110615"/>
                <a:gd name="connsiteX10" fmla="*/ 37374 w 148010"/>
                <a:gd name="connsiteY10" fmla="*/ 17591 h 110615"/>
                <a:gd name="connsiteX11" fmla="*/ 22425 w 148010"/>
                <a:gd name="connsiteY11" fmla="*/ 56650 h 110615"/>
                <a:gd name="connsiteX12" fmla="*/ 39467 w 148010"/>
                <a:gd name="connsiteY12" fmla="*/ 80204 h 110615"/>
                <a:gd name="connsiteX13" fmla="*/ 39766 w 148010"/>
                <a:gd name="connsiteY13" fmla="*/ 80204 h 110615"/>
                <a:gd name="connsiteX14" fmla="*/ 62490 w 148010"/>
                <a:gd name="connsiteY14" fmla="*/ 46214 h 110615"/>
                <a:gd name="connsiteX15" fmla="*/ 104648 w 148010"/>
                <a:gd name="connsiteY15" fmla="*/ 0 h 110615"/>
                <a:gd name="connsiteX16" fmla="*/ 104947 w 148010"/>
                <a:gd name="connsiteY16" fmla="*/ 0 h 110615"/>
                <a:gd name="connsiteX17" fmla="*/ 148002 w 148010"/>
                <a:gd name="connsiteY17" fmla="*/ 51283 h 110615"/>
                <a:gd name="connsiteX18" fmla="*/ 125278 w 148010"/>
                <a:gd name="connsiteY18" fmla="*/ 110616 h 110615"/>
                <a:gd name="connsiteX19" fmla="*/ 125278 w 148010"/>
                <a:gd name="connsiteY19" fmla="*/ 110616 h 11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8010" h="110615">
                  <a:moveTo>
                    <a:pt x="125278" y="110616"/>
                  </a:moveTo>
                  <a:lnTo>
                    <a:pt x="107040" y="95410"/>
                  </a:lnTo>
                  <a:cubicBezTo>
                    <a:pt x="119000" y="81695"/>
                    <a:pt x="125876" y="67980"/>
                    <a:pt x="125876" y="50090"/>
                  </a:cubicBezTo>
                  <a:cubicBezTo>
                    <a:pt x="125876" y="34586"/>
                    <a:pt x="118701" y="24747"/>
                    <a:pt x="107638" y="24747"/>
                  </a:cubicBezTo>
                  <a:lnTo>
                    <a:pt x="107339" y="24747"/>
                  </a:lnTo>
                  <a:cubicBezTo>
                    <a:pt x="97173" y="24747"/>
                    <a:pt x="91492" y="30412"/>
                    <a:pt x="85213" y="57246"/>
                  </a:cubicBezTo>
                  <a:cubicBezTo>
                    <a:pt x="77738" y="87956"/>
                    <a:pt x="68769" y="105249"/>
                    <a:pt x="42158" y="105249"/>
                  </a:cubicBezTo>
                  <a:lnTo>
                    <a:pt x="41859" y="105249"/>
                  </a:lnTo>
                  <a:cubicBezTo>
                    <a:pt x="17043" y="105249"/>
                    <a:pt x="0" y="84676"/>
                    <a:pt x="0" y="56053"/>
                  </a:cubicBezTo>
                  <a:cubicBezTo>
                    <a:pt x="0" y="35182"/>
                    <a:pt x="6279" y="18486"/>
                    <a:pt x="18239" y="3876"/>
                  </a:cubicBezTo>
                  <a:lnTo>
                    <a:pt x="37374" y="17591"/>
                  </a:lnTo>
                  <a:cubicBezTo>
                    <a:pt x="27806" y="30412"/>
                    <a:pt x="22425" y="43531"/>
                    <a:pt x="22425" y="56650"/>
                  </a:cubicBezTo>
                  <a:cubicBezTo>
                    <a:pt x="22425" y="71558"/>
                    <a:pt x="29899" y="80204"/>
                    <a:pt x="39467" y="80204"/>
                  </a:cubicBezTo>
                  <a:lnTo>
                    <a:pt x="39766" y="80204"/>
                  </a:lnTo>
                  <a:cubicBezTo>
                    <a:pt x="50829" y="80204"/>
                    <a:pt x="55912" y="73645"/>
                    <a:pt x="62490" y="46214"/>
                  </a:cubicBezTo>
                  <a:cubicBezTo>
                    <a:pt x="69965" y="15802"/>
                    <a:pt x="80728" y="0"/>
                    <a:pt x="104648" y="0"/>
                  </a:cubicBezTo>
                  <a:lnTo>
                    <a:pt x="104947" y="0"/>
                  </a:lnTo>
                  <a:cubicBezTo>
                    <a:pt x="131856" y="0"/>
                    <a:pt x="148002" y="21169"/>
                    <a:pt x="148002" y="51283"/>
                  </a:cubicBezTo>
                  <a:cubicBezTo>
                    <a:pt x="148301" y="72750"/>
                    <a:pt x="140527" y="93323"/>
                    <a:pt x="125278" y="110616"/>
                  </a:cubicBezTo>
                  <a:lnTo>
                    <a:pt x="125278" y="1106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8743467-3B41-C3D7-E476-0963849516F6}"/>
                </a:ext>
              </a:extLst>
            </p:cNvPr>
            <p:cNvSpPr/>
            <p:nvPr/>
          </p:nvSpPr>
          <p:spPr>
            <a:xfrm>
              <a:off x="8537865" y="1319106"/>
              <a:ext cx="327996" cy="340494"/>
            </a:xfrm>
            <a:custGeom>
              <a:avLst/>
              <a:gdLst>
                <a:gd name="connsiteX0" fmla="*/ 0 w 327996"/>
                <a:gd name="connsiteY0" fmla="*/ 171142 h 340494"/>
                <a:gd name="connsiteX1" fmla="*/ 0 w 327996"/>
                <a:gd name="connsiteY1" fmla="*/ 170247 h 340494"/>
                <a:gd name="connsiteX2" fmla="*/ 180293 w 327996"/>
                <a:gd name="connsiteY2" fmla="*/ 0 h 340494"/>
                <a:gd name="connsiteX3" fmla="*/ 316933 w 327996"/>
                <a:gd name="connsiteY3" fmla="*/ 49494 h 340494"/>
                <a:gd name="connsiteX4" fmla="*/ 255939 w 327996"/>
                <a:gd name="connsiteY4" fmla="*/ 123139 h 340494"/>
                <a:gd name="connsiteX5" fmla="*/ 183582 w 327996"/>
                <a:gd name="connsiteY5" fmla="*/ 94814 h 340494"/>
                <a:gd name="connsiteX6" fmla="*/ 110329 w 327996"/>
                <a:gd name="connsiteY6" fmla="*/ 171738 h 340494"/>
                <a:gd name="connsiteX7" fmla="*/ 110329 w 327996"/>
                <a:gd name="connsiteY7" fmla="*/ 172633 h 340494"/>
                <a:gd name="connsiteX8" fmla="*/ 188366 w 327996"/>
                <a:gd name="connsiteY8" fmla="*/ 250451 h 340494"/>
                <a:gd name="connsiteX9" fmla="*/ 225740 w 327996"/>
                <a:gd name="connsiteY9" fmla="*/ 242997 h 340494"/>
                <a:gd name="connsiteX10" fmla="*/ 225740 w 327996"/>
                <a:gd name="connsiteY10" fmla="*/ 210200 h 340494"/>
                <a:gd name="connsiteX11" fmla="*/ 169829 w 327996"/>
                <a:gd name="connsiteY11" fmla="*/ 210200 h 340494"/>
                <a:gd name="connsiteX12" fmla="*/ 169829 w 327996"/>
                <a:gd name="connsiteY12" fmla="*/ 140133 h 340494"/>
                <a:gd name="connsiteX13" fmla="*/ 327996 w 327996"/>
                <a:gd name="connsiteY13" fmla="*/ 140133 h 340494"/>
                <a:gd name="connsiteX14" fmla="*/ 327996 w 327996"/>
                <a:gd name="connsiteY14" fmla="*/ 291597 h 340494"/>
                <a:gd name="connsiteX15" fmla="*/ 183881 w 327996"/>
                <a:gd name="connsiteY15" fmla="*/ 340495 h 340494"/>
                <a:gd name="connsiteX16" fmla="*/ 0 w 327996"/>
                <a:gd name="connsiteY16" fmla="*/ 171142 h 340494"/>
                <a:gd name="connsiteX17" fmla="*/ 0 w 327996"/>
                <a:gd name="connsiteY17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7996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2750"/>
                    <a:pt x="77140" y="0"/>
                    <a:pt x="180293" y="0"/>
                  </a:cubicBezTo>
                  <a:cubicBezTo>
                    <a:pt x="236205" y="0"/>
                    <a:pt x="281652" y="18784"/>
                    <a:pt x="316933" y="49494"/>
                  </a:cubicBezTo>
                  <a:lnTo>
                    <a:pt x="255939" y="123139"/>
                  </a:lnTo>
                  <a:cubicBezTo>
                    <a:pt x="234411" y="104951"/>
                    <a:pt x="210791" y="94814"/>
                    <a:pt x="183582" y="94814"/>
                  </a:cubicBezTo>
                  <a:cubicBezTo>
                    <a:pt x="141125" y="94814"/>
                    <a:pt x="110329" y="127611"/>
                    <a:pt x="110329" y="171738"/>
                  </a:cubicBezTo>
                  <a:lnTo>
                    <a:pt x="110329" y="172633"/>
                  </a:lnTo>
                  <a:cubicBezTo>
                    <a:pt x="110329" y="218847"/>
                    <a:pt x="142620" y="250451"/>
                    <a:pt x="188366" y="250451"/>
                  </a:cubicBezTo>
                  <a:cubicBezTo>
                    <a:pt x="206904" y="250451"/>
                    <a:pt x="217369" y="247768"/>
                    <a:pt x="225740" y="242997"/>
                  </a:cubicBezTo>
                  <a:lnTo>
                    <a:pt x="225740" y="210200"/>
                  </a:lnTo>
                  <a:lnTo>
                    <a:pt x="169829" y="210200"/>
                  </a:lnTo>
                  <a:lnTo>
                    <a:pt x="169829" y="140133"/>
                  </a:lnTo>
                  <a:lnTo>
                    <a:pt x="327996" y="140133"/>
                  </a:lnTo>
                  <a:lnTo>
                    <a:pt x="327996" y="291597"/>
                  </a:lnTo>
                  <a:cubicBezTo>
                    <a:pt x="292416" y="320518"/>
                    <a:pt x="243082" y="340495"/>
                    <a:pt x="183881" y="340495"/>
                  </a:cubicBezTo>
                  <a:cubicBezTo>
                    <a:pt x="81625" y="340495"/>
                    <a:pt x="0" y="272217"/>
                    <a:pt x="0" y="171142"/>
                  </a:cubicBezTo>
                  <a:lnTo>
                    <a:pt x="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F2E3B01-0D8B-93F6-515C-FA757C17A5DC}"/>
                </a:ext>
              </a:extLst>
            </p:cNvPr>
            <p:cNvSpPr/>
            <p:nvPr/>
          </p:nvSpPr>
          <p:spPr>
            <a:xfrm>
              <a:off x="8897255" y="1319106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AACE01C-E81A-BFED-ED5A-A564EB71DC5F}"/>
                </a:ext>
              </a:extLst>
            </p:cNvPr>
            <p:cNvSpPr/>
            <p:nvPr/>
          </p:nvSpPr>
          <p:spPr>
            <a:xfrm>
              <a:off x="8897255" y="1688223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56C905C-B2AC-F61E-2D8B-84747ED493D5}"/>
                </a:ext>
              </a:extLst>
            </p:cNvPr>
            <p:cNvSpPr/>
            <p:nvPr/>
          </p:nvSpPr>
          <p:spPr>
            <a:xfrm>
              <a:off x="8550721" y="1694782"/>
              <a:ext cx="327398" cy="327375"/>
            </a:xfrm>
            <a:custGeom>
              <a:avLst/>
              <a:gdLst>
                <a:gd name="connsiteX0" fmla="*/ 327398 w 327398"/>
                <a:gd name="connsiteY0" fmla="*/ 0 h 327375"/>
                <a:gd name="connsiteX1" fmla="*/ 0 w 327398"/>
                <a:gd name="connsiteY1" fmla="*/ 0 h 327375"/>
                <a:gd name="connsiteX2" fmla="*/ 0 w 327398"/>
                <a:gd name="connsiteY2" fmla="*/ 93323 h 327375"/>
                <a:gd name="connsiteX3" fmla="*/ 109731 w 327398"/>
                <a:gd name="connsiteY3" fmla="*/ 93323 h 327375"/>
                <a:gd name="connsiteX4" fmla="*/ 109731 w 327398"/>
                <a:gd name="connsiteY4" fmla="*/ 327376 h 327375"/>
                <a:gd name="connsiteX5" fmla="*/ 217369 w 327398"/>
                <a:gd name="connsiteY5" fmla="*/ 327376 h 327375"/>
                <a:gd name="connsiteX6" fmla="*/ 217369 w 327398"/>
                <a:gd name="connsiteY6" fmla="*/ 93323 h 327375"/>
                <a:gd name="connsiteX7" fmla="*/ 327398 w 327398"/>
                <a:gd name="connsiteY7" fmla="*/ 93323 h 327375"/>
                <a:gd name="connsiteX8" fmla="*/ 327398 w 327398"/>
                <a:gd name="connsiteY8" fmla="*/ 0 h 3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398" h="327375">
                  <a:moveTo>
                    <a:pt x="327398" y="0"/>
                  </a:moveTo>
                  <a:lnTo>
                    <a:pt x="0" y="0"/>
                  </a:lnTo>
                  <a:lnTo>
                    <a:pt x="0" y="93323"/>
                  </a:lnTo>
                  <a:lnTo>
                    <a:pt x="109731" y="93323"/>
                  </a:lnTo>
                  <a:lnTo>
                    <a:pt x="109731" y="327376"/>
                  </a:lnTo>
                  <a:lnTo>
                    <a:pt x="217369" y="327376"/>
                  </a:lnTo>
                  <a:lnTo>
                    <a:pt x="217369" y="93323"/>
                  </a:lnTo>
                  <a:lnTo>
                    <a:pt x="327398" y="93323"/>
                  </a:lnTo>
                  <a:lnTo>
                    <a:pt x="327398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850607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up |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D91DC-DE11-61C9-E9B5-A82B0A808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E43BE-770F-1BE5-0654-5620303F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66F8ADC-3B4A-4CAB-771D-A3C239482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3382" y="4866465"/>
            <a:ext cx="2530906" cy="23893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3428AE0-347A-DC36-BC5D-A9E822854F65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33382" y="5183965"/>
            <a:ext cx="2530906" cy="797735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3C6C865-6DF3-4C5B-782B-673892CF0DA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6291" y="1706912"/>
            <a:ext cx="2865088" cy="2865088"/>
          </a:xfrm>
          <a:prstGeom prst="ellipse">
            <a:avLst/>
          </a:prstGeom>
          <a:ln w="0"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DF2D172-323B-1617-B3DF-F46F1D7DB59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4830547" y="4866465"/>
            <a:ext cx="2530906" cy="23893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B029B03-1D11-D834-306A-8F63E6F88F12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830547" y="5183965"/>
            <a:ext cx="2530906" cy="797735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A7B3491C-A26F-23F6-9319-C6306B53FE9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663456" y="1706912"/>
            <a:ext cx="2865088" cy="2865088"/>
          </a:xfrm>
          <a:prstGeom prst="ellipse">
            <a:avLst/>
          </a:prstGeom>
          <a:ln w="0"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31D0E8F-C8C7-A82A-C8CD-AEB045B5C493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8894589" y="4879165"/>
            <a:ext cx="2530906" cy="23893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2EF9E6D-57CB-5127-F191-2BA509C6C964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894589" y="5196665"/>
            <a:ext cx="2530906" cy="797735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17F25C84-48C8-280E-E2C0-A2BCF5EB35F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27498" y="1719612"/>
            <a:ext cx="2865088" cy="2865088"/>
          </a:xfrm>
          <a:prstGeom prst="ellipse">
            <a:avLst/>
          </a:prstGeom>
          <a:ln w="0"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8583340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A |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D098-B447-79ED-27D6-0983AC947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689" y="2019300"/>
            <a:ext cx="9282111" cy="3416300"/>
          </a:xfrm>
        </p:spPr>
        <p:txBody>
          <a:bodyPr wrap="square" anchor="t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867F4-45F0-F501-290D-2C2DFBB41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407609D-5F42-EEE4-85BA-D48944CDC4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7688" y="5715694"/>
            <a:ext cx="9282111" cy="284811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bg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1332F933-97E9-1307-CD07-7F7BBA428174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7689" y="543637"/>
            <a:ext cx="1778652" cy="116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87145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A | 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D098-B447-79ED-27D6-0983AC947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689" y="2019300"/>
            <a:ext cx="9282111" cy="3416300"/>
          </a:xfrm>
        </p:spPr>
        <p:txBody>
          <a:bodyPr wrap="square" anchor="t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867F4-45F0-F501-290D-2C2DFBB41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935FED-C218-FF81-0A75-0A1CE31A42D9}"/>
              </a:ext>
            </a:extLst>
          </p:cNvPr>
          <p:cNvSpPr/>
          <p:nvPr/>
        </p:nvSpPr>
        <p:spPr>
          <a:xfrm>
            <a:off x="10664190" y="388620"/>
            <a:ext cx="1268730" cy="960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4C48490-AEC7-0D63-DDD0-3482989DCAC5}"/>
              </a:ext>
            </a:extLst>
          </p:cNvPr>
          <p:cNvGrpSpPr/>
          <p:nvPr/>
        </p:nvGrpSpPr>
        <p:grpSpPr>
          <a:xfrm>
            <a:off x="10895881" y="551438"/>
            <a:ext cx="751607" cy="578967"/>
            <a:chOff x="8537865" y="1319106"/>
            <a:chExt cx="921208" cy="709611"/>
          </a:xfrm>
          <a:solidFill>
            <a:schemeClr val="bg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6CC7DF2-3E68-0C51-9956-A4914CB19F45}"/>
                </a:ext>
              </a:extLst>
            </p:cNvPr>
            <p:cNvSpPr/>
            <p:nvPr/>
          </p:nvSpPr>
          <p:spPr>
            <a:xfrm>
              <a:off x="9313753" y="1915716"/>
              <a:ext cx="142919" cy="106441"/>
            </a:xfrm>
            <a:custGeom>
              <a:avLst/>
              <a:gdLst>
                <a:gd name="connsiteX0" fmla="*/ 0 w 142919"/>
                <a:gd name="connsiteY0" fmla="*/ 106442 h 106441"/>
                <a:gd name="connsiteX1" fmla="*/ 142919 w 142919"/>
                <a:gd name="connsiteY1" fmla="*/ 106442 h 106441"/>
                <a:gd name="connsiteX2" fmla="*/ 142919 w 142919"/>
                <a:gd name="connsiteY2" fmla="*/ 81397 h 106441"/>
                <a:gd name="connsiteX3" fmla="*/ 84914 w 142919"/>
                <a:gd name="connsiteY3" fmla="*/ 81397 h 106441"/>
                <a:gd name="connsiteX4" fmla="*/ 84914 w 142919"/>
                <a:gd name="connsiteY4" fmla="*/ 9243 h 106441"/>
                <a:gd name="connsiteX5" fmla="*/ 61892 w 142919"/>
                <a:gd name="connsiteY5" fmla="*/ 9243 h 106441"/>
                <a:gd name="connsiteX6" fmla="*/ 61892 w 142919"/>
                <a:gd name="connsiteY6" fmla="*/ 81397 h 106441"/>
                <a:gd name="connsiteX7" fmla="*/ 22724 w 142919"/>
                <a:gd name="connsiteY7" fmla="*/ 81397 h 106441"/>
                <a:gd name="connsiteX8" fmla="*/ 22724 w 142919"/>
                <a:gd name="connsiteY8" fmla="*/ 0 h 106441"/>
                <a:gd name="connsiteX9" fmla="*/ 0 w 142919"/>
                <a:gd name="connsiteY9" fmla="*/ 0 h 106441"/>
                <a:gd name="connsiteX10" fmla="*/ 0 w 142919"/>
                <a:gd name="connsiteY10" fmla="*/ 106442 h 10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19" h="106441">
                  <a:moveTo>
                    <a:pt x="0" y="106442"/>
                  </a:moveTo>
                  <a:lnTo>
                    <a:pt x="142919" y="106442"/>
                  </a:lnTo>
                  <a:lnTo>
                    <a:pt x="142919" y="81397"/>
                  </a:lnTo>
                  <a:lnTo>
                    <a:pt x="84914" y="81397"/>
                  </a:lnTo>
                  <a:lnTo>
                    <a:pt x="84914" y="9243"/>
                  </a:lnTo>
                  <a:lnTo>
                    <a:pt x="61892" y="9243"/>
                  </a:lnTo>
                  <a:lnTo>
                    <a:pt x="61892" y="81397"/>
                  </a:lnTo>
                  <a:lnTo>
                    <a:pt x="22724" y="81397"/>
                  </a:lnTo>
                  <a:lnTo>
                    <a:pt x="22724" y="0"/>
                  </a:lnTo>
                  <a:lnTo>
                    <a:pt x="0" y="0"/>
                  </a:lnTo>
                  <a:lnTo>
                    <a:pt x="0" y="1064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83EE0E1-C130-A961-E1DF-9EFB6134FA4F}"/>
                </a:ext>
              </a:extLst>
            </p:cNvPr>
            <p:cNvSpPr/>
            <p:nvPr/>
          </p:nvSpPr>
          <p:spPr>
            <a:xfrm>
              <a:off x="9311063" y="1755010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238 h 149674"/>
                <a:gd name="connsiteX9" fmla="*/ 74150 w 148003"/>
                <a:gd name="connsiteY9" fmla="*/ 26238 h 149674"/>
                <a:gd name="connsiteX10" fmla="*/ 23321 w 148003"/>
                <a:gd name="connsiteY10" fmla="*/ 74837 h 149674"/>
                <a:gd name="connsiteX11" fmla="*/ 73851 w 148003"/>
                <a:gd name="connsiteY11" fmla="*/ 123139 h 149674"/>
                <a:gd name="connsiteX12" fmla="*/ 74150 w 148003"/>
                <a:gd name="connsiteY12" fmla="*/ 123139 h 149674"/>
                <a:gd name="connsiteX13" fmla="*/ 124979 w 148003"/>
                <a:gd name="connsiteY13" fmla="*/ 74539 h 149674"/>
                <a:gd name="connsiteX14" fmla="*/ 74449 w 148003"/>
                <a:gd name="connsiteY14" fmla="*/ 26238 h 149674"/>
                <a:gd name="connsiteX15" fmla="*/ 74449 w 148003"/>
                <a:gd name="connsiteY15" fmla="*/ 26238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238"/>
                  </a:moveTo>
                  <a:lnTo>
                    <a:pt x="74150" y="26238"/>
                  </a:lnTo>
                  <a:cubicBezTo>
                    <a:pt x="46344" y="26238"/>
                    <a:pt x="23321" y="46512"/>
                    <a:pt x="23321" y="74837"/>
                  </a:cubicBezTo>
                  <a:cubicBezTo>
                    <a:pt x="23321" y="103162"/>
                    <a:pt x="46045" y="123139"/>
                    <a:pt x="73851" y="123139"/>
                  </a:cubicBezTo>
                  <a:lnTo>
                    <a:pt x="74150" y="123139"/>
                  </a:lnTo>
                  <a:cubicBezTo>
                    <a:pt x="101957" y="123139"/>
                    <a:pt x="124979" y="102864"/>
                    <a:pt x="124979" y="74539"/>
                  </a:cubicBezTo>
                  <a:cubicBezTo>
                    <a:pt x="124979" y="46214"/>
                    <a:pt x="102256" y="26238"/>
                    <a:pt x="74449" y="26238"/>
                  </a:cubicBezTo>
                  <a:lnTo>
                    <a:pt x="74449" y="2623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BD2A74C-B414-5458-858E-EAEF965FD47A}"/>
                </a:ext>
              </a:extLst>
            </p:cNvPr>
            <p:cNvSpPr/>
            <p:nvPr/>
          </p:nvSpPr>
          <p:spPr>
            <a:xfrm>
              <a:off x="9311063" y="1591024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536 h 149674"/>
                <a:gd name="connsiteX9" fmla="*/ 74150 w 148003"/>
                <a:gd name="connsiteY9" fmla="*/ 26536 h 149674"/>
                <a:gd name="connsiteX10" fmla="*/ 23321 w 148003"/>
                <a:gd name="connsiteY10" fmla="*/ 75135 h 149674"/>
                <a:gd name="connsiteX11" fmla="*/ 73851 w 148003"/>
                <a:gd name="connsiteY11" fmla="*/ 123437 h 149674"/>
                <a:gd name="connsiteX12" fmla="*/ 74150 w 148003"/>
                <a:gd name="connsiteY12" fmla="*/ 123437 h 149674"/>
                <a:gd name="connsiteX13" fmla="*/ 124979 w 148003"/>
                <a:gd name="connsiteY13" fmla="*/ 74837 h 149674"/>
                <a:gd name="connsiteX14" fmla="*/ 74449 w 148003"/>
                <a:gd name="connsiteY14" fmla="*/ 26536 h 149674"/>
                <a:gd name="connsiteX15" fmla="*/ 74449 w 148003"/>
                <a:gd name="connsiteY15" fmla="*/ 26536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536"/>
                  </a:moveTo>
                  <a:lnTo>
                    <a:pt x="74150" y="26536"/>
                  </a:lnTo>
                  <a:cubicBezTo>
                    <a:pt x="46344" y="26536"/>
                    <a:pt x="23321" y="46811"/>
                    <a:pt x="23321" y="75135"/>
                  </a:cubicBezTo>
                  <a:cubicBezTo>
                    <a:pt x="23321" y="103460"/>
                    <a:pt x="46045" y="123437"/>
                    <a:pt x="73851" y="123437"/>
                  </a:cubicBezTo>
                  <a:lnTo>
                    <a:pt x="74150" y="123437"/>
                  </a:lnTo>
                  <a:cubicBezTo>
                    <a:pt x="101957" y="123437"/>
                    <a:pt x="124979" y="103162"/>
                    <a:pt x="124979" y="74837"/>
                  </a:cubicBezTo>
                  <a:cubicBezTo>
                    <a:pt x="124979" y="46512"/>
                    <a:pt x="102256" y="26536"/>
                    <a:pt x="74449" y="26536"/>
                  </a:cubicBezTo>
                  <a:lnTo>
                    <a:pt x="74449" y="2653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638FFE0-656E-CC56-A7EC-DE7332F05B05}"/>
                </a:ext>
              </a:extLst>
            </p:cNvPr>
            <p:cNvSpPr/>
            <p:nvPr/>
          </p:nvSpPr>
          <p:spPr>
            <a:xfrm>
              <a:off x="9313753" y="1441350"/>
              <a:ext cx="142919" cy="129399"/>
            </a:xfrm>
            <a:custGeom>
              <a:avLst/>
              <a:gdLst>
                <a:gd name="connsiteX0" fmla="*/ 0 w 142919"/>
                <a:gd name="connsiteY0" fmla="*/ 129400 h 129399"/>
                <a:gd name="connsiteX1" fmla="*/ 0 w 142919"/>
                <a:gd name="connsiteY1" fmla="*/ 76030 h 129399"/>
                <a:gd name="connsiteX2" fmla="*/ 71160 w 142919"/>
                <a:gd name="connsiteY2" fmla="*/ 0 h 129399"/>
                <a:gd name="connsiteX3" fmla="*/ 71460 w 142919"/>
                <a:gd name="connsiteY3" fmla="*/ 0 h 129399"/>
                <a:gd name="connsiteX4" fmla="*/ 142919 w 142919"/>
                <a:gd name="connsiteY4" fmla="*/ 76030 h 129399"/>
                <a:gd name="connsiteX5" fmla="*/ 142919 w 142919"/>
                <a:gd name="connsiteY5" fmla="*/ 129400 h 129399"/>
                <a:gd name="connsiteX6" fmla="*/ 0 w 142919"/>
                <a:gd name="connsiteY6" fmla="*/ 129400 h 129399"/>
                <a:gd name="connsiteX7" fmla="*/ 120196 w 142919"/>
                <a:gd name="connsiteY7" fmla="*/ 76030 h 129399"/>
                <a:gd name="connsiteX8" fmla="*/ 72058 w 142919"/>
                <a:gd name="connsiteY8" fmla="*/ 26238 h 129399"/>
                <a:gd name="connsiteX9" fmla="*/ 71759 w 142919"/>
                <a:gd name="connsiteY9" fmla="*/ 26238 h 129399"/>
                <a:gd name="connsiteX10" fmla="*/ 23023 w 142919"/>
                <a:gd name="connsiteY10" fmla="*/ 76030 h 129399"/>
                <a:gd name="connsiteX11" fmla="*/ 23023 w 142919"/>
                <a:gd name="connsiteY11" fmla="*/ 104355 h 129399"/>
                <a:gd name="connsiteX12" fmla="*/ 120494 w 142919"/>
                <a:gd name="connsiteY12" fmla="*/ 104355 h 129399"/>
                <a:gd name="connsiteX13" fmla="*/ 120494 w 142919"/>
                <a:gd name="connsiteY13" fmla="*/ 76030 h 129399"/>
                <a:gd name="connsiteX14" fmla="*/ 120196 w 142919"/>
                <a:gd name="connsiteY14" fmla="*/ 76030 h 12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919" h="129399">
                  <a:moveTo>
                    <a:pt x="0" y="129400"/>
                  </a:moveTo>
                  <a:lnTo>
                    <a:pt x="0" y="76030"/>
                  </a:lnTo>
                  <a:cubicBezTo>
                    <a:pt x="0" y="31008"/>
                    <a:pt x="30796" y="0"/>
                    <a:pt x="71160" y="0"/>
                  </a:cubicBezTo>
                  <a:lnTo>
                    <a:pt x="71460" y="0"/>
                  </a:lnTo>
                  <a:cubicBezTo>
                    <a:pt x="111824" y="0"/>
                    <a:pt x="142919" y="31008"/>
                    <a:pt x="142919" y="76030"/>
                  </a:cubicBezTo>
                  <a:lnTo>
                    <a:pt x="142919" y="129400"/>
                  </a:lnTo>
                  <a:lnTo>
                    <a:pt x="0" y="129400"/>
                  </a:lnTo>
                  <a:close/>
                  <a:moveTo>
                    <a:pt x="120196" y="76030"/>
                  </a:moveTo>
                  <a:cubicBezTo>
                    <a:pt x="120196" y="45916"/>
                    <a:pt x="99864" y="26238"/>
                    <a:pt x="72058" y="26238"/>
                  </a:cubicBezTo>
                  <a:lnTo>
                    <a:pt x="71759" y="26238"/>
                  </a:lnTo>
                  <a:cubicBezTo>
                    <a:pt x="43653" y="26238"/>
                    <a:pt x="23023" y="45916"/>
                    <a:pt x="23023" y="76030"/>
                  </a:cubicBezTo>
                  <a:lnTo>
                    <a:pt x="23023" y="104355"/>
                  </a:lnTo>
                  <a:lnTo>
                    <a:pt x="120494" y="104355"/>
                  </a:lnTo>
                  <a:lnTo>
                    <a:pt x="120494" y="76030"/>
                  </a:lnTo>
                  <a:lnTo>
                    <a:pt x="120196" y="7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68BB148-B384-7FE9-507E-948175B252A3}"/>
                </a:ext>
              </a:extLst>
            </p:cNvPr>
            <p:cNvSpPr/>
            <p:nvPr/>
          </p:nvSpPr>
          <p:spPr>
            <a:xfrm>
              <a:off x="9311063" y="1319702"/>
              <a:ext cx="148010" cy="110615"/>
            </a:xfrm>
            <a:custGeom>
              <a:avLst/>
              <a:gdLst>
                <a:gd name="connsiteX0" fmla="*/ 125278 w 148010"/>
                <a:gd name="connsiteY0" fmla="*/ 110616 h 110615"/>
                <a:gd name="connsiteX1" fmla="*/ 107040 w 148010"/>
                <a:gd name="connsiteY1" fmla="*/ 95410 h 110615"/>
                <a:gd name="connsiteX2" fmla="*/ 125876 w 148010"/>
                <a:gd name="connsiteY2" fmla="*/ 50090 h 110615"/>
                <a:gd name="connsiteX3" fmla="*/ 107638 w 148010"/>
                <a:gd name="connsiteY3" fmla="*/ 24747 h 110615"/>
                <a:gd name="connsiteX4" fmla="*/ 107339 w 148010"/>
                <a:gd name="connsiteY4" fmla="*/ 24747 h 110615"/>
                <a:gd name="connsiteX5" fmla="*/ 85213 w 148010"/>
                <a:gd name="connsiteY5" fmla="*/ 57246 h 110615"/>
                <a:gd name="connsiteX6" fmla="*/ 42158 w 148010"/>
                <a:gd name="connsiteY6" fmla="*/ 105249 h 110615"/>
                <a:gd name="connsiteX7" fmla="*/ 41859 w 148010"/>
                <a:gd name="connsiteY7" fmla="*/ 105249 h 110615"/>
                <a:gd name="connsiteX8" fmla="*/ 0 w 148010"/>
                <a:gd name="connsiteY8" fmla="*/ 56053 h 110615"/>
                <a:gd name="connsiteX9" fmla="*/ 18239 w 148010"/>
                <a:gd name="connsiteY9" fmla="*/ 3876 h 110615"/>
                <a:gd name="connsiteX10" fmla="*/ 37374 w 148010"/>
                <a:gd name="connsiteY10" fmla="*/ 17591 h 110615"/>
                <a:gd name="connsiteX11" fmla="*/ 22425 w 148010"/>
                <a:gd name="connsiteY11" fmla="*/ 56650 h 110615"/>
                <a:gd name="connsiteX12" fmla="*/ 39467 w 148010"/>
                <a:gd name="connsiteY12" fmla="*/ 80204 h 110615"/>
                <a:gd name="connsiteX13" fmla="*/ 39766 w 148010"/>
                <a:gd name="connsiteY13" fmla="*/ 80204 h 110615"/>
                <a:gd name="connsiteX14" fmla="*/ 62490 w 148010"/>
                <a:gd name="connsiteY14" fmla="*/ 46214 h 110615"/>
                <a:gd name="connsiteX15" fmla="*/ 104648 w 148010"/>
                <a:gd name="connsiteY15" fmla="*/ 0 h 110615"/>
                <a:gd name="connsiteX16" fmla="*/ 104947 w 148010"/>
                <a:gd name="connsiteY16" fmla="*/ 0 h 110615"/>
                <a:gd name="connsiteX17" fmla="*/ 148002 w 148010"/>
                <a:gd name="connsiteY17" fmla="*/ 51283 h 110615"/>
                <a:gd name="connsiteX18" fmla="*/ 125278 w 148010"/>
                <a:gd name="connsiteY18" fmla="*/ 110616 h 110615"/>
                <a:gd name="connsiteX19" fmla="*/ 125278 w 148010"/>
                <a:gd name="connsiteY19" fmla="*/ 110616 h 11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8010" h="110615">
                  <a:moveTo>
                    <a:pt x="125278" y="110616"/>
                  </a:moveTo>
                  <a:lnTo>
                    <a:pt x="107040" y="95410"/>
                  </a:lnTo>
                  <a:cubicBezTo>
                    <a:pt x="119000" y="81695"/>
                    <a:pt x="125876" y="67980"/>
                    <a:pt x="125876" y="50090"/>
                  </a:cubicBezTo>
                  <a:cubicBezTo>
                    <a:pt x="125876" y="34586"/>
                    <a:pt x="118701" y="24747"/>
                    <a:pt x="107638" y="24747"/>
                  </a:cubicBezTo>
                  <a:lnTo>
                    <a:pt x="107339" y="24747"/>
                  </a:lnTo>
                  <a:cubicBezTo>
                    <a:pt x="97173" y="24747"/>
                    <a:pt x="91492" y="30412"/>
                    <a:pt x="85213" y="57246"/>
                  </a:cubicBezTo>
                  <a:cubicBezTo>
                    <a:pt x="77738" y="87956"/>
                    <a:pt x="68769" y="105249"/>
                    <a:pt x="42158" y="105249"/>
                  </a:cubicBezTo>
                  <a:lnTo>
                    <a:pt x="41859" y="105249"/>
                  </a:lnTo>
                  <a:cubicBezTo>
                    <a:pt x="17043" y="105249"/>
                    <a:pt x="0" y="84676"/>
                    <a:pt x="0" y="56053"/>
                  </a:cubicBezTo>
                  <a:cubicBezTo>
                    <a:pt x="0" y="35182"/>
                    <a:pt x="6279" y="18486"/>
                    <a:pt x="18239" y="3876"/>
                  </a:cubicBezTo>
                  <a:lnTo>
                    <a:pt x="37374" y="17591"/>
                  </a:lnTo>
                  <a:cubicBezTo>
                    <a:pt x="27806" y="30412"/>
                    <a:pt x="22425" y="43531"/>
                    <a:pt x="22425" y="56650"/>
                  </a:cubicBezTo>
                  <a:cubicBezTo>
                    <a:pt x="22425" y="71558"/>
                    <a:pt x="29899" y="80204"/>
                    <a:pt x="39467" y="80204"/>
                  </a:cubicBezTo>
                  <a:lnTo>
                    <a:pt x="39766" y="80204"/>
                  </a:lnTo>
                  <a:cubicBezTo>
                    <a:pt x="50829" y="80204"/>
                    <a:pt x="55912" y="73645"/>
                    <a:pt x="62490" y="46214"/>
                  </a:cubicBezTo>
                  <a:cubicBezTo>
                    <a:pt x="69965" y="15802"/>
                    <a:pt x="80728" y="0"/>
                    <a:pt x="104648" y="0"/>
                  </a:cubicBezTo>
                  <a:lnTo>
                    <a:pt x="104947" y="0"/>
                  </a:lnTo>
                  <a:cubicBezTo>
                    <a:pt x="131856" y="0"/>
                    <a:pt x="148002" y="21169"/>
                    <a:pt x="148002" y="51283"/>
                  </a:cubicBezTo>
                  <a:cubicBezTo>
                    <a:pt x="148301" y="72750"/>
                    <a:pt x="140527" y="93323"/>
                    <a:pt x="125278" y="110616"/>
                  </a:cubicBezTo>
                  <a:lnTo>
                    <a:pt x="125278" y="11061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F7ED78A-5A0A-8823-FFF9-474C4A1167AC}"/>
                </a:ext>
              </a:extLst>
            </p:cNvPr>
            <p:cNvSpPr/>
            <p:nvPr/>
          </p:nvSpPr>
          <p:spPr>
            <a:xfrm>
              <a:off x="8537865" y="1319106"/>
              <a:ext cx="327996" cy="340494"/>
            </a:xfrm>
            <a:custGeom>
              <a:avLst/>
              <a:gdLst>
                <a:gd name="connsiteX0" fmla="*/ 0 w 327996"/>
                <a:gd name="connsiteY0" fmla="*/ 171142 h 340494"/>
                <a:gd name="connsiteX1" fmla="*/ 0 w 327996"/>
                <a:gd name="connsiteY1" fmla="*/ 170247 h 340494"/>
                <a:gd name="connsiteX2" fmla="*/ 180293 w 327996"/>
                <a:gd name="connsiteY2" fmla="*/ 0 h 340494"/>
                <a:gd name="connsiteX3" fmla="*/ 316933 w 327996"/>
                <a:gd name="connsiteY3" fmla="*/ 49494 h 340494"/>
                <a:gd name="connsiteX4" fmla="*/ 255939 w 327996"/>
                <a:gd name="connsiteY4" fmla="*/ 123139 h 340494"/>
                <a:gd name="connsiteX5" fmla="*/ 183582 w 327996"/>
                <a:gd name="connsiteY5" fmla="*/ 94814 h 340494"/>
                <a:gd name="connsiteX6" fmla="*/ 110329 w 327996"/>
                <a:gd name="connsiteY6" fmla="*/ 171738 h 340494"/>
                <a:gd name="connsiteX7" fmla="*/ 110329 w 327996"/>
                <a:gd name="connsiteY7" fmla="*/ 172633 h 340494"/>
                <a:gd name="connsiteX8" fmla="*/ 188366 w 327996"/>
                <a:gd name="connsiteY8" fmla="*/ 250451 h 340494"/>
                <a:gd name="connsiteX9" fmla="*/ 225740 w 327996"/>
                <a:gd name="connsiteY9" fmla="*/ 242997 h 340494"/>
                <a:gd name="connsiteX10" fmla="*/ 225740 w 327996"/>
                <a:gd name="connsiteY10" fmla="*/ 210200 h 340494"/>
                <a:gd name="connsiteX11" fmla="*/ 169829 w 327996"/>
                <a:gd name="connsiteY11" fmla="*/ 210200 h 340494"/>
                <a:gd name="connsiteX12" fmla="*/ 169829 w 327996"/>
                <a:gd name="connsiteY12" fmla="*/ 140133 h 340494"/>
                <a:gd name="connsiteX13" fmla="*/ 327996 w 327996"/>
                <a:gd name="connsiteY13" fmla="*/ 140133 h 340494"/>
                <a:gd name="connsiteX14" fmla="*/ 327996 w 327996"/>
                <a:gd name="connsiteY14" fmla="*/ 291597 h 340494"/>
                <a:gd name="connsiteX15" fmla="*/ 183881 w 327996"/>
                <a:gd name="connsiteY15" fmla="*/ 340495 h 340494"/>
                <a:gd name="connsiteX16" fmla="*/ 0 w 327996"/>
                <a:gd name="connsiteY16" fmla="*/ 171142 h 340494"/>
                <a:gd name="connsiteX17" fmla="*/ 0 w 327996"/>
                <a:gd name="connsiteY17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7996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2750"/>
                    <a:pt x="77140" y="0"/>
                    <a:pt x="180293" y="0"/>
                  </a:cubicBezTo>
                  <a:cubicBezTo>
                    <a:pt x="236205" y="0"/>
                    <a:pt x="281652" y="18784"/>
                    <a:pt x="316933" y="49494"/>
                  </a:cubicBezTo>
                  <a:lnTo>
                    <a:pt x="255939" y="123139"/>
                  </a:lnTo>
                  <a:cubicBezTo>
                    <a:pt x="234411" y="104951"/>
                    <a:pt x="210791" y="94814"/>
                    <a:pt x="183582" y="94814"/>
                  </a:cubicBezTo>
                  <a:cubicBezTo>
                    <a:pt x="141125" y="94814"/>
                    <a:pt x="110329" y="127611"/>
                    <a:pt x="110329" y="171738"/>
                  </a:cubicBezTo>
                  <a:lnTo>
                    <a:pt x="110329" y="172633"/>
                  </a:lnTo>
                  <a:cubicBezTo>
                    <a:pt x="110329" y="218847"/>
                    <a:pt x="142620" y="250451"/>
                    <a:pt x="188366" y="250451"/>
                  </a:cubicBezTo>
                  <a:cubicBezTo>
                    <a:pt x="206904" y="250451"/>
                    <a:pt x="217369" y="247768"/>
                    <a:pt x="225740" y="242997"/>
                  </a:cubicBezTo>
                  <a:lnTo>
                    <a:pt x="225740" y="210200"/>
                  </a:lnTo>
                  <a:lnTo>
                    <a:pt x="169829" y="210200"/>
                  </a:lnTo>
                  <a:lnTo>
                    <a:pt x="169829" y="140133"/>
                  </a:lnTo>
                  <a:lnTo>
                    <a:pt x="327996" y="140133"/>
                  </a:lnTo>
                  <a:lnTo>
                    <a:pt x="327996" y="291597"/>
                  </a:lnTo>
                  <a:cubicBezTo>
                    <a:pt x="292416" y="320518"/>
                    <a:pt x="243082" y="340495"/>
                    <a:pt x="183881" y="340495"/>
                  </a:cubicBezTo>
                  <a:cubicBezTo>
                    <a:pt x="81625" y="340495"/>
                    <a:pt x="0" y="272217"/>
                    <a:pt x="0" y="171142"/>
                  </a:cubicBezTo>
                  <a:lnTo>
                    <a:pt x="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9751C892-6A21-8961-1692-94EC30BC0907}"/>
                </a:ext>
              </a:extLst>
            </p:cNvPr>
            <p:cNvSpPr/>
            <p:nvPr/>
          </p:nvSpPr>
          <p:spPr>
            <a:xfrm>
              <a:off x="8897255" y="1319106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B6B9EECB-64BA-AE5C-65C8-32662E25EC31}"/>
                </a:ext>
              </a:extLst>
            </p:cNvPr>
            <p:cNvSpPr/>
            <p:nvPr/>
          </p:nvSpPr>
          <p:spPr>
            <a:xfrm>
              <a:off x="8897255" y="1688223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68A8DF15-A0C5-1923-7BD7-30176FDF412C}"/>
                </a:ext>
              </a:extLst>
            </p:cNvPr>
            <p:cNvSpPr/>
            <p:nvPr/>
          </p:nvSpPr>
          <p:spPr>
            <a:xfrm>
              <a:off x="8550721" y="1694782"/>
              <a:ext cx="327398" cy="327375"/>
            </a:xfrm>
            <a:custGeom>
              <a:avLst/>
              <a:gdLst>
                <a:gd name="connsiteX0" fmla="*/ 327398 w 327398"/>
                <a:gd name="connsiteY0" fmla="*/ 0 h 327375"/>
                <a:gd name="connsiteX1" fmla="*/ 0 w 327398"/>
                <a:gd name="connsiteY1" fmla="*/ 0 h 327375"/>
                <a:gd name="connsiteX2" fmla="*/ 0 w 327398"/>
                <a:gd name="connsiteY2" fmla="*/ 93323 h 327375"/>
                <a:gd name="connsiteX3" fmla="*/ 109731 w 327398"/>
                <a:gd name="connsiteY3" fmla="*/ 93323 h 327375"/>
                <a:gd name="connsiteX4" fmla="*/ 109731 w 327398"/>
                <a:gd name="connsiteY4" fmla="*/ 327376 h 327375"/>
                <a:gd name="connsiteX5" fmla="*/ 217369 w 327398"/>
                <a:gd name="connsiteY5" fmla="*/ 327376 h 327375"/>
                <a:gd name="connsiteX6" fmla="*/ 217369 w 327398"/>
                <a:gd name="connsiteY6" fmla="*/ 93323 h 327375"/>
                <a:gd name="connsiteX7" fmla="*/ 327398 w 327398"/>
                <a:gd name="connsiteY7" fmla="*/ 93323 h 327375"/>
                <a:gd name="connsiteX8" fmla="*/ 327398 w 327398"/>
                <a:gd name="connsiteY8" fmla="*/ 0 h 3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398" h="327375">
                  <a:moveTo>
                    <a:pt x="327398" y="0"/>
                  </a:moveTo>
                  <a:lnTo>
                    <a:pt x="0" y="0"/>
                  </a:lnTo>
                  <a:lnTo>
                    <a:pt x="0" y="93323"/>
                  </a:lnTo>
                  <a:lnTo>
                    <a:pt x="109731" y="93323"/>
                  </a:lnTo>
                  <a:lnTo>
                    <a:pt x="109731" y="327376"/>
                  </a:lnTo>
                  <a:lnTo>
                    <a:pt x="217369" y="327376"/>
                  </a:lnTo>
                  <a:lnTo>
                    <a:pt x="217369" y="93323"/>
                  </a:lnTo>
                  <a:lnTo>
                    <a:pt x="327398" y="93323"/>
                  </a:lnTo>
                  <a:lnTo>
                    <a:pt x="327398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407609D-5F42-EEE4-85BA-D48944CDC4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7688" y="5715694"/>
            <a:ext cx="9282111" cy="284811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1332F933-97E9-1307-CD07-7F7BBA428174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7689" y="543637"/>
            <a:ext cx="1778652" cy="116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32372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A |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D098-B447-79ED-27D6-0983AC947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689" y="2019300"/>
            <a:ext cx="9282111" cy="3416300"/>
          </a:xfrm>
        </p:spPr>
        <p:txBody>
          <a:bodyPr wrap="square" anchor="t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867F4-45F0-F501-290D-2C2DFBB41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407609D-5F42-EEE4-85BA-D48944CDC4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7688" y="5715694"/>
            <a:ext cx="9282111" cy="284811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1332F933-97E9-1307-CD07-7F7BBA428174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7689" y="543637"/>
            <a:ext cx="1778652" cy="116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46704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B |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D098-B447-79ED-27D6-0983AC947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7389" y="1972937"/>
            <a:ext cx="7123111" cy="2522863"/>
          </a:xfrm>
        </p:spPr>
        <p:txBody>
          <a:bodyPr wrap="square" anchor="t">
            <a:noAutofit/>
          </a:bodyPr>
          <a:lstStyle>
            <a:lvl1pPr algn="l">
              <a:lnSpc>
                <a:spcPct val="100000"/>
              </a:lnSpc>
              <a:defRPr sz="2400"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867F4-45F0-F501-290D-2C2DFBB41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407609D-5F42-EEE4-85BA-D48944CDC4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27388" y="4742231"/>
            <a:ext cx="7123111" cy="284811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bg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8EAA4C-16DF-E06B-7ED3-97E2BD41639D}"/>
              </a:ext>
            </a:extLst>
          </p:cNvPr>
          <p:cNvSpPr/>
          <p:nvPr/>
        </p:nvSpPr>
        <p:spPr>
          <a:xfrm>
            <a:off x="0" y="1"/>
            <a:ext cx="25545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white line drawing of food&#10;&#10;Description automatically generated">
            <a:extLst>
              <a:ext uri="{FF2B5EF4-FFF2-40B4-BE49-F238E27FC236}">
                <a16:creationId xmlns:a16="http://schemas.microsoft.com/office/drawing/2014/main" id="{9BE541BD-C6AD-F374-DF4F-90ABFC30CD9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-2151743" y="2151743"/>
            <a:ext cx="6858000" cy="255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10665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B | Gr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D098-B447-79ED-27D6-0983AC947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7389" y="1972937"/>
            <a:ext cx="7123111" cy="2522863"/>
          </a:xfrm>
        </p:spPr>
        <p:txBody>
          <a:bodyPr wrap="square" anchor="t">
            <a:noAutofit/>
          </a:bodyPr>
          <a:lstStyle>
            <a:lvl1pPr algn="l">
              <a:lnSpc>
                <a:spcPct val="100000"/>
              </a:lnSpc>
              <a:defRPr sz="2400"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867F4-45F0-F501-290D-2C2DFBB41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407609D-5F42-EEE4-85BA-D48944CDC4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27388" y="4742231"/>
            <a:ext cx="7123111" cy="284811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bg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8EAA4C-16DF-E06B-7ED3-97E2BD41639D}"/>
              </a:ext>
            </a:extLst>
          </p:cNvPr>
          <p:cNvSpPr/>
          <p:nvPr/>
        </p:nvSpPr>
        <p:spPr>
          <a:xfrm>
            <a:off x="0" y="1"/>
            <a:ext cx="255451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white line drawing of food&#10;&#10;Description automatically generated">
            <a:extLst>
              <a:ext uri="{FF2B5EF4-FFF2-40B4-BE49-F238E27FC236}">
                <a16:creationId xmlns:a16="http://schemas.microsoft.com/office/drawing/2014/main" id="{9BE541BD-C6AD-F374-DF4F-90ABFC30CD9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-2151743" y="2151743"/>
            <a:ext cx="6858000" cy="255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02572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B | Blac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D098-B447-79ED-27D6-0983AC947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7389" y="1972937"/>
            <a:ext cx="7123111" cy="2522863"/>
          </a:xfrm>
        </p:spPr>
        <p:txBody>
          <a:bodyPr wrap="square" anchor="t">
            <a:noAutofit/>
          </a:bodyPr>
          <a:lstStyle>
            <a:lvl1pPr algn="l">
              <a:lnSpc>
                <a:spcPct val="100000"/>
              </a:lnSpc>
              <a:defRPr sz="2400"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867F4-45F0-F501-290D-2C2DFBB41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591554E-AA05-4643-B577-6B216F735848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407609D-5F42-EEE4-85BA-D48944CDC4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27388" y="4742231"/>
            <a:ext cx="7123111" cy="284811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bg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8EAA4C-16DF-E06B-7ED3-97E2BD41639D}"/>
              </a:ext>
            </a:extLst>
          </p:cNvPr>
          <p:cNvSpPr/>
          <p:nvPr/>
        </p:nvSpPr>
        <p:spPr>
          <a:xfrm>
            <a:off x="0" y="1"/>
            <a:ext cx="255451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white line drawing of food&#10;&#10;Description automatically generated">
            <a:extLst>
              <a:ext uri="{FF2B5EF4-FFF2-40B4-BE49-F238E27FC236}">
                <a16:creationId xmlns:a16="http://schemas.microsoft.com/office/drawing/2014/main" id="{9BE541BD-C6AD-F374-DF4F-90ABFC30CD9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-2151743" y="2151743"/>
            <a:ext cx="6858000" cy="255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64422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Slide: Fullsc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1F60D7E-D307-5C2B-B786-F1755B7976D2}"/>
              </a:ext>
            </a:extLst>
          </p:cNvPr>
          <p:cNvSpPr/>
          <p:nvPr/>
        </p:nvSpPr>
        <p:spPr>
          <a:xfrm>
            <a:off x="10618470" y="251460"/>
            <a:ext cx="1348740" cy="1165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F695D63-1807-5C17-F176-DED365F0625B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95956940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A |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2230365-72A6-104C-5A34-AE27B7464C6E}"/>
              </a:ext>
            </a:extLst>
          </p:cNvPr>
          <p:cNvGrpSpPr/>
          <p:nvPr/>
        </p:nvGrpSpPr>
        <p:grpSpPr>
          <a:xfrm>
            <a:off x="5159967" y="1804058"/>
            <a:ext cx="1872065" cy="1442062"/>
            <a:chOff x="8537865" y="1319106"/>
            <a:chExt cx="921208" cy="709611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EC1342D6-7353-AF0E-CBCC-E0382B354970}"/>
                </a:ext>
              </a:extLst>
            </p:cNvPr>
            <p:cNvSpPr/>
            <p:nvPr/>
          </p:nvSpPr>
          <p:spPr>
            <a:xfrm>
              <a:off x="9313753" y="1915716"/>
              <a:ext cx="142919" cy="106441"/>
            </a:xfrm>
            <a:custGeom>
              <a:avLst/>
              <a:gdLst>
                <a:gd name="connsiteX0" fmla="*/ 0 w 142919"/>
                <a:gd name="connsiteY0" fmla="*/ 106442 h 106441"/>
                <a:gd name="connsiteX1" fmla="*/ 142919 w 142919"/>
                <a:gd name="connsiteY1" fmla="*/ 106442 h 106441"/>
                <a:gd name="connsiteX2" fmla="*/ 142919 w 142919"/>
                <a:gd name="connsiteY2" fmla="*/ 81397 h 106441"/>
                <a:gd name="connsiteX3" fmla="*/ 84914 w 142919"/>
                <a:gd name="connsiteY3" fmla="*/ 81397 h 106441"/>
                <a:gd name="connsiteX4" fmla="*/ 84914 w 142919"/>
                <a:gd name="connsiteY4" fmla="*/ 9243 h 106441"/>
                <a:gd name="connsiteX5" fmla="*/ 61892 w 142919"/>
                <a:gd name="connsiteY5" fmla="*/ 9243 h 106441"/>
                <a:gd name="connsiteX6" fmla="*/ 61892 w 142919"/>
                <a:gd name="connsiteY6" fmla="*/ 81397 h 106441"/>
                <a:gd name="connsiteX7" fmla="*/ 22724 w 142919"/>
                <a:gd name="connsiteY7" fmla="*/ 81397 h 106441"/>
                <a:gd name="connsiteX8" fmla="*/ 22724 w 142919"/>
                <a:gd name="connsiteY8" fmla="*/ 0 h 106441"/>
                <a:gd name="connsiteX9" fmla="*/ 0 w 142919"/>
                <a:gd name="connsiteY9" fmla="*/ 0 h 106441"/>
                <a:gd name="connsiteX10" fmla="*/ 0 w 142919"/>
                <a:gd name="connsiteY10" fmla="*/ 106442 h 10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19" h="106441">
                  <a:moveTo>
                    <a:pt x="0" y="106442"/>
                  </a:moveTo>
                  <a:lnTo>
                    <a:pt x="142919" y="106442"/>
                  </a:lnTo>
                  <a:lnTo>
                    <a:pt x="142919" y="81397"/>
                  </a:lnTo>
                  <a:lnTo>
                    <a:pt x="84914" y="81397"/>
                  </a:lnTo>
                  <a:lnTo>
                    <a:pt x="84914" y="9243"/>
                  </a:lnTo>
                  <a:lnTo>
                    <a:pt x="61892" y="9243"/>
                  </a:lnTo>
                  <a:lnTo>
                    <a:pt x="61892" y="81397"/>
                  </a:lnTo>
                  <a:lnTo>
                    <a:pt x="22724" y="81397"/>
                  </a:lnTo>
                  <a:lnTo>
                    <a:pt x="22724" y="0"/>
                  </a:lnTo>
                  <a:lnTo>
                    <a:pt x="0" y="0"/>
                  </a:lnTo>
                  <a:lnTo>
                    <a:pt x="0" y="106442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875D4D4-C035-2C62-2A32-C6046C8C9BF1}"/>
                </a:ext>
              </a:extLst>
            </p:cNvPr>
            <p:cNvSpPr/>
            <p:nvPr/>
          </p:nvSpPr>
          <p:spPr>
            <a:xfrm>
              <a:off x="9311063" y="1755010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238 h 149674"/>
                <a:gd name="connsiteX9" fmla="*/ 74150 w 148003"/>
                <a:gd name="connsiteY9" fmla="*/ 26238 h 149674"/>
                <a:gd name="connsiteX10" fmla="*/ 23321 w 148003"/>
                <a:gd name="connsiteY10" fmla="*/ 74837 h 149674"/>
                <a:gd name="connsiteX11" fmla="*/ 73851 w 148003"/>
                <a:gd name="connsiteY11" fmla="*/ 123139 h 149674"/>
                <a:gd name="connsiteX12" fmla="*/ 74150 w 148003"/>
                <a:gd name="connsiteY12" fmla="*/ 123139 h 149674"/>
                <a:gd name="connsiteX13" fmla="*/ 124979 w 148003"/>
                <a:gd name="connsiteY13" fmla="*/ 74539 h 149674"/>
                <a:gd name="connsiteX14" fmla="*/ 74449 w 148003"/>
                <a:gd name="connsiteY14" fmla="*/ 26238 h 149674"/>
                <a:gd name="connsiteX15" fmla="*/ 74449 w 148003"/>
                <a:gd name="connsiteY15" fmla="*/ 26238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238"/>
                  </a:moveTo>
                  <a:lnTo>
                    <a:pt x="74150" y="26238"/>
                  </a:lnTo>
                  <a:cubicBezTo>
                    <a:pt x="46344" y="26238"/>
                    <a:pt x="23321" y="46512"/>
                    <a:pt x="23321" y="74837"/>
                  </a:cubicBezTo>
                  <a:cubicBezTo>
                    <a:pt x="23321" y="103162"/>
                    <a:pt x="46045" y="123139"/>
                    <a:pt x="73851" y="123139"/>
                  </a:cubicBezTo>
                  <a:lnTo>
                    <a:pt x="74150" y="123139"/>
                  </a:lnTo>
                  <a:cubicBezTo>
                    <a:pt x="101957" y="123139"/>
                    <a:pt x="124979" y="102864"/>
                    <a:pt x="124979" y="74539"/>
                  </a:cubicBezTo>
                  <a:cubicBezTo>
                    <a:pt x="124979" y="46214"/>
                    <a:pt x="102256" y="26238"/>
                    <a:pt x="74449" y="26238"/>
                  </a:cubicBezTo>
                  <a:lnTo>
                    <a:pt x="74449" y="26238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A1933E41-5308-7FB4-A0CF-AF02336B3BD4}"/>
                </a:ext>
              </a:extLst>
            </p:cNvPr>
            <p:cNvSpPr/>
            <p:nvPr/>
          </p:nvSpPr>
          <p:spPr>
            <a:xfrm>
              <a:off x="9311063" y="1591024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536 h 149674"/>
                <a:gd name="connsiteX9" fmla="*/ 74150 w 148003"/>
                <a:gd name="connsiteY9" fmla="*/ 26536 h 149674"/>
                <a:gd name="connsiteX10" fmla="*/ 23321 w 148003"/>
                <a:gd name="connsiteY10" fmla="*/ 75135 h 149674"/>
                <a:gd name="connsiteX11" fmla="*/ 73851 w 148003"/>
                <a:gd name="connsiteY11" fmla="*/ 123437 h 149674"/>
                <a:gd name="connsiteX12" fmla="*/ 74150 w 148003"/>
                <a:gd name="connsiteY12" fmla="*/ 123437 h 149674"/>
                <a:gd name="connsiteX13" fmla="*/ 124979 w 148003"/>
                <a:gd name="connsiteY13" fmla="*/ 74837 h 149674"/>
                <a:gd name="connsiteX14" fmla="*/ 74449 w 148003"/>
                <a:gd name="connsiteY14" fmla="*/ 26536 h 149674"/>
                <a:gd name="connsiteX15" fmla="*/ 74449 w 148003"/>
                <a:gd name="connsiteY15" fmla="*/ 26536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536"/>
                  </a:moveTo>
                  <a:lnTo>
                    <a:pt x="74150" y="26536"/>
                  </a:lnTo>
                  <a:cubicBezTo>
                    <a:pt x="46344" y="26536"/>
                    <a:pt x="23321" y="46811"/>
                    <a:pt x="23321" y="75135"/>
                  </a:cubicBezTo>
                  <a:cubicBezTo>
                    <a:pt x="23321" y="103460"/>
                    <a:pt x="46045" y="123437"/>
                    <a:pt x="73851" y="123437"/>
                  </a:cubicBezTo>
                  <a:lnTo>
                    <a:pt x="74150" y="123437"/>
                  </a:lnTo>
                  <a:cubicBezTo>
                    <a:pt x="101957" y="123437"/>
                    <a:pt x="124979" y="103162"/>
                    <a:pt x="124979" y="74837"/>
                  </a:cubicBezTo>
                  <a:cubicBezTo>
                    <a:pt x="124979" y="46512"/>
                    <a:pt x="102256" y="26536"/>
                    <a:pt x="74449" y="26536"/>
                  </a:cubicBezTo>
                  <a:lnTo>
                    <a:pt x="74449" y="26536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B89A588-B151-0CE8-37A0-3837F94DF561}"/>
                </a:ext>
              </a:extLst>
            </p:cNvPr>
            <p:cNvSpPr/>
            <p:nvPr/>
          </p:nvSpPr>
          <p:spPr>
            <a:xfrm>
              <a:off x="9313753" y="1441350"/>
              <a:ext cx="142919" cy="129399"/>
            </a:xfrm>
            <a:custGeom>
              <a:avLst/>
              <a:gdLst>
                <a:gd name="connsiteX0" fmla="*/ 0 w 142919"/>
                <a:gd name="connsiteY0" fmla="*/ 129400 h 129399"/>
                <a:gd name="connsiteX1" fmla="*/ 0 w 142919"/>
                <a:gd name="connsiteY1" fmla="*/ 76030 h 129399"/>
                <a:gd name="connsiteX2" fmla="*/ 71160 w 142919"/>
                <a:gd name="connsiteY2" fmla="*/ 0 h 129399"/>
                <a:gd name="connsiteX3" fmla="*/ 71460 w 142919"/>
                <a:gd name="connsiteY3" fmla="*/ 0 h 129399"/>
                <a:gd name="connsiteX4" fmla="*/ 142919 w 142919"/>
                <a:gd name="connsiteY4" fmla="*/ 76030 h 129399"/>
                <a:gd name="connsiteX5" fmla="*/ 142919 w 142919"/>
                <a:gd name="connsiteY5" fmla="*/ 129400 h 129399"/>
                <a:gd name="connsiteX6" fmla="*/ 0 w 142919"/>
                <a:gd name="connsiteY6" fmla="*/ 129400 h 129399"/>
                <a:gd name="connsiteX7" fmla="*/ 120196 w 142919"/>
                <a:gd name="connsiteY7" fmla="*/ 76030 h 129399"/>
                <a:gd name="connsiteX8" fmla="*/ 72058 w 142919"/>
                <a:gd name="connsiteY8" fmla="*/ 26238 h 129399"/>
                <a:gd name="connsiteX9" fmla="*/ 71759 w 142919"/>
                <a:gd name="connsiteY9" fmla="*/ 26238 h 129399"/>
                <a:gd name="connsiteX10" fmla="*/ 23023 w 142919"/>
                <a:gd name="connsiteY10" fmla="*/ 76030 h 129399"/>
                <a:gd name="connsiteX11" fmla="*/ 23023 w 142919"/>
                <a:gd name="connsiteY11" fmla="*/ 104355 h 129399"/>
                <a:gd name="connsiteX12" fmla="*/ 120494 w 142919"/>
                <a:gd name="connsiteY12" fmla="*/ 104355 h 129399"/>
                <a:gd name="connsiteX13" fmla="*/ 120494 w 142919"/>
                <a:gd name="connsiteY13" fmla="*/ 76030 h 129399"/>
                <a:gd name="connsiteX14" fmla="*/ 120196 w 142919"/>
                <a:gd name="connsiteY14" fmla="*/ 76030 h 12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919" h="129399">
                  <a:moveTo>
                    <a:pt x="0" y="129400"/>
                  </a:moveTo>
                  <a:lnTo>
                    <a:pt x="0" y="76030"/>
                  </a:lnTo>
                  <a:cubicBezTo>
                    <a:pt x="0" y="31008"/>
                    <a:pt x="30796" y="0"/>
                    <a:pt x="71160" y="0"/>
                  </a:cubicBezTo>
                  <a:lnTo>
                    <a:pt x="71460" y="0"/>
                  </a:lnTo>
                  <a:cubicBezTo>
                    <a:pt x="111824" y="0"/>
                    <a:pt x="142919" y="31008"/>
                    <a:pt x="142919" y="76030"/>
                  </a:cubicBezTo>
                  <a:lnTo>
                    <a:pt x="142919" y="129400"/>
                  </a:lnTo>
                  <a:lnTo>
                    <a:pt x="0" y="129400"/>
                  </a:lnTo>
                  <a:close/>
                  <a:moveTo>
                    <a:pt x="120196" y="76030"/>
                  </a:moveTo>
                  <a:cubicBezTo>
                    <a:pt x="120196" y="45916"/>
                    <a:pt x="99864" y="26238"/>
                    <a:pt x="72058" y="26238"/>
                  </a:cubicBezTo>
                  <a:lnTo>
                    <a:pt x="71759" y="26238"/>
                  </a:lnTo>
                  <a:cubicBezTo>
                    <a:pt x="43653" y="26238"/>
                    <a:pt x="23023" y="45916"/>
                    <a:pt x="23023" y="76030"/>
                  </a:cubicBezTo>
                  <a:lnTo>
                    <a:pt x="23023" y="104355"/>
                  </a:lnTo>
                  <a:lnTo>
                    <a:pt x="120494" y="104355"/>
                  </a:lnTo>
                  <a:lnTo>
                    <a:pt x="120494" y="76030"/>
                  </a:lnTo>
                  <a:lnTo>
                    <a:pt x="120196" y="76030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5EA2D9F-9CED-BEAD-A6BC-DB36E28372F5}"/>
                </a:ext>
              </a:extLst>
            </p:cNvPr>
            <p:cNvSpPr/>
            <p:nvPr/>
          </p:nvSpPr>
          <p:spPr>
            <a:xfrm>
              <a:off x="9311063" y="1319702"/>
              <a:ext cx="148010" cy="110615"/>
            </a:xfrm>
            <a:custGeom>
              <a:avLst/>
              <a:gdLst>
                <a:gd name="connsiteX0" fmla="*/ 125278 w 148010"/>
                <a:gd name="connsiteY0" fmla="*/ 110616 h 110615"/>
                <a:gd name="connsiteX1" fmla="*/ 107040 w 148010"/>
                <a:gd name="connsiteY1" fmla="*/ 95410 h 110615"/>
                <a:gd name="connsiteX2" fmla="*/ 125876 w 148010"/>
                <a:gd name="connsiteY2" fmla="*/ 50090 h 110615"/>
                <a:gd name="connsiteX3" fmla="*/ 107638 w 148010"/>
                <a:gd name="connsiteY3" fmla="*/ 24747 h 110615"/>
                <a:gd name="connsiteX4" fmla="*/ 107339 w 148010"/>
                <a:gd name="connsiteY4" fmla="*/ 24747 h 110615"/>
                <a:gd name="connsiteX5" fmla="*/ 85213 w 148010"/>
                <a:gd name="connsiteY5" fmla="*/ 57246 h 110615"/>
                <a:gd name="connsiteX6" fmla="*/ 42158 w 148010"/>
                <a:gd name="connsiteY6" fmla="*/ 105249 h 110615"/>
                <a:gd name="connsiteX7" fmla="*/ 41859 w 148010"/>
                <a:gd name="connsiteY7" fmla="*/ 105249 h 110615"/>
                <a:gd name="connsiteX8" fmla="*/ 0 w 148010"/>
                <a:gd name="connsiteY8" fmla="*/ 56053 h 110615"/>
                <a:gd name="connsiteX9" fmla="*/ 18239 w 148010"/>
                <a:gd name="connsiteY9" fmla="*/ 3876 h 110615"/>
                <a:gd name="connsiteX10" fmla="*/ 37374 w 148010"/>
                <a:gd name="connsiteY10" fmla="*/ 17591 h 110615"/>
                <a:gd name="connsiteX11" fmla="*/ 22425 w 148010"/>
                <a:gd name="connsiteY11" fmla="*/ 56650 h 110615"/>
                <a:gd name="connsiteX12" fmla="*/ 39467 w 148010"/>
                <a:gd name="connsiteY12" fmla="*/ 80204 h 110615"/>
                <a:gd name="connsiteX13" fmla="*/ 39766 w 148010"/>
                <a:gd name="connsiteY13" fmla="*/ 80204 h 110615"/>
                <a:gd name="connsiteX14" fmla="*/ 62490 w 148010"/>
                <a:gd name="connsiteY14" fmla="*/ 46214 h 110615"/>
                <a:gd name="connsiteX15" fmla="*/ 104648 w 148010"/>
                <a:gd name="connsiteY15" fmla="*/ 0 h 110615"/>
                <a:gd name="connsiteX16" fmla="*/ 104947 w 148010"/>
                <a:gd name="connsiteY16" fmla="*/ 0 h 110615"/>
                <a:gd name="connsiteX17" fmla="*/ 148002 w 148010"/>
                <a:gd name="connsiteY17" fmla="*/ 51283 h 110615"/>
                <a:gd name="connsiteX18" fmla="*/ 125278 w 148010"/>
                <a:gd name="connsiteY18" fmla="*/ 110616 h 110615"/>
                <a:gd name="connsiteX19" fmla="*/ 125278 w 148010"/>
                <a:gd name="connsiteY19" fmla="*/ 110616 h 11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8010" h="110615">
                  <a:moveTo>
                    <a:pt x="125278" y="110616"/>
                  </a:moveTo>
                  <a:lnTo>
                    <a:pt x="107040" y="95410"/>
                  </a:lnTo>
                  <a:cubicBezTo>
                    <a:pt x="119000" y="81695"/>
                    <a:pt x="125876" y="67980"/>
                    <a:pt x="125876" y="50090"/>
                  </a:cubicBezTo>
                  <a:cubicBezTo>
                    <a:pt x="125876" y="34586"/>
                    <a:pt x="118701" y="24747"/>
                    <a:pt x="107638" y="24747"/>
                  </a:cubicBezTo>
                  <a:lnTo>
                    <a:pt x="107339" y="24747"/>
                  </a:lnTo>
                  <a:cubicBezTo>
                    <a:pt x="97173" y="24747"/>
                    <a:pt x="91492" y="30412"/>
                    <a:pt x="85213" y="57246"/>
                  </a:cubicBezTo>
                  <a:cubicBezTo>
                    <a:pt x="77738" y="87956"/>
                    <a:pt x="68769" y="105249"/>
                    <a:pt x="42158" y="105249"/>
                  </a:cubicBezTo>
                  <a:lnTo>
                    <a:pt x="41859" y="105249"/>
                  </a:lnTo>
                  <a:cubicBezTo>
                    <a:pt x="17043" y="105249"/>
                    <a:pt x="0" y="84676"/>
                    <a:pt x="0" y="56053"/>
                  </a:cubicBezTo>
                  <a:cubicBezTo>
                    <a:pt x="0" y="35182"/>
                    <a:pt x="6279" y="18486"/>
                    <a:pt x="18239" y="3876"/>
                  </a:cubicBezTo>
                  <a:lnTo>
                    <a:pt x="37374" y="17591"/>
                  </a:lnTo>
                  <a:cubicBezTo>
                    <a:pt x="27806" y="30412"/>
                    <a:pt x="22425" y="43531"/>
                    <a:pt x="22425" y="56650"/>
                  </a:cubicBezTo>
                  <a:cubicBezTo>
                    <a:pt x="22425" y="71558"/>
                    <a:pt x="29899" y="80204"/>
                    <a:pt x="39467" y="80204"/>
                  </a:cubicBezTo>
                  <a:lnTo>
                    <a:pt x="39766" y="80204"/>
                  </a:lnTo>
                  <a:cubicBezTo>
                    <a:pt x="50829" y="80204"/>
                    <a:pt x="55912" y="73645"/>
                    <a:pt x="62490" y="46214"/>
                  </a:cubicBezTo>
                  <a:cubicBezTo>
                    <a:pt x="69965" y="15802"/>
                    <a:pt x="80728" y="0"/>
                    <a:pt x="104648" y="0"/>
                  </a:cubicBezTo>
                  <a:lnTo>
                    <a:pt x="104947" y="0"/>
                  </a:lnTo>
                  <a:cubicBezTo>
                    <a:pt x="131856" y="0"/>
                    <a:pt x="148002" y="21169"/>
                    <a:pt x="148002" y="51283"/>
                  </a:cubicBezTo>
                  <a:cubicBezTo>
                    <a:pt x="148301" y="72750"/>
                    <a:pt x="140527" y="93323"/>
                    <a:pt x="125278" y="110616"/>
                  </a:cubicBezTo>
                  <a:lnTo>
                    <a:pt x="125278" y="110616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88B50D5-DA5D-1F8D-AD35-E26906A8C83B}"/>
                </a:ext>
              </a:extLst>
            </p:cNvPr>
            <p:cNvSpPr/>
            <p:nvPr/>
          </p:nvSpPr>
          <p:spPr>
            <a:xfrm>
              <a:off x="8537865" y="1319106"/>
              <a:ext cx="327996" cy="340494"/>
            </a:xfrm>
            <a:custGeom>
              <a:avLst/>
              <a:gdLst>
                <a:gd name="connsiteX0" fmla="*/ 0 w 327996"/>
                <a:gd name="connsiteY0" fmla="*/ 171142 h 340494"/>
                <a:gd name="connsiteX1" fmla="*/ 0 w 327996"/>
                <a:gd name="connsiteY1" fmla="*/ 170247 h 340494"/>
                <a:gd name="connsiteX2" fmla="*/ 180293 w 327996"/>
                <a:gd name="connsiteY2" fmla="*/ 0 h 340494"/>
                <a:gd name="connsiteX3" fmla="*/ 316933 w 327996"/>
                <a:gd name="connsiteY3" fmla="*/ 49494 h 340494"/>
                <a:gd name="connsiteX4" fmla="*/ 255939 w 327996"/>
                <a:gd name="connsiteY4" fmla="*/ 123139 h 340494"/>
                <a:gd name="connsiteX5" fmla="*/ 183582 w 327996"/>
                <a:gd name="connsiteY5" fmla="*/ 94814 h 340494"/>
                <a:gd name="connsiteX6" fmla="*/ 110329 w 327996"/>
                <a:gd name="connsiteY6" fmla="*/ 171738 h 340494"/>
                <a:gd name="connsiteX7" fmla="*/ 110329 w 327996"/>
                <a:gd name="connsiteY7" fmla="*/ 172633 h 340494"/>
                <a:gd name="connsiteX8" fmla="*/ 188366 w 327996"/>
                <a:gd name="connsiteY8" fmla="*/ 250451 h 340494"/>
                <a:gd name="connsiteX9" fmla="*/ 225740 w 327996"/>
                <a:gd name="connsiteY9" fmla="*/ 242997 h 340494"/>
                <a:gd name="connsiteX10" fmla="*/ 225740 w 327996"/>
                <a:gd name="connsiteY10" fmla="*/ 210200 h 340494"/>
                <a:gd name="connsiteX11" fmla="*/ 169829 w 327996"/>
                <a:gd name="connsiteY11" fmla="*/ 210200 h 340494"/>
                <a:gd name="connsiteX12" fmla="*/ 169829 w 327996"/>
                <a:gd name="connsiteY12" fmla="*/ 140133 h 340494"/>
                <a:gd name="connsiteX13" fmla="*/ 327996 w 327996"/>
                <a:gd name="connsiteY13" fmla="*/ 140133 h 340494"/>
                <a:gd name="connsiteX14" fmla="*/ 327996 w 327996"/>
                <a:gd name="connsiteY14" fmla="*/ 291597 h 340494"/>
                <a:gd name="connsiteX15" fmla="*/ 183881 w 327996"/>
                <a:gd name="connsiteY15" fmla="*/ 340495 h 340494"/>
                <a:gd name="connsiteX16" fmla="*/ 0 w 327996"/>
                <a:gd name="connsiteY16" fmla="*/ 171142 h 340494"/>
                <a:gd name="connsiteX17" fmla="*/ 0 w 327996"/>
                <a:gd name="connsiteY17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7996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2750"/>
                    <a:pt x="77140" y="0"/>
                    <a:pt x="180293" y="0"/>
                  </a:cubicBezTo>
                  <a:cubicBezTo>
                    <a:pt x="236205" y="0"/>
                    <a:pt x="281652" y="18784"/>
                    <a:pt x="316933" y="49494"/>
                  </a:cubicBezTo>
                  <a:lnTo>
                    <a:pt x="255939" y="123139"/>
                  </a:lnTo>
                  <a:cubicBezTo>
                    <a:pt x="234411" y="104951"/>
                    <a:pt x="210791" y="94814"/>
                    <a:pt x="183582" y="94814"/>
                  </a:cubicBezTo>
                  <a:cubicBezTo>
                    <a:pt x="141125" y="94814"/>
                    <a:pt x="110329" y="127611"/>
                    <a:pt x="110329" y="171738"/>
                  </a:cubicBezTo>
                  <a:lnTo>
                    <a:pt x="110329" y="172633"/>
                  </a:lnTo>
                  <a:cubicBezTo>
                    <a:pt x="110329" y="218847"/>
                    <a:pt x="142620" y="250451"/>
                    <a:pt x="188366" y="250451"/>
                  </a:cubicBezTo>
                  <a:cubicBezTo>
                    <a:pt x="206904" y="250451"/>
                    <a:pt x="217369" y="247768"/>
                    <a:pt x="225740" y="242997"/>
                  </a:cubicBezTo>
                  <a:lnTo>
                    <a:pt x="225740" y="210200"/>
                  </a:lnTo>
                  <a:lnTo>
                    <a:pt x="169829" y="210200"/>
                  </a:lnTo>
                  <a:lnTo>
                    <a:pt x="169829" y="140133"/>
                  </a:lnTo>
                  <a:lnTo>
                    <a:pt x="327996" y="140133"/>
                  </a:lnTo>
                  <a:lnTo>
                    <a:pt x="327996" y="291597"/>
                  </a:lnTo>
                  <a:cubicBezTo>
                    <a:pt x="292416" y="320518"/>
                    <a:pt x="243082" y="340495"/>
                    <a:pt x="183881" y="340495"/>
                  </a:cubicBezTo>
                  <a:cubicBezTo>
                    <a:pt x="81625" y="340495"/>
                    <a:pt x="0" y="272217"/>
                    <a:pt x="0" y="171142"/>
                  </a:cubicBezTo>
                  <a:lnTo>
                    <a:pt x="0" y="171142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E85637FD-FEAD-185F-7E13-11537B48D3D9}"/>
                </a:ext>
              </a:extLst>
            </p:cNvPr>
            <p:cNvSpPr/>
            <p:nvPr/>
          </p:nvSpPr>
          <p:spPr>
            <a:xfrm>
              <a:off x="8897255" y="1319106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A16889B-3F2F-C311-3B6D-EEA20F00934E}"/>
                </a:ext>
              </a:extLst>
            </p:cNvPr>
            <p:cNvSpPr/>
            <p:nvPr/>
          </p:nvSpPr>
          <p:spPr>
            <a:xfrm>
              <a:off x="8897255" y="1688223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C57F422-1932-3C2D-9774-522CF114CCA4}"/>
                </a:ext>
              </a:extLst>
            </p:cNvPr>
            <p:cNvSpPr/>
            <p:nvPr/>
          </p:nvSpPr>
          <p:spPr>
            <a:xfrm>
              <a:off x="8550721" y="1694782"/>
              <a:ext cx="327398" cy="327375"/>
            </a:xfrm>
            <a:custGeom>
              <a:avLst/>
              <a:gdLst>
                <a:gd name="connsiteX0" fmla="*/ 327398 w 327398"/>
                <a:gd name="connsiteY0" fmla="*/ 0 h 327375"/>
                <a:gd name="connsiteX1" fmla="*/ 0 w 327398"/>
                <a:gd name="connsiteY1" fmla="*/ 0 h 327375"/>
                <a:gd name="connsiteX2" fmla="*/ 0 w 327398"/>
                <a:gd name="connsiteY2" fmla="*/ 93323 h 327375"/>
                <a:gd name="connsiteX3" fmla="*/ 109731 w 327398"/>
                <a:gd name="connsiteY3" fmla="*/ 93323 h 327375"/>
                <a:gd name="connsiteX4" fmla="*/ 109731 w 327398"/>
                <a:gd name="connsiteY4" fmla="*/ 327376 h 327375"/>
                <a:gd name="connsiteX5" fmla="*/ 217369 w 327398"/>
                <a:gd name="connsiteY5" fmla="*/ 327376 h 327375"/>
                <a:gd name="connsiteX6" fmla="*/ 217369 w 327398"/>
                <a:gd name="connsiteY6" fmla="*/ 93323 h 327375"/>
                <a:gd name="connsiteX7" fmla="*/ 327398 w 327398"/>
                <a:gd name="connsiteY7" fmla="*/ 93323 h 327375"/>
                <a:gd name="connsiteX8" fmla="*/ 327398 w 327398"/>
                <a:gd name="connsiteY8" fmla="*/ 0 h 3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398" h="327375">
                  <a:moveTo>
                    <a:pt x="327398" y="0"/>
                  </a:moveTo>
                  <a:lnTo>
                    <a:pt x="0" y="0"/>
                  </a:lnTo>
                  <a:lnTo>
                    <a:pt x="0" y="93323"/>
                  </a:lnTo>
                  <a:lnTo>
                    <a:pt x="109731" y="93323"/>
                  </a:lnTo>
                  <a:lnTo>
                    <a:pt x="109731" y="327376"/>
                  </a:lnTo>
                  <a:lnTo>
                    <a:pt x="217369" y="327376"/>
                  </a:lnTo>
                  <a:lnTo>
                    <a:pt x="217369" y="93323"/>
                  </a:lnTo>
                  <a:lnTo>
                    <a:pt x="327398" y="93323"/>
                  </a:lnTo>
                  <a:lnTo>
                    <a:pt x="327398" y="0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4F012EB7-FB59-A100-CBBA-A1FEDF2C4657}"/>
              </a:ext>
            </a:extLst>
          </p:cNvPr>
          <p:cNvSpPr/>
          <p:nvPr/>
        </p:nvSpPr>
        <p:spPr>
          <a:xfrm>
            <a:off x="10492740" y="308610"/>
            <a:ext cx="1463040" cy="1097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C6E8012-266A-E2D0-5348-09E5CB1BABA1}"/>
              </a:ext>
            </a:extLst>
          </p:cNvPr>
          <p:cNvGrpSpPr/>
          <p:nvPr/>
        </p:nvGrpSpPr>
        <p:grpSpPr>
          <a:xfrm>
            <a:off x="3718170" y="4025711"/>
            <a:ext cx="4755661" cy="1126988"/>
            <a:chOff x="3718560" y="4929622"/>
            <a:chExt cx="4755661" cy="1126988"/>
          </a:xfrm>
        </p:grpSpPr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D1C1A47A-A058-E374-AB76-C093E16950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18560" y="4949910"/>
              <a:ext cx="979170" cy="315510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DB3EC546-C4BB-9240-B91D-97195184B0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37745" y="4929622"/>
              <a:ext cx="871220" cy="361917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71CC1FA5-1F4B-6F16-AA05-9DF2D0403D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248980" y="4981757"/>
              <a:ext cx="973649" cy="322123"/>
            </a:xfrm>
            <a:prstGeom prst="rect">
              <a:avLst/>
            </a:prstGeom>
          </p:spPr>
        </p:pic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0E28F44E-8271-C536-88A1-97A5E93BEE3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562643" y="4995916"/>
              <a:ext cx="911578" cy="322124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78EE76EA-9C30-4474-22E4-BF3A2337A9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401965" y="5656030"/>
              <a:ext cx="891147" cy="315510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E0B83D11-6679-3202-E243-171A20AFE7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719445" y="5570960"/>
              <a:ext cx="753110" cy="485650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AA1C9776-C018-9502-C470-27FD01DA54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898888" y="5679771"/>
              <a:ext cx="973649" cy="2680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95768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A |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F012EB7-FB59-A100-CBBA-A1FEDF2C4657}"/>
              </a:ext>
            </a:extLst>
          </p:cNvPr>
          <p:cNvSpPr/>
          <p:nvPr/>
        </p:nvSpPr>
        <p:spPr>
          <a:xfrm>
            <a:off x="10492740" y="308610"/>
            <a:ext cx="1463040" cy="1097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E0ADEFD-07A2-C86C-E125-00D28EA6FC67}"/>
              </a:ext>
            </a:extLst>
          </p:cNvPr>
          <p:cNvGrpSpPr/>
          <p:nvPr/>
        </p:nvGrpSpPr>
        <p:grpSpPr>
          <a:xfrm>
            <a:off x="2113812" y="2250541"/>
            <a:ext cx="7964375" cy="1876857"/>
            <a:chOff x="1564537" y="2343150"/>
            <a:chExt cx="9215530" cy="21717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2230365-72A6-104C-5A34-AE27B7464C6E}"/>
                </a:ext>
              </a:extLst>
            </p:cNvPr>
            <p:cNvGrpSpPr/>
            <p:nvPr userDrawn="1"/>
          </p:nvGrpSpPr>
          <p:grpSpPr>
            <a:xfrm>
              <a:off x="1564537" y="2598349"/>
              <a:ext cx="2202822" cy="1696845"/>
              <a:chOff x="8537865" y="1319106"/>
              <a:chExt cx="921208" cy="709611"/>
            </a:xfrm>
          </p:grpSpPr>
          <p:sp>
            <p:nvSpPr>
              <p:cNvPr id="4" name="Freeform 3">
                <a:extLst>
                  <a:ext uri="{FF2B5EF4-FFF2-40B4-BE49-F238E27FC236}">
                    <a16:creationId xmlns:a16="http://schemas.microsoft.com/office/drawing/2014/main" id="{EC1342D6-7353-AF0E-CBCC-E0382B354970}"/>
                  </a:ext>
                </a:extLst>
              </p:cNvPr>
              <p:cNvSpPr/>
              <p:nvPr/>
            </p:nvSpPr>
            <p:spPr>
              <a:xfrm>
                <a:off x="9313753" y="1915716"/>
                <a:ext cx="142919" cy="106441"/>
              </a:xfrm>
              <a:custGeom>
                <a:avLst/>
                <a:gdLst>
                  <a:gd name="connsiteX0" fmla="*/ 0 w 142919"/>
                  <a:gd name="connsiteY0" fmla="*/ 106442 h 106441"/>
                  <a:gd name="connsiteX1" fmla="*/ 142919 w 142919"/>
                  <a:gd name="connsiteY1" fmla="*/ 106442 h 106441"/>
                  <a:gd name="connsiteX2" fmla="*/ 142919 w 142919"/>
                  <a:gd name="connsiteY2" fmla="*/ 81397 h 106441"/>
                  <a:gd name="connsiteX3" fmla="*/ 84914 w 142919"/>
                  <a:gd name="connsiteY3" fmla="*/ 81397 h 106441"/>
                  <a:gd name="connsiteX4" fmla="*/ 84914 w 142919"/>
                  <a:gd name="connsiteY4" fmla="*/ 9243 h 106441"/>
                  <a:gd name="connsiteX5" fmla="*/ 61892 w 142919"/>
                  <a:gd name="connsiteY5" fmla="*/ 9243 h 106441"/>
                  <a:gd name="connsiteX6" fmla="*/ 61892 w 142919"/>
                  <a:gd name="connsiteY6" fmla="*/ 81397 h 106441"/>
                  <a:gd name="connsiteX7" fmla="*/ 22724 w 142919"/>
                  <a:gd name="connsiteY7" fmla="*/ 81397 h 106441"/>
                  <a:gd name="connsiteX8" fmla="*/ 22724 w 142919"/>
                  <a:gd name="connsiteY8" fmla="*/ 0 h 106441"/>
                  <a:gd name="connsiteX9" fmla="*/ 0 w 142919"/>
                  <a:gd name="connsiteY9" fmla="*/ 0 h 106441"/>
                  <a:gd name="connsiteX10" fmla="*/ 0 w 142919"/>
                  <a:gd name="connsiteY10" fmla="*/ 106442 h 1064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2919" h="106441">
                    <a:moveTo>
                      <a:pt x="0" y="106442"/>
                    </a:moveTo>
                    <a:lnTo>
                      <a:pt x="142919" y="106442"/>
                    </a:lnTo>
                    <a:lnTo>
                      <a:pt x="142919" y="81397"/>
                    </a:lnTo>
                    <a:lnTo>
                      <a:pt x="84914" y="81397"/>
                    </a:lnTo>
                    <a:lnTo>
                      <a:pt x="84914" y="9243"/>
                    </a:lnTo>
                    <a:lnTo>
                      <a:pt x="61892" y="9243"/>
                    </a:lnTo>
                    <a:lnTo>
                      <a:pt x="61892" y="81397"/>
                    </a:lnTo>
                    <a:lnTo>
                      <a:pt x="22724" y="81397"/>
                    </a:lnTo>
                    <a:lnTo>
                      <a:pt x="22724" y="0"/>
                    </a:lnTo>
                    <a:lnTo>
                      <a:pt x="0" y="0"/>
                    </a:lnTo>
                    <a:lnTo>
                      <a:pt x="0" y="106442"/>
                    </a:ln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" name="Freeform 4">
                <a:extLst>
                  <a:ext uri="{FF2B5EF4-FFF2-40B4-BE49-F238E27FC236}">
                    <a16:creationId xmlns:a16="http://schemas.microsoft.com/office/drawing/2014/main" id="{F875D4D4-C035-2C62-2A32-C6046C8C9BF1}"/>
                  </a:ext>
                </a:extLst>
              </p:cNvPr>
              <p:cNvSpPr/>
              <p:nvPr/>
            </p:nvSpPr>
            <p:spPr>
              <a:xfrm>
                <a:off x="9311063" y="1755010"/>
                <a:ext cx="148003" cy="149674"/>
              </a:xfrm>
              <a:custGeom>
                <a:avLst/>
                <a:gdLst>
                  <a:gd name="connsiteX0" fmla="*/ 74449 w 148003"/>
                  <a:gd name="connsiteY0" fmla="*/ 149674 h 149674"/>
                  <a:gd name="connsiteX1" fmla="*/ 74150 w 148003"/>
                  <a:gd name="connsiteY1" fmla="*/ 149674 h 149674"/>
                  <a:gd name="connsiteX2" fmla="*/ 0 w 148003"/>
                  <a:gd name="connsiteY2" fmla="*/ 74539 h 149674"/>
                  <a:gd name="connsiteX3" fmla="*/ 73553 w 148003"/>
                  <a:gd name="connsiteY3" fmla="*/ 0 h 149674"/>
                  <a:gd name="connsiteX4" fmla="*/ 73851 w 148003"/>
                  <a:gd name="connsiteY4" fmla="*/ 0 h 149674"/>
                  <a:gd name="connsiteX5" fmla="*/ 148002 w 148003"/>
                  <a:gd name="connsiteY5" fmla="*/ 75135 h 149674"/>
                  <a:gd name="connsiteX6" fmla="*/ 74449 w 148003"/>
                  <a:gd name="connsiteY6" fmla="*/ 149674 h 149674"/>
                  <a:gd name="connsiteX7" fmla="*/ 74449 w 148003"/>
                  <a:gd name="connsiteY7" fmla="*/ 149674 h 149674"/>
                  <a:gd name="connsiteX8" fmla="*/ 74449 w 148003"/>
                  <a:gd name="connsiteY8" fmla="*/ 26238 h 149674"/>
                  <a:gd name="connsiteX9" fmla="*/ 74150 w 148003"/>
                  <a:gd name="connsiteY9" fmla="*/ 26238 h 149674"/>
                  <a:gd name="connsiteX10" fmla="*/ 23321 w 148003"/>
                  <a:gd name="connsiteY10" fmla="*/ 74837 h 149674"/>
                  <a:gd name="connsiteX11" fmla="*/ 73851 w 148003"/>
                  <a:gd name="connsiteY11" fmla="*/ 123139 h 149674"/>
                  <a:gd name="connsiteX12" fmla="*/ 74150 w 148003"/>
                  <a:gd name="connsiteY12" fmla="*/ 123139 h 149674"/>
                  <a:gd name="connsiteX13" fmla="*/ 124979 w 148003"/>
                  <a:gd name="connsiteY13" fmla="*/ 74539 h 149674"/>
                  <a:gd name="connsiteX14" fmla="*/ 74449 w 148003"/>
                  <a:gd name="connsiteY14" fmla="*/ 26238 h 149674"/>
                  <a:gd name="connsiteX15" fmla="*/ 74449 w 148003"/>
                  <a:gd name="connsiteY15" fmla="*/ 26238 h 149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8003" h="149674">
                    <a:moveTo>
                      <a:pt x="74449" y="149674"/>
                    </a:moveTo>
                    <a:lnTo>
                      <a:pt x="74150" y="149674"/>
                    </a:lnTo>
                    <a:cubicBezTo>
                      <a:pt x="33786" y="149674"/>
                      <a:pt x="0" y="118666"/>
                      <a:pt x="0" y="74539"/>
                    </a:cubicBezTo>
                    <a:cubicBezTo>
                      <a:pt x="0" y="30412"/>
                      <a:pt x="33188" y="0"/>
                      <a:pt x="73553" y="0"/>
                    </a:cubicBezTo>
                    <a:lnTo>
                      <a:pt x="73851" y="0"/>
                    </a:lnTo>
                    <a:cubicBezTo>
                      <a:pt x="114216" y="0"/>
                      <a:pt x="148002" y="31008"/>
                      <a:pt x="148002" y="75135"/>
                    </a:cubicBezTo>
                    <a:cubicBezTo>
                      <a:pt x="148301" y="118964"/>
                      <a:pt x="114814" y="149674"/>
                      <a:pt x="74449" y="149674"/>
                    </a:cubicBezTo>
                    <a:lnTo>
                      <a:pt x="74449" y="149674"/>
                    </a:lnTo>
                    <a:close/>
                    <a:moveTo>
                      <a:pt x="74449" y="26238"/>
                    </a:moveTo>
                    <a:lnTo>
                      <a:pt x="74150" y="26238"/>
                    </a:lnTo>
                    <a:cubicBezTo>
                      <a:pt x="46344" y="26238"/>
                      <a:pt x="23321" y="46512"/>
                      <a:pt x="23321" y="74837"/>
                    </a:cubicBezTo>
                    <a:cubicBezTo>
                      <a:pt x="23321" y="103162"/>
                      <a:pt x="46045" y="123139"/>
                      <a:pt x="73851" y="123139"/>
                    </a:cubicBezTo>
                    <a:lnTo>
                      <a:pt x="74150" y="123139"/>
                    </a:lnTo>
                    <a:cubicBezTo>
                      <a:pt x="101957" y="123139"/>
                      <a:pt x="124979" y="102864"/>
                      <a:pt x="124979" y="74539"/>
                    </a:cubicBezTo>
                    <a:cubicBezTo>
                      <a:pt x="124979" y="46214"/>
                      <a:pt x="102256" y="26238"/>
                      <a:pt x="74449" y="26238"/>
                    </a:cubicBezTo>
                    <a:lnTo>
                      <a:pt x="74449" y="26238"/>
                    </a:ln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A1933E41-5308-7FB4-A0CF-AF02336B3BD4}"/>
                  </a:ext>
                </a:extLst>
              </p:cNvPr>
              <p:cNvSpPr/>
              <p:nvPr/>
            </p:nvSpPr>
            <p:spPr>
              <a:xfrm>
                <a:off x="9311063" y="1591024"/>
                <a:ext cx="148003" cy="149674"/>
              </a:xfrm>
              <a:custGeom>
                <a:avLst/>
                <a:gdLst>
                  <a:gd name="connsiteX0" fmla="*/ 74449 w 148003"/>
                  <a:gd name="connsiteY0" fmla="*/ 149674 h 149674"/>
                  <a:gd name="connsiteX1" fmla="*/ 74150 w 148003"/>
                  <a:gd name="connsiteY1" fmla="*/ 149674 h 149674"/>
                  <a:gd name="connsiteX2" fmla="*/ 0 w 148003"/>
                  <a:gd name="connsiteY2" fmla="*/ 74539 h 149674"/>
                  <a:gd name="connsiteX3" fmla="*/ 73553 w 148003"/>
                  <a:gd name="connsiteY3" fmla="*/ 0 h 149674"/>
                  <a:gd name="connsiteX4" fmla="*/ 73851 w 148003"/>
                  <a:gd name="connsiteY4" fmla="*/ 0 h 149674"/>
                  <a:gd name="connsiteX5" fmla="*/ 148002 w 148003"/>
                  <a:gd name="connsiteY5" fmla="*/ 75135 h 149674"/>
                  <a:gd name="connsiteX6" fmla="*/ 74449 w 148003"/>
                  <a:gd name="connsiteY6" fmla="*/ 149674 h 149674"/>
                  <a:gd name="connsiteX7" fmla="*/ 74449 w 148003"/>
                  <a:gd name="connsiteY7" fmla="*/ 149674 h 149674"/>
                  <a:gd name="connsiteX8" fmla="*/ 74449 w 148003"/>
                  <a:gd name="connsiteY8" fmla="*/ 26536 h 149674"/>
                  <a:gd name="connsiteX9" fmla="*/ 74150 w 148003"/>
                  <a:gd name="connsiteY9" fmla="*/ 26536 h 149674"/>
                  <a:gd name="connsiteX10" fmla="*/ 23321 w 148003"/>
                  <a:gd name="connsiteY10" fmla="*/ 75135 h 149674"/>
                  <a:gd name="connsiteX11" fmla="*/ 73851 w 148003"/>
                  <a:gd name="connsiteY11" fmla="*/ 123437 h 149674"/>
                  <a:gd name="connsiteX12" fmla="*/ 74150 w 148003"/>
                  <a:gd name="connsiteY12" fmla="*/ 123437 h 149674"/>
                  <a:gd name="connsiteX13" fmla="*/ 124979 w 148003"/>
                  <a:gd name="connsiteY13" fmla="*/ 74837 h 149674"/>
                  <a:gd name="connsiteX14" fmla="*/ 74449 w 148003"/>
                  <a:gd name="connsiteY14" fmla="*/ 26536 h 149674"/>
                  <a:gd name="connsiteX15" fmla="*/ 74449 w 148003"/>
                  <a:gd name="connsiteY15" fmla="*/ 26536 h 149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8003" h="149674">
                    <a:moveTo>
                      <a:pt x="74449" y="149674"/>
                    </a:moveTo>
                    <a:lnTo>
                      <a:pt x="74150" y="149674"/>
                    </a:lnTo>
                    <a:cubicBezTo>
                      <a:pt x="33786" y="149674"/>
                      <a:pt x="0" y="118666"/>
                      <a:pt x="0" y="74539"/>
                    </a:cubicBezTo>
                    <a:cubicBezTo>
                      <a:pt x="0" y="30412"/>
                      <a:pt x="33188" y="0"/>
                      <a:pt x="73553" y="0"/>
                    </a:cubicBezTo>
                    <a:lnTo>
                      <a:pt x="73851" y="0"/>
                    </a:lnTo>
                    <a:cubicBezTo>
                      <a:pt x="114216" y="0"/>
                      <a:pt x="148002" y="31008"/>
                      <a:pt x="148002" y="75135"/>
                    </a:cubicBezTo>
                    <a:cubicBezTo>
                      <a:pt x="148301" y="118964"/>
                      <a:pt x="114814" y="149674"/>
                      <a:pt x="74449" y="149674"/>
                    </a:cubicBezTo>
                    <a:lnTo>
                      <a:pt x="74449" y="149674"/>
                    </a:lnTo>
                    <a:close/>
                    <a:moveTo>
                      <a:pt x="74449" y="26536"/>
                    </a:moveTo>
                    <a:lnTo>
                      <a:pt x="74150" y="26536"/>
                    </a:lnTo>
                    <a:cubicBezTo>
                      <a:pt x="46344" y="26536"/>
                      <a:pt x="23321" y="46811"/>
                      <a:pt x="23321" y="75135"/>
                    </a:cubicBezTo>
                    <a:cubicBezTo>
                      <a:pt x="23321" y="103460"/>
                      <a:pt x="46045" y="123437"/>
                      <a:pt x="73851" y="123437"/>
                    </a:cubicBezTo>
                    <a:lnTo>
                      <a:pt x="74150" y="123437"/>
                    </a:lnTo>
                    <a:cubicBezTo>
                      <a:pt x="101957" y="123437"/>
                      <a:pt x="124979" y="103162"/>
                      <a:pt x="124979" y="74837"/>
                    </a:cubicBezTo>
                    <a:cubicBezTo>
                      <a:pt x="124979" y="46512"/>
                      <a:pt x="102256" y="26536"/>
                      <a:pt x="74449" y="26536"/>
                    </a:cubicBezTo>
                    <a:lnTo>
                      <a:pt x="74449" y="26536"/>
                    </a:ln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B89A588-B151-0CE8-37A0-3837F94DF561}"/>
                  </a:ext>
                </a:extLst>
              </p:cNvPr>
              <p:cNvSpPr/>
              <p:nvPr/>
            </p:nvSpPr>
            <p:spPr>
              <a:xfrm>
                <a:off x="9313753" y="1441350"/>
                <a:ext cx="142919" cy="129399"/>
              </a:xfrm>
              <a:custGeom>
                <a:avLst/>
                <a:gdLst>
                  <a:gd name="connsiteX0" fmla="*/ 0 w 142919"/>
                  <a:gd name="connsiteY0" fmla="*/ 129400 h 129399"/>
                  <a:gd name="connsiteX1" fmla="*/ 0 w 142919"/>
                  <a:gd name="connsiteY1" fmla="*/ 76030 h 129399"/>
                  <a:gd name="connsiteX2" fmla="*/ 71160 w 142919"/>
                  <a:gd name="connsiteY2" fmla="*/ 0 h 129399"/>
                  <a:gd name="connsiteX3" fmla="*/ 71460 w 142919"/>
                  <a:gd name="connsiteY3" fmla="*/ 0 h 129399"/>
                  <a:gd name="connsiteX4" fmla="*/ 142919 w 142919"/>
                  <a:gd name="connsiteY4" fmla="*/ 76030 h 129399"/>
                  <a:gd name="connsiteX5" fmla="*/ 142919 w 142919"/>
                  <a:gd name="connsiteY5" fmla="*/ 129400 h 129399"/>
                  <a:gd name="connsiteX6" fmla="*/ 0 w 142919"/>
                  <a:gd name="connsiteY6" fmla="*/ 129400 h 129399"/>
                  <a:gd name="connsiteX7" fmla="*/ 120196 w 142919"/>
                  <a:gd name="connsiteY7" fmla="*/ 76030 h 129399"/>
                  <a:gd name="connsiteX8" fmla="*/ 72058 w 142919"/>
                  <a:gd name="connsiteY8" fmla="*/ 26238 h 129399"/>
                  <a:gd name="connsiteX9" fmla="*/ 71759 w 142919"/>
                  <a:gd name="connsiteY9" fmla="*/ 26238 h 129399"/>
                  <a:gd name="connsiteX10" fmla="*/ 23023 w 142919"/>
                  <a:gd name="connsiteY10" fmla="*/ 76030 h 129399"/>
                  <a:gd name="connsiteX11" fmla="*/ 23023 w 142919"/>
                  <a:gd name="connsiteY11" fmla="*/ 104355 h 129399"/>
                  <a:gd name="connsiteX12" fmla="*/ 120494 w 142919"/>
                  <a:gd name="connsiteY12" fmla="*/ 104355 h 129399"/>
                  <a:gd name="connsiteX13" fmla="*/ 120494 w 142919"/>
                  <a:gd name="connsiteY13" fmla="*/ 76030 h 129399"/>
                  <a:gd name="connsiteX14" fmla="*/ 120196 w 142919"/>
                  <a:gd name="connsiteY14" fmla="*/ 76030 h 129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2919" h="129399">
                    <a:moveTo>
                      <a:pt x="0" y="129400"/>
                    </a:moveTo>
                    <a:lnTo>
                      <a:pt x="0" y="76030"/>
                    </a:lnTo>
                    <a:cubicBezTo>
                      <a:pt x="0" y="31008"/>
                      <a:pt x="30796" y="0"/>
                      <a:pt x="71160" y="0"/>
                    </a:cubicBezTo>
                    <a:lnTo>
                      <a:pt x="71460" y="0"/>
                    </a:lnTo>
                    <a:cubicBezTo>
                      <a:pt x="111824" y="0"/>
                      <a:pt x="142919" y="31008"/>
                      <a:pt x="142919" y="76030"/>
                    </a:cubicBezTo>
                    <a:lnTo>
                      <a:pt x="142919" y="129400"/>
                    </a:lnTo>
                    <a:lnTo>
                      <a:pt x="0" y="129400"/>
                    </a:lnTo>
                    <a:close/>
                    <a:moveTo>
                      <a:pt x="120196" y="76030"/>
                    </a:moveTo>
                    <a:cubicBezTo>
                      <a:pt x="120196" y="45916"/>
                      <a:pt x="99864" y="26238"/>
                      <a:pt x="72058" y="26238"/>
                    </a:cubicBezTo>
                    <a:lnTo>
                      <a:pt x="71759" y="26238"/>
                    </a:lnTo>
                    <a:cubicBezTo>
                      <a:pt x="43653" y="26238"/>
                      <a:pt x="23023" y="45916"/>
                      <a:pt x="23023" y="76030"/>
                    </a:cubicBezTo>
                    <a:lnTo>
                      <a:pt x="23023" y="104355"/>
                    </a:lnTo>
                    <a:lnTo>
                      <a:pt x="120494" y="104355"/>
                    </a:lnTo>
                    <a:lnTo>
                      <a:pt x="120494" y="76030"/>
                    </a:lnTo>
                    <a:lnTo>
                      <a:pt x="120196" y="76030"/>
                    </a:ln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55EA2D9F-9CED-BEAD-A6BC-DB36E28372F5}"/>
                  </a:ext>
                </a:extLst>
              </p:cNvPr>
              <p:cNvSpPr/>
              <p:nvPr/>
            </p:nvSpPr>
            <p:spPr>
              <a:xfrm>
                <a:off x="9311063" y="1319702"/>
                <a:ext cx="148010" cy="110615"/>
              </a:xfrm>
              <a:custGeom>
                <a:avLst/>
                <a:gdLst>
                  <a:gd name="connsiteX0" fmla="*/ 125278 w 148010"/>
                  <a:gd name="connsiteY0" fmla="*/ 110616 h 110615"/>
                  <a:gd name="connsiteX1" fmla="*/ 107040 w 148010"/>
                  <a:gd name="connsiteY1" fmla="*/ 95410 h 110615"/>
                  <a:gd name="connsiteX2" fmla="*/ 125876 w 148010"/>
                  <a:gd name="connsiteY2" fmla="*/ 50090 h 110615"/>
                  <a:gd name="connsiteX3" fmla="*/ 107638 w 148010"/>
                  <a:gd name="connsiteY3" fmla="*/ 24747 h 110615"/>
                  <a:gd name="connsiteX4" fmla="*/ 107339 w 148010"/>
                  <a:gd name="connsiteY4" fmla="*/ 24747 h 110615"/>
                  <a:gd name="connsiteX5" fmla="*/ 85213 w 148010"/>
                  <a:gd name="connsiteY5" fmla="*/ 57246 h 110615"/>
                  <a:gd name="connsiteX6" fmla="*/ 42158 w 148010"/>
                  <a:gd name="connsiteY6" fmla="*/ 105249 h 110615"/>
                  <a:gd name="connsiteX7" fmla="*/ 41859 w 148010"/>
                  <a:gd name="connsiteY7" fmla="*/ 105249 h 110615"/>
                  <a:gd name="connsiteX8" fmla="*/ 0 w 148010"/>
                  <a:gd name="connsiteY8" fmla="*/ 56053 h 110615"/>
                  <a:gd name="connsiteX9" fmla="*/ 18239 w 148010"/>
                  <a:gd name="connsiteY9" fmla="*/ 3876 h 110615"/>
                  <a:gd name="connsiteX10" fmla="*/ 37374 w 148010"/>
                  <a:gd name="connsiteY10" fmla="*/ 17591 h 110615"/>
                  <a:gd name="connsiteX11" fmla="*/ 22425 w 148010"/>
                  <a:gd name="connsiteY11" fmla="*/ 56650 h 110615"/>
                  <a:gd name="connsiteX12" fmla="*/ 39467 w 148010"/>
                  <a:gd name="connsiteY12" fmla="*/ 80204 h 110615"/>
                  <a:gd name="connsiteX13" fmla="*/ 39766 w 148010"/>
                  <a:gd name="connsiteY13" fmla="*/ 80204 h 110615"/>
                  <a:gd name="connsiteX14" fmla="*/ 62490 w 148010"/>
                  <a:gd name="connsiteY14" fmla="*/ 46214 h 110615"/>
                  <a:gd name="connsiteX15" fmla="*/ 104648 w 148010"/>
                  <a:gd name="connsiteY15" fmla="*/ 0 h 110615"/>
                  <a:gd name="connsiteX16" fmla="*/ 104947 w 148010"/>
                  <a:gd name="connsiteY16" fmla="*/ 0 h 110615"/>
                  <a:gd name="connsiteX17" fmla="*/ 148002 w 148010"/>
                  <a:gd name="connsiteY17" fmla="*/ 51283 h 110615"/>
                  <a:gd name="connsiteX18" fmla="*/ 125278 w 148010"/>
                  <a:gd name="connsiteY18" fmla="*/ 110616 h 110615"/>
                  <a:gd name="connsiteX19" fmla="*/ 125278 w 148010"/>
                  <a:gd name="connsiteY19" fmla="*/ 110616 h 110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48010" h="110615">
                    <a:moveTo>
                      <a:pt x="125278" y="110616"/>
                    </a:moveTo>
                    <a:lnTo>
                      <a:pt x="107040" y="95410"/>
                    </a:lnTo>
                    <a:cubicBezTo>
                      <a:pt x="119000" y="81695"/>
                      <a:pt x="125876" y="67980"/>
                      <a:pt x="125876" y="50090"/>
                    </a:cubicBezTo>
                    <a:cubicBezTo>
                      <a:pt x="125876" y="34586"/>
                      <a:pt x="118701" y="24747"/>
                      <a:pt x="107638" y="24747"/>
                    </a:cubicBezTo>
                    <a:lnTo>
                      <a:pt x="107339" y="24747"/>
                    </a:lnTo>
                    <a:cubicBezTo>
                      <a:pt x="97173" y="24747"/>
                      <a:pt x="91492" y="30412"/>
                      <a:pt x="85213" y="57246"/>
                    </a:cubicBezTo>
                    <a:cubicBezTo>
                      <a:pt x="77738" y="87956"/>
                      <a:pt x="68769" y="105249"/>
                      <a:pt x="42158" y="105249"/>
                    </a:cubicBezTo>
                    <a:lnTo>
                      <a:pt x="41859" y="105249"/>
                    </a:lnTo>
                    <a:cubicBezTo>
                      <a:pt x="17043" y="105249"/>
                      <a:pt x="0" y="84676"/>
                      <a:pt x="0" y="56053"/>
                    </a:cubicBezTo>
                    <a:cubicBezTo>
                      <a:pt x="0" y="35182"/>
                      <a:pt x="6279" y="18486"/>
                      <a:pt x="18239" y="3876"/>
                    </a:cubicBezTo>
                    <a:lnTo>
                      <a:pt x="37374" y="17591"/>
                    </a:lnTo>
                    <a:cubicBezTo>
                      <a:pt x="27806" y="30412"/>
                      <a:pt x="22425" y="43531"/>
                      <a:pt x="22425" y="56650"/>
                    </a:cubicBezTo>
                    <a:cubicBezTo>
                      <a:pt x="22425" y="71558"/>
                      <a:pt x="29899" y="80204"/>
                      <a:pt x="39467" y="80204"/>
                    </a:cubicBezTo>
                    <a:lnTo>
                      <a:pt x="39766" y="80204"/>
                    </a:lnTo>
                    <a:cubicBezTo>
                      <a:pt x="50829" y="80204"/>
                      <a:pt x="55912" y="73645"/>
                      <a:pt x="62490" y="46214"/>
                    </a:cubicBezTo>
                    <a:cubicBezTo>
                      <a:pt x="69965" y="15802"/>
                      <a:pt x="80728" y="0"/>
                      <a:pt x="104648" y="0"/>
                    </a:cubicBezTo>
                    <a:lnTo>
                      <a:pt x="104947" y="0"/>
                    </a:lnTo>
                    <a:cubicBezTo>
                      <a:pt x="131856" y="0"/>
                      <a:pt x="148002" y="21169"/>
                      <a:pt x="148002" y="51283"/>
                    </a:cubicBezTo>
                    <a:cubicBezTo>
                      <a:pt x="148301" y="72750"/>
                      <a:pt x="140527" y="93323"/>
                      <a:pt x="125278" y="110616"/>
                    </a:cubicBezTo>
                    <a:lnTo>
                      <a:pt x="125278" y="110616"/>
                    </a:ln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388B50D5-DA5D-1F8D-AD35-E26906A8C83B}"/>
                  </a:ext>
                </a:extLst>
              </p:cNvPr>
              <p:cNvSpPr/>
              <p:nvPr/>
            </p:nvSpPr>
            <p:spPr>
              <a:xfrm>
                <a:off x="8537865" y="1319106"/>
                <a:ext cx="327996" cy="340494"/>
              </a:xfrm>
              <a:custGeom>
                <a:avLst/>
                <a:gdLst>
                  <a:gd name="connsiteX0" fmla="*/ 0 w 327996"/>
                  <a:gd name="connsiteY0" fmla="*/ 171142 h 340494"/>
                  <a:gd name="connsiteX1" fmla="*/ 0 w 327996"/>
                  <a:gd name="connsiteY1" fmla="*/ 170247 h 340494"/>
                  <a:gd name="connsiteX2" fmla="*/ 180293 w 327996"/>
                  <a:gd name="connsiteY2" fmla="*/ 0 h 340494"/>
                  <a:gd name="connsiteX3" fmla="*/ 316933 w 327996"/>
                  <a:gd name="connsiteY3" fmla="*/ 49494 h 340494"/>
                  <a:gd name="connsiteX4" fmla="*/ 255939 w 327996"/>
                  <a:gd name="connsiteY4" fmla="*/ 123139 h 340494"/>
                  <a:gd name="connsiteX5" fmla="*/ 183582 w 327996"/>
                  <a:gd name="connsiteY5" fmla="*/ 94814 h 340494"/>
                  <a:gd name="connsiteX6" fmla="*/ 110329 w 327996"/>
                  <a:gd name="connsiteY6" fmla="*/ 171738 h 340494"/>
                  <a:gd name="connsiteX7" fmla="*/ 110329 w 327996"/>
                  <a:gd name="connsiteY7" fmla="*/ 172633 h 340494"/>
                  <a:gd name="connsiteX8" fmla="*/ 188366 w 327996"/>
                  <a:gd name="connsiteY8" fmla="*/ 250451 h 340494"/>
                  <a:gd name="connsiteX9" fmla="*/ 225740 w 327996"/>
                  <a:gd name="connsiteY9" fmla="*/ 242997 h 340494"/>
                  <a:gd name="connsiteX10" fmla="*/ 225740 w 327996"/>
                  <a:gd name="connsiteY10" fmla="*/ 210200 h 340494"/>
                  <a:gd name="connsiteX11" fmla="*/ 169829 w 327996"/>
                  <a:gd name="connsiteY11" fmla="*/ 210200 h 340494"/>
                  <a:gd name="connsiteX12" fmla="*/ 169829 w 327996"/>
                  <a:gd name="connsiteY12" fmla="*/ 140133 h 340494"/>
                  <a:gd name="connsiteX13" fmla="*/ 327996 w 327996"/>
                  <a:gd name="connsiteY13" fmla="*/ 140133 h 340494"/>
                  <a:gd name="connsiteX14" fmla="*/ 327996 w 327996"/>
                  <a:gd name="connsiteY14" fmla="*/ 291597 h 340494"/>
                  <a:gd name="connsiteX15" fmla="*/ 183881 w 327996"/>
                  <a:gd name="connsiteY15" fmla="*/ 340495 h 340494"/>
                  <a:gd name="connsiteX16" fmla="*/ 0 w 327996"/>
                  <a:gd name="connsiteY16" fmla="*/ 171142 h 340494"/>
                  <a:gd name="connsiteX17" fmla="*/ 0 w 327996"/>
                  <a:gd name="connsiteY17" fmla="*/ 171142 h 340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7996" h="340494">
                    <a:moveTo>
                      <a:pt x="0" y="171142"/>
                    </a:moveTo>
                    <a:lnTo>
                      <a:pt x="0" y="170247"/>
                    </a:lnTo>
                    <a:cubicBezTo>
                      <a:pt x="0" y="72750"/>
                      <a:pt x="77140" y="0"/>
                      <a:pt x="180293" y="0"/>
                    </a:cubicBezTo>
                    <a:cubicBezTo>
                      <a:pt x="236205" y="0"/>
                      <a:pt x="281652" y="18784"/>
                      <a:pt x="316933" y="49494"/>
                    </a:cubicBezTo>
                    <a:lnTo>
                      <a:pt x="255939" y="123139"/>
                    </a:lnTo>
                    <a:cubicBezTo>
                      <a:pt x="234411" y="104951"/>
                      <a:pt x="210791" y="94814"/>
                      <a:pt x="183582" y="94814"/>
                    </a:cubicBezTo>
                    <a:cubicBezTo>
                      <a:pt x="141125" y="94814"/>
                      <a:pt x="110329" y="127611"/>
                      <a:pt x="110329" y="171738"/>
                    </a:cubicBezTo>
                    <a:lnTo>
                      <a:pt x="110329" y="172633"/>
                    </a:lnTo>
                    <a:cubicBezTo>
                      <a:pt x="110329" y="218847"/>
                      <a:pt x="142620" y="250451"/>
                      <a:pt x="188366" y="250451"/>
                    </a:cubicBezTo>
                    <a:cubicBezTo>
                      <a:pt x="206904" y="250451"/>
                      <a:pt x="217369" y="247768"/>
                      <a:pt x="225740" y="242997"/>
                    </a:cubicBezTo>
                    <a:lnTo>
                      <a:pt x="225740" y="210200"/>
                    </a:lnTo>
                    <a:lnTo>
                      <a:pt x="169829" y="210200"/>
                    </a:lnTo>
                    <a:lnTo>
                      <a:pt x="169829" y="140133"/>
                    </a:lnTo>
                    <a:lnTo>
                      <a:pt x="327996" y="140133"/>
                    </a:lnTo>
                    <a:lnTo>
                      <a:pt x="327996" y="291597"/>
                    </a:lnTo>
                    <a:cubicBezTo>
                      <a:pt x="292416" y="320518"/>
                      <a:pt x="243082" y="340495"/>
                      <a:pt x="183881" y="340495"/>
                    </a:cubicBezTo>
                    <a:cubicBezTo>
                      <a:pt x="81625" y="340495"/>
                      <a:pt x="0" y="272217"/>
                      <a:pt x="0" y="171142"/>
                    </a:cubicBezTo>
                    <a:lnTo>
                      <a:pt x="0" y="171142"/>
                    </a:ln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E85637FD-FEAD-185F-7E13-11537B48D3D9}"/>
                  </a:ext>
                </a:extLst>
              </p:cNvPr>
              <p:cNvSpPr/>
              <p:nvPr/>
            </p:nvSpPr>
            <p:spPr>
              <a:xfrm>
                <a:off x="8897255" y="1319106"/>
                <a:ext cx="356699" cy="340494"/>
              </a:xfrm>
              <a:custGeom>
                <a:avLst/>
                <a:gdLst>
                  <a:gd name="connsiteX0" fmla="*/ 0 w 356699"/>
                  <a:gd name="connsiteY0" fmla="*/ 171142 h 340494"/>
                  <a:gd name="connsiteX1" fmla="*/ 0 w 356699"/>
                  <a:gd name="connsiteY1" fmla="*/ 170247 h 340494"/>
                  <a:gd name="connsiteX2" fmla="*/ 178798 w 356699"/>
                  <a:gd name="connsiteY2" fmla="*/ 0 h 340494"/>
                  <a:gd name="connsiteX3" fmla="*/ 356700 w 356699"/>
                  <a:gd name="connsiteY3" fmla="*/ 169353 h 340494"/>
                  <a:gd name="connsiteX4" fmla="*/ 356700 w 356699"/>
                  <a:gd name="connsiteY4" fmla="*/ 170247 h 340494"/>
                  <a:gd name="connsiteX5" fmla="*/ 177901 w 356699"/>
                  <a:gd name="connsiteY5" fmla="*/ 340495 h 340494"/>
                  <a:gd name="connsiteX6" fmla="*/ 0 w 356699"/>
                  <a:gd name="connsiteY6" fmla="*/ 171142 h 340494"/>
                  <a:gd name="connsiteX7" fmla="*/ 0 w 356699"/>
                  <a:gd name="connsiteY7" fmla="*/ 171142 h 340494"/>
                  <a:gd name="connsiteX8" fmla="*/ 246670 w 356699"/>
                  <a:gd name="connsiteY8" fmla="*/ 171142 h 340494"/>
                  <a:gd name="connsiteX9" fmla="*/ 246670 w 356699"/>
                  <a:gd name="connsiteY9" fmla="*/ 170247 h 340494"/>
                  <a:gd name="connsiteX10" fmla="*/ 178200 w 356699"/>
                  <a:gd name="connsiteY10" fmla="*/ 96603 h 340494"/>
                  <a:gd name="connsiteX11" fmla="*/ 110628 w 356699"/>
                  <a:gd name="connsiteY11" fmla="*/ 169353 h 340494"/>
                  <a:gd name="connsiteX12" fmla="*/ 110628 w 356699"/>
                  <a:gd name="connsiteY12" fmla="*/ 170247 h 340494"/>
                  <a:gd name="connsiteX13" fmla="*/ 179097 w 356699"/>
                  <a:gd name="connsiteY13" fmla="*/ 243892 h 340494"/>
                  <a:gd name="connsiteX14" fmla="*/ 246670 w 356699"/>
                  <a:gd name="connsiteY14" fmla="*/ 171142 h 340494"/>
                  <a:gd name="connsiteX15" fmla="*/ 246670 w 356699"/>
                  <a:gd name="connsiteY15" fmla="*/ 171142 h 340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56699" h="340494">
                    <a:moveTo>
                      <a:pt x="0" y="171142"/>
                    </a:moveTo>
                    <a:lnTo>
                      <a:pt x="0" y="170247"/>
                    </a:lnTo>
                    <a:cubicBezTo>
                      <a:pt x="0" y="75434"/>
                      <a:pt x="78037" y="0"/>
                      <a:pt x="178798" y="0"/>
                    </a:cubicBezTo>
                    <a:cubicBezTo>
                      <a:pt x="279559" y="0"/>
                      <a:pt x="356700" y="74539"/>
                      <a:pt x="356700" y="169353"/>
                    </a:cubicBezTo>
                    <a:lnTo>
                      <a:pt x="356700" y="170247"/>
                    </a:lnTo>
                    <a:cubicBezTo>
                      <a:pt x="356700" y="265061"/>
                      <a:pt x="278662" y="340495"/>
                      <a:pt x="177901" y="340495"/>
                    </a:cubicBezTo>
                    <a:cubicBezTo>
                      <a:pt x="77140" y="340495"/>
                      <a:pt x="0" y="265955"/>
                      <a:pt x="0" y="171142"/>
                    </a:cubicBezTo>
                    <a:lnTo>
                      <a:pt x="0" y="171142"/>
                    </a:lnTo>
                    <a:close/>
                    <a:moveTo>
                      <a:pt x="246670" y="171142"/>
                    </a:moveTo>
                    <a:lnTo>
                      <a:pt x="246670" y="170247"/>
                    </a:lnTo>
                    <a:cubicBezTo>
                      <a:pt x="246670" y="131487"/>
                      <a:pt x="220059" y="96603"/>
                      <a:pt x="178200" y="96603"/>
                    </a:cubicBezTo>
                    <a:cubicBezTo>
                      <a:pt x="136341" y="96603"/>
                      <a:pt x="110628" y="131189"/>
                      <a:pt x="110628" y="169353"/>
                    </a:cubicBezTo>
                    <a:lnTo>
                      <a:pt x="110628" y="170247"/>
                    </a:lnTo>
                    <a:cubicBezTo>
                      <a:pt x="110628" y="209008"/>
                      <a:pt x="137238" y="243892"/>
                      <a:pt x="179097" y="243892"/>
                    </a:cubicBezTo>
                    <a:cubicBezTo>
                      <a:pt x="220956" y="243892"/>
                      <a:pt x="246670" y="209306"/>
                      <a:pt x="246670" y="171142"/>
                    </a:cubicBezTo>
                    <a:lnTo>
                      <a:pt x="246670" y="171142"/>
                    </a:ln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DA16889B-3F2F-C311-3B6D-EEA20F00934E}"/>
                  </a:ext>
                </a:extLst>
              </p:cNvPr>
              <p:cNvSpPr/>
              <p:nvPr/>
            </p:nvSpPr>
            <p:spPr>
              <a:xfrm>
                <a:off x="8897255" y="1688223"/>
                <a:ext cx="356699" cy="340494"/>
              </a:xfrm>
              <a:custGeom>
                <a:avLst/>
                <a:gdLst>
                  <a:gd name="connsiteX0" fmla="*/ 0 w 356699"/>
                  <a:gd name="connsiteY0" fmla="*/ 171142 h 340494"/>
                  <a:gd name="connsiteX1" fmla="*/ 0 w 356699"/>
                  <a:gd name="connsiteY1" fmla="*/ 170247 h 340494"/>
                  <a:gd name="connsiteX2" fmla="*/ 178798 w 356699"/>
                  <a:gd name="connsiteY2" fmla="*/ 0 h 340494"/>
                  <a:gd name="connsiteX3" fmla="*/ 356700 w 356699"/>
                  <a:gd name="connsiteY3" fmla="*/ 169353 h 340494"/>
                  <a:gd name="connsiteX4" fmla="*/ 356700 w 356699"/>
                  <a:gd name="connsiteY4" fmla="*/ 170247 h 340494"/>
                  <a:gd name="connsiteX5" fmla="*/ 177901 w 356699"/>
                  <a:gd name="connsiteY5" fmla="*/ 340495 h 340494"/>
                  <a:gd name="connsiteX6" fmla="*/ 0 w 356699"/>
                  <a:gd name="connsiteY6" fmla="*/ 171142 h 340494"/>
                  <a:gd name="connsiteX7" fmla="*/ 0 w 356699"/>
                  <a:gd name="connsiteY7" fmla="*/ 171142 h 340494"/>
                  <a:gd name="connsiteX8" fmla="*/ 246670 w 356699"/>
                  <a:gd name="connsiteY8" fmla="*/ 171142 h 340494"/>
                  <a:gd name="connsiteX9" fmla="*/ 246670 w 356699"/>
                  <a:gd name="connsiteY9" fmla="*/ 170247 h 340494"/>
                  <a:gd name="connsiteX10" fmla="*/ 178200 w 356699"/>
                  <a:gd name="connsiteY10" fmla="*/ 96603 h 340494"/>
                  <a:gd name="connsiteX11" fmla="*/ 110628 w 356699"/>
                  <a:gd name="connsiteY11" fmla="*/ 169353 h 340494"/>
                  <a:gd name="connsiteX12" fmla="*/ 110628 w 356699"/>
                  <a:gd name="connsiteY12" fmla="*/ 170247 h 340494"/>
                  <a:gd name="connsiteX13" fmla="*/ 179097 w 356699"/>
                  <a:gd name="connsiteY13" fmla="*/ 243892 h 340494"/>
                  <a:gd name="connsiteX14" fmla="*/ 246670 w 356699"/>
                  <a:gd name="connsiteY14" fmla="*/ 171142 h 340494"/>
                  <a:gd name="connsiteX15" fmla="*/ 246670 w 356699"/>
                  <a:gd name="connsiteY15" fmla="*/ 171142 h 340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56699" h="340494">
                    <a:moveTo>
                      <a:pt x="0" y="171142"/>
                    </a:moveTo>
                    <a:lnTo>
                      <a:pt x="0" y="170247"/>
                    </a:lnTo>
                    <a:cubicBezTo>
                      <a:pt x="0" y="75434"/>
                      <a:pt x="78037" y="0"/>
                      <a:pt x="178798" y="0"/>
                    </a:cubicBezTo>
                    <a:cubicBezTo>
                      <a:pt x="279559" y="0"/>
                      <a:pt x="356700" y="74539"/>
                      <a:pt x="356700" y="169353"/>
                    </a:cubicBezTo>
                    <a:lnTo>
                      <a:pt x="356700" y="170247"/>
                    </a:lnTo>
                    <a:cubicBezTo>
                      <a:pt x="356700" y="265061"/>
                      <a:pt x="278662" y="340495"/>
                      <a:pt x="177901" y="340495"/>
                    </a:cubicBezTo>
                    <a:cubicBezTo>
                      <a:pt x="77140" y="340495"/>
                      <a:pt x="0" y="265955"/>
                      <a:pt x="0" y="171142"/>
                    </a:cubicBezTo>
                    <a:lnTo>
                      <a:pt x="0" y="171142"/>
                    </a:lnTo>
                    <a:close/>
                    <a:moveTo>
                      <a:pt x="246670" y="171142"/>
                    </a:moveTo>
                    <a:lnTo>
                      <a:pt x="246670" y="170247"/>
                    </a:lnTo>
                    <a:cubicBezTo>
                      <a:pt x="246670" y="131487"/>
                      <a:pt x="220059" y="96603"/>
                      <a:pt x="178200" y="96603"/>
                    </a:cubicBezTo>
                    <a:cubicBezTo>
                      <a:pt x="136341" y="96603"/>
                      <a:pt x="110628" y="131189"/>
                      <a:pt x="110628" y="169353"/>
                    </a:cubicBezTo>
                    <a:lnTo>
                      <a:pt x="110628" y="170247"/>
                    </a:lnTo>
                    <a:cubicBezTo>
                      <a:pt x="110628" y="209008"/>
                      <a:pt x="137238" y="243892"/>
                      <a:pt x="179097" y="243892"/>
                    </a:cubicBezTo>
                    <a:cubicBezTo>
                      <a:pt x="220956" y="243892"/>
                      <a:pt x="246670" y="209306"/>
                      <a:pt x="246670" y="171142"/>
                    </a:cubicBezTo>
                    <a:lnTo>
                      <a:pt x="246670" y="171142"/>
                    </a:ln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1C57F422-1932-3C2D-9774-522CF114CCA4}"/>
                  </a:ext>
                </a:extLst>
              </p:cNvPr>
              <p:cNvSpPr/>
              <p:nvPr/>
            </p:nvSpPr>
            <p:spPr>
              <a:xfrm>
                <a:off x="8550721" y="1694782"/>
                <a:ext cx="327398" cy="327375"/>
              </a:xfrm>
              <a:custGeom>
                <a:avLst/>
                <a:gdLst>
                  <a:gd name="connsiteX0" fmla="*/ 327398 w 327398"/>
                  <a:gd name="connsiteY0" fmla="*/ 0 h 327375"/>
                  <a:gd name="connsiteX1" fmla="*/ 0 w 327398"/>
                  <a:gd name="connsiteY1" fmla="*/ 0 h 327375"/>
                  <a:gd name="connsiteX2" fmla="*/ 0 w 327398"/>
                  <a:gd name="connsiteY2" fmla="*/ 93323 h 327375"/>
                  <a:gd name="connsiteX3" fmla="*/ 109731 w 327398"/>
                  <a:gd name="connsiteY3" fmla="*/ 93323 h 327375"/>
                  <a:gd name="connsiteX4" fmla="*/ 109731 w 327398"/>
                  <a:gd name="connsiteY4" fmla="*/ 327376 h 327375"/>
                  <a:gd name="connsiteX5" fmla="*/ 217369 w 327398"/>
                  <a:gd name="connsiteY5" fmla="*/ 327376 h 327375"/>
                  <a:gd name="connsiteX6" fmla="*/ 217369 w 327398"/>
                  <a:gd name="connsiteY6" fmla="*/ 93323 h 327375"/>
                  <a:gd name="connsiteX7" fmla="*/ 327398 w 327398"/>
                  <a:gd name="connsiteY7" fmla="*/ 93323 h 327375"/>
                  <a:gd name="connsiteX8" fmla="*/ 327398 w 327398"/>
                  <a:gd name="connsiteY8" fmla="*/ 0 h 327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7398" h="327375">
                    <a:moveTo>
                      <a:pt x="327398" y="0"/>
                    </a:moveTo>
                    <a:lnTo>
                      <a:pt x="0" y="0"/>
                    </a:lnTo>
                    <a:lnTo>
                      <a:pt x="0" y="93323"/>
                    </a:lnTo>
                    <a:lnTo>
                      <a:pt x="109731" y="93323"/>
                    </a:lnTo>
                    <a:lnTo>
                      <a:pt x="109731" y="327376"/>
                    </a:lnTo>
                    <a:lnTo>
                      <a:pt x="217369" y="327376"/>
                    </a:lnTo>
                    <a:lnTo>
                      <a:pt x="217369" y="93323"/>
                    </a:lnTo>
                    <a:lnTo>
                      <a:pt x="327398" y="93323"/>
                    </a:lnTo>
                    <a:lnTo>
                      <a:pt x="327398" y="0"/>
                    </a:ln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D1C1A47A-A058-E374-AB76-C093E16950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105400" y="2852662"/>
              <a:ext cx="1168389" cy="376480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DB3EC546-C4BB-9240-B91D-97195184B0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79511" y="2828453"/>
              <a:ext cx="1039579" cy="431856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71CC1FA5-1F4B-6F16-AA05-9DF2D0403D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24811" y="2890664"/>
              <a:ext cx="1161801" cy="384371"/>
            </a:xfrm>
            <a:prstGeom prst="rect">
              <a:avLst/>
            </a:prstGeom>
          </p:spPr>
        </p:pic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0E28F44E-8271-C536-88A1-97A5E93BEE3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692331" y="2907559"/>
              <a:ext cx="1087736" cy="384372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78EE76EA-9C30-4474-22E4-BF3A2337A9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145545" y="3695236"/>
              <a:ext cx="1063356" cy="376480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E0B83D11-6679-3202-E243-171A20AFE7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680511" y="3593727"/>
              <a:ext cx="898645" cy="579499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AA1C9776-C018-9502-C470-27FD01DA54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124811" y="3723564"/>
              <a:ext cx="1161801" cy="319822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91AB119-8B28-F7D8-B9A4-92E2E6B61C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468050" y="2343150"/>
              <a:ext cx="0" cy="21717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88825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76">
          <p15:clr>
            <a:srgbClr val="FBAE40"/>
          </p15:clr>
        </p15:guide>
        <p15:guide id="2" pos="3216">
          <p15:clr>
            <a:srgbClr val="FBAE40"/>
          </p15:clr>
        </p15:guide>
        <p15:guide id="3" pos="2808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B |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0460F523-E260-BF0A-8C1B-F4235CA7769E}"/>
              </a:ext>
            </a:extLst>
          </p:cNvPr>
          <p:cNvSpPr/>
          <p:nvPr/>
        </p:nvSpPr>
        <p:spPr>
          <a:xfrm>
            <a:off x="568441" y="1295400"/>
            <a:ext cx="5082540" cy="37441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1FD528D-6585-B210-A76C-67FF3F85F6EA}"/>
              </a:ext>
            </a:extLst>
          </p:cNvPr>
          <p:cNvGrpSpPr/>
          <p:nvPr/>
        </p:nvGrpSpPr>
        <p:grpSpPr>
          <a:xfrm>
            <a:off x="6541021" y="1762622"/>
            <a:ext cx="4209001" cy="2741587"/>
            <a:chOff x="5669651" y="1928698"/>
            <a:chExt cx="5463169" cy="3558505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28D56A6-F105-E452-90FE-62F3170C5196}"/>
                </a:ext>
              </a:extLst>
            </p:cNvPr>
            <p:cNvGrpSpPr/>
            <p:nvPr userDrawn="1"/>
          </p:nvGrpSpPr>
          <p:grpSpPr>
            <a:xfrm>
              <a:off x="7325947" y="1928698"/>
              <a:ext cx="2150575" cy="1656600"/>
              <a:chOff x="8537865" y="1319106"/>
              <a:chExt cx="921208" cy="709611"/>
            </a:xfrm>
          </p:grpSpPr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E0EA4E9E-1709-2AA1-7BCD-4C9734C8A6DF}"/>
                  </a:ext>
                </a:extLst>
              </p:cNvPr>
              <p:cNvSpPr/>
              <p:nvPr/>
            </p:nvSpPr>
            <p:spPr>
              <a:xfrm>
                <a:off x="9313753" y="1915716"/>
                <a:ext cx="142919" cy="106441"/>
              </a:xfrm>
              <a:custGeom>
                <a:avLst/>
                <a:gdLst>
                  <a:gd name="connsiteX0" fmla="*/ 0 w 142919"/>
                  <a:gd name="connsiteY0" fmla="*/ 106442 h 106441"/>
                  <a:gd name="connsiteX1" fmla="*/ 142919 w 142919"/>
                  <a:gd name="connsiteY1" fmla="*/ 106442 h 106441"/>
                  <a:gd name="connsiteX2" fmla="*/ 142919 w 142919"/>
                  <a:gd name="connsiteY2" fmla="*/ 81397 h 106441"/>
                  <a:gd name="connsiteX3" fmla="*/ 84914 w 142919"/>
                  <a:gd name="connsiteY3" fmla="*/ 81397 h 106441"/>
                  <a:gd name="connsiteX4" fmla="*/ 84914 w 142919"/>
                  <a:gd name="connsiteY4" fmla="*/ 9243 h 106441"/>
                  <a:gd name="connsiteX5" fmla="*/ 61892 w 142919"/>
                  <a:gd name="connsiteY5" fmla="*/ 9243 h 106441"/>
                  <a:gd name="connsiteX6" fmla="*/ 61892 w 142919"/>
                  <a:gd name="connsiteY6" fmla="*/ 81397 h 106441"/>
                  <a:gd name="connsiteX7" fmla="*/ 22724 w 142919"/>
                  <a:gd name="connsiteY7" fmla="*/ 81397 h 106441"/>
                  <a:gd name="connsiteX8" fmla="*/ 22724 w 142919"/>
                  <a:gd name="connsiteY8" fmla="*/ 0 h 106441"/>
                  <a:gd name="connsiteX9" fmla="*/ 0 w 142919"/>
                  <a:gd name="connsiteY9" fmla="*/ 0 h 106441"/>
                  <a:gd name="connsiteX10" fmla="*/ 0 w 142919"/>
                  <a:gd name="connsiteY10" fmla="*/ 106442 h 1064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2919" h="106441">
                    <a:moveTo>
                      <a:pt x="0" y="106442"/>
                    </a:moveTo>
                    <a:lnTo>
                      <a:pt x="142919" y="106442"/>
                    </a:lnTo>
                    <a:lnTo>
                      <a:pt x="142919" y="81397"/>
                    </a:lnTo>
                    <a:lnTo>
                      <a:pt x="84914" y="81397"/>
                    </a:lnTo>
                    <a:lnTo>
                      <a:pt x="84914" y="9243"/>
                    </a:lnTo>
                    <a:lnTo>
                      <a:pt x="61892" y="9243"/>
                    </a:lnTo>
                    <a:lnTo>
                      <a:pt x="61892" y="81397"/>
                    </a:lnTo>
                    <a:lnTo>
                      <a:pt x="22724" y="81397"/>
                    </a:lnTo>
                    <a:lnTo>
                      <a:pt x="22724" y="0"/>
                    </a:lnTo>
                    <a:lnTo>
                      <a:pt x="0" y="0"/>
                    </a:lnTo>
                    <a:lnTo>
                      <a:pt x="0" y="106442"/>
                    </a:ln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B6AE1DC8-3995-EF90-F386-7BCB8B9880DA}"/>
                  </a:ext>
                </a:extLst>
              </p:cNvPr>
              <p:cNvSpPr/>
              <p:nvPr/>
            </p:nvSpPr>
            <p:spPr>
              <a:xfrm>
                <a:off x="9311063" y="1755010"/>
                <a:ext cx="148003" cy="149674"/>
              </a:xfrm>
              <a:custGeom>
                <a:avLst/>
                <a:gdLst>
                  <a:gd name="connsiteX0" fmla="*/ 74449 w 148003"/>
                  <a:gd name="connsiteY0" fmla="*/ 149674 h 149674"/>
                  <a:gd name="connsiteX1" fmla="*/ 74150 w 148003"/>
                  <a:gd name="connsiteY1" fmla="*/ 149674 h 149674"/>
                  <a:gd name="connsiteX2" fmla="*/ 0 w 148003"/>
                  <a:gd name="connsiteY2" fmla="*/ 74539 h 149674"/>
                  <a:gd name="connsiteX3" fmla="*/ 73553 w 148003"/>
                  <a:gd name="connsiteY3" fmla="*/ 0 h 149674"/>
                  <a:gd name="connsiteX4" fmla="*/ 73851 w 148003"/>
                  <a:gd name="connsiteY4" fmla="*/ 0 h 149674"/>
                  <a:gd name="connsiteX5" fmla="*/ 148002 w 148003"/>
                  <a:gd name="connsiteY5" fmla="*/ 75135 h 149674"/>
                  <a:gd name="connsiteX6" fmla="*/ 74449 w 148003"/>
                  <a:gd name="connsiteY6" fmla="*/ 149674 h 149674"/>
                  <a:gd name="connsiteX7" fmla="*/ 74449 w 148003"/>
                  <a:gd name="connsiteY7" fmla="*/ 149674 h 149674"/>
                  <a:gd name="connsiteX8" fmla="*/ 74449 w 148003"/>
                  <a:gd name="connsiteY8" fmla="*/ 26238 h 149674"/>
                  <a:gd name="connsiteX9" fmla="*/ 74150 w 148003"/>
                  <a:gd name="connsiteY9" fmla="*/ 26238 h 149674"/>
                  <a:gd name="connsiteX10" fmla="*/ 23321 w 148003"/>
                  <a:gd name="connsiteY10" fmla="*/ 74837 h 149674"/>
                  <a:gd name="connsiteX11" fmla="*/ 73851 w 148003"/>
                  <a:gd name="connsiteY11" fmla="*/ 123139 h 149674"/>
                  <a:gd name="connsiteX12" fmla="*/ 74150 w 148003"/>
                  <a:gd name="connsiteY12" fmla="*/ 123139 h 149674"/>
                  <a:gd name="connsiteX13" fmla="*/ 124979 w 148003"/>
                  <a:gd name="connsiteY13" fmla="*/ 74539 h 149674"/>
                  <a:gd name="connsiteX14" fmla="*/ 74449 w 148003"/>
                  <a:gd name="connsiteY14" fmla="*/ 26238 h 149674"/>
                  <a:gd name="connsiteX15" fmla="*/ 74449 w 148003"/>
                  <a:gd name="connsiteY15" fmla="*/ 26238 h 149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8003" h="149674">
                    <a:moveTo>
                      <a:pt x="74449" y="149674"/>
                    </a:moveTo>
                    <a:lnTo>
                      <a:pt x="74150" y="149674"/>
                    </a:lnTo>
                    <a:cubicBezTo>
                      <a:pt x="33786" y="149674"/>
                      <a:pt x="0" y="118666"/>
                      <a:pt x="0" y="74539"/>
                    </a:cubicBezTo>
                    <a:cubicBezTo>
                      <a:pt x="0" y="30412"/>
                      <a:pt x="33188" y="0"/>
                      <a:pt x="73553" y="0"/>
                    </a:cubicBezTo>
                    <a:lnTo>
                      <a:pt x="73851" y="0"/>
                    </a:lnTo>
                    <a:cubicBezTo>
                      <a:pt x="114216" y="0"/>
                      <a:pt x="148002" y="31008"/>
                      <a:pt x="148002" y="75135"/>
                    </a:cubicBezTo>
                    <a:cubicBezTo>
                      <a:pt x="148301" y="118964"/>
                      <a:pt x="114814" y="149674"/>
                      <a:pt x="74449" y="149674"/>
                    </a:cubicBezTo>
                    <a:lnTo>
                      <a:pt x="74449" y="149674"/>
                    </a:lnTo>
                    <a:close/>
                    <a:moveTo>
                      <a:pt x="74449" y="26238"/>
                    </a:moveTo>
                    <a:lnTo>
                      <a:pt x="74150" y="26238"/>
                    </a:lnTo>
                    <a:cubicBezTo>
                      <a:pt x="46344" y="26238"/>
                      <a:pt x="23321" y="46512"/>
                      <a:pt x="23321" y="74837"/>
                    </a:cubicBezTo>
                    <a:cubicBezTo>
                      <a:pt x="23321" y="103162"/>
                      <a:pt x="46045" y="123139"/>
                      <a:pt x="73851" y="123139"/>
                    </a:cubicBezTo>
                    <a:lnTo>
                      <a:pt x="74150" y="123139"/>
                    </a:lnTo>
                    <a:cubicBezTo>
                      <a:pt x="101957" y="123139"/>
                      <a:pt x="124979" y="102864"/>
                      <a:pt x="124979" y="74539"/>
                    </a:cubicBezTo>
                    <a:cubicBezTo>
                      <a:pt x="124979" y="46214"/>
                      <a:pt x="102256" y="26238"/>
                      <a:pt x="74449" y="26238"/>
                    </a:cubicBezTo>
                    <a:lnTo>
                      <a:pt x="74449" y="26238"/>
                    </a:ln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B9508DF4-E1C0-E32B-E6B3-F567C1C80451}"/>
                  </a:ext>
                </a:extLst>
              </p:cNvPr>
              <p:cNvSpPr/>
              <p:nvPr/>
            </p:nvSpPr>
            <p:spPr>
              <a:xfrm>
                <a:off x="9311063" y="1591024"/>
                <a:ext cx="148003" cy="149674"/>
              </a:xfrm>
              <a:custGeom>
                <a:avLst/>
                <a:gdLst>
                  <a:gd name="connsiteX0" fmla="*/ 74449 w 148003"/>
                  <a:gd name="connsiteY0" fmla="*/ 149674 h 149674"/>
                  <a:gd name="connsiteX1" fmla="*/ 74150 w 148003"/>
                  <a:gd name="connsiteY1" fmla="*/ 149674 h 149674"/>
                  <a:gd name="connsiteX2" fmla="*/ 0 w 148003"/>
                  <a:gd name="connsiteY2" fmla="*/ 74539 h 149674"/>
                  <a:gd name="connsiteX3" fmla="*/ 73553 w 148003"/>
                  <a:gd name="connsiteY3" fmla="*/ 0 h 149674"/>
                  <a:gd name="connsiteX4" fmla="*/ 73851 w 148003"/>
                  <a:gd name="connsiteY4" fmla="*/ 0 h 149674"/>
                  <a:gd name="connsiteX5" fmla="*/ 148002 w 148003"/>
                  <a:gd name="connsiteY5" fmla="*/ 75135 h 149674"/>
                  <a:gd name="connsiteX6" fmla="*/ 74449 w 148003"/>
                  <a:gd name="connsiteY6" fmla="*/ 149674 h 149674"/>
                  <a:gd name="connsiteX7" fmla="*/ 74449 w 148003"/>
                  <a:gd name="connsiteY7" fmla="*/ 149674 h 149674"/>
                  <a:gd name="connsiteX8" fmla="*/ 74449 w 148003"/>
                  <a:gd name="connsiteY8" fmla="*/ 26536 h 149674"/>
                  <a:gd name="connsiteX9" fmla="*/ 74150 w 148003"/>
                  <a:gd name="connsiteY9" fmla="*/ 26536 h 149674"/>
                  <a:gd name="connsiteX10" fmla="*/ 23321 w 148003"/>
                  <a:gd name="connsiteY10" fmla="*/ 75135 h 149674"/>
                  <a:gd name="connsiteX11" fmla="*/ 73851 w 148003"/>
                  <a:gd name="connsiteY11" fmla="*/ 123437 h 149674"/>
                  <a:gd name="connsiteX12" fmla="*/ 74150 w 148003"/>
                  <a:gd name="connsiteY12" fmla="*/ 123437 h 149674"/>
                  <a:gd name="connsiteX13" fmla="*/ 124979 w 148003"/>
                  <a:gd name="connsiteY13" fmla="*/ 74837 h 149674"/>
                  <a:gd name="connsiteX14" fmla="*/ 74449 w 148003"/>
                  <a:gd name="connsiteY14" fmla="*/ 26536 h 149674"/>
                  <a:gd name="connsiteX15" fmla="*/ 74449 w 148003"/>
                  <a:gd name="connsiteY15" fmla="*/ 26536 h 149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8003" h="149674">
                    <a:moveTo>
                      <a:pt x="74449" y="149674"/>
                    </a:moveTo>
                    <a:lnTo>
                      <a:pt x="74150" y="149674"/>
                    </a:lnTo>
                    <a:cubicBezTo>
                      <a:pt x="33786" y="149674"/>
                      <a:pt x="0" y="118666"/>
                      <a:pt x="0" y="74539"/>
                    </a:cubicBezTo>
                    <a:cubicBezTo>
                      <a:pt x="0" y="30412"/>
                      <a:pt x="33188" y="0"/>
                      <a:pt x="73553" y="0"/>
                    </a:cubicBezTo>
                    <a:lnTo>
                      <a:pt x="73851" y="0"/>
                    </a:lnTo>
                    <a:cubicBezTo>
                      <a:pt x="114216" y="0"/>
                      <a:pt x="148002" y="31008"/>
                      <a:pt x="148002" y="75135"/>
                    </a:cubicBezTo>
                    <a:cubicBezTo>
                      <a:pt x="148301" y="118964"/>
                      <a:pt x="114814" y="149674"/>
                      <a:pt x="74449" y="149674"/>
                    </a:cubicBezTo>
                    <a:lnTo>
                      <a:pt x="74449" y="149674"/>
                    </a:lnTo>
                    <a:close/>
                    <a:moveTo>
                      <a:pt x="74449" y="26536"/>
                    </a:moveTo>
                    <a:lnTo>
                      <a:pt x="74150" y="26536"/>
                    </a:lnTo>
                    <a:cubicBezTo>
                      <a:pt x="46344" y="26536"/>
                      <a:pt x="23321" y="46811"/>
                      <a:pt x="23321" y="75135"/>
                    </a:cubicBezTo>
                    <a:cubicBezTo>
                      <a:pt x="23321" y="103460"/>
                      <a:pt x="46045" y="123437"/>
                      <a:pt x="73851" y="123437"/>
                    </a:cubicBezTo>
                    <a:lnTo>
                      <a:pt x="74150" y="123437"/>
                    </a:lnTo>
                    <a:cubicBezTo>
                      <a:pt x="101957" y="123437"/>
                      <a:pt x="124979" y="103162"/>
                      <a:pt x="124979" y="74837"/>
                    </a:cubicBezTo>
                    <a:cubicBezTo>
                      <a:pt x="124979" y="46512"/>
                      <a:pt x="102256" y="26536"/>
                      <a:pt x="74449" y="26536"/>
                    </a:cubicBezTo>
                    <a:lnTo>
                      <a:pt x="74449" y="26536"/>
                    </a:ln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4B5B103A-C560-E8CA-98C3-8DE52FC7E74C}"/>
                  </a:ext>
                </a:extLst>
              </p:cNvPr>
              <p:cNvSpPr/>
              <p:nvPr/>
            </p:nvSpPr>
            <p:spPr>
              <a:xfrm>
                <a:off x="9313753" y="1441350"/>
                <a:ext cx="142919" cy="129399"/>
              </a:xfrm>
              <a:custGeom>
                <a:avLst/>
                <a:gdLst>
                  <a:gd name="connsiteX0" fmla="*/ 0 w 142919"/>
                  <a:gd name="connsiteY0" fmla="*/ 129400 h 129399"/>
                  <a:gd name="connsiteX1" fmla="*/ 0 w 142919"/>
                  <a:gd name="connsiteY1" fmla="*/ 76030 h 129399"/>
                  <a:gd name="connsiteX2" fmla="*/ 71160 w 142919"/>
                  <a:gd name="connsiteY2" fmla="*/ 0 h 129399"/>
                  <a:gd name="connsiteX3" fmla="*/ 71460 w 142919"/>
                  <a:gd name="connsiteY3" fmla="*/ 0 h 129399"/>
                  <a:gd name="connsiteX4" fmla="*/ 142919 w 142919"/>
                  <a:gd name="connsiteY4" fmla="*/ 76030 h 129399"/>
                  <a:gd name="connsiteX5" fmla="*/ 142919 w 142919"/>
                  <a:gd name="connsiteY5" fmla="*/ 129400 h 129399"/>
                  <a:gd name="connsiteX6" fmla="*/ 0 w 142919"/>
                  <a:gd name="connsiteY6" fmla="*/ 129400 h 129399"/>
                  <a:gd name="connsiteX7" fmla="*/ 120196 w 142919"/>
                  <a:gd name="connsiteY7" fmla="*/ 76030 h 129399"/>
                  <a:gd name="connsiteX8" fmla="*/ 72058 w 142919"/>
                  <a:gd name="connsiteY8" fmla="*/ 26238 h 129399"/>
                  <a:gd name="connsiteX9" fmla="*/ 71759 w 142919"/>
                  <a:gd name="connsiteY9" fmla="*/ 26238 h 129399"/>
                  <a:gd name="connsiteX10" fmla="*/ 23023 w 142919"/>
                  <a:gd name="connsiteY10" fmla="*/ 76030 h 129399"/>
                  <a:gd name="connsiteX11" fmla="*/ 23023 w 142919"/>
                  <a:gd name="connsiteY11" fmla="*/ 104355 h 129399"/>
                  <a:gd name="connsiteX12" fmla="*/ 120494 w 142919"/>
                  <a:gd name="connsiteY12" fmla="*/ 104355 h 129399"/>
                  <a:gd name="connsiteX13" fmla="*/ 120494 w 142919"/>
                  <a:gd name="connsiteY13" fmla="*/ 76030 h 129399"/>
                  <a:gd name="connsiteX14" fmla="*/ 120196 w 142919"/>
                  <a:gd name="connsiteY14" fmla="*/ 76030 h 129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2919" h="129399">
                    <a:moveTo>
                      <a:pt x="0" y="129400"/>
                    </a:moveTo>
                    <a:lnTo>
                      <a:pt x="0" y="76030"/>
                    </a:lnTo>
                    <a:cubicBezTo>
                      <a:pt x="0" y="31008"/>
                      <a:pt x="30796" y="0"/>
                      <a:pt x="71160" y="0"/>
                    </a:cubicBezTo>
                    <a:lnTo>
                      <a:pt x="71460" y="0"/>
                    </a:lnTo>
                    <a:cubicBezTo>
                      <a:pt x="111824" y="0"/>
                      <a:pt x="142919" y="31008"/>
                      <a:pt x="142919" y="76030"/>
                    </a:cubicBezTo>
                    <a:lnTo>
                      <a:pt x="142919" y="129400"/>
                    </a:lnTo>
                    <a:lnTo>
                      <a:pt x="0" y="129400"/>
                    </a:lnTo>
                    <a:close/>
                    <a:moveTo>
                      <a:pt x="120196" y="76030"/>
                    </a:moveTo>
                    <a:cubicBezTo>
                      <a:pt x="120196" y="45916"/>
                      <a:pt x="99864" y="26238"/>
                      <a:pt x="72058" y="26238"/>
                    </a:cubicBezTo>
                    <a:lnTo>
                      <a:pt x="71759" y="26238"/>
                    </a:lnTo>
                    <a:cubicBezTo>
                      <a:pt x="43653" y="26238"/>
                      <a:pt x="23023" y="45916"/>
                      <a:pt x="23023" y="76030"/>
                    </a:cubicBezTo>
                    <a:lnTo>
                      <a:pt x="23023" y="104355"/>
                    </a:lnTo>
                    <a:lnTo>
                      <a:pt x="120494" y="104355"/>
                    </a:lnTo>
                    <a:lnTo>
                      <a:pt x="120494" y="76030"/>
                    </a:lnTo>
                    <a:lnTo>
                      <a:pt x="120196" y="76030"/>
                    </a:ln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BA26459B-2290-3ACE-C6D8-68C398F95576}"/>
                  </a:ext>
                </a:extLst>
              </p:cNvPr>
              <p:cNvSpPr/>
              <p:nvPr/>
            </p:nvSpPr>
            <p:spPr>
              <a:xfrm>
                <a:off x="9311063" y="1319702"/>
                <a:ext cx="148010" cy="110615"/>
              </a:xfrm>
              <a:custGeom>
                <a:avLst/>
                <a:gdLst>
                  <a:gd name="connsiteX0" fmla="*/ 125278 w 148010"/>
                  <a:gd name="connsiteY0" fmla="*/ 110616 h 110615"/>
                  <a:gd name="connsiteX1" fmla="*/ 107040 w 148010"/>
                  <a:gd name="connsiteY1" fmla="*/ 95410 h 110615"/>
                  <a:gd name="connsiteX2" fmla="*/ 125876 w 148010"/>
                  <a:gd name="connsiteY2" fmla="*/ 50090 h 110615"/>
                  <a:gd name="connsiteX3" fmla="*/ 107638 w 148010"/>
                  <a:gd name="connsiteY3" fmla="*/ 24747 h 110615"/>
                  <a:gd name="connsiteX4" fmla="*/ 107339 w 148010"/>
                  <a:gd name="connsiteY4" fmla="*/ 24747 h 110615"/>
                  <a:gd name="connsiteX5" fmla="*/ 85213 w 148010"/>
                  <a:gd name="connsiteY5" fmla="*/ 57246 h 110615"/>
                  <a:gd name="connsiteX6" fmla="*/ 42158 w 148010"/>
                  <a:gd name="connsiteY6" fmla="*/ 105249 h 110615"/>
                  <a:gd name="connsiteX7" fmla="*/ 41859 w 148010"/>
                  <a:gd name="connsiteY7" fmla="*/ 105249 h 110615"/>
                  <a:gd name="connsiteX8" fmla="*/ 0 w 148010"/>
                  <a:gd name="connsiteY8" fmla="*/ 56053 h 110615"/>
                  <a:gd name="connsiteX9" fmla="*/ 18239 w 148010"/>
                  <a:gd name="connsiteY9" fmla="*/ 3876 h 110615"/>
                  <a:gd name="connsiteX10" fmla="*/ 37374 w 148010"/>
                  <a:gd name="connsiteY10" fmla="*/ 17591 h 110615"/>
                  <a:gd name="connsiteX11" fmla="*/ 22425 w 148010"/>
                  <a:gd name="connsiteY11" fmla="*/ 56650 h 110615"/>
                  <a:gd name="connsiteX12" fmla="*/ 39467 w 148010"/>
                  <a:gd name="connsiteY12" fmla="*/ 80204 h 110615"/>
                  <a:gd name="connsiteX13" fmla="*/ 39766 w 148010"/>
                  <a:gd name="connsiteY13" fmla="*/ 80204 h 110615"/>
                  <a:gd name="connsiteX14" fmla="*/ 62490 w 148010"/>
                  <a:gd name="connsiteY14" fmla="*/ 46214 h 110615"/>
                  <a:gd name="connsiteX15" fmla="*/ 104648 w 148010"/>
                  <a:gd name="connsiteY15" fmla="*/ 0 h 110615"/>
                  <a:gd name="connsiteX16" fmla="*/ 104947 w 148010"/>
                  <a:gd name="connsiteY16" fmla="*/ 0 h 110615"/>
                  <a:gd name="connsiteX17" fmla="*/ 148002 w 148010"/>
                  <a:gd name="connsiteY17" fmla="*/ 51283 h 110615"/>
                  <a:gd name="connsiteX18" fmla="*/ 125278 w 148010"/>
                  <a:gd name="connsiteY18" fmla="*/ 110616 h 110615"/>
                  <a:gd name="connsiteX19" fmla="*/ 125278 w 148010"/>
                  <a:gd name="connsiteY19" fmla="*/ 110616 h 110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48010" h="110615">
                    <a:moveTo>
                      <a:pt x="125278" y="110616"/>
                    </a:moveTo>
                    <a:lnTo>
                      <a:pt x="107040" y="95410"/>
                    </a:lnTo>
                    <a:cubicBezTo>
                      <a:pt x="119000" y="81695"/>
                      <a:pt x="125876" y="67980"/>
                      <a:pt x="125876" y="50090"/>
                    </a:cubicBezTo>
                    <a:cubicBezTo>
                      <a:pt x="125876" y="34586"/>
                      <a:pt x="118701" y="24747"/>
                      <a:pt x="107638" y="24747"/>
                    </a:cubicBezTo>
                    <a:lnTo>
                      <a:pt x="107339" y="24747"/>
                    </a:lnTo>
                    <a:cubicBezTo>
                      <a:pt x="97173" y="24747"/>
                      <a:pt x="91492" y="30412"/>
                      <a:pt x="85213" y="57246"/>
                    </a:cubicBezTo>
                    <a:cubicBezTo>
                      <a:pt x="77738" y="87956"/>
                      <a:pt x="68769" y="105249"/>
                      <a:pt x="42158" y="105249"/>
                    </a:cubicBezTo>
                    <a:lnTo>
                      <a:pt x="41859" y="105249"/>
                    </a:lnTo>
                    <a:cubicBezTo>
                      <a:pt x="17043" y="105249"/>
                      <a:pt x="0" y="84676"/>
                      <a:pt x="0" y="56053"/>
                    </a:cubicBezTo>
                    <a:cubicBezTo>
                      <a:pt x="0" y="35182"/>
                      <a:pt x="6279" y="18486"/>
                      <a:pt x="18239" y="3876"/>
                    </a:cubicBezTo>
                    <a:lnTo>
                      <a:pt x="37374" y="17591"/>
                    </a:lnTo>
                    <a:cubicBezTo>
                      <a:pt x="27806" y="30412"/>
                      <a:pt x="22425" y="43531"/>
                      <a:pt x="22425" y="56650"/>
                    </a:cubicBezTo>
                    <a:cubicBezTo>
                      <a:pt x="22425" y="71558"/>
                      <a:pt x="29899" y="80204"/>
                      <a:pt x="39467" y="80204"/>
                    </a:cubicBezTo>
                    <a:lnTo>
                      <a:pt x="39766" y="80204"/>
                    </a:lnTo>
                    <a:cubicBezTo>
                      <a:pt x="50829" y="80204"/>
                      <a:pt x="55912" y="73645"/>
                      <a:pt x="62490" y="46214"/>
                    </a:cubicBezTo>
                    <a:cubicBezTo>
                      <a:pt x="69965" y="15802"/>
                      <a:pt x="80728" y="0"/>
                      <a:pt x="104648" y="0"/>
                    </a:cubicBezTo>
                    <a:lnTo>
                      <a:pt x="104947" y="0"/>
                    </a:lnTo>
                    <a:cubicBezTo>
                      <a:pt x="131856" y="0"/>
                      <a:pt x="148002" y="21169"/>
                      <a:pt x="148002" y="51283"/>
                    </a:cubicBezTo>
                    <a:cubicBezTo>
                      <a:pt x="148301" y="72750"/>
                      <a:pt x="140527" y="93323"/>
                      <a:pt x="125278" y="110616"/>
                    </a:cubicBezTo>
                    <a:lnTo>
                      <a:pt x="125278" y="110616"/>
                    </a:ln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BAC2BA9C-BFB9-AC42-F202-C520D7E4E59C}"/>
                  </a:ext>
                </a:extLst>
              </p:cNvPr>
              <p:cNvSpPr/>
              <p:nvPr/>
            </p:nvSpPr>
            <p:spPr>
              <a:xfrm>
                <a:off x="8537865" y="1319106"/>
                <a:ext cx="327996" cy="340494"/>
              </a:xfrm>
              <a:custGeom>
                <a:avLst/>
                <a:gdLst>
                  <a:gd name="connsiteX0" fmla="*/ 0 w 327996"/>
                  <a:gd name="connsiteY0" fmla="*/ 171142 h 340494"/>
                  <a:gd name="connsiteX1" fmla="*/ 0 w 327996"/>
                  <a:gd name="connsiteY1" fmla="*/ 170247 h 340494"/>
                  <a:gd name="connsiteX2" fmla="*/ 180293 w 327996"/>
                  <a:gd name="connsiteY2" fmla="*/ 0 h 340494"/>
                  <a:gd name="connsiteX3" fmla="*/ 316933 w 327996"/>
                  <a:gd name="connsiteY3" fmla="*/ 49494 h 340494"/>
                  <a:gd name="connsiteX4" fmla="*/ 255939 w 327996"/>
                  <a:gd name="connsiteY4" fmla="*/ 123139 h 340494"/>
                  <a:gd name="connsiteX5" fmla="*/ 183582 w 327996"/>
                  <a:gd name="connsiteY5" fmla="*/ 94814 h 340494"/>
                  <a:gd name="connsiteX6" fmla="*/ 110329 w 327996"/>
                  <a:gd name="connsiteY6" fmla="*/ 171738 h 340494"/>
                  <a:gd name="connsiteX7" fmla="*/ 110329 w 327996"/>
                  <a:gd name="connsiteY7" fmla="*/ 172633 h 340494"/>
                  <a:gd name="connsiteX8" fmla="*/ 188366 w 327996"/>
                  <a:gd name="connsiteY8" fmla="*/ 250451 h 340494"/>
                  <a:gd name="connsiteX9" fmla="*/ 225740 w 327996"/>
                  <a:gd name="connsiteY9" fmla="*/ 242997 h 340494"/>
                  <a:gd name="connsiteX10" fmla="*/ 225740 w 327996"/>
                  <a:gd name="connsiteY10" fmla="*/ 210200 h 340494"/>
                  <a:gd name="connsiteX11" fmla="*/ 169829 w 327996"/>
                  <a:gd name="connsiteY11" fmla="*/ 210200 h 340494"/>
                  <a:gd name="connsiteX12" fmla="*/ 169829 w 327996"/>
                  <a:gd name="connsiteY12" fmla="*/ 140133 h 340494"/>
                  <a:gd name="connsiteX13" fmla="*/ 327996 w 327996"/>
                  <a:gd name="connsiteY13" fmla="*/ 140133 h 340494"/>
                  <a:gd name="connsiteX14" fmla="*/ 327996 w 327996"/>
                  <a:gd name="connsiteY14" fmla="*/ 291597 h 340494"/>
                  <a:gd name="connsiteX15" fmla="*/ 183881 w 327996"/>
                  <a:gd name="connsiteY15" fmla="*/ 340495 h 340494"/>
                  <a:gd name="connsiteX16" fmla="*/ 0 w 327996"/>
                  <a:gd name="connsiteY16" fmla="*/ 171142 h 340494"/>
                  <a:gd name="connsiteX17" fmla="*/ 0 w 327996"/>
                  <a:gd name="connsiteY17" fmla="*/ 171142 h 340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7996" h="340494">
                    <a:moveTo>
                      <a:pt x="0" y="171142"/>
                    </a:moveTo>
                    <a:lnTo>
                      <a:pt x="0" y="170247"/>
                    </a:lnTo>
                    <a:cubicBezTo>
                      <a:pt x="0" y="72750"/>
                      <a:pt x="77140" y="0"/>
                      <a:pt x="180293" y="0"/>
                    </a:cubicBezTo>
                    <a:cubicBezTo>
                      <a:pt x="236205" y="0"/>
                      <a:pt x="281652" y="18784"/>
                      <a:pt x="316933" y="49494"/>
                    </a:cubicBezTo>
                    <a:lnTo>
                      <a:pt x="255939" y="123139"/>
                    </a:lnTo>
                    <a:cubicBezTo>
                      <a:pt x="234411" y="104951"/>
                      <a:pt x="210791" y="94814"/>
                      <a:pt x="183582" y="94814"/>
                    </a:cubicBezTo>
                    <a:cubicBezTo>
                      <a:pt x="141125" y="94814"/>
                      <a:pt x="110329" y="127611"/>
                      <a:pt x="110329" y="171738"/>
                    </a:cubicBezTo>
                    <a:lnTo>
                      <a:pt x="110329" y="172633"/>
                    </a:lnTo>
                    <a:cubicBezTo>
                      <a:pt x="110329" y="218847"/>
                      <a:pt x="142620" y="250451"/>
                      <a:pt x="188366" y="250451"/>
                    </a:cubicBezTo>
                    <a:cubicBezTo>
                      <a:pt x="206904" y="250451"/>
                      <a:pt x="217369" y="247768"/>
                      <a:pt x="225740" y="242997"/>
                    </a:cubicBezTo>
                    <a:lnTo>
                      <a:pt x="225740" y="210200"/>
                    </a:lnTo>
                    <a:lnTo>
                      <a:pt x="169829" y="210200"/>
                    </a:lnTo>
                    <a:lnTo>
                      <a:pt x="169829" y="140133"/>
                    </a:lnTo>
                    <a:lnTo>
                      <a:pt x="327996" y="140133"/>
                    </a:lnTo>
                    <a:lnTo>
                      <a:pt x="327996" y="291597"/>
                    </a:lnTo>
                    <a:cubicBezTo>
                      <a:pt x="292416" y="320518"/>
                      <a:pt x="243082" y="340495"/>
                      <a:pt x="183881" y="340495"/>
                    </a:cubicBezTo>
                    <a:cubicBezTo>
                      <a:pt x="81625" y="340495"/>
                      <a:pt x="0" y="272217"/>
                      <a:pt x="0" y="171142"/>
                    </a:cubicBezTo>
                    <a:lnTo>
                      <a:pt x="0" y="171142"/>
                    </a:ln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91C4AD50-C2CC-9B75-CF96-6C825793F159}"/>
                  </a:ext>
                </a:extLst>
              </p:cNvPr>
              <p:cNvSpPr/>
              <p:nvPr/>
            </p:nvSpPr>
            <p:spPr>
              <a:xfrm>
                <a:off x="8897255" y="1319106"/>
                <a:ext cx="356699" cy="340494"/>
              </a:xfrm>
              <a:custGeom>
                <a:avLst/>
                <a:gdLst>
                  <a:gd name="connsiteX0" fmla="*/ 0 w 356699"/>
                  <a:gd name="connsiteY0" fmla="*/ 171142 h 340494"/>
                  <a:gd name="connsiteX1" fmla="*/ 0 w 356699"/>
                  <a:gd name="connsiteY1" fmla="*/ 170247 h 340494"/>
                  <a:gd name="connsiteX2" fmla="*/ 178798 w 356699"/>
                  <a:gd name="connsiteY2" fmla="*/ 0 h 340494"/>
                  <a:gd name="connsiteX3" fmla="*/ 356700 w 356699"/>
                  <a:gd name="connsiteY3" fmla="*/ 169353 h 340494"/>
                  <a:gd name="connsiteX4" fmla="*/ 356700 w 356699"/>
                  <a:gd name="connsiteY4" fmla="*/ 170247 h 340494"/>
                  <a:gd name="connsiteX5" fmla="*/ 177901 w 356699"/>
                  <a:gd name="connsiteY5" fmla="*/ 340495 h 340494"/>
                  <a:gd name="connsiteX6" fmla="*/ 0 w 356699"/>
                  <a:gd name="connsiteY6" fmla="*/ 171142 h 340494"/>
                  <a:gd name="connsiteX7" fmla="*/ 0 w 356699"/>
                  <a:gd name="connsiteY7" fmla="*/ 171142 h 340494"/>
                  <a:gd name="connsiteX8" fmla="*/ 246670 w 356699"/>
                  <a:gd name="connsiteY8" fmla="*/ 171142 h 340494"/>
                  <a:gd name="connsiteX9" fmla="*/ 246670 w 356699"/>
                  <a:gd name="connsiteY9" fmla="*/ 170247 h 340494"/>
                  <a:gd name="connsiteX10" fmla="*/ 178200 w 356699"/>
                  <a:gd name="connsiteY10" fmla="*/ 96603 h 340494"/>
                  <a:gd name="connsiteX11" fmla="*/ 110628 w 356699"/>
                  <a:gd name="connsiteY11" fmla="*/ 169353 h 340494"/>
                  <a:gd name="connsiteX12" fmla="*/ 110628 w 356699"/>
                  <a:gd name="connsiteY12" fmla="*/ 170247 h 340494"/>
                  <a:gd name="connsiteX13" fmla="*/ 179097 w 356699"/>
                  <a:gd name="connsiteY13" fmla="*/ 243892 h 340494"/>
                  <a:gd name="connsiteX14" fmla="*/ 246670 w 356699"/>
                  <a:gd name="connsiteY14" fmla="*/ 171142 h 340494"/>
                  <a:gd name="connsiteX15" fmla="*/ 246670 w 356699"/>
                  <a:gd name="connsiteY15" fmla="*/ 171142 h 340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56699" h="340494">
                    <a:moveTo>
                      <a:pt x="0" y="171142"/>
                    </a:moveTo>
                    <a:lnTo>
                      <a:pt x="0" y="170247"/>
                    </a:lnTo>
                    <a:cubicBezTo>
                      <a:pt x="0" y="75434"/>
                      <a:pt x="78037" y="0"/>
                      <a:pt x="178798" y="0"/>
                    </a:cubicBezTo>
                    <a:cubicBezTo>
                      <a:pt x="279559" y="0"/>
                      <a:pt x="356700" y="74539"/>
                      <a:pt x="356700" y="169353"/>
                    </a:cubicBezTo>
                    <a:lnTo>
                      <a:pt x="356700" y="170247"/>
                    </a:lnTo>
                    <a:cubicBezTo>
                      <a:pt x="356700" y="265061"/>
                      <a:pt x="278662" y="340495"/>
                      <a:pt x="177901" y="340495"/>
                    </a:cubicBezTo>
                    <a:cubicBezTo>
                      <a:pt x="77140" y="340495"/>
                      <a:pt x="0" y="265955"/>
                      <a:pt x="0" y="171142"/>
                    </a:cubicBezTo>
                    <a:lnTo>
                      <a:pt x="0" y="171142"/>
                    </a:lnTo>
                    <a:close/>
                    <a:moveTo>
                      <a:pt x="246670" y="171142"/>
                    </a:moveTo>
                    <a:lnTo>
                      <a:pt x="246670" y="170247"/>
                    </a:lnTo>
                    <a:cubicBezTo>
                      <a:pt x="246670" y="131487"/>
                      <a:pt x="220059" y="96603"/>
                      <a:pt x="178200" y="96603"/>
                    </a:cubicBezTo>
                    <a:cubicBezTo>
                      <a:pt x="136341" y="96603"/>
                      <a:pt x="110628" y="131189"/>
                      <a:pt x="110628" y="169353"/>
                    </a:cubicBezTo>
                    <a:lnTo>
                      <a:pt x="110628" y="170247"/>
                    </a:lnTo>
                    <a:cubicBezTo>
                      <a:pt x="110628" y="209008"/>
                      <a:pt x="137238" y="243892"/>
                      <a:pt x="179097" y="243892"/>
                    </a:cubicBezTo>
                    <a:cubicBezTo>
                      <a:pt x="220956" y="243892"/>
                      <a:pt x="246670" y="209306"/>
                      <a:pt x="246670" y="171142"/>
                    </a:cubicBezTo>
                    <a:lnTo>
                      <a:pt x="246670" y="171142"/>
                    </a:ln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559EE06B-7F65-0127-C9F5-5CD4BF3F46B4}"/>
                  </a:ext>
                </a:extLst>
              </p:cNvPr>
              <p:cNvSpPr/>
              <p:nvPr/>
            </p:nvSpPr>
            <p:spPr>
              <a:xfrm>
                <a:off x="8897255" y="1688223"/>
                <a:ext cx="356699" cy="340494"/>
              </a:xfrm>
              <a:custGeom>
                <a:avLst/>
                <a:gdLst>
                  <a:gd name="connsiteX0" fmla="*/ 0 w 356699"/>
                  <a:gd name="connsiteY0" fmla="*/ 171142 h 340494"/>
                  <a:gd name="connsiteX1" fmla="*/ 0 w 356699"/>
                  <a:gd name="connsiteY1" fmla="*/ 170247 h 340494"/>
                  <a:gd name="connsiteX2" fmla="*/ 178798 w 356699"/>
                  <a:gd name="connsiteY2" fmla="*/ 0 h 340494"/>
                  <a:gd name="connsiteX3" fmla="*/ 356700 w 356699"/>
                  <a:gd name="connsiteY3" fmla="*/ 169353 h 340494"/>
                  <a:gd name="connsiteX4" fmla="*/ 356700 w 356699"/>
                  <a:gd name="connsiteY4" fmla="*/ 170247 h 340494"/>
                  <a:gd name="connsiteX5" fmla="*/ 177901 w 356699"/>
                  <a:gd name="connsiteY5" fmla="*/ 340495 h 340494"/>
                  <a:gd name="connsiteX6" fmla="*/ 0 w 356699"/>
                  <a:gd name="connsiteY6" fmla="*/ 171142 h 340494"/>
                  <a:gd name="connsiteX7" fmla="*/ 0 w 356699"/>
                  <a:gd name="connsiteY7" fmla="*/ 171142 h 340494"/>
                  <a:gd name="connsiteX8" fmla="*/ 246670 w 356699"/>
                  <a:gd name="connsiteY8" fmla="*/ 171142 h 340494"/>
                  <a:gd name="connsiteX9" fmla="*/ 246670 w 356699"/>
                  <a:gd name="connsiteY9" fmla="*/ 170247 h 340494"/>
                  <a:gd name="connsiteX10" fmla="*/ 178200 w 356699"/>
                  <a:gd name="connsiteY10" fmla="*/ 96603 h 340494"/>
                  <a:gd name="connsiteX11" fmla="*/ 110628 w 356699"/>
                  <a:gd name="connsiteY11" fmla="*/ 169353 h 340494"/>
                  <a:gd name="connsiteX12" fmla="*/ 110628 w 356699"/>
                  <a:gd name="connsiteY12" fmla="*/ 170247 h 340494"/>
                  <a:gd name="connsiteX13" fmla="*/ 179097 w 356699"/>
                  <a:gd name="connsiteY13" fmla="*/ 243892 h 340494"/>
                  <a:gd name="connsiteX14" fmla="*/ 246670 w 356699"/>
                  <a:gd name="connsiteY14" fmla="*/ 171142 h 340494"/>
                  <a:gd name="connsiteX15" fmla="*/ 246670 w 356699"/>
                  <a:gd name="connsiteY15" fmla="*/ 171142 h 340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56699" h="340494">
                    <a:moveTo>
                      <a:pt x="0" y="171142"/>
                    </a:moveTo>
                    <a:lnTo>
                      <a:pt x="0" y="170247"/>
                    </a:lnTo>
                    <a:cubicBezTo>
                      <a:pt x="0" y="75434"/>
                      <a:pt x="78037" y="0"/>
                      <a:pt x="178798" y="0"/>
                    </a:cubicBezTo>
                    <a:cubicBezTo>
                      <a:pt x="279559" y="0"/>
                      <a:pt x="356700" y="74539"/>
                      <a:pt x="356700" y="169353"/>
                    </a:cubicBezTo>
                    <a:lnTo>
                      <a:pt x="356700" y="170247"/>
                    </a:lnTo>
                    <a:cubicBezTo>
                      <a:pt x="356700" y="265061"/>
                      <a:pt x="278662" y="340495"/>
                      <a:pt x="177901" y="340495"/>
                    </a:cubicBezTo>
                    <a:cubicBezTo>
                      <a:pt x="77140" y="340495"/>
                      <a:pt x="0" y="265955"/>
                      <a:pt x="0" y="171142"/>
                    </a:cubicBezTo>
                    <a:lnTo>
                      <a:pt x="0" y="171142"/>
                    </a:lnTo>
                    <a:close/>
                    <a:moveTo>
                      <a:pt x="246670" y="171142"/>
                    </a:moveTo>
                    <a:lnTo>
                      <a:pt x="246670" y="170247"/>
                    </a:lnTo>
                    <a:cubicBezTo>
                      <a:pt x="246670" y="131487"/>
                      <a:pt x="220059" y="96603"/>
                      <a:pt x="178200" y="96603"/>
                    </a:cubicBezTo>
                    <a:cubicBezTo>
                      <a:pt x="136341" y="96603"/>
                      <a:pt x="110628" y="131189"/>
                      <a:pt x="110628" y="169353"/>
                    </a:cubicBezTo>
                    <a:lnTo>
                      <a:pt x="110628" y="170247"/>
                    </a:lnTo>
                    <a:cubicBezTo>
                      <a:pt x="110628" y="209008"/>
                      <a:pt x="137238" y="243892"/>
                      <a:pt x="179097" y="243892"/>
                    </a:cubicBezTo>
                    <a:cubicBezTo>
                      <a:pt x="220956" y="243892"/>
                      <a:pt x="246670" y="209306"/>
                      <a:pt x="246670" y="171142"/>
                    </a:cubicBezTo>
                    <a:lnTo>
                      <a:pt x="246670" y="171142"/>
                    </a:ln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D0A03A01-7DBB-9F55-EC84-FE36EACB9992}"/>
                  </a:ext>
                </a:extLst>
              </p:cNvPr>
              <p:cNvSpPr/>
              <p:nvPr/>
            </p:nvSpPr>
            <p:spPr>
              <a:xfrm>
                <a:off x="8550721" y="1694782"/>
                <a:ext cx="327398" cy="327375"/>
              </a:xfrm>
              <a:custGeom>
                <a:avLst/>
                <a:gdLst>
                  <a:gd name="connsiteX0" fmla="*/ 327398 w 327398"/>
                  <a:gd name="connsiteY0" fmla="*/ 0 h 327375"/>
                  <a:gd name="connsiteX1" fmla="*/ 0 w 327398"/>
                  <a:gd name="connsiteY1" fmla="*/ 0 h 327375"/>
                  <a:gd name="connsiteX2" fmla="*/ 0 w 327398"/>
                  <a:gd name="connsiteY2" fmla="*/ 93323 h 327375"/>
                  <a:gd name="connsiteX3" fmla="*/ 109731 w 327398"/>
                  <a:gd name="connsiteY3" fmla="*/ 93323 h 327375"/>
                  <a:gd name="connsiteX4" fmla="*/ 109731 w 327398"/>
                  <a:gd name="connsiteY4" fmla="*/ 327376 h 327375"/>
                  <a:gd name="connsiteX5" fmla="*/ 217369 w 327398"/>
                  <a:gd name="connsiteY5" fmla="*/ 327376 h 327375"/>
                  <a:gd name="connsiteX6" fmla="*/ 217369 w 327398"/>
                  <a:gd name="connsiteY6" fmla="*/ 93323 h 327375"/>
                  <a:gd name="connsiteX7" fmla="*/ 327398 w 327398"/>
                  <a:gd name="connsiteY7" fmla="*/ 93323 h 327375"/>
                  <a:gd name="connsiteX8" fmla="*/ 327398 w 327398"/>
                  <a:gd name="connsiteY8" fmla="*/ 0 h 327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7398" h="327375">
                    <a:moveTo>
                      <a:pt x="327398" y="0"/>
                    </a:moveTo>
                    <a:lnTo>
                      <a:pt x="0" y="0"/>
                    </a:lnTo>
                    <a:lnTo>
                      <a:pt x="0" y="93323"/>
                    </a:lnTo>
                    <a:lnTo>
                      <a:pt x="109731" y="93323"/>
                    </a:lnTo>
                    <a:lnTo>
                      <a:pt x="109731" y="327376"/>
                    </a:lnTo>
                    <a:lnTo>
                      <a:pt x="217369" y="327376"/>
                    </a:lnTo>
                    <a:lnTo>
                      <a:pt x="217369" y="93323"/>
                    </a:lnTo>
                    <a:lnTo>
                      <a:pt x="327398" y="93323"/>
                    </a:lnTo>
                    <a:lnTo>
                      <a:pt x="327398" y="0"/>
                    </a:ln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24698DF-4F25-974B-336D-6FB22A54FA72}"/>
                </a:ext>
              </a:extLst>
            </p:cNvPr>
            <p:cNvGrpSpPr/>
            <p:nvPr userDrawn="1"/>
          </p:nvGrpSpPr>
          <p:grpSpPr>
            <a:xfrm>
              <a:off x="5669651" y="4192551"/>
              <a:ext cx="5463169" cy="1294652"/>
              <a:chOff x="3718560" y="4929622"/>
              <a:chExt cx="4755661" cy="1126988"/>
            </a:xfrm>
          </p:grpSpPr>
          <p:pic>
            <p:nvPicPr>
              <p:cNvPr id="55" name="Graphic 54">
                <a:extLst>
                  <a:ext uri="{FF2B5EF4-FFF2-40B4-BE49-F238E27FC236}">
                    <a16:creationId xmlns:a16="http://schemas.microsoft.com/office/drawing/2014/main" id="{E19180A3-E99E-5C97-1E81-4B302C5B9FF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718560" y="4949910"/>
                <a:ext cx="979170" cy="315510"/>
              </a:xfrm>
              <a:prstGeom prst="rect">
                <a:avLst/>
              </a:prstGeom>
            </p:spPr>
          </p:pic>
          <p:pic>
            <p:nvPicPr>
              <p:cNvPr id="56" name="Graphic 55">
                <a:extLst>
                  <a:ext uri="{FF2B5EF4-FFF2-40B4-BE49-F238E27FC236}">
                    <a16:creationId xmlns:a16="http://schemas.microsoft.com/office/drawing/2014/main" id="{FC52A1BC-20E5-EF37-481B-AD5F4D22246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037745" y="4929622"/>
                <a:ext cx="871220" cy="361917"/>
              </a:xfrm>
              <a:prstGeom prst="rect">
                <a:avLst/>
              </a:prstGeom>
            </p:spPr>
          </p:pic>
          <p:pic>
            <p:nvPicPr>
              <p:cNvPr id="57" name="Graphic 56">
                <a:extLst>
                  <a:ext uri="{FF2B5EF4-FFF2-40B4-BE49-F238E27FC236}">
                    <a16:creationId xmlns:a16="http://schemas.microsoft.com/office/drawing/2014/main" id="{9B2C8ECC-3BA1-0AE5-EC06-33B35B1C035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248980" y="4981757"/>
                <a:ext cx="973649" cy="322123"/>
              </a:xfrm>
              <a:prstGeom prst="rect">
                <a:avLst/>
              </a:prstGeom>
            </p:spPr>
          </p:pic>
          <p:pic>
            <p:nvPicPr>
              <p:cNvPr id="58" name="Graphic 57">
                <a:extLst>
                  <a:ext uri="{FF2B5EF4-FFF2-40B4-BE49-F238E27FC236}">
                    <a16:creationId xmlns:a16="http://schemas.microsoft.com/office/drawing/2014/main" id="{E2B5093B-2D66-F96C-5E5D-1384E15B3FA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562643" y="4995916"/>
                <a:ext cx="911578" cy="322124"/>
              </a:xfrm>
              <a:prstGeom prst="rect">
                <a:avLst/>
              </a:prstGeom>
            </p:spPr>
          </p:pic>
          <p:pic>
            <p:nvPicPr>
              <p:cNvPr id="59" name="Graphic 58">
                <a:extLst>
                  <a:ext uri="{FF2B5EF4-FFF2-40B4-BE49-F238E27FC236}">
                    <a16:creationId xmlns:a16="http://schemas.microsoft.com/office/drawing/2014/main" id="{4AF1BA46-DB02-A396-5491-26AF8493220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401965" y="5656030"/>
                <a:ext cx="891147" cy="315510"/>
              </a:xfrm>
              <a:prstGeom prst="rect">
                <a:avLst/>
              </a:prstGeom>
            </p:spPr>
          </p:pic>
          <p:pic>
            <p:nvPicPr>
              <p:cNvPr id="60" name="Graphic 59">
                <a:extLst>
                  <a:ext uri="{FF2B5EF4-FFF2-40B4-BE49-F238E27FC236}">
                    <a16:creationId xmlns:a16="http://schemas.microsoft.com/office/drawing/2014/main" id="{6A7F1803-E9C1-8EB1-975B-648E980967A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719445" y="5570960"/>
                <a:ext cx="753110" cy="485650"/>
              </a:xfrm>
              <a:prstGeom prst="rect">
                <a:avLst/>
              </a:prstGeom>
            </p:spPr>
          </p:pic>
          <p:pic>
            <p:nvPicPr>
              <p:cNvPr id="61" name="Graphic 60">
                <a:extLst>
                  <a:ext uri="{FF2B5EF4-FFF2-40B4-BE49-F238E27FC236}">
                    <a16:creationId xmlns:a16="http://schemas.microsoft.com/office/drawing/2014/main" id="{465AE9A4-5EDA-D600-43D2-21E895E527E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6898888" y="5679771"/>
                <a:ext cx="973649" cy="268027"/>
              </a:xfrm>
              <a:prstGeom prst="rect">
                <a:avLst/>
              </a:prstGeom>
            </p:spPr>
          </p:pic>
        </p:grpSp>
      </p:grpSp>
      <p:sp>
        <p:nvSpPr>
          <p:cNvPr id="17" name="Subtitle 2">
            <a:extLst>
              <a:ext uri="{FF2B5EF4-FFF2-40B4-BE49-F238E27FC236}">
                <a16:creationId xmlns:a16="http://schemas.microsoft.com/office/drawing/2014/main" id="{1CFFD022-D805-EE5F-6E3D-B905DB4602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6956" y="3031822"/>
            <a:ext cx="3555681" cy="249299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DADCEEF3-590D-9C97-1735-40B28788DC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6956" y="2230234"/>
            <a:ext cx="3555681" cy="544660"/>
          </a:xfrm>
        </p:spPr>
        <p:txBody>
          <a:bodyPr wrap="square" anchor="t" anchorCtr="0">
            <a:no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4B6A59C-2943-1B76-9832-735A0077556D}"/>
              </a:ext>
            </a:extLst>
          </p:cNvPr>
          <p:cNvSpPr/>
          <p:nvPr/>
        </p:nvSpPr>
        <p:spPr>
          <a:xfrm>
            <a:off x="10492740" y="308610"/>
            <a:ext cx="1463040" cy="1097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7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76">
          <p15:clr>
            <a:srgbClr val="FBAE40"/>
          </p15:clr>
        </p15:guide>
        <p15:guide id="2" pos="3216">
          <p15:clr>
            <a:srgbClr val="FBAE40"/>
          </p15:clr>
        </p15:guide>
        <p15:guide id="3" pos="2808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B | Blac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0460F523-E260-BF0A-8C1B-F4235CA7769E}"/>
              </a:ext>
            </a:extLst>
          </p:cNvPr>
          <p:cNvSpPr/>
          <p:nvPr/>
        </p:nvSpPr>
        <p:spPr>
          <a:xfrm>
            <a:off x="568441" y="1295400"/>
            <a:ext cx="5082540" cy="37441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1FD528D-6585-B210-A76C-67FF3F85F6EA}"/>
              </a:ext>
            </a:extLst>
          </p:cNvPr>
          <p:cNvGrpSpPr/>
          <p:nvPr/>
        </p:nvGrpSpPr>
        <p:grpSpPr>
          <a:xfrm>
            <a:off x="6541021" y="1762622"/>
            <a:ext cx="4209001" cy="2741587"/>
            <a:chOff x="5669651" y="1928698"/>
            <a:chExt cx="5463169" cy="3558505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28D56A6-F105-E452-90FE-62F3170C5196}"/>
                </a:ext>
              </a:extLst>
            </p:cNvPr>
            <p:cNvGrpSpPr/>
            <p:nvPr userDrawn="1"/>
          </p:nvGrpSpPr>
          <p:grpSpPr>
            <a:xfrm>
              <a:off x="7325947" y="1928698"/>
              <a:ext cx="2150575" cy="1656600"/>
              <a:chOff x="8537865" y="1319106"/>
              <a:chExt cx="921208" cy="709611"/>
            </a:xfrm>
          </p:grpSpPr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E0EA4E9E-1709-2AA1-7BCD-4C9734C8A6DF}"/>
                  </a:ext>
                </a:extLst>
              </p:cNvPr>
              <p:cNvSpPr/>
              <p:nvPr/>
            </p:nvSpPr>
            <p:spPr>
              <a:xfrm>
                <a:off x="9313753" y="1915716"/>
                <a:ext cx="142919" cy="106441"/>
              </a:xfrm>
              <a:custGeom>
                <a:avLst/>
                <a:gdLst>
                  <a:gd name="connsiteX0" fmla="*/ 0 w 142919"/>
                  <a:gd name="connsiteY0" fmla="*/ 106442 h 106441"/>
                  <a:gd name="connsiteX1" fmla="*/ 142919 w 142919"/>
                  <a:gd name="connsiteY1" fmla="*/ 106442 h 106441"/>
                  <a:gd name="connsiteX2" fmla="*/ 142919 w 142919"/>
                  <a:gd name="connsiteY2" fmla="*/ 81397 h 106441"/>
                  <a:gd name="connsiteX3" fmla="*/ 84914 w 142919"/>
                  <a:gd name="connsiteY3" fmla="*/ 81397 h 106441"/>
                  <a:gd name="connsiteX4" fmla="*/ 84914 w 142919"/>
                  <a:gd name="connsiteY4" fmla="*/ 9243 h 106441"/>
                  <a:gd name="connsiteX5" fmla="*/ 61892 w 142919"/>
                  <a:gd name="connsiteY5" fmla="*/ 9243 h 106441"/>
                  <a:gd name="connsiteX6" fmla="*/ 61892 w 142919"/>
                  <a:gd name="connsiteY6" fmla="*/ 81397 h 106441"/>
                  <a:gd name="connsiteX7" fmla="*/ 22724 w 142919"/>
                  <a:gd name="connsiteY7" fmla="*/ 81397 h 106441"/>
                  <a:gd name="connsiteX8" fmla="*/ 22724 w 142919"/>
                  <a:gd name="connsiteY8" fmla="*/ 0 h 106441"/>
                  <a:gd name="connsiteX9" fmla="*/ 0 w 142919"/>
                  <a:gd name="connsiteY9" fmla="*/ 0 h 106441"/>
                  <a:gd name="connsiteX10" fmla="*/ 0 w 142919"/>
                  <a:gd name="connsiteY10" fmla="*/ 106442 h 1064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2919" h="106441">
                    <a:moveTo>
                      <a:pt x="0" y="106442"/>
                    </a:moveTo>
                    <a:lnTo>
                      <a:pt x="142919" y="106442"/>
                    </a:lnTo>
                    <a:lnTo>
                      <a:pt x="142919" y="81397"/>
                    </a:lnTo>
                    <a:lnTo>
                      <a:pt x="84914" y="81397"/>
                    </a:lnTo>
                    <a:lnTo>
                      <a:pt x="84914" y="9243"/>
                    </a:lnTo>
                    <a:lnTo>
                      <a:pt x="61892" y="9243"/>
                    </a:lnTo>
                    <a:lnTo>
                      <a:pt x="61892" y="81397"/>
                    </a:lnTo>
                    <a:lnTo>
                      <a:pt x="22724" y="81397"/>
                    </a:lnTo>
                    <a:lnTo>
                      <a:pt x="22724" y="0"/>
                    </a:lnTo>
                    <a:lnTo>
                      <a:pt x="0" y="0"/>
                    </a:lnTo>
                    <a:lnTo>
                      <a:pt x="0" y="106442"/>
                    </a:ln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B6AE1DC8-3995-EF90-F386-7BCB8B9880DA}"/>
                  </a:ext>
                </a:extLst>
              </p:cNvPr>
              <p:cNvSpPr/>
              <p:nvPr/>
            </p:nvSpPr>
            <p:spPr>
              <a:xfrm>
                <a:off x="9311063" y="1755010"/>
                <a:ext cx="148003" cy="149674"/>
              </a:xfrm>
              <a:custGeom>
                <a:avLst/>
                <a:gdLst>
                  <a:gd name="connsiteX0" fmla="*/ 74449 w 148003"/>
                  <a:gd name="connsiteY0" fmla="*/ 149674 h 149674"/>
                  <a:gd name="connsiteX1" fmla="*/ 74150 w 148003"/>
                  <a:gd name="connsiteY1" fmla="*/ 149674 h 149674"/>
                  <a:gd name="connsiteX2" fmla="*/ 0 w 148003"/>
                  <a:gd name="connsiteY2" fmla="*/ 74539 h 149674"/>
                  <a:gd name="connsiteX3" fmla="*/ 73553 w 148003"/>
                  <a:gd name="connsiteY3" fmla="*/ 0 h 149674"/>
                  <a:gd name="connsiteX4" fmla="*/ 73851 w 148003"/>
                  <a:gd name="connsiteY4" fmla="*/ 0 h 149674"/>
                  <a:gd name="connsiteX5" fmla="*/ 148002 w 148003"/>
                  <a:gd name="connsiteY5" fmla="*/ 75135 h 149674"/>
                  <a:gd name="connsiteX6" fmla="*/ 74449 w 148003"/>
                  <a:gd name="connsiteY6" fmla="*/ 149674 h 149674"/>
                  <a:gd name="connsiteX7" fmla="*/ 74449 w 148003"/>
                  <a:gd name="connsiteY7" fmla="*/ 149674 h 149674"/>
                  <a:gd name="connsiteX8" fmla="*/ 74449 w 148003"/>
                  <a:gd name="connsiteY8" fmla="*/ 26238 h 149674"/>
                  <a:gd name="connsiteX9" fmla="*/ 74150 w 148003"/>
                  <a:gd name="connsiteY9" fmla="*/ 26238 h 149674"/>
                  <a:gd name="connsiteX10" fmla="*/ 23321 w 148003"/>
                  <a:gd name="connsiteY10" fmla="*/ 74837 h 149674"/>
                  <a:gd name="connsiteX11" fmla="*/ 73851 w 148003"/>
                  <a:gd name="connsiteY11" fmla="*/ 123139 h 149674"/>
                  <a:gd name="connsiteX12" fmla="*/ 74150 w 148003"/>
                  <a:gd name="connsiteY12" fmla="*/ 123139 h 149674"/>
                  <a:gd name="connsiteX13" fmla="*/ 124979 w 148003"/>
                  <a:gd name="connsiteY13" fmla="*/ 74539 h 149674"/>
                  <a:gd name="connsiteX14" fmla="*/ 74449 w 148003"/>
                  <a:gd name="connsiteY14" fmla="*/ 26238 h 149674"/>
                  <a:gd name="connsiteX15" fmla="*/ 74449 w 148003"/>
                  <a:gd name="connsiteY15" fmla="*/ 26238 h 149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8003" h="149674">
                    <a:moveTo>
                      <a:pt x="74449" y="149674"/>
                    </a:moveTo>
                    <a:lnTo>
                      <a:pt x="74150" y="149674"/>
                    </a:lnTo>
                    <a:cubicBezTo>
                      <a:pt x="33786" y="149674"/>
                      <a:pt x="0" y="118666"/>
                      <a:pt x="0" y="74539"/>
                    </a:cubicBezTo>
                    <a:cubicBezTo>
                      <a:pt x="0" y="30412"/>
                      <a:pt x="33188" y="0"/>
                      <a:pt x="73553" y="0"/>
                    </a:cubicBezTo>
                    <a:lnTo>
                      <a:pt x="73851" y="0"/>
                    </a:lnTo>
                    <a:cubicBezTo>
                      <a:pt x="114216" y="0"/>
                      <a:pt x="148002" y="31008"/>
                      <a:pt x="148002" y="75135"/>
                    </a:cubicBezTo>
                    <a:cubicBezTo>
                      <a:pt x="148301" y="118964"/>
                      <a:pt x="114814" y="149674"/>
                      <a:pt x="74449" y="149674"/>
                    </a:cubicBezTo>
                    <a:lnTo>
                      <a:pt x="74449" y="149674"/>
                    </a:lnTo>
                    <a:close/>
                    <a:moveTo>
                      <a:pt x="74449" y="26238"/>
                    </a:moveTo>
                    <a:lnTo>
                      <a:pt x="74150" y="26238"/>
                    </a:lnTo>
                    <a:cubicBezTo>
                      <a:pt x="46344" y="26238"/>
                      <a:pt x="23321" y="46512"/>
                      <a:pt x="23321" y="74837"/>
                    </a:cubicBezTo>
                    <a:cubicBezTo>
                      <a:pt x="23321" y="103162"/>
                      <a:pt x="46045" y="123139"/>
                      <a:pt x="73851" y="123139"/>
                    </a:cubicBezTo>
                    <a:lnTo>
                      <a:pt x="74150" y="123139"/>
                    </a:lnTo>
                    <a:cubicBezTo>
                      <a:pt x="101957" y="123139"/>
                      <a:pt x="124979" y="102864"/>
                      <a:pt x="124979" y="74539"/>
                    </a:cubicBezTo>
                    <a:cubicBezTo>
                      <a:pt x="124979" y="46214"/>
                      <a:pt x="102256" y="26238"/>
                      <a:pt x="74449" y="26238"/>
                    </a:cubicBezTo>
                    <a:lnTo>
                      <a:pt x="74449" y="26238"/>
                    </a:ln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B9508DF4-E1C0-E32B-E6B3-F567C1C80451}"/>
                  </a:ext>
                </a:extLst>
              </p:cNvPr>
              <p:cNvSpPr/>
              <p:nvPr/>
            </p:nvSpPr>
            <p:spPr>
              <a:xfrm>
                <a:off x="9311063" y="1591024"/>
                <a:ext cx="148003" cy="149674"/>
              </a:xfrm>
              <a:custGeom>
                <a:avLst/>
                <a:gdLst>
                  <a:gd name="connsiteX0" fmla="*/ 74449 w 148003"/>
                  <a:gd name="connsiteY0" fmla="*/ 149674 h 149674"/>
                  <a:gd name="connsiteX1" fmla="*/ 74150 w 148003"/>
                  <a:gd name="connsiteY1" fmla="*/ 149674 h 149674"/>
                  <a:gd name="connsiteX2" fmla="*/ 0 w 148003"/>
                  <a:gd name="connsiteY2" fmla="*/ 74539 h 149674"/>
                  <a:gd name="connsiteX3" fmla="*/ 73553 w 148003"/>
                  <a:gd name="connsiteY3" fmla="*/ 0 h 149674"/>
                  <a:gd name="connsiteX4" fmla="*/ 73851 w 148003"/>
                  <a:gd name="connsiteY4" fmla="*/ 0 h 149674"/>
                  <a:gd name="connsiteX5" fmla="*/ 148002 w 148003"/>
                  <a:gd name="connsiteY5" fmla="*/ 75135 h 149674"/>
                  <a:gd name="connsiteX6" fmla="*/ 74449 w 148003"/>
                  <a:gd name="connsiteY6" fmla="*/ 149674 h 149674"/>
                  <a:gd name="connsiteX7" fmla="*/ 74449 w 148003"/>
                  <a:gd name="connsiteY7" fmla="*/ 149674 h 149674"/>
                  <a:gd name="connsiteX8" fmla="*/ 74449 w 148003"/>
                  <a:gd name="connsiteY8" fmla="*/ 26536 h 149674"/>
                  <a:gd name="connsiteX9" fmla="*/ 74150 w 148003"/>
                  <a:gd name="connsiteY9" fmla="*/ 26536 h 149674"/>
                  <a:gd name="connsiteX10" fmla="*/ 23321 w 148003"/>
                  <a:gd name="connsiteY10" fmla="*/ 75135 h 149674"/>
                  <a:gd name="connsiteX11" fmla="*/ 73851 w 148003"/>
                  <a:gd name="connsiteY11" fmla="*/ 123437 h 149674"/>
                  <a:gd name="connsiteX12" fmla="*/ 74150 w 148003"/>
                  <a:gd name="connsiteY12" fmla="*/ 123437 h 149674"/>
                  <a:gd name="connsiteX13" fmla="*/ 124979 w 148003"/>
                  <a:gd name="connsiteY13" fmla="*/ 74837 h 149674"/>
                  <a:gd name="connsiteX14" fmla="*/ 74449 w 148003"/>
                  <a:gd name="connsiteY14" fmla="*/ 26536 h 149674"/>
                  <a:gd name="connsiteX15" fmla="*/ 74449 w 148003"/>
                  <a:gd name="connsiteY15" fmla="*/ 26536 h 149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8003" h="149674">
                    <a:moveTo>
                      <a:pt x="74449" y="149674"/>
                    </a:moveTo>
                    <a:lnTo>
                      <a:pt x="74150" y="149674"/>
                    </a:lnTo>
                    <a:cubicBezTo>
                      <a:pt x="33786" y="149674"/>
                      <a:pt x="0" y="118666"/>
                      <a:pt x="0" y="74539"/>
                    </a:cubicBezTo>
                    <a:cubicBezTo>
                      <a:pt x="0" y="30412"/>
                      <a:pt x="33188" y="0"/>
                      <a:pt x="73553" y="0"/>
                    </a:cubicBezTo>
                    <a:lnTo>
                      <a:pt x="73851" y="0"/>
                    </a:lnTo>
                    <a:cubicBezTo>
                      <a:pt x="114216" y="0"/>
                      <a:pt x="148002" y="31008"/>
                      <a:pt x="148002" y="75135"/>
                    </a:cubicBezTo>
                    <a:cubicBezTo>
                      <a:pt x="148301" y="118964"/>
                      <a:pt x="114814" y="149674"/>
                      <a:pt x="74449" y="149674"/>
                    </a:cubicBezTo>
                    <a:lnTo>
                      <a:pt x="74449" y="149674"/>
                    </a:lnTo>
                    <a:close/>
                    <a:moveTo>
                      <a:pt x="74449" y="26536"/>
                    </a:moveTo>
                    <a:lnTo>
                      <a:pt x="74150" y="26536"/>
                    </a:lnTo>
                    <a:cubicBezTo>
                      <a:pt x="46344" y="26536"/>
                      <a:pt x="23321" y="46811"/>
                      <a:pt x="23321" y="75135"/>
                    </a:cubicBezTo>
                    <a:cubicBezTo>
                      <a:pt x="23321" y="103460"/>
                      <a:pt x="46045" y="123437"/>
                      <a:pt x="73851" y="123437"/>
                    </a:cubicBezTo>
                    <a:lnTo>
                      <a:pt x="74150" y="123437"/>
                    </a:lnTo>
                    <a:cubicBezTo>
                      <a:pt x="101957" y="123437"/>
                      <a:pt x="124979" y="103162"/>
                      <a:pt x="124979" y="74837"/>
                    </a:cubicBezTo>
                    <a:cubicBezTo>
                      <a:pt x="124979" y="46512"/>
                      <a:pt x="102256" y="26536"/>
                      <a:pt x="74449" y="26536"/>
                    </a:cubicBezTo>
                    <a:lnTo>
                      <a:pt x="74449" y="26536"/>
                    </a:ln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4B5B103A-C560-E8CA-98C3-8DE52FC7E74C}"/>
                  </a:ext>
                </a:extLst>
              </p:cNvPr>
              <p:cNvSpPr/>
              <p:nvPr/>
            </p:nvSpPr>
            <p:spPr>
              <a:xfrm>
                <a:off x="9313753" y="1441350"/>
                <a:ext cx="142919" cy="129399"/>
              </a:xfrm>
              <a:custGeom>
                <a:avLst/>
                <a:gdLst>
                  <a:gd name="connsiteX0" fmla="*/ 0 w 142919"/>
                  <a:gd name="connsiteY0" fmla="*/ 129400 h 129399"/>
                  <a:gd name="connsiteX1" fmla="*/ 0 w 142919"/>
                  <a:gd name="connsiteY1" fmla="*/ 76030 h 129399"/>
                  <a:gd name="connsiteX2" fmla="*/ 71160 w 142919"/>
                  <a:gd name="connsiteY2" fmla="*/ 0 h 129399"/>
                  <a:gd name="connsiteX3" fmla="*/ 71460 w 142919"/>
                  <a:gd name="connsiteY3" fmla="*/ 0 h 129399"/>
                  <a:gd name="connsiteX4" fmla="*/ 142919 w 142919"/>
                  <a:gd name="connsiteY4" fmla="*/ 76030 h 129399"/>
                  <a:gd name="connsiteX5" fmla="*/ 142919 w 142919"/>
                  <a:gd name="connsiteY5" fmla="*/ 129400 h 129399"/>
                  <a:gd name="connsiteX6" fmla="*/ 0 w 142919"/>
                  <a:gd name="connsiteY6" fmla="*/ 129400 h 129399"/>
                  <a:gd name="connsiteX7" fmla="*/ 120196 w 142919"/>
                  <a:gd name="connsiteY7" fmla="*/ 76030 h 129399"/>
                  <a:gd name="connsiteX8" fmla="*/ 72058 w 142919"/>
                  <a:gd name="connsiteY8" fmla="*/ 26238 h 129399"/>
                  <a:gd name="connsiteX9" fmla="*/ 71759 w 142919"/>
                  <a:gd name="connsiteY9" fmla="*/ 26238 h 129399"/>
                  <a:gd name="connsiteX10" fmla="*/ 23023 w 142919"/>
                  <a:gd name="connsiteY10" fmla="*/ 76030 h 129399"/>
                  <a:gd name="connsiteX11" fmla="*/ 23023 w 142919"/>
                  <a:gd name="connsiteY11" fmla="*/ 104355 h 129399"/>
                  <a:gd name="connsiteX12" fmla="*/ 120494 w 142919"/>
                  <a:gd name="connsiteY12" fmla="*/ 104355 h 129399"/>
                  <a:gd name="connsiteX13" fmla="*/ 120494 w 142919"/>
                  <a:gd name="connsiteY13" fmla="*/ 76030 h 129399"/>
                  <a:gd name="connsiteX14" fmla="*/ 120196 w 142919"/>
                  <a:gd name="connsiteY14" fmla="*/ 76030 h 129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2919" h="129399">
                    <a:moveTo>
                      <a:pt x="0" y="129400"/>
                    </a:moveTo>
                    <a:lnTo>
                      <a:pt x="0" y="76030"/>
                    </a:lnTo>
                    <a:cubicBezTo>
                      <a:pt x="0" y="31008"/>
                      <a:pt x="30796" y="0"/>
                      <a:pt x="71160" y="0"/>
                    </a:cubicBezTo>
                    <a:lnTo>
                      <a:pt x="71460" y="0"/>
                    </a:lnTo>
                    <a:cubicBezTo>
                      <a:pt x="111824" y="0"/>
                      <a:pt x="142919" y="31008"/>
                      <a:pt x="142919" y="76030"/>
                    </a:cubicBezTo>
                    <a:lnTo>
                      <a:pt x="142919" y="129400"/>
                    </a:lnTo>
                    <a:lnTo>
                      <a:pt x="0" y="129400"/>
                    </a:lnTo>
                    <a:close/>
                    <a:moveTo>
                      <a:pt x="120196" y="76030"/>
                    </a:moveTo>
                    <a:cubicBezTo>
                      <a:pt x="120196" y="45916"/>
                      <a:pt x="99864" y="26238"/>
                      <a:pt x="72058" y="26238"/>
                    </a:cubicBezTo>
                    <a:lnTo>
                      <a:pt x="71759" y="26238"/>
                    </a:lnTo>
                    <a:cubicBezTo>
                      <a:pt x="43653" y="26238"/>
                      <a:pt x="23023" y="45916"/>
                      <a:pt x="23023" y="76030"/>
                    </a:cubicBezTo>
                    <a:lnTo>
                      <a:pt x="23023" y="104355"/>
                    </a:lnTo>
                    <a:lnTo>
                      <a:pt x="120494" y="104355"/>
                    </a:lnTo>
                    <a:lnTo>
                      <a:pt x="120494" y="76030"/>
                    </a:lnTo>
                    <a:lnTo>
                      <a:pt x="120196" y="76030"/>
                    </a:ln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BA26459B-2290-3ACE-C6D8-68C398F95576}"/>
                  </a:ext>
                </a:extLst>
              </p:cNvPr>
              <p:cNvSpPr/>
              <p:nvPr/>
            </p:nvSpPr>
            <p:spPr>
              <a:xfrm>
                <a:off x="9311063" y="1319702"/>
                <a:ext cx="148010" cy="110615"/>
              </a:xfrm>
              <a:custGeom>
                <a:avLst/>
                <a:gdLst>
                  <a:gd name="connsiteX0" fmla="*/ 125278 w 148010"/>
                  <a:gd name="connsiteY0" fmla="*/ 110616 h 110615"/>
                  <a:gd name="connsiteX1" fmla="*/ 107040 w 148010"/>
                  <a:gd name="connsiteY1" fmla="*/ 95410 h 110615"/>
                  <a:gd name="connsiteX2" fmla="*/ 125876 w 148010"/>
                  <a:gd name="connsiteY2" fmla="*/ 50090 h 110615"/>
                  <a:gd name="connsiteX3" fmla="*/ 107638 w 148010"/>
                  <a:gd name="connsiteY3" fmla="*/ 24747 h 110615"/>
                  <a:gd name="connsiteX4" fmla="*/ 107339 w 148010"/>
                  <a:gd name="connsiteY4" fmla="*/ 24747 h 110615"/>
                  <a:gd name="connsiteX5" fmla="*/ 85213 w 148010"/>
                  <a:gd name="connsiteY5" fmla="*/ 57246 h 110615"/>
                  <a:gd name="connsiteX6" fmla="*/ 42158 w 148010"/>
                  <a:gd name="connsiteY6" fmla="*/ 105249 h 110615"/>
                  <a:gd name="connsiteX7" fmla="*/ 41859 w 148010"/>
                  <a:gd name="connsiteY7" fmla="*/ 105249 h 110615"/>
                  <a:gd name="connsiteX8" fmla="*/ 0 w 148010"/>
                  <a:gd name="connsiteY8" fmla="*/ 56053 h 110615"/>
                  <a:gd name="connsiteX9" fmla="*/ 18239 w 148010"/>
                  <a:gd name="connsiteY9" fmla="*/ 3876 h 110615"/>
                  <a:gd name="connsiteX10" fmla="*/ 37374 w 148010"/>
                  <a:gd name="connsiteY10" fmla="*/ 17591 h 110615"/>
                  <a:gd name="connsiteX11" fmla="*/ 22425 w 148010"/>
                  <a:gd name="connsiteY11" fmla="*/ 56650 h 110615"/>
                  <a:gd name="connsiteX12" fmla="*/ 39467 w 148010"/>
                  <a:gd name="connsiteY12" fmla="*/ 80204 h 110615"/>
                  <a:gd name="connsiteX13" fmla="*/ 39766 w 148010"/>
                  <a:gd name="connsiteY13" fmla="*/ 80204 h 110615"/>
                  <a:gd name="connsiteX14" fmla="*/ 62490 w 148010"/>
                  <a:gd name="connsiteY14" fmla="*/ 46214 h 110615"/>
                  <a:gd name="connsiteX15" fmla="*/ 104648 w 148010"/>
                  <a:gd name="connsiteY15" fmla="*/ 0 h 110615"/>
                  <a:gd name="connsiteX16" fmla="*/ 104947 w 148010"/>
                  <a:gd name="connsiteY16" fmla="*/ 0 h 110615"/>
                  <a:gd name="connsiteX17" fmla="*/ 148002 w 148010"/>
                  <a:gd name="connsiteY17" fmla="*/ 51283 h 110615"/>
                  <a:gd name="connsiteX18" fmla="*/ 125278 w 148010"/>
                  <a:gd name="connsiteY18" fmla="*/ 110616 h 110615"/>
                  <a:gd name="connsiteX19" fmla="*/ 125278 w 148010"/>
                  <a:gd name="connsiteY19" fmla="*/ 110616 h 110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48010" h="110615">
                    <a:moveTo>
                      <a:pt x="125278" y="110616"/>
                    </a:moveTo>
                    <a:lnTo>
                      <a:pt x="107040" y="95410"/>
                    </a:lnTo>
                    <a:cubicBezTo>
                      <a:pt x="119000" y="81695"/>
                      <a:pt x="125876" y="67980"/>
                      <a:pt x="125876" y="50090"/>
                    </a:cubicBezTo>
                    <a:cubicBezTo>
                      <a:pt x="125876" y="34586"/>
                      <a:pt x="118701" y="24747"/>
                      <a:pt x="107638" y="24747"/>
                    </a:cubicBezTo>
                    <a:lnTo>
                      <a:pt x="107339" y="24747"/>
                    </a:lnTo>
                    <a:cubicBezTo>
                      <a:pt x="97173" y="24747"/>
                      <a:pt x="91492" y="30412"/>
                      <a:pt x="85213" y="57246"/>
                    </a:cubicBezTo>
                    <a:cubicBezTo>
                      <a:pt x="77738" y="87956"/>
                      <a:pt x="68769" y="105249"/>
                      <a:pt x="42158" y="105249"/>
                    </a:cubicBezTo>
                    <a:lnTo>
                      <a:pt x="41859" y="105249"/>
                    </a:lnTo>
                    <a:cubicBezTo>
                      <a:pt x="17043" y="105249"/>
                      <a:pt x="0" y="84676"/>
                      <a:pt x="0" y="56053"/>
                    </a:cubicBezTo>
                    <a:cubicBezTo>
                      <a:pt x="0" y="35182"/>
                      <a:pt x="6279" y="18486"/>
                      <a:pt x="18239" y="3876"/>
                    </a:cubicBezTo>
                    <a:lnTo>
                      <a:pt x="37374" y="17591"/>
                    </a:lnTo>
                    <a:cubicBezTo>
                      <a:pt x="27806" y="30412"/>
                      <a:pt x="22425" y="43531"/>
                      <a:pt x="22425" y="56650"/>
                    </a:cubicBezTo>
                    <a:cubicBezTo>
                      <a:pt x="22425" y="71558"/>
                      <a:pt x="29899" y="80204"/>
                      <a:pt x="39467" y="80204"/>
                    </a:cubicBezTo>
                    <a:lnTo>
                      <a:pt x="39766" y="80204"/>
                    </a:lnTo>
                    <a:cubicBezTo>
                      <a:pt x="50829" y="80204"/>
                      <a:pt x="55912" y="73645"/>
                      <a:pt x="62490" y="46214"/>
                    </a:cubicBezTo>
                    <a:cubicBezTo>
                      <a:pt x="69965" y="15802"/>
                      <a:pt x="80728" y="0"/>
                      <a:pt x="104648" y="0"/>
                    </a:cubicBezTo>
                    <a:lnTo>
                      <a:pt x="104947" y="0"/>
                    </a:lnTo>
                    <a:cubicBezTo>
                      <a:pt x="131856" y="0"/>
                      <a:pt x="148002" y="21169"/>
                      <a:pt x="148002" y="51283"/>
                    </a:cubicBezTo>
                    <a:cubicBezTo>
                      <a:pt x="148301" y="72750"/>
                      <a:pt x="140527" y="93323"/>
                      <a:pt x="125278" y="110616"/>
                    </a:cubicBezTo>
                    <a:lnTo>
                      <a:pt x="125278" y="110616"/>
                    </a:ln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BAC2BA9C-BFB9-AC42-F202-C520D7E4E59C}"/>
                  </a:ext>
                </a:extLst>
              </p:cNvPr>
              <p:cNvSpPr/>
              <p:nvPr/>
            </p:nvSpPr>
            <p:spPr>
              <a:xfrm>
                <a:off x="8537865" y="1319106"/>
                <a:ext cx="327996" cy="340494"/>
              </a:xfrm>
              <a:custGeom>
                <a:avLst/>
                <a:gdLst>
                  <a:gd name="connsiteX0" fmla="*/ 0 w 327996"/>
                  <a:gd name="connsiteY0" fmla="*/ 171142 h 340494"/>
                  <a:gd name="connsiteX1" fmla="*/ 0 w 327996"/>
                  <a:gd name="connsiteY1" fmla="*/ 170247 h 340494"/>
                  <a:gd name="connsiteX2" fmla="*/ 180293 w 327996"/>
                  <a:gd name="connsiteY2" fmla="*/ 0 h 340494"/>
                  <a:gd name="connsiteX3" fmla="*/ 316933 w 327996"/>
                  <a:gd name="connsiteY3" fmla="*/ 49494 h 340494"/>
                  <a:gd name="connsiteX4" fmla="*/ 255939 w 327996"/>
                  <a:gd name="connsiteY4" fmla="*/ 123139 h 340494"/>
                  <a:gd name="connsiteX5" fmla="*/ 183582 w 327996"/>
                  <a:gd name="connsiteY5" fmla="*/ 94814 h 340494"/>
                  <a:gd name="connsiteX6" fmla="*/ 110329 w 327996"/>
                  <a:gd name="connsiteY6" fmla="*/ 171738 h 340494"/>
                  <a:gd name="connsiteX7" fmla="*/ 110329 w 327996"/>
                  <a:gd name="connsiteY7" fmla="*/ 172633 h 340494"/>
                  <a:gd name="connsiteX8" fmla="*/ 188366 w 327996"/>
                  <a:gd name="connsiteY8" fmla="*/ 250451 h 340494"/>
                  <a:gd name="connsiteX9" fmla="*/ 225740 w 327996"/>
                  <a:gd name="connsiteY9" fmla="*/ 242997 h 340494"/>
                  <a:gd name="connsiteX10" fmla="*/ 225740 w 327996"/>
                  <a:gd name="connsiteY10" fmla="*/ 210200 h 340494"/>
                  <a:gd name="connsiteX11" fmla="*/ 169829 w 327996"/>
                  <a:gd name="connsiteY11" fmla="*/ 210200 h 340494"/>
                  <a:gd name="connsiteX12" fmla="*/ 169829 w 327996"/>
                  <a:gd name="connsiteY12" fmla="*/ 140133 h 340494"/>
                  <a:gd name="connsiteX13" fmla="*/ 327996 w 327996"/>
                  <a:gd name="connsiteY13" fmla="*/ 140133 h 340494"/>
                  <a:gd name="connsiteX14" fmla="*/ 327996 w 327996"/>
                  <a:gd name="connsiteY14" fmla="*/ 291597 h 340494"/>
                  <a:gd name="connsiteX15" fmla="*/ 183881 w 327996"/>
                  <a:gd name="connsiteY15" fmla="*/ 340495 h 340494"/>
                  <a:gd name="connsiteX16" fmla="*/ 0 w 327996"/>
                  <a:gd name="connsiteY16" fmla="*/ 171142 h 340494"/>
                  <a:gd name="connsiteX17" fmla="*/ 0 w 327996"/>
                  <a:gd name="connsiteY17" fmla="*/ 171142 h 340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7996" h="340494">
                    <a:moveTo>
                      <a:pt x="0" y="171142"/>
                    </a:moveTo>
                    <a:lnTo>
                      <a:pt x="0" y="170247"/>
                    </a:lnTo>
                    <a:cubicBezTo>
                      <a:pt x="0" y="72750"/>
                      <a:pt x="77140" y="0"/>
                      <a:pt x="180293" y="0"/>
                    </a:cubicBezTo>
                    <a:cubicBezTo>
                      <a:pt x="236205" y="0"/>
                      <a:pt x="281652" y="18784"/>
                      <a:pt x="316933" y="49494"/>
                    </a:cubicBezTo>
                    <a:lnTo>
                      <a:pt x="255939" y="123139"/>
                    </a:lnTo>
                    <a:cubicBezTo>
                      <a:pt x="234411" y="104951"/>
                      <a:pt x="210791" y="94814"/>
                      <a:pt x="183582" y="94814"/>
                    </a:cubicBezTo>
                    <a:cubicBezTo>
                      <a:pt x="141125" y="94814"/>
                      <a:pt x="110329" y="127611"/>
                      <a:pt x="110329" y="171738"/>
                    </a:cubicBezTo>
                    <a:lnTo>
                      <a:pt x="110329" y="172633"/>
                    </a:lnTo>
                    <a:cubicBezTo>
                      <a:pt x="110329" y="218847"/>
                      <a:pt x="142620" y="250451"/>
                      <a:pt x="188366" y="250451"/>
                    </a:cubicBezTo>
                    <a:cubicBezTo>
                      <a:pt x="206904" y="250451"/>
                      <a:pt x="217369" y="247768"/>
                      <a:pt x="225740" y="242997"/>
                    </a:cubicBezTo>
                    <a:lnTo>
                      <a:pt x="225740" y="210200"/>
                    </a:lnTo>
                    <a:lnTo>
                      <a:pt x="169829" y="210200"/>
                    </a:lnTo>
                    <a:lnTo>
                      <a:pt x="169829" y="140133"/>
                    </a:lnTo>
                    <a:lnTo>
                      <a:pt x="327996" y="140133"/>
                    </a:lnTo>
                    <a:lnTo>
                      <a:pt x="327996" y="291597"/>
                    </a:lnTo>
                    <a:cubicBezTo>
                      <a:pt x="292416" y="320518"/>
                      <a:pt x="243082" y="340495"/>
                      <a:pt x="183881" y="340495"/>
                    </a:cubicBezTo>
                    <a:cubicBezTo>
                      <a:pt x="81625" y="340495"/>
                      <a:pt x="0" y="272217"/>
                      <a:pt x="0" y="171142"/>
                    </a:cubicBezTo>
                    <a:lnTo>
                      <a:pt x="0" y="171142"/>
                    </a:ln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91C4AD50-C2CC-9B75-CF96-6C825793F159}"/>
                  </a:ext>
                </a:extLst>
              </p:cNvPr>
              <p:cNvSpPr/>
              <p:nvPr/>
            </p:nvSpPr>
            <p:spPr>
              <a:xfrm>
                <a:off x="8897255" y="1319106"/>
                <a:ext cx="356699" cy="340494"/>
              </a:xfrm>
              <a:custGeom>
                <a:avLst/>
                <a:gdLst>
                  <a:gd name="connsiteX0" fmla="*/ 0 w 356699"/>
                  <a:gd name="connsiteY0" fmla="*/ 171142 h 340494"/>
                  <a:gd name="connsiteX1" fmla="*/ 0 w 356699"/>
                  <a:gd name="connsiteY1" fmla="*/ 170247 h 340494"/>
                  <a:gd name="connsiteX2" fmla="*/ 178798 w 356699"/>
                  <a:gd name="connsiteY2" fmla="*/ 0 h 340494"/>
                  <a:gd name="connsiteX3" fmla="*/ 356700 w 356699"/>
                  <a:gd name="connsiteY3" fmla="*/ 169353 h 340494"/>
                  <a:gd name="connsiteX4" fmla="*/ 356700 w 356699"/>
                  <a:gd name="connsiteY4" fmla="*/ 170247 h 340494"/>
                  <a:gd name="connsiteX5" fmla="*/ 177901 w 356699"/>
                  <a:gd name="connsiteY5" fmla="*/ 340495 h 340494"/>
                  <a:gd name="connsiteX6" fmla="*/ 0 w 356699"/>
                  <a:gd name="connsiteY6" fmla="*/ 171142 h 340494"/>
                  <a:gd name="connsiteX7" fmla="*/ 0 w 356699"/>
                  <a:gd name="connsiteY7" fmla="*/ 171142 h 340494"/>
                  <a:gd name="connsiteX8" fmla="*/ 246670 w 356699"/>
                  <a:gd name="connsiteY8" fmla="*/ 171142 h 340494"/>
                  <a:gd name="connsiteX9" fmla="*/ 246670 w 356699"/>
                  <a:gd name="connsiteY9" fmla="*/ 170247 h 340494"/>
                  <a:gd name="connsiteX10" fmla="*/ 178200 w 356699"/>
                  <a:gd name="connsiteY10" fmla="*/ 96603 h 340494"/>
                  <a:gd name="connsiteX11" fmla="*/ 110628 w 356699"/>
                  <a:gd name="connsiteY11" fmla="*/ 169353 h 340494"/>
                  <a:gd name="connsiteX12" fmla="*/ 110628 w 356699"/>
                  <a:gd name="connsiteY12" fmla="*/ 170247 h 340494"/>
                  <a:gd name="connsiteX13" fmla="*/ 179097 w 356699"/>
                  <a:gd name="connsiteY13" fmla="*/ 243892 h 340494"/>
                  <a:gd name="connsiteX14" fmla="*/ 246670 w 356699"/>
                  <a:gd name="connsiteY14" fmla="*/ 171142 h 340494"/>
                  <a:gd name="connsiteX15" fmla="*/ 246670 w 356699"/>
                  <a:gd name="connsiteY15" fmla="*/ 171142 h 340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56699" h="340494">
                    <a:moveTo>
                      <a:pt x="0" y="171142"/>
                    </a:moveTo>
                    <a:lnTo>
                      <a:pt x="0" y="170247"/>
                    </a:lnTo>
                    <a:cubicBezTo>
                      <a:pt x="0" y="75434"/>
                      <a:pt x="78037" y="0"/>
                      <a:pt x="178798" y="0"/>
                    </a:cubicBezTo>
                    <a:cubicBezTo>
                      <a:pt x="279559" y="0"/>
                      <a:pt x="356700" y="74539"/>
                      <a:pt x="356700" y="169353"/>
                    </a:cubicBezTo>
                    <a:lnTo>
                      <a:pt x="356700" y="170247"/>
                    </a:lnTo>
                    <a:cubicBezTo>
                      <a:pt x="356700" y="265061"/>
                      <a:pt x="278662" y="340495"/>
                      <a:pt x="177901" y="340495"/>
                    </a:cubicBezTo>
                    <a:cubicBezTo>
                      <a:pt x="77140" y="340495"/>
                      <a:pt x="0" y="265955"/>
                      <a:pt x="0" y="171142"/>
                    </a:cubicBezTo>
                    <a:lnTo>
                      <a:pt x="0" y="171142"/>
                    </a:lnTo>
                    <a:close/>
                    <a:moveTo>
                      <a:pt x="246670" y="171142"/>
                    </a:moveTo>
                    <a:lnTo>
                      <a:pt x="246670" y="170247"/>
                    </a:lnTo>
                    <a:cubicBezTo>
                      <a:pt x="246670" y="131487"/>
                      <a:pt x="220059" y="96603"/>
                      <a:pt x="178200" y="96603"/>
                    </a:cubicBezTo>
                    <a:cubicBezTo>
                      <a:pt x="136341" y="96603"/>
                      <a:pt x="110628" y="131189"/>
                      <a:pt x="110628" y="169353"/>
                    </a:cubicBezTo>
                    <a:lnTo>
                      <a:pt x="110628" y="170247"/>
                    </a:lnTo>
                    <a:cubicBezTo>
                      <a:pt x="110628" y="209008"/>
                      <a:pt x="137238" y="243892"/>
                      <a:pt x="179097" y="243892"/>
                    </a:cubicBezTo>
                    <a:cubicBezTo>
                      <a:pt x="220956" y="243892"/>
                      <a:pt x="246670" y="209306"/>
                      <a:pt x="246670" y="171142"/>
                    </a:cubicBezTo>
                    <a:lnTo>
                      <a:pt x="246670" y="171142"/>
                    </a:ln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559EE06B-7F65-0127-C9F5-5CD4BF3F46B4}"/>
                  </a:ext>
                </a:extLst>
              </p:cNvPr>
              <p:cNvSpPr/>
              <p:nvPr/>
            </p:nvSpPr>
            <p:spPr>
              <a:xfrm>
                <a:off x="8897255" y="1688223"/>
                <a:ext cx="356699" cy="340494"/>
              </a:xfrm>
              <a:custGeom>
                <a:avLst/>
                <a:gdLst>
                  <a:gd name="connsiteX0" fmla="*/ 0 w 356699"/>
                  <a:gd name="connsiteY0" fmla="*/ 171142 h 340494"/>
                  <a:gd name="connsiteX1" fmla="*/ 0 w 356699"/>
                  <a:gd name="connsiteY1" fmla="*/ 170247 h 340494"/>
                  <a:gd name="connsiteX2" fmla="*/ 178798 w 356699"/>
                  <a:gd name="connsiteY2" fmla="*/ 0 h 340494"/>
                  <a:gd name="connsiteX3" fmla="*/ 356700 w 356699"/>
                  <a:gd name="connsiteY3" fmla="*/ 169353 h 340494"/>
                  <a:gd name="connsiteX4" fmla="*/ 356700 w 356699"/>
                  <a:gd name="connsiteY4" fmla="*/ 170247 h 340494"/>
                  <a:gd name="connsiteX5" fmla="*/ 177901 w 356699"/>
                  <a:gd name="connsiteY5" fmla="*/ 340495 h 340494"/>
                  <a:gd name="connsiteX6" fmla="*/ 0 w 356699"/>
                  <a:gd name="connsiteY6" fmla="*/ 171142 h 340494"/>
                  <a:gd name="connsiteX7" fmla="*/ 0 w 356699"/>
                  <a:gd name="connsiteY7" fmla="*/ 171142 h 340494"/>
                  <a:gd name="connsiteX8" fmla="*/ 246670 w 356699"/>
                  <a:gd name="connsiteY8" fmla="*/ 171142 h 340494"/>
                  <a:gd name="connsiteX9" fmla="*/ 246670 w 356699"/>
                  <a:gd name="connsiteY9" fmla="*/ 170247 h 340494"/>
                  <a:gd name="connsiteX10" fmla="*/ 178200 w 356699"/>
                  <a:gd name="connsiteY10" fmla="*/ 96603 h 340494"/>
                  <a:gd name="connsiteX11" fmla="*/ 110628 w 356699"/>
                  <a:gd name="connsiteY11" fmla="*/ 169353 h 340494"/>
                  <a:gd name="connsiteX12" fmla="*/ 110628 w 356699"/>
                  <a:gd name="connsiteY12" fmla="*/ 170247 h 340494"/>
                  <a:gd name="connsiteX13" fmla="*/ 179097 w 356699"/>
                  <a:gd name="connsiteY13" fmla="*/ 243892 h 340494"/>
                  <a:gd name="connsiteX14" fmla="*/ 246670 w 356699"/>
                  <a:gd name="connsiteY14" fmla="*/ 171142 h 340494"/>
                  <a:gd name="connsiteX15" fmla="*/ 246670 w 356699"/>
                  <a:gd name="connsiteY15" fmla="*/ 171142 h 340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56699" h="340494">
                    <a:moveTo>
                      <a:pt x="0" y="171142"/>
                    </a:moveTo>
                    <a:lnTo>
                      <a:pt x="0" y="170247"/>
                    </a:lnTo>
                    <a:cubicBezTo>
                      <a:pt x="0" y="75434"/>
                      <a:pt x="78037" y="0"/>
                      <a:pt x="178798" y="0"/>
                    </a:cubicBezTo>
                    <a:cubicBezTo>
                      <a:pt x="279559" y="0"/>
                      <a:pt x="356700" y="74539"/>
                      <a:pt x="356700" y="169353"/>
                    </a:cubicBezTo>
                    <a:lnTo>
                      <a:pt x="356700" y="170247"/>
                    </a:lnTo>
                    <a:cubicBezTo>
                      <a:pt x="356700" y="265061"/>
                      <a:pt x="278662" y="340495"/>
                      <a:pt x="177901" y="340495"/>
                    </a:cubicBezTo>
                    <a:cubicBezTo>
                      <a:pt x="77140" y="340495"/>
                      <a:pt x="0" y="265955"/>
                      <a:pt x="0" y="171142"/>
                    </a:cubicBezTo>
                    <a:lnTo>
                      <a:pt x="0" y="171142"/>
                    </a:lnTo>
                    <a:close/>
                    <a:moveTo>
                      <a:pt x="246670" y="171142"/>
                    </a:moveTo>
                    <a:lnTo>
                      <a:pt x="246670" y="170247"/>
                    </a:lnTo>
                    <a:cubicBezTo>
                      <a:pt x="246670" y="131487"/>
                      <a:pt x="220059" y="96603"/>
                      <a:pt x="178200" y="96603"/>
                    </a:cubicBezTo>
                    <a:cubicBezTo>
                      <a:pt x="136341" y="96603"/>
                      <a:pt x="110628" y="131189"/>
                      <a:pt x="110628" y="169353"/>
                    </a:cubicBezTo>
                    <a:lnTo>
                      <a:pt x="110628" y="170247"/>
                    </a:lnTo>
                    <a:cubicBezTo>
                      <a:pt x="110628" y="209008"/>
                      <a:pt x="137238" y="243892"/>
                      <a:pt x="179097" y="243892"/>
                    </a:cubicBezTo>
                    <a:cubicBezTo>
                      <a:pt x="220956" y="243892"/>
                      <a:pt x="246670" y="209306"/>
                      <a:pt x="246670" y="171142"/>
                    </a:cubicBezTo>
                    <a:lnTo>
                      <a:pt x="246670" y="171142"/>
                    </a:ln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D0A03A01-7DBB-9F55-EC84-FE36EACB9992}"/>
                  </a:ext>
                </a:extLst>
              </p:cNvPr>
              <p:cNvSpPr/>
              <p:nvPr/>
            </p:nvSpPr>
            <p:spPr>
              <a:xfrm>
                <a:off x="8550721" y="1694782"/>
                <a:ext cx="327398" cy="327375"/>
              </a:xfrm>
              <a:custGeom>
                <a:avLst/>
                <a:gdLst>
                  <a:gd name="connsiteX0" fmla="*/ 327398 w 327398"/>
                  <a:gd name="connsiteY0" fmla="*/ 0 h 327375"/>
                  <a:gd name="connsiteX1" fmla="*/ 0 w 327398"/>
                  <a:gd name="connsiteY1" fmla="*/ 0 h 327375"/>
                  <a:gd name="connsiteX2" fmla="*/ 0 w 327398"/>
                  <a:gd name="connsiteY2" fmla="*/ 93323 h 327375"/>
                  <a:gd name="connsiteX3" fmla="*/ 109731 w 327398"/>
                  <a:gd name="connsiteY3" fmla="*/ 93323 h 327375"/>
                  <a:gd name="connsiteX4" fmla="*/ 109731 w 327398"/>
                  <a:gd name="connsiteY4" fmla="*/ 327376 h 327375"/>
                  <a:gd name="connsiteX5" fmla="*/ 217369 w 327398"/>
                  <a:gd name="connsiteY5" fmla="*/ 327376 h 327375"/>
                  <a:gd name="connsiteX6" fmla="*/ 217369 w 327398"/>
                  <a:gd name="connsiteY6" fmla="*/ 93323 h 327375"/>
                  <a:gd name="connsiteX7" fmla="*/ 327398 w 327398"/>
                  <a:gd name="connsiteY7" fmla="*/ 93323 h 327375"/>
                  <a:gd name="connsiteX8" fmla="*/ 327398 w 327398"/>
                  <a:gd name="connsiteY8" fmla="*/ 0 h 327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7398" h="327375">
                    <a:moveTo>
                      <a:pt x="327398" y="0"/>
                    </a:moveTo>
                    <a:lnTo>
                      <a:pt x="0" y="0"/>
                    </a:lnTo>
                    <a:lnTo>
                      <a:pt x="0" y="93323"/>
                    </a:lnTo>
                    <a:lnTo>
                      <a:pt x="109731" y="93323"/>
                    </a:lnTo>
                    <a:lnTo>
                      <a:pt x="109731" y="327376"/>
                    </a:lnTo>
                    <a:lnTo>
                      <a:pt x="217369" y="327376"/>
                    </a:lnTo>
                    <a:lnTo>
                      <a:pt x="217369" y="93323"/>
                    </a:lnTo>
                    <a:lnTo>
                      <a:pt x="327398" y="93323"/>
                    </a:lnTo>
                    <a:lnTo>
                      <a:pt x="327398" y="0"/>
                    </a:lnTo>
                    <a:close/>
                  </a:path>
                </a:pathLst>
              </a:custGeom>
              <a:solidFill>
                <a:schemeClr val="tx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24698DF-4F25-974B-336D-6FB22A54FA72}"/>
                </a:ext>
              </a:extLst>
            </p:cNvPr>
            <p:cNvGrpSpPr/>
            <p:nvPr userDrawn="1"/>
          </p:nvGrpSpPr>
          <p:grpSpPr>
            <a:xfrm>
              <a:off x="5669651" y="4192551"/>
              <a:ext cx="5463169" cy="1294652"/>
              <a:chOff x="3718560" y="4929622"/>
              <a:chExt cx="4755661" cy="1126988"/>
            </a:xfrm>
          </p:grpSpPr>
          <p:pic>
            <p:nvPicPr>
              <p:cNvPr id="55" name="Graphic 54">
                <a:extLst>
                  <a:ext uri="{FF2B5EF4-FFF2-40B4-BE49-F238E27FC236}">
                    <a16:creationId xmlns:a16="http://schemas.microsoft.com/office/drawing/2014/main" id="{E19180A3-E99E-5C97-1E81-4B302C5B9FF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718560" y="4949910"/>
                <a:ext cx="979170" cy="315510"/>
              </a:xfrm>
              <a:prstGeom prst="rect">
                <a:avLst/>
              </a:prstGeom>
            </p:spPr>
          </p:pic>
          <p:pic>
            <p:nvPicPr>
              <p:cNvPr id="56" name="Graphic 55">
                <a:extLst>
                  <a:ext uri="{FF2B5EF4-FFF2-40B4-BE49-F238E27FC236}">
                    <a16:creationId xmlns:a16="http://schemas.microsoft.com/office/drawing/2014/main" id="{FC52A1BC-20E5-EF37-481B-AD5F4D22246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037745" y="4929622"/>
                <a:ext cx="871220" cy="361917"/>
              </a:xfrm>
              <a:prstGeom prst="rect">
                <a:avLst/>
              </a:prstGeom>
            </p:spPr>
          </p:pic>
          <p:pic>
            <p:nvPicPr>
              <p:cNvPr id="57" name="Graphic 56">
                <a:extLst>
                  <a:ext uri="{FF2B5EF4-FFF2-40B4-BE49-F238E27FC236}">
                    <a16:creationId xmlns:a16="http://schemas.microsoft.com/office/drawing/2014/main" id="{9B2C8ECC-3BA1-0AE5-EC06-33B35B1C035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248980" y="4981757"/>
                <a:ext cx="973649" cy="322123"/>
              </a:xfrm>
              <a:prstGeom prst="rect">
                <a:avLst/>
              </a:prstGeom>
            </p:spPr>
          </p:pic>
          <p:pic>
            <p:nvPicPr>
              <p:cNvPr id="58" name="Graphic 57">
                <a:extLst>
                  <a:ext uri="{FF2B5EF4-FFF2-40B4-BE49-F238E27FC236}">
                    <a16:creationId xmlns:a16="http://schemas.microsoft.com/office/drawing/2014/main" id="{E2B5093B-2D66-F96C-5E5D-1384E15B3FA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562643" y="4995916"/>
                <a:ext cx="911578" cy="322124"/>
              </a:xfrm>
              <a:prstGeom prst="rect">
                <a:avLst/>
              </a:prstGeom>
            </p:spPr>
          </p:pic>
          <p:pic>
            <p:nvPicPr>
              <p:cNvPr id="59" name="Graphic 58">
                <a:extLst>
                  <a:ext uri="{FF2B5EF4-FFF2-40B4-BE49-F238E27FC236}">
                    <a16:creationId xmlns:a16="http://schemas.microsoft.com/office/drawing/2014/main" id="{4AF1BA46-DB02-A396-5491-26AF8493220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401965" y="5656030"/>
                <a:ext cx="891147" cy="315510"/>
              </a:xfrm>
              <a:prstGeom prst="rect">
                <a:avLst/>
              </a:prstGeom>
            </p:spPr>
          </p:pic>
          <p:pic>
            <p:nvPicPr>
              <p:cNvPr id="60" name="Graphic 59">
                <a:extLst>
                  <a:ext uri="{FF2B5EF4-FFF2-40B4-BE49-F238E27FC236}">
                    <a16:creationId xmlns:a16="http://schemas.microsoft.com/office/drawing/2014/main" id="{6A7F1803-E9C1-8EB1-975B-648E980967A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719445" y="5570960"/>
                <a:ext cx="753110" cy="485650"/>
              </a:xfrm>
              <a:prstGeom prst="rect">
                <a:avLst/>
              </a:prstGeom>
            </p:spPr>
          </p:pic>
          <p:pic>
            <p:nvPicPr>
              <p:cNvPr id="61" name="Graphic 60">
                <a:extLst>
                  <a:ext uri="{FF2B5EF4-FFF2-40B4-BE49-F238E27FC236}">
                    <a16:creationId xmlns:a16="http://schemas.microsoft.com/office/drawing/2014/main" id="{465AE9A4-5EDA-D600-43D2-21E895E527E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6898888" y="5679771"/>
                <a:ext cx="973649" cy="268027"/>
              </a:xfrm>
              <a:prstGeom prst="rect">
                <a:avLst/>
              </a:prstGeom>
            </p:spPr>
          </p:pic>
        </p:grp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84B6A59C-2943-1B76-9832-735A0077556D}"/>
              </a:ext>
            </a:extLst>
          </p:cNvPr>
          <p:cNvSpPr/>
          <p:nvPr/>
        </p:nvSpPr>
        <p:spPr>
          <a:xfrm>
            <a:off x="10492740" y="308610"/>
            <a:ext cx="1463040" cy="1097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833F866-B868-598D-13A8-8AD0D4E3FB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6956" y="3031822"/>
            <a:ext cx="3555681" cy="249299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CD75541-94A7-9037-82DE-B5B136EA8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6956" y="2230234"/>
            <a:ext cx="3555681" cy="544660"/>
          </a:xfrm>
        </p:spPr>
        <p:txBody>
          <a:bodyPr wrap="square" anchor="t" anchorCtr="0">
            <a:no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22549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76">
          <p15:clr>
            <a:srgbClr val="FBAE40"/>
          </p15:clr>
        </p15:guide>
        <p15:guide id="2" pos="3216">
          <p15:clr>
            <a:srgbClr val="FBAE40"/>
          </p15:clr>
        </p15:guide>
        <p15:guide id="3" pos="2808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68DC433-9EBF-9DBF-C8D1-359370007E41}"/>
              </a:ext>
            </a:extLst>
          </p:cNvPr>
          <p:cNvGrpSpPr/>
          <p:nvPr/>
        </p:nvGrpSpPr>
        <p:grpSpPr>
          <a:xfrm>
            <a:off x="7706234" y="564803"/>
            <a:ext cx="2637916" cy="625129"/>
            <a:chOff x="5854574" y="1787813"/>
            <a:chExt cx="2637916" cy="625129"/>
          </a:xfrm>
        </p:grpSpPr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D1C1A47A-A058-E374-AB76-C093E16950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54574" y="1799067"/>
              <a:ext cx="543135" cy="175010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DB3EC546-C4BB-9240-B91D-97195184B0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6313" y="1787813"/>
              <a:ext cx="483257" cy="200752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71CC1FA5-1F4B-6F16-AA05-9DF2D0403D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58172" y="1816732"/>
              <a:ext cx="540073" cy="178678"/>
            </a:xfrm>
            <a:prstGeom prst="rect">
              <a:avLst/>
            </a:prstGeom>
          </p:spPr>
        </p:pic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0E28F44E-8271-C536-88A1-97A5E93BEE3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86847" y="1824586"/>
              <a:ext cx="505643" cy="178679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78EE76EA-9C30-4474-22E4-BF3A2337A9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67481" y="2190745"/>
              <a:ext cx="494310" cy="175010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E0B83D11-6679-3202-E243-171A20AFE7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298232" y="2143557"/>
              <a:ext cx="417743" cy="269385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AA1C9776-C018-9502-C470-27FD01DA54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952417" y="2203913"/>
              <a:ext cx="540073" cy="148672"/>
            </a:xfrm>
            <a:prstGeom prst="rect">
              <a:avLst/>
            </a:prstGeom>
          </p:spPr>
        </p:pic>
      </p:grpSp>
      <p:sp>
        <p:nvSpPr>
          <p:cNvPr id="17" name="Subtitle 2">
            <a:extLst>
              <a:ext uri="{FF2B5EF4-FFF2-40B4-BE49-F238E27FC236}">
                <a16:creationId xmlns:a16="http://schemas.microsoft.com/office/drawing/2014/main" id="{1CFFD022-D805-EE5F-6E3D-B905DB4602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689" y="3704737"/>
            <a:ext cx="4778691" cy="249299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DADCEEF3-590D-9C97-1735-40B28788DC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689" y="2962941"/>
            <a:ext cx="8161971" cy="609398"/>
          </a:xfrm>
        </p:spPr>
        <p:txBody>
          <a:bodyPr wrap="square" anchor="b">
            <a:spAutoFit/>
          </a:bodyPr>
          <a:lstStyle>
            <a:lvl1pPr algn="l">
              <a:defRPr sz="4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34E732-1335-5A45-DB21-5351ABF88D85}"/>
              </a:ext>
            </a:extLst>
          </p:cNvPr>
          <p:cNvCxnSpPr>
            <a:cxnSpLocks/>
          </p:cNvCxnSpPr>
          <p:nvPr/>
        </p:nvCxnSpPr>
        <p:spPr>
          <a:xfrm>
            <a:off x="10644647" y="536115"/>
            <a:ext cx="0" cy="62013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5502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76">
          <p15:clr>
            <a:srgbClr val="FBAE40"/>
          </p15:clr>
        </p15:guide>
        <p15:guide id="2" pos="3216">
          <p15:clr>
            <a:srgbClr val="FBAE40"/>
          </p15:clr>
        </p15:guide>
        <p15:guide id="3" pos="280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E8EDE0-CBA3-C73E-A7E4-859D31664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91" y="554613"/>
            <a:ext cx="8908415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76E167-813E-4622-1350-27E41AD12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5191" y="1295400"/>
            <a:ext cx="8908415" cy="14978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CB84C-68E3-1066-64DD-46E77C5F9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525" y="6293336"/>
            <a:ext cx="2743200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E591554E-AA05-4643-B577-6B216F735848}" type="slidenum">
              <a:rPr lang="en-US" smtClean="0"/>
              <a:pPr/>
              <a:t>‹#›</a:t>
            </a:fld>
            <a:endParaRPr lang="en-US" sz="1200"/>
          </a:p>
        </p:txBody>
      </p:sp>
      <p:sp>
        <p:nvSpPr>
          <p:cNvPr id="9" name="object 104">
            <a:extLst>
              <a:ext uri="{FF2B5EF4-FFF2-40B4-BE49-F238E27FC236}">
                <a16:creationId xmlns:a16="http://schemas.microsoft.com/office/drawing/2014/main" id="{52004ADC-14E3-3F38-8A36-4A332246D1C2}"/>
              </a:ext>
            </a:extLst>
          </p:cNvPr>
          <p:cNvSpPr/>
          <p:nvPr/>
        </p:nvSpPr>
        <p:spPr>
          <a:xfrm flipV="1">
            <a:off x="0" y="6629400"/>
            <a:ext cx="12192000" cy="228600"/>
          </a:xfrm>
          <a:custGeom>
            <a:avLst/>
            <a:gdLst/>
            <a:ahLst/>
            <a:cxnLst/>
            <a:rect l="l" t="t" r="r" b="b"/>
            <a:pathLst>
              <a:path w="24384000" h="381000">
                <a:moveTo>
                  <a:pt x="0" y="381000"/>
                </a:moveTo>
                <a:lnTo>
                  <a:pt x="24384000" y="381000"/>
                </a:lnTo>
                <a:lnTo>
                  <a:pt x="243840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endParaRPr sz="675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A557981-3B29-B08F-38B1-A74FFC2DB1B7}"/>
              </a:ext>
            </a:extLst>
          </p:cNvPr>
          <p:cNvGrpSpPr/>
          <p:nvPr/>
        </p:nvGrpSpPr>
        <p:grpSpPr>
          <a:xfrm>
            <a:off x="10895881" y="551438"/>
            <a:ext cx="751607" cy="578967"/>
            <a:chOff x="8537865" y="1319106"/>
            <a:chExt cx="921208" cy="709611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00C744BE-842B-31A5-0FBA-652F9C1C6D66}"/>
                </a:ext>
              </a:extLst>
            </p:cNvPr>
            <p:cNvSpPr/>
            <p:nvPr/>
          </p:nvSpPr>
          <p:spPr>
            <a:xfrm>
              <a:off x="9313753" y="1915716"/>
              <a:ext cx="142919" cy="106441"/>
            </a:xfrm>
            <a:custGeom>
              <a:avLst/>
              <a:gdLst>
                <a:gd name="connsiteX0" fmla="*/ 0 w 142919"/>
                <a:gd name="connsiteY0" fmla="*/ 106442 h 106441"/>
                <a:gd name="connsiteX1" fmla="*/ 142919 w 142919"/>
                <a:gd name="connsiteY1" fmla="*/ 106442 h 106441"/>
                <a:gd name="connsiteX2" fmla="*/ 142919 w 142919"/>
                <a:gd name="connsiteY2" fmla="*/ 81397 h 106441"/>
                <a:gd name="connsiteX3" fmla="*/ 84914 w 142919"/>
                <a:gd name="connsiteY3" fmla="*/ 81397 h 106441"/>
                <a:gd name="connsiteX4" fmla="*/ 84914 w 142919"/>
                <a:gd name="connsiteY4" fmla="*/ 9243 h 106441"/>
                <a:gd name="connsiteX5" fmla="*/ 61892 w 142919"/>
                <a:gd name="connsiteY5" fmla="*/ 9243 h 106441"/>
                <a:gd name="connsiteX6" fmla="*/ 61892 w 142919"/>
                <a:gd name="connsiteY6" fmla="*/ 81397 h 106441"/>
                <a:gd name="connsiteX7" fmla="*/ 22724 w 142919"/>
                <a:gd name="connsiteY7" fmla="*/ 81397 h 106441"/>
                <a:gd name="connsiteX8" fmla="*/ 22724 w 142919"/>
                <a:gd name="connsiteY8" fmla="*/ 0 h 106441"/>
                <a:gd name="connsiteX9" fmla="*/ 0 w 142919"/>
                <a:gd name="connsiteY9" fmla="*/ 0 h 106441"/>
                <a:gd name="connsiteX10" fmla="*/ 0 w 142919"/>
                <a:gd name="connsiteY10" fmla="*/ 106442 h 10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19" h="106441">
                  <a:moveTo>
                    <a:pt x="0" y="106442"/>
                  </a:moveTo>
                  <a:lnTo>
                    <a:pt x="142919" y="106442"/>
                  </a:lnTo>
                  <a:lnTo>
                    <a:pt x="142919" y="81397"/>
                  </a:lnTo>
                  <a:lnTo>
                    <a:pt x="84914" y="81397"/>
                  </a:lnTo>
                  <a:lnTo>
                    <a:pt x="84914" y="9243"/>
                  </a:lnTo>
                  <a:lnTo>
                    <a:pt x="61892" y="9243"/>
                  </a:lnTo>
                  <a:lnTo>
                    <a:pt x="61892" y="81397"/>
                  </a:lnTo>
                  <a:lnTo>
                    <a:pt x="22724" y="81397"/>
                  </a:lnTo>
                  <a:lnTo>
                    <a:pt x="22724" y="0"/>
                  </a:lnTo>
                  <a:lnTo>
                    <a:pt x="0" y="0"/>
                  </a:lnTo>
                  <a:lnTo>
                    <a:pt x="0" y="106442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C863500-33E5-DE9E-AF88-7A3418DE6424}"/>
                </a:ext>
              </a:extLst>
            </p:cNvPr>
            <p:cNvSpPr/>
            <p:nvPr/>
          </p:nvSpPr>
          <p:spPr>
            <a:xfrm>
              <a:off x="9311063" y="1755010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238 h 149674"/>
                <a:gd name="connsiteX9" fmla="*/ 74150 w 148003"/>
                <a:gd name="connsiteY9" fmla="*/ 26238 h 149674"/>
                <a:gd name="connsiteX10" fmla="*/ 23321 w 148003"/>
                <a:gd name="connsiteY10" fmla="*/ 74837 h 149674"/>
                <a:gd name="connsiteX11" fmla="*/ 73851 w 148003"/>
                <a:gd name="connsiteY11" fmla="*/ 123139 h 149674"/>
                <a:gd name="connsiteX12" fmla="*/ 74150 w 148003"/>
                <a:gd name="connsiteY12" fmla="*/ 123139 h 149674"/>
                <a:gd name="connsiteX13" fmla="*/ 124979 w 148003"/>
                <a:gd name="connsiteY13" fmla="*/ 74539 h 149674"/>
                <a:gd name="connsiteX14" fmla="*/ 74449 w 148003"/>
                <a:gd name="connsiteY14" fmla="*/ 26238 h 149674"/>
                <a:gd name="connsiteX15" fmla="*/ 74449 w 148003"/>
                <a:gd name="connsiteY15" fmla="*/ 26238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238"/>
                  </a:moveTo>
                  <a:lnTo>
                    <a:pt x="74150" y="26238"/>
                  </a:lnTo>
                  <a:cubicBezTo>
                    <a:pt x="46344" y="26238"/>
                    <a:pt x="23321" y="46512"/>
                    <a:pt x="23321" y="74837"/>
                  </a:cubicBezTo>
                  <a:cubicBezTo>
                    <a:pt x="23321" y="103162"/>
                    <a:pt x="46045" y="123139"/>
                    <a:pt x="73851" y="123139"/>
                  </a:cubicBezTo>
                  <a:lnTo>
                    <a:pt x="74150" y="123139"/>
                  </a:lnTo>
                  <a:cubicBezTo>
                    <a:pt x="101957" y="123139"/>
                    <a:pt x="124979" y="102864"/>
                    <a:pt x="124979" y="74539"/>
                  </a:cubicBezTo>
                  <a:cubicBezTo>
                    <a:pt x="124979" y="46214"/>
                    <a:pt x="102256" y="26238"/>
                    <a:pt x="74449" y="26238"/>
                  </a:cubicBezTo>
                  <a:lnTo>
                    <a:pt x="74449" y="26238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2F1C654-F67F-ED7E-D519-77DEC6D0CE0D}"/>
                </a:ext>
              </a:extLst>
            </p:cNvPr>
            <p:cNvSpPr/>
            <p:nvPr/>
          </p:nvSpPr>
          <p:spPr>
            <a:xfrm>
              <a:off x="9311063" y="1591024"/>
              <a:ext cx="148003" cy="149674"/>
            </a:xfrm>
            <a:custGeom>
              <a:avLst/>
              <a:gdLst>
                <a:gd name="connsiteX0" fmla="*/ 74449 w 148003"/>
                <a:gd name="connsiteY0" fmla="*/ 149674 h 149674"/>
                <a:gd name="connsiteX1" fmla="*/ 74150 w 148003"/>
                <a:gd name="connsiteY1" fmla="*/ 149674 h 149674"/>
                <a:gd name="connsiteX2" fmla="*/ 0 w 148003"/>
                <a:gd name="connsiteY2" fmla="*/ 74539 h 149674"/>
                <a:gd name="connsiteX3" fmla="*/ 73553 w 148003"/>
                <a:gd name="connsiteY3" fmla="*/ 0 h 149674"/>
                <a:gd name="connsiteX4" fmla="*/ 73851 w 148003"/>
                <a:gd name="connsiteY4" fmla="*/ 0 h 149674"/>
                <a:gd name="connsiteX5" fmla="*/ 148002 w 148003"/>
                <a:gd name="connsiteY5" fmla="*/ 75135 h 149674"/>
                <a:gd name="connsiteX6" fmla="*/ 74449 w 148003"/>
                <a:gd name="connsiteY6" fmla="*/ 149674 h 149674"/>
                <a:gd name="connsiteX7" fmla="*/ 74449 w 148003"/>
                <a:gd name="connsiteY7" fmla="*/ 149674 h 149674"/>
                <a:gd name="connsiteX8" fmla="*/ 74449 w 148003"/>
                <a:gd name="connsiteY8" fmla="*/ 26536 h 149674"/>
                <a:gd name="connsiteX9" fmla="*/ 74150 w 148003"/>
                <a:gd name="connsiteY9" fmla="*/ 26536 h 149674"/>
                <a:gd name="connsiteX10" fmla="*/ 23321 w 148003"/>
                <a:gd name="connsiteY10" fmla="*/ 75135 h 149674"/>
                <a:gd name="connsiteX11" fmla="*/ 73851 w 148003"/>
                <a:gd name="connsiteY11" fmla="*/ 123437 h 149674"/>
                <a:gd name="connsiteX12" fmla="*/ 74150 w 148003"/>
                <a:gd name="connsiteY12" fmla="*/ 123437 h 149674"/>
                <a:gd name="connsiteX13" fmla="*/ 124979 w 148003"/>
                <a:gd name="connsiteY13" fmla="*/ 74837 h 149674"/>
                <a:gd name="connsiteX14" fmla="*/ 74449 w 148003"/>
                <a:gd name="connsiteY14" fmla="*/ 26536 h 149674"/>
                <a:gd name="connsiteX15" fmla="*/ 74449 w 148003"/>
                <a:gd name="connsiteY15" fmla="*/ 26536 h 14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003" h="149674">
                  <a:moveTo>
                    <a:pt x="74449" y="149674"/>
                  </a:moveTo>
                  <a:lnTo>
                    <a:pt x="74150" y="149674"/>
                  </a:lnTo>
                  <a:cubicBezTo>
                    <a:pt x="33786" y="149674"/>
                    <a:pt x="0" y="118666"/>
                    <a:pt x="0" y="74539"/>
                  </a:cubicBezTo>
                  <a:cubicBezTo>
                    <a:pt x="0" y="30412"/>
                    <a:pt x="33188" y="0"/>
                    <a:pt x="73553" y="0"/>
                  </a:cubicBezTo>
                  <a:lnTo>
                    <a:pt x="73851" y="0"/>
                  </a:lnTo>
                  <a:cubicBezTo>
                    <a:pt x="114216" y="0"/>
                    <a:pt x="148002" y="31008"/>
                    <a:pt x="148002" y="75135"/>
                  </a:cubicBezTo>
                  <a:cubicBezTo>
                    <a:pt x="148301" y="118964"/>
                    <a:pt x="114814" y="149674"/>
                    <a:pt x="74449" y="149674"/>
                  </a:cubicBezTo>
                  <a:lnTo>
                    <a:pt x="74449" y="149674"/>
                  </a:lnTo>
                  <a:close/>
                  <a:moveTo>
                    <a:pt x="74449" y="26536"/>
                  </a:moveTo>
                  <a:lnTo>
                    <a:pt x="74150" y="26536"/>
                  </a:lnTo>
                  <a:cubicBezTo>
                    <a:pt x="46344" y="26536"/>
                    <a:pt x="23321" y="46811"/>
                    <a:pt x="23321" y="75135"/>
                  </a:cubicBezTo>
                  <a:cubicBezTo>
                    <a:pt x="23321" y="103460"/>
                    <a:pt x="46045" y="123437"/>
                    <a:pt x="73851" y="123437"/>
                  </a:cubicBezTo>
                  <a:lnTo>
                    <a:pt x="74150" y="123437"/>
                  </a:lnTo>
                  <a:cubicBezTo>
                    <a:pt x="101957" y="123437"/>
                    <a:pt x="124979" y="103162"/>
                    <a:pt x="124979" y="74837"/>
                  </a:cubicBezTo>
                  <a:cubicBezTo>
                    <a:pt x="124979" y="46512"/>
                    <a:pt x="102256" y="26536"/>
                    <a:pt x="74449" y="26536"/>
                  </a:cubicBezTo>
                  <a:lnTo>
                    <a:pt x="74449" y="26536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4594AD8-262F-640B-A633-06EFC23BB1DB}"/>
                </a:ext>
              </a:extLst>
            </p:cNvPr>
            <p:cNvSpPr/>
            <p:nvPr/>
          </p:nvSpPr>
          <p:spPr>
            <a:xfrm>
              <a:off x="9313753" y="1441350"/>
              <a:ext cx="142919" cy="129399"/>
            </a:xfrm>
            <a:custGeom>
              <a:avLst/>
              <a:gdLst>
                <a:gd name="connsiteX0" fmla="*/ 0 w 142919"/>
                <a:gd name="connsiteY0" fmla="*/ 129400 h 129399"/>
                <a:gd name="connsiteX1" fmla="*/ 0 w 142919"/>
                <a:gd name="connsiteY1" fmla="*/ 76030 h 129399"/>
                <a:gd name="connsiteX2" fmla="*/ 71160 w 142919"/>
                <a:gd name="connsiteY2" fmla="*/ 0 h 129399"/>
                <a:gd name="connsiteX3" fmla="*/ 71460 w 142919"/>
                <a:gd name="connsiteY3" fmla="*/ 0 h 129399"/>
                <a:gd name="connsiteX4" fmla="*/ 142919 w 142919"/>
                <a:gd name="connsiteY4" fmla="*/ 76030 h 129399"/>
                <a:gd name="connsiteX5" fmla="*/ 142919 w 142919"/>
                <a:gd name="connsiteY5" fmla="*/ 129400 h 129399"/>
                <a:gd name="connsiteX6" fmla="*/ 0 w 142919"/>
                <a:gd name="connsiteY6" fmla="*/ 129400 h 129399"/>
                <a:gd name="connsiteX7" fmla="*/ 120196 w 142919"/>
                <a:gd name="connsiteY7" fmla="*/ 76030 h 129399"/>
                <a:gd name="connsiteX8" fmla="*/ 72058 w 142919"/>
                <a:gd name="connsiteY8" fmla="*/ 26238 h 129399"/>
                <a:gd name="connsiteX9" fmla="*/ 71759 w 142919"/>
                <a:gd name="connsiteY9" fmla="*/ 26238 h 129399"/>
                <a:gd name="connsiteX10" fmla="*/ 23023 w 142919"/>
                <a:gd name="connsiteY10" fmla="*/ 76030 h 129399"/>
                <a:gd name="connsiteX11" fmla="*/ 23023 w 142919"/>
                <a:gd name="connsiteY11" fmla="*/ 104355 h 129399"/>
                <a:gd name="connsiteX12" fmla="*/ 120494 w 142919"/>
                <a:gd name="connsiteY12" fmla="*/ 104355 h 129399"/>
                <a:gd name="connsiteX13" fmla="*/ 120494 w 142919"/>
                <a:gd name="connsiteY13" fmla="*/ 76030 h 129399"/>
                <a:gd name="connsiteX14" fmla="*/ 120196 w 142919"/>
                <a:gd name="connsiteY14" fmla="*/ 76030 h 12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919" h="129399">
                  <a:moveTo>
                    <a:pt x="0" y="129400"/>
                  </a:moveTo>
                  <a:lnTo>
                    <a:pt x="0" y="76030"/>
                  </a:lnTo>
                  <a:cubicBezTo>
                    <a:pt x="0" y="31008"/>
                    <a:pt x="30796" y="0"/>
                    <a:pt x="71160" y="0"/>
                  </a:cubicBezTo>
                  <a:lnTo>
                    <a:pt x="71460" y="0"/>
                  </a:lnTo>
                  <a:cubicBezTo>
                    <a:pt x="111824" y="0"/>
                    <a:pt x="142919" y="31008"/>
                    <a:pt x="142919" y="76030"/>
                  </a:cubicBezTo>
                  <a:lnTo>
                    <a:pt x="142919" y="129400"/>
                  </a:lnTo>
                  <a:lnTo>
                    <a:pt x="0" y="129400"/>
                  </a:lnTo>
                  <a:close/>
                  <a:moveTo>
                    <a:pt x="120196" y="76030"/>
                  </a:moveTo>
                  <a:cubicBezTo>
                    <a:pt x="120196" y="45916"/>
                    <a:pt x="99864" y="26238"/>
                    <a:pt x="72058" y="26238"/>
                  </a:cubicBezTo>
                  <a:lnTo>
                    <a:pt x="71759" y="26238"/>
                  </a:lnTo>
                  <a:cubicBezTo>
                    <a:pt x="43653" y="26238"/>
                    <a:pt x="23023" y="45916"/>
                    <a:pt x="23023" y="76030"/>
                  </a:cubicBezTo>
                  <a:lnTo>
                    <a:pt x="23023" y="104355"/>
                  </a:lnTo>
                  <a:lnTo>
                    <a:pt x="120494" y="104355"/>
                  </a:lnTo>
                  <a:lnTo>
                    <a:pt x="120494" y="76030"/>
                  </a:lnTo>
                  <a:lnTo>
                    <a:pt x="120196" y="76030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B5AF7E6-F578-130F-5179-9843958EC9A4}"/>
                </a:ext>
              </a:extLst>
            </p:cNvPr>
            <p:cNvSpPr/>
            <p:nvPr/>
          </p:nvSpPr>
          <p:spPr>
            <a:xfrm>
              <a:off x="9311063" y="1319702"/>
              <a:ext cx="148010" cy="110615"/>
            </a:xfrm>
            <a:custGeom>
              <a:avLst/>
              <a:gdLst>
                <a:gd name="connsiteX0" fmla="*/ 125278 w 148010"/>
                <a:gd name="connsiteY0" fmla="*/ 110616 h 110615"/>
                <a:gd name="connsiteX1" fmla="*/ 107040 w 148010"/>
                <a:gd name="connsiteY1" fmla="*/ 95410 h 110615"/>
                <a:gd name="connsiteX2" fmla="*/ 125876 w 148010"/>
                <a:gd name="connsiteY2" fmla="*/ 50090 h 110615"/>
                <a:gd name="connsiteX3" fmla="*/ 107638 w 148010"/>
                <a:gd name="connsiteY3" fmla="*/ 24747 h 110615"/>
                <a:gd name="connsiteX4" fmla="*/ 107339 w 148010"/>
                <a:gd name="connsiteY4" fmla="*/ 24747 h 110615"/>
                <a:gd name="connsiteX5" fmla="*/ 85213 w 148010"/>
                <a:gd name="connsiteY5" fmla="*/ 57246 h 110615"/>
                <a:gd name="connsiteX6" fmla="*/ 42158 w 148010"/>
                <a:gd name="connsiteY6" fmla="*/ 105249 h 110615"/>
                <a:gd name="connsiteX7" fmla="*/ 41859 w 148010"/>
                <a:gd name="connsiteY7" fmla="*/ 105249 h 110615"/>
                <a:gd name="connsiteX8" fmla="*/ 0 w 148010"/>
                <a:gd name="connsiteY8" fmla="*/ 56053 h 110615"/>
                <a:gd name="connsiteX9" fmla="*/ 18239 w 148010"/>
                <a:gd name="connsiteY9" fmla="*/ 3876 h 110615"/>
                <a:gd name="connsiteX10" fmla="*/ 37374 w 148010"/>
                <a:gd name="connsiteY10" fmla="*/ 17591 h 110615"/>
                <a:gd name="connsiteX11" fmla="*/ 22425 w 148010"/>
                <a:gd name="connsiteY11" fmla="*/ 56650 h 110615"/>
                <a:gd name="connsiteX12" fmla="*/ 39467 w 148010"/>
                <a:gd name="connsiteY12" fmla="*/ 80204 h 110615"/>
                <a:gd name="connsiteX13" fmla="*/ 39766 w 148010"/>
                <a:gd name="connsiteY13" fmla="*/ 80204 h 110615"/>
                <a:gd name="connsiteX14" fmla="*/ 62490 w 148010"/>
                <a:gd name="connsiteY14" fmla="*/ 46214 h 110615"/>
                <a:gd name="connsiteX15" fmla="*/ 104648 w 148010"/>
                <a:gd name="connsiteY15" fmla="*/ 0 h 110615"/>
                <a:gd name="connsiteX16" fmla="*/ 104947 w 148010"/>
                <a:gd name="connsiteY16" fmla="*/ 0 h 110615"/>
                <a:gd name="connsiteX17" fmla="*/ 148002 w 148010"/>
                <a:gd name="connsiteY17" fmla="*/ 51283 h 110615"/>
                <a:gd name="connsiteX18" fmla="*/ 125278 w 148010"/>
                <a:gd name="connsiteY18" fmla="*/ 110616 h 110615"/>
                <a:gd name="connsiteX19" fmla="*/ 125278 w 148010"/>
                <a:gd name="connsiteY19" fmla="*/ 110616 h 11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8010" h="110615">
                  <a:moveTo>
                    <a:pt x="125278" y="110616"/>
                  </a:moveTo>
                  <a:lnTo>
                    <a:pt x="107040" y="95410"/>
                  </a:lnTo>
                  <a:cubicBezTo>
                    <a:pt x="119000" y="81695"/>
                    <a:pt x="125876" y="67980"/>
                    <a:pt x="125876" y="50090"/>
                  </a:cubicBezTo>
                  <a:cubicBezTo>
                    <a:pt x="125876" y="34586"/>
                    <a:pt x="118701" y="24747"/>
                    <a:pt x="107638" y="24747"/>
                  </a:cubicBezTo>
                  <a:lnTo>
                    <a:pt x="107339" y="24747"/>
                  </a:lnTo>
                  <a:cubicBezTo>
                    <a:pt x="97173" y="24747"/>
                    <a:pt x="91492" y="30412"/>
                    <a:pt x="85213" y="57246"/>
                  </a:cubicBezTo>
                  <a:cubicBezTo>
                    <a:pt x="77738" y="87956"/>
                    <a:pt x="68769" y="105249"/>
                    <a:pt x="42158" y="105249"/>
                  </a:cubicBezTo>
                  <a:lnTo>
                    <a:pt x="41859" y="105249"/>
                  </a:lnTo>
                  <a:cubicBezTo>
                    <a:pt x="17043" y="105249"/>
                    <a:pt x="0" y="84676"/>
                    <a:pt x="0" y="56053"/>
                  </a:cubicBezTo>
                  <a:cubicBezTo>
                    <a:pt x="0" y="35182"/>
                    <a:pt x="6279" y="18486"/>
                    <a:pt x="18239" y="3876"/>
                  </a:cubicBezTo>
                  <a:lnTo>
                    <a:pt x="37374" y="17591"/>
                  </a:lnTo>
                  <a:cubicBezTo>
                    <a:pt x="27806" y="30412"/>
                    <a:pt x="22425" y="43531"/>
                    <a:pt x="22425" y="56650"/>
                  </a:cubicBezTo>
                  <a:cubicBezTo>
                    <a:pt x="22425" y="71558"/>
                    <a:pt x="29899" y="80204"/>
                    <a:pt x="39467" y="80204"/>
                  </a:cubicBezTo>
                  <a:lnTo>
                    <a:pt x="39766" y="80204"/>
                  </a:lnTo>
                  <a:cubicBezTo>
                    <a:pt x="50829" y="80204"/>
                    <a:pt x="55912" y="73645"/>
                    <a:pt x="62490" y="46214"/>
                  </a:cubicBezTo>
                  <a:cubicBezTo>
                    <a:pt x="69965" y="15802"/>
                    <a:pt x="80728" y="0"/>
                    <a:pt x="104648" y="0"/>
                  </a:cubicBezTo>
                  <a:lnTo>
                    <a:pt x="104947" y="0"/>
                  </a:lnTo>
                  <a:cubicBezTo>
                    <a:pt x="131856" y="0"/>
                    <a:pt x="148002" y="21169"/>
                    <a:pt x="148002" y="51283"/>
                  </a:cubicBezTo>
                  <a:cubicBezTo>
                    <a:pt x="148301" y="72750"/>
                    <a:pt x="140527" y="93323"/>
                    <a:pt x="125278" y="110616"/>
                  </a:cubicBezTo>
                  <a:lnTo>
                    <a:pt x="125278" y="110616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DA11A63-1B6B-DC49-1CFC-E0ED965CED09}"/>
                </a:ext>
              </a:extLst>
            </p:cNvPr>
            <p:cNvSpPr/>
            <p:nvPr/>
          </p:nvSpPr>
          <p:spPr>
            <a:xfrm>
              <a:off x="8537865" y="1319106"/>
              <a:ext cx="327996" cy="340494"/>
            </a:xfrm>
            <a:custGeom>
              <a:avLst/>
              <a:gdLst>
                <a:gd name="connsiteX0" fmla="*/ 0 w 327996"/>
                <a:gd name="connsiteY0" fmla="*/ 171142 h 340494"/>
                <a:gd name="connsiteX1" fmla="*/ 0 w 327996"/>
                <a:gd name="connsiteY1" fmla="*/ 170247 h 340494"/>
                <a:gd name="connsiteX2" fmla="*/ 180293 w 327996"/>
                <a:gd name="connsiteY2" fmla="*/ 0 h 340494"/>
                <a:gd name="connsiteX3" fmla="*/ 316933 w 327996"/>
                <a:gd name="connsiteY3" fmla="*/ 49494 h 340494"/>
                <a:gd name="connsiteX4" fmla="*/ 255939 w 327996"/>
                <a:gd name="connsiteY4" fmla="*/ 123139 h 340494"/>
                <a:gd name="connsiteX5" fmla="*/ 183582 w 327996"/>
                <a:gd name="connsiteY5" fmla="*/ 94814 h 340494"/>
                <a:gd name="connsiteX6" fmla="*/ 110329 w 327996"/>
                <a:gd name="connsiteY6" fmla="*/ 171738 h 340494"/>
                <a:gd name="connsiteX7" fmla="*/ 110329 w 327996"/>
                <a:gd name="connsiteY7" fmla="*/ 172633 h 340494"/>
                <a:gd name="connsiteX8" fmla="*/ 188366 w 327996"/>
                <a:gd name="connsiteY8" fmla="*/ 250451 h 340494"/>
                <a:gd name="connsiteX9" fmla="*/ 225740 w 327996"/>
                <a:gd name="connsiteY9" fmla="*/ 242997 h 340494"/>
                <a:gd name="connsiteX10" fmla="*/ 225740 w 327996"/>
                <a:gd name="connsiteY10" fmla="*/ 210200 h 340494"/>
                <a:gd name="connsiteX11" fmla="*/ 169829 w 327996"/>
                <a:gd name="connsiteY11" fmla="*/ 210200 h 340494"/>
                <a:gd name="connsiteX12" fmla="*/ 169829 w 327996"/>
                <a:gd name="connsiteY12" fmla="*/ 140133 h 340494"/>
                <a:gd name="connsiteX13" fmla="*/ 327996 w 327996"/>
                <a:gd name="connsiteY13" fmla="*/ 140133 h 340494"/>
                <a:gd name="connsiteX14" fmla="*/ 327996 w 327996"/>
                <a:gd name="connsiteY14" fmla="*/ 291597 h 340494"/>
                <a:gd name="connsiteX15" fmla="*/ 183881 w 327996"/>
                <a:gd name="connsiteY15" fmla="*/ 340495 h 340494"/>
                <a:gd name="connsiteX16" fmla="*/ 0 w 327996"/>
                <a:gd name="connsiteY16" fmla="*/ 171142 h 340494"/>
                <a:gd name="connsiteX17" fmla="*/ 0 w 327996"/>
                <a:gd name="connsiteY17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7996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2750"/>
                    <a:pt x="77140" y="0"/>
                    <a:pt x="180293" y="0"/>
                  </a:cubicBezTo>
                  <a:cubicBezTo>
                    <a:pt x="236205" y="0"/>
                    <a:pt x="281652" y="18784"/>
                    <a:pt x="316933" y="49494"/>
                  </a:cubicBezTo>
                  <a:lnTo>
                    <a:pt x="255939" y="123139"/>
                  </a:lnTo>
                  <a:cubicBezTo>
                    <a:pt x="234411" y="104951"/>
                    <a:pt x="210791" y="94814"/>
                    <a:pt x="183582" y="94814"/>
                  </a:cubicBezTo>
                  <a:cubicBezTo>
                    <a:pt x="141125" y="94814"/>
                    <a:pt x="110329" y="127611"/>
                    <a:pt x="110329" y="171738"/>
                  </a:cubicBezTo>
                  <a:lnTo>
                    <a:pt x="110329" y="172633"/>
                  </a:lnTo>
                  <a:cubicBezTo>
                    <a:pt x="110329" y="218847"/>
                    <a:pt x="142620" y="250451"/>
                    <a:pt x="188366" y="250451"/>
                  </a:cubicBezTo>
                  <a:cubicBezTo>
                    <a:pt x="206904" y="250451"/>
                    <a:pt x="217369" y="247768"/>
                    <a:pt x="225740" y="242997"/>
                  </a:cubicBezTo>
                  <a:lnTo>
                    <a:pt x="225740" y="210200"/>
                  </a:lnTo>
                  <a:lnTo>
                    <a:pt x="169829" y="210200"/>
                  </a:lnTo>
                  <a:lnTo>
                    <a:pt x="169829" y="140133"/>
                  </a:lnTo>
                  <a:lnTo>
                    <a:pt x="327996" y="140133"/>
                  </a:lnTo>
                  <a:lnTo>
                    <a:pt x="327996" y="291597"/>
                  </a:lnTo>
                  <a:cubicBezTo>
                    <a:pt x="292416" y="320518"/>
                    <a:pt x="243082" y="340495"/>
                    <a:pt x="183881" y="340495"/>
                  </a:cubicBezTo>
                  <a:cubicBezTo>
                    <a:pt x="81625" y="340495"/>
                    <a:pt x="0" y="272217"/>
                    <a:pt x="0" y="171142"/>
                  </a:cubicBezTo>
                  <a:lnTo>
                    <a:pt x="0" y="171142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47C5279-D0B5-DB98-8D9E-EC8E17DBF3FF}"/>
                </a:ext>
              </a:extLst>
            </p:cNvPr>
            <p:cNvSpPr/>
            <p:nvPr/>
          </p:nvSpPr>
          <p:spPr>
            <a:xfrm>
              <a:off x="8897255" y="1319106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52CCE222-55DE-83D5-C91A-31CE065C894B}"/>
                </a:ext>
              </a:extLst>
            </p:cNvPr>
            <p:cNvSpPr/>
            <p:nvPr/>
          </p:nvSpPr>
          <p:spPr>
            <a:xfrm>
              <a:off x="8897255" y="1688223"/>
              <a:ext cx="356699" cy="340494"/>
            </a:xfrm>
            <a:custGeom>
              <a:avLst/>
              <a:gdLst>
                <a:gd name="connsiteX0" fmla="*/ 0 w 356699"/>
                <a:gd name="connsiteY0" fmla="*/ 171142 h 340494"/>
                <a:gd name="connsiteX1" fmla="*/ 0 w 356699"/>
                <a:gd name="connsiteY1" fmla="*/ 170247 h 340494"/>
                <a:gd name="connsiteX2" fmla="*/ 178798 w 356699"/>
                <a:gd name="connsiteY2" fmla="*/ 0 h 340494"/>
                <a:gd name="connsiteX3" fmla="*/ 356700 w 356699"/>
                <a:gd name="connsiteY3" fmla="*/ 169353 h 340494"/>
                <a:gd name="connsiteX4" fmla="*/ 356700 w 356699"/>
                <a:gd name="connsiteY4" fmla="*/ 170247 h 340494"/>
                <a:gd name="connsiteX5" fmla="*/ 177901 w 356699"/>
                <a:gd name="connsiteY5" fmla="*/ 340495 h 340494"/>
                <a:gd name="connsiteX6" fmla="*/ 0 w 356699"/>
                <a:gd name="connsiteY6" fmla="*/ 171142 h 340494"/>
                <a:gd name="connsiteX7" fmla="*/ 0 w 356699"/>
                <a:gd name="connsiteY7" fmla="*/ 171142 h 340494"/>
                <a:gd name="connsiteX8" fmla="*/ 246670 w 356699"/>
                <a:gd name="connsiteY8" fmla="*/ 171142 h 340494"/>
                <a:gd name="connsiteX9" fmla="*/ 246670 w 356699"/>
                <a:gd name="connsiteY9" fmla="*/ 170247 h 340494"/>
                <a:gd name="connsiteX10" fmla="*/ 178200 w 356699"/>
                <a:gd name="connsiteY10" fmla="*/ 96603 h 340494"/>
                <a:gd name="connsiteX11" fmla="*/ 110628 w 356699"/>
                <a:gd name="connsiteY11" fmla="*/ 169353 h 340494"/>
                <a:gd name="connsiteX12" fmla="*/ 110628 w 356699"/>
                <a:gd name="connsiteY12" fmla="*/ 170247 h 340494"/>
                <a:gd name="connsiteX13" fmla="*/ 179097 w 356699"/>
                <a:gd name="connsiteY13" fmla="*/ 243892 h 340494"/>
                <a:gd name="connsiteX14" fmla="*/ 246670 w 356699"/>
                <a:gd name="connsiteY14" fmla="*/ 171142 h 340494"/>
                <a:gd name="connsiteX15" fmla="*/ 246670 w 356699"/>
                <a:gd name="connsiteY15" fmla="*/ 171142 h 3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699" h="340494">
                  <a:moveTo>
                    <a:pt x="0" y="171142"/>
                  </a:moveTo>
                  <a:lnTo>
                    <a:pt x="0" y="170247"/>
                  </a:lnTo>
                  <a:cubicBezTo>
                    <a:pt x="0" y="75434"/>
                    <a:pt x="78037" y="0"/>
                    <a:pt x="178798" y="0"/>
                  </a:cubicBezTo>
                  <a:cubicBezTo>
                    <a:pt x="279559" y="0"/>
                    <a:pt x="356700" y="74539"/>
                    <a:pt x="356700" y="169353"/>
                  </a:cubicBezTo>
                  <a:lnTo>
                    <a:pt x="356700" y="170247"/>
                  </a:lnTo>
                  <a:cubicBezTo>
                    <a:pt x="356700" y="265061"/>
                    <a:pt x="278662" y="340495"/>
                    <a:pt x="177901" y="340495"/>
                  </a:cubicBezTo>
                  <a:cubicBezTo>
                    <a:pt x="77140" y="340495"/>
                    <a:pt x="0" y="265955"/>
                    <a:pt x="0" y="171142"/>
                  </a:cubicBezTo>
                  <a:lnTo>
                    <a:pt x="0" y="171142"/>
                  </a:lnTo>
                  <a:close/>
                  <a:moveTo>
                    <a:pt x="246670" y="171142"/>
                  </a:moveTo>
                  <a:lnTo>
                    <a:pt x="246670" y="170247"/>
                  </a:lnTo>
                  <a:cubicBezTo>
                    <a:pt x="246670" y="131487"/>
                    <a:pt x="220059" y="96603"/>
                    <a:pt x="178200" y="96603"/>
                  </a:cubicBezTo>
                  <a:cubicBezTo>
                    <a:pt x="136341" y="96603"/>
                    <a:pt x="110628" y="131189"/>
                    <a:pt x="110628" y="169353"/>
                  </a:cubicBezTo>
                  <a:lnTo>
                    <a:pt x="110628" y="170247"/>
                  </a:lnTo>
                  <a:cubicBezTo>
                    <a:pt x="110628" y="209008"/>
                    <a:pt x="137238" y="243892"/>
                    <a:pt x="179097" y="243892"/>
                  </a:cubicBezTo>
                  <a:cubicBezTo>
                    <a:pt x="220956" y="243892"/>
                    <a:pt x="246670" y="209306"/>
                    <a:pt x="246670" y="171142"/>
                  </a:cubicBezTo>
                  <a:lnTo>
                    <a:pt x="246670" y="171142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99A997C-9FD4-257D-BF8D-B5660FB07CD9}"/>
                </a:ext>
              </a:extLst>
            </p:cNvPr>
            <p:cNvSpPr/>
            <p:nvPr/>
          </p:nvSpPr>
          <p:spPr>
            <a:xfrm>
              <a:off x="8550721" y="1694782"/>
              <a:ext cx="327398" cy="327375"/>
            </a:xfrm>
            <a:custGeom>
              <a:avLst/>
              <a:gdLst>
                <a:gd name="connsiteX0" fmla="*/ 327398 w 327398"/>
                <a:gd name="connsiteY0" fmla="*/ 0 h 327375"/>
                <a:gd name="connsiteX1" fmla="*/ 0 w 327398"/>
                <a:gd name="connsiteY1" fmla="*/ 0 h 327375"/>
                <a:gd name="connsiteX2" fmla="*/ 0 w 327398"/>
                <a:gd name="connsiteY2" fmla="*/ 93323 h 327375"/>
                <a:gd name="connsiteX3" fmla="*/ 109731 w 327398"/>
                <a:gd name="connsiteY3" fmla="*/ 93323 h 327375"/>
                <a:gd name="connsiteX4" fmla="*/ 109731 w 327398"/>
                <a:gd name="connsiteY4" fmla="*/ 327376 h 327375"/>
                <a:gd name="connsiteX5" fmla="*/ 217369 w 327398"/>
                <a:gd name="connsiteY5" fmla="*/ 327376 h 327375"/>
                <a:gd name="connsiteX6" fmla="*/ 217369 w 327398"/>
                <a:gd name="connsiteY6" fmla="*/ 93323 h 327375"/>
                <a:gd name="connsiteX7" fmla="*/ 327398 w 327398"/>
                <a:gd name="connsiteY7" fmla="*/ 93323 h 327375"/>
                <a:gd name="connsiteX8" fmla="*/ 327398 w 327398"/>
                <a:gd name="connsiteY8" fmla="*/ 0 h 32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7398" h="327375">
                  <a:moveTo>
                    <a:pt x="327398" y="0"/>
                  </a:moveTo>
                  <a:lnTo>
                    <a:pt x="0" y="0"/>
                  </a:lnTo>
                  <a:lnTo>
                    <a:pt x="0" y="93323"/>
                  </a:lnTo>
                  <a:lnTo>
                    <a:pt x="109731" y="93323"/>
                  </a:lnTo>
                  <a:lnTo>
                    <a:pt x="109731" y="327376"/>
                  </a:lnTo>
                  <a:lnTo>
                    <a:pt x="217369" y="327376"/>
                  </a:lnTo>
                  <a:lnTo>
                    <a:pt x="217369" y="93323"/>
                  </a:lnTo>
                  <a:lnTo>
                    <a:pt x="327398" y="93323"/>
                  </a:lnTo>
                  <a:lnTo>
                    <a:pt x="327398" y="0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83B6F551-F28A-EC37-40A1-0B417F69717D}"/>
              </a:ext>
            </a:extLst>
          </p:cNvPr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9994312" y="571823"/>
            <a:ext cx="730439" cy="6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57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1000"/>
        </a:spcBef>
        <a:spcAft>
          <a:spcPts val="500"/>
        </a:spcAft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Font typeface="Arial" panose="020B0604020202020204" pitchFamily="34" charset="0"/>
        <a:buChar char="•"/>
        <a:defRPr sz="1600" kern="1200">
          <a:solidFill>
            <a:schemeClr val="bg2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Font typeface="Arial" panose="020B0604020202020204" pitchFamily="34" charset="0"/>
        <a:buChar char="•"/>
        <a:defRPr sz="1200" kern="1200">
          <a:solidFill>
            <a:schemeClr val="bg2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Font typeface="Arial" panose="020B0604020202020204" pitchFamily="34" charset="0"/>
        <a:buChar char="•"/>
        <a:defRPr sz="1000" kern="1200">
          <a:solidFill>
            <a:schemeClr val="bg2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Font typeface="Arial" panose="020B0604020202020204" pitchFamily="34" charset="0"/>
        <a:buChar char="•"/>
        <a:defRPr sz="8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345">
          <p15:clr>
            <a:srgbClr val="F26B43"/>
          </p15:clr>
        </p15:guide>
        <p15:guide id="4" pos="7335">
          <p15:clr>
            <a:srgbClr val="F26B43"/>
          </p15:clr>
        </p15:guide>
        <p15:guide id="5" orient="horz">
          <p15:clr>
            <a:srgbClr val="F26B43"/>
          </p15:clr>
        </p15:guide>
        <p15:guide id="6" orient="horz" pos="4320">
          <p15:clr>
            <a:srgbClr val="F26B43"/>
          </p15:clr>
        </p15:guide>
        <p15:guide id="7" orient="horz" pos="345">
          <p15:clr>
            <a:srgbClr val="F26B43"/>
          </p15:clr>
        </p15:guide>
        <p15:guide id="8" orient="horz" pos="3975">
          <p15:clr>
            <a:srgbClr val="F26B43"/>
          </p15:clr>
        </p15:guide>
        <p15:guide id="9" orient="horz" pos="3840">
          <p15:clr>
            <a:srgbClr val="F26B43"/>
          </p15:clr>
        </p15:guide>
        <p15:guide id="10" orient="horz" pos="4176">
          <p15:clr>
            <a:srgbClr val="F26B43"/>
          </p15:clr>
        </p15:guide>
        <p15:guide id="11" orient="horz" pos="8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2.png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5.svg"/><Relationship Id="rId7" Type="http://schemas.openxmlformats.org/officeDocument/2006/relationships/image" Target="../media/image59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8.svg"/><Relationship Id="rId5" Type="http://schemas.openxmlformats.org/officeDocument/2006/relationships/image" Target="../media/image57.svg"/><Relationship Id="rId4" Type="http://schemas.openxmlformats.org/officeDocument/2006/relationships/image" Target="../media/image56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B63AC-4807-5B7F-C01E-412B8FFA1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689" y="1436685"/>
            <a:ext cx="11095036" cy="443198"/>
          </a:xfrm>
        </p:spPr>
        <p:txBody>
          <a:bodyPr/>
          <a:lstStyle/>
          <a:p>
            <a:r>
              <a:rPr lang="en-US"/>
              <a:t>GoTo </a:t>
            </a:r>
            <a:r>
              <a:rPr lang="en-US">
                <a:solidFill>
                  <a:srgbClr val="978D8B"/>
                </a:solidFill>
              </a:rPr>
              <a:t>Foods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8D5F3-AE4F-A8FB-AE87-CF8E1221F4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689" y="2012281"/>
            <a:ext cx="11095036" cy="276999"/>
          </a:xfrm>
        </p:spPr>
        <p:txBody>
          <a:bodyPr/>
          <a:lstStyle/>
          <a:p>
            <a:r>
              <a:rPr lang="en-US"/>
              <a:t>Forecasting and Optimizing Pretzel Baking Time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0671B55-B430-ED13-9D6A-AED2A814A602}"/>
              </a:ext>
            </a:extLst>
          </p:cNvPr>
          <p:cNvSpPr txBox="1">
            <a:spLocks/>
          </p:cNvSpPr>
          <p:nvPr/>
        </p:nvSpPr>
        <p:spPr>
          <a:xfrm>
            <a:off x="547689" y="2441557"/>
            <a:ext cx="11095036" cy="21544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None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189" indent="0" algn="ctr" defTabSz="914377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914377" indent="0" algn="ctr" defTabSz="914377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566" indent="0" algn="ctr" defTabSz="914377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754" indent="0" algn="ctr" defTabSz="914377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285943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i="1"/>
              <a:t>Final Presentation – April 22</a:t>
            </a:r>
            <a:r>
              <a:rPr lang="en-US" sz="1400" i="1" baseline="30000"/>
              <a:t>nd</a:t>
            </a:r>
            <a:r>
              <a:rPr lang="en-US" sz="1400" i="1"/>
              <a:t>, 2026</a:t>
            </a:r>
          </a:p>
        </p:txBody>
      </p:sp>
    </p:spTree>
    <p:extLst>
      <p:ext uri="{BB962C8B-B14F-4D97-AF65-F5344CB8AC3E}">
        <p14:creationId xmlns:p14="http://schemas.microsoft.com/office/powerpoint/2010/main" val="2776710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B9B04-05B7-C66A-D6CC-76BCA8230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 Members</a:t>
            </a:r>
          </a:p>
        </p:txBody>
      </p:sp>
      <p:pic>
        <p:nvPicPr>
          <p:cNvPr id="1026" name="Picture 2" descr="Profile photo of Ruben Lazell">
            <a:extLst>
              <a:ext uri="{FF2B5EF4-FFF2-40B4-BE49-F238E27FC236}">
                <a16:creationId xmlns:a16="http://schemas.microsoft.com/office/drawing/2014/main" id="{5946BAF9-4F8E-ECDF-C9B8-5F491B99D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92" y="1233455"/>
            <a:ext cx="1921565" cy="1921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file image">
            <a:extLst>
              <a:ext uri="{FF2B5EF4-FFF2-40B4-BE49-F238E27FC236}">
                <a16:creationId xmlns:a16="http://schemas.microsoft.com/office/drawing/2014/main" id="{A4675EB1-231C-FEBA-9B4E-8316E3A4B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92" y="3702980"/>
            <a:ext cx="1921565" cy="1921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file photo of Siji Aisling Akinkugbe">
            <a:extLst>
              <a:ext uri="{FF2B5EF4-FFF2-40B4-BE49-F238E27FC236}">
                <a16:creationId xmlns:a16="http://schemas.microsoft.com/office/drawing/2014/main" id="{CBE99975-5A93-02D6-B525-BF2EFDDB5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1863" y="1233456"/>
            <a:ext cx="1921564" cy="1921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1ACA12-3074-179F-3EF5-C2BF2151AE98}"/>
              </a:ext>
            </a:extLst>
          </p:cNvPr>
          <p:cNvSpPr txBox="1"/>
          <p:nvPr/>
        </p:nvSpPr>
        <p:spPr>
          <a:xfrm>
            <a:off x="2621280" y="1901849"/>
            <a:ext cx="284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Ruben Lazell</a:t>
            </a:r>
          </a:p>
          <a:p>
            <a:endParaRPr 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FD09B7-0C1F-A3CB-EEA0-DB44341279D3}"/>
              </a:ext>
            </a:extLst>
          </p:cNvPr>
          <p:cNvSpPr txBox="1"/>
          <p:nvPr/>
        </p:nvSpPr>
        <p:spPr>
          <a:xfrm>
            <a:off x="2621280" y="4371373"/>
            <a:ext cx="284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Ben Meiner</a:t>
            </a:r>
          </a:p>
          <a:p>
            <a:endParaRPr lang="en-US"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815597-766C-8496-FABE-16BDF2F440FF}"/>
              </a:ext>
            </a:extLst>
          </p:cNvPr>
          <p:cNvSpPr txBox="1"/>
          <p:nvPr/>
        </p:nvSpPr>
        <p:spPr>
          <a:xfrm>
            <a:off x="7904480" y="1901852"/>
            <a:ext cx="284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Siji Akinkugbe</a:t>
            </a:r>
          </a:p>
          <a:p>
            <a:endParaRPr lang="en-US" sz="1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475EBB-8ADC-7EFD-662B-A38565D090BA}"/>
              </a:ext>
            </a:extLst>
          </p:cNvPr>
          <p:cNvSpPr txBox="1"/>
          <p:nvPr/>
        </p:nvSpPr>
        <p:spPr>
          <a:xfrm>
            <a:off x="7904480" y="4371373"/>
            <a:ext cx="33167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Xiaojia Ren</a:t>
            </a:r>
          </a:p>
          <a:p>
            <a:endParaRPr lang="en-US" sz="140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7F88BCE-040A-E717-B268-44607D4A0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t>2</a:t>
            </a:fld>
            <a:endParaRPr lang="en-US"/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9A23BB62-AD10-BB2A-EBEF-4D4B8589F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5938126" y="3582593"/>
            <a:ext cx="1729038" cy="2162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7394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2C6D8-B0DA-82E7-C47E-2797EECB2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F10F6-E24F-0BE6-F8D1-EBBCD3FD3F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689" y="2242744"/>
            <a:ext cx="4778691" cy="1329595"/>
          </a:xfrm>
        </p:spPr>
        <p:txBody>
          <a:bodyPr/>
          <a:lstStyle/>
          <a:p>
            <a:r>
              <a:rPr lang="en-US" sz="4800"/>
              <a:t>Project</a:t>
            </a:r>
            <a:br>
              <a:rPr lang="en-US" sz="4800">
                <a:cs typeface="Arial"/>
              </a:rPr>
            </a:br>
            <a:r>
              <a:rPr lang="en-US" sz="4800"/>
              <a:t>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07C37-39BA-F924-D6EB-2C66A6051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374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A85CE-92B1-ACFF-2185-28CC9718E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852C5-7D3D-55A1-103D-26871A7C5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 of Auntie Anne’s Current Operational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7BDC8-7DA9-C834-70C9-8115813D3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t>4</a:t>
            </a:fld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870D8BF-4A4A-8AD2-EA6A-BCB82C4DC9EF}"/>
              </a:ext>
            </a:extLst>
          </p:cNvPr>
          <p:cNvSpPr/>
          <p:nvPr/>
        </p:nvSpPr>
        <p:spPr>
          <a:xfrm>
            <a:off x="555192" y="1511991"/>
            <a:ext cx="3311236" cy="398393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>
                <a:solidFill>
                  <a:schemeClr val="tx1"/>
                </a:solidFill>
              </a:rPr>
              <a:t>Currently, GoTo Foods does not have a tool to forecast pretzel demand for Auntie Anne’s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627FA88-F6CF-756D-2680-A4E1438BACA9}"/>
              </a:ext>
            </a:extLst>
          </p:cNvPr>
          <p:cNvSpPr/>
          <p:nvPr/>
        </p:nvSpPr>
        <p:spPr>
          <a:xfrm>
            <a:off x="4440382" y="1511990"/>
            <a:ext cx="3311236" cy="398393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Demand for Auntie Anne’s pretzels can vary throughout the day, from week to week, or even seasonally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330FD9-8278-D390-4F20-7F54F3CB4978}"/>
              </a:ext>
            </a:extLst>
          </p:cNvPr>
          <p:cNvSpPr/>
          <p:nvPr/>
        </p:nvSpPr>
        <p:spPr>
          <a:xfrm>
            <a:off x="8325572" y="1511990"/>
            <a:ext cx="3311236" cy="398393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>
                <a:solidFill>
                  <a:schemeClr val="tx1"/>
                </a:solidFill>
              </a:rPr>
              <a:t>Auntie Anne’s operational flow requires time to proof, shape, and bake various pretzel SKUs – a lack of forecasting can lead to delays in serving customers</a:t>
            </a:r>
          </a:p>
        </p:txBody>
      </p:sp>
    </p:spTree>
    <p:extLst>
      <p:ext uri="{BB962C8B-B14F-4D97-AF65-F5344CB8AC3E}">
        <p14:creationId xmlns:p14="http://schemas.microsoft.com/office/powerpoint/2010/main" val="1347173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63878-9567-4A9B-B5E4-5482ACFE3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2BB89-038D-33B9-2D98-D88BCCB71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Problem Definition – Our Goal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97848-74C1-8E50-896A-03992B3F0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t>5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640C841-F1B4-47DA-5CF8-BB57B1356461}"/>
              </a:ext>
            </a:extLst>
          </p:cNvPr>
          <p:cNvSpPr/>
          <p:nvPr/>
        </p:nvSpPr>
        <p:spPr>
          <a:xfrm>
            <a:off x="555193" y="1600199"/>
            <a:ext cx="11087532" cy="340360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3600" b="1">
                <a:solidFill>
                  <a:schemeClr val="tx1"/>
                </a:solidFill>
              </a:rPr>
              <a:t>To meet hourly customer demand subject to Auntie Anne’s store-level production operations constraints</a:t>
            </a:r>
            <a:endParaRPr lang="en-US" sz="3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756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38A53-F6E7-8EF6-DB0B-DF1FC0C7C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382D9A-28D4-B388-CF1E-7D4E9E2C7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8059FAAB-8FC0-2C4B-71CF-303A6D3DC3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1383347"/>
              </p:ext>
            </p:extLst>
          </p:nvPr>
        </p:nvGraphicFramePr>
        <p:xfrm>
          <a:off x="1250220" y="2581589"/>
          <a:ext cx="9691560" cy="3804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7E7DE37B-501F-A832-F0F6-EDF702BE7A71}"/>
              </a:ext>
            </a:extLst>
          </p:cNvPr>
          <p:cNvSpPr txBox="1">
            <a:spLocks/>
          </p:cNvSpPr>
          <p:nvPr/>
        </p:nvSpPr>
        <p:spPr>
          <a:xfrm>
            <a:off x="707592" y="707013"/>
            <a:ext cx="8908952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Recommended Forecast and Optimization Pipeline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4158A1-9FBF-DEB6-3FD6-530CB0D137F1}"/>
              </a:ext>
            </a:extLst>
          </p:cNvPr>
          <p:cNvSpPr txBox="1"/>
          <p:nvPr/>
        </p:nvSpPr>
        <p:spPr>
          <a:xfrm>
            <a:off x="692508" y="1565926"/>
            <a:ext cx="108069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We recommend implementing a tuned demand forecasting model to predict hourly store-level demand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Predicted hourly demand would then be used to create and optimize baking and store operations</a:t>
            </a:r>
          </a:p>
        </p:txBody>
      </p:sp>
    </p:spTree>
    <p:extLst>
      <p:ext uri="{BB962C8B-B14F-4D97-AF65-F5344CB8AC3E}">
        <p14:creationId xmlns:p14="http://schemas.microsoft.com/office/powerpoint/2010/main" val="2064306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2C6D8-B0DA-82E7-C47E-2797EECB2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F10F6-E24F-0BE6-F8D1-EBBCD3FD3F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28" y="1767006"/>
            <a:ext cx="4778691" cy="3323987"/>
          </a:xfrm>
        </p:spPr>
        <p:txBody>
          <a:bodyPr/>
          <a:lstStyle/>
          <a:p>
            <a:r>
              <a:rPr lang="en-US" sz="4800"/>
              <a:t>Overview of Transactional Data and Exploratory Data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07C37-39BA-F924-D6EB-2C66A6051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91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7E3B9-2DFB-10E4-61B2-1F0211DA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A00B8-9AC1-F6B3-44BB-09BF5EC07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92" y="561538"/>
            <a:ext cx="8908952" cy="318549"/>
          </a:xfrm>
        </p:spPr>
        <p:txBody>
          <a:bodyPr/>
          <a:lstStyle/>
          <a:p>
            <a:r>
              <a:rPr lang="en-US" sz="2300"/>
              <a:t>The Data of Interest is Auntie Anne’s Store Transactional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ADFBB-792A-6119-F3DE-646A8260A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t>8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94E6D1-3A0E-32E4-7F7D-D68AEB32B60E}"/>
              </a:ext>
            </a:extLst>
          </p:cNvPr>
          <p:cNvSpPr/>
          <p:nvPr/>
        </p:nvSpPr>
        <p:spPr>
          <a:xfrm>
            <a:off x="884706" y="1334728"/>
            <a:ext cx="4827836" cy="142813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Source: 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Transactions data generated at time of sale</a:t>
            </a:r>
            <a:r>
              <a:rPr lang="en-US" b="1">
                <a:solidFill>
                  <a:schemeClr val="tx1"/>
                </a:solidFill>
              </a:rPr>
              <a:t>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1CD653-7D8E-9B09-00DC-9FAEC31BBAF2}"/>
              </a:ext>
            </a:extLst>
          </p:cNvPr>
          <p:cNvSpPr/>
          <p:nvPr/>
        </p:nvSpPr>
        <p:spPr>
          <a:xfrm>
            <a:off x="6479460" y="1334728"/>
            <a:ext cx="4827836" cy="142813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Unique Identifier: 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Store ID, Business Date, Check Number, Check Line Number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2C41E1E-7CEF-688C-45A2-D9D7839D2A53}"/>
              </a:ext>
            </a:extLst>
          </p:cNvPr>
          <p:cNvSpPr/>
          <p:nvPr/>
        </p:nvSpPr>
        <p:spPr>
          <a:xfrm>
            <a:off x="884706" y="3027103"/>
            <a:ext cx="4827836" cy="142813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Key Information: 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Store location, location type, date and time of transaction, item quantity, cost, and item category/sub-category</a:t>
            </a:r>
            <a:r>
              <a:rPr lang="en-US" b="1">
                <a:solidFill>
                  <a:schemeClr val="tx1"/>
                </a:solidFill>
              </a:rPr>
              <a:t>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1F92F2E-2272-A129-D1A8-B81ACE35EF49}"/>
              </a:ext>
            </a:extLst>
          </p:cNvPr>
          <p:cNvSpPr/>
          <p:nvPr/>
        </p:nvSpPr>
        <p:spPr>
          <a:xfrm>
            <a:off x="6479458" y="3027103"/>
            <a:ext cx="4827836" cy="142813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Filtering: 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Initial removal of airport venue type, then remove all categories except classic pretzels and pretzel nuggets for modeling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8E9DE2F-AC97-9DE7-A169-24E27A3362C9}"/>
              </a:ext>
            </a:extLst>
          </p:cNvPr>
          <p:cNvSpPr/>
          <p:nvPr/>
        </p:nvSpPr>
        <p:spPr>
          <a:xfrm>
            <a:off x="884706" y="4688217"/>
            <a:ext cx="10422588" cy="142813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000" b="1">
                <a:solidFill>
                  <a:schemeClr val="tx1"/>
                </a:solidFill>
              </a:rPr>
              <a:t>EDA Goals: </a:t>
            </a:r>
          </a:p>
          <a:p>
            <a:pPr lvl="0" algn="ctr"/>
            <a:r>
              <a:rPr lang="en-US">
                <a:solidFill>
                  <a:schemeClr val="tx1"/>
                </a:solidFill>
              </a:rPr>
              <a:t>Understand location sales trends, popularity of different product types, sales performance across venue types, sales performance throughout the day</a:t>
            </a:r>
          </a:p>
        </p:txBody>
      </p:sp>
    </p:spTree>
    <p:extLst>
      <p:ext uri="{BB962C8B-B14F-4D97-AF65-F5344CB8AC3E}">
        <p14:creationId xmlns:p14="http://schemas.microsoft.com/office/powerpoint/2010/main" val="3421601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7DE88-519C-BBEB-733C-42EA5B445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7E359-DCB6-BFE7-2926-58FCFC643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92" y="561538"/>
            <a:ext cx="8908952" cy="318549"/>
          </a:xfrm>
        </p:spPr>
        <p:txBody>
          <a:bodyPr/>
          <a:lstStyle/>
          <a:p>
            <a:r>
              <a:rPr lang="en-US" sz="2300"/>
              <a:t>Top 10 Stores in Demand since January 2024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8878B0-4BF8-011A-C4EF-BBF72B32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B062E4C-0879-0304-D475-61B2F6B58EB1}"/>
              </a:ext>
            </a:extLst>
          </p:cNvPr>
          <p:cNvGrpSpPr/>
          <p:nvPr/>
        </p:nvGrpSpPr>
        <p:grpSpPr>
          <a:xfrm>
            <a:off x="555192" y="981943"/>
            <a:ext cx="6897660" cy="3904690"/>
            <a:chOff x="555192" y="981942"/>
            <a:chExt cx="8611268" cy="54767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EF78BD5-9FDD-FC85-44D5-6150030BB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5192" y="1220277"/>
              <a:ext cx="7054976" cy="500012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E6C161E-45F5-354C-9982-492B9A04C7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45601" y="981942"/>
              <a:ext cx="1620859" cy="5476797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783B043-BF4B-40C3-3AD8-C7F1164636B3}"/>
              </a:ext>
            </a:extLst>
          </p:cNvPr>
          <p:cNvSpPr txBox="1"/>
          <p:nvPr/>
        </p:nvSpPr>
        <p:spPr>
          <a:xfrm>
            <a:off x="2446776" y="4686324"/>
            <a:ext cx="3649224" cy="1607012"/>
          </a:xfrm>
          <a:prstGeom prst="rect">
            <a:avLst/>
          </a:prstGeom>
          <a:noFill/>
        </p:spPr>
        <p:txBody>
          <a:bodyPr wrap="square" numCol="2" rtlCol="0">
            <a:noAutofit/>
          </a:bodyPr>
          <a:lstStyle/>
          <a:p>
            <a:r>
              <a:rPr lang="en-US" b="1" u="sng"/>
              <a:t>States:</a:t>
            </a:r>
          </a:p>
          <a:p>
            <a:r>
              <a:rPr lang="en-US"/>
              <a:t>California</a:t>
            </a:r>
          </a:p>
          <a:p>
            <a:r>
              <a:rPr lang="en-US"/>
              <a:t>Kansas</a:t>
            </a:r>
          </a:p>
          <a:p>
            <a:r>
              <a:rPr lang="en-US"/>
              <a:t>Massachusetts </a:t>
            </a:r>
          </a:p>
          <a:p>
            <a:r>
              <a:rPr lang="en-US"/>
              <a:t>North Carolina</a:t>
            </a:r>
          </a:p>
          <a:p>
            <a:endParaRPr lang="en-US"/>
          </a:p>
          <a:p>
            <a:r>
              <a:rPr lang="en-US"/>
              <a:t>New Jersey</a:t>
            </a:r>
          </a:p>
          <a:p>
            <a:r>
              <a:rPr lang="en-US"/>
              <a:t>New York (2)</a:t>
            </a:r>
          </a:p>
          <a:p>
            <a:r>
              <a:rPr lang="en-US"/>
              <a:t>Texas (2)</a:t>
            </a:r>
          </a:p>
          <a:p>
            <a:r>
              <a:rPr lang="en-US"/>
              <a:t>Virginia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9A25AF-020E-F458-019A-5C29E20951E8}"/>
              </a:ext>
            </a:extLst>
          </p:cNvPr>
          <p:cNvSpPr txBox="1"/>
          <p:nvPr/>
        </p:nvSpPr>
        <p:spPr>
          <a:xfrm>
            <a:off x="7846008" y="1724963"/>
            <a:ext cx="36492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First, we want to understand overall store performance, focusing on the top 10 stores in total sales since January 2024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See that there is a large concentration of high performance in the Northeast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Both Texas and New York have two of the best-performing stores, indicating strong markets and potential opportunities for future growth</a:t>
            </a:r>
          </a:p>
        </p:txBody>
      </p:sp>
    </p:spTree>
    <p:extLst>
      <p:ext uri="{BB962C8B-B14F-4D97-AF65-F5344CB8AC3E}">
        <p14:creationId xmlns:p14="http://schemas.microsoft.com/office/powerpoint/2010/main" val="1380128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CCB5F-0111-BE3C-72F6-8115E7927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0D217-20EB-9C5D-8A97-677BAC3AE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92" y="561538"/>
            <a:ext cx="8908952" cy="318549"/>
          </a:xfrm>
        </p:spPr>
        <p:txBody>
          <a:bodyPr/>
          <a:lstStyle/>
          <a:p>
            <a:r>
              <a:rPr lang="en-US" sz="2300"/>
              <a:t>Future Focus on High Demand States with Fewer Stores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821022-B975-0245-F789-1E3A86E1E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B732C7-0BCC-3063-CE3B-EE899A67DF0E}"/>
              </a:ext>
            </a:extLst>
          </p:cNvPr>
          <p:cNvSpPr txBox="1"/>
          <p:nvPr/>
        </p:nvSpPr>
        <p:spPr>
          <a:xfrm>
            <a:off x="2551777" y="5030686"/>
            <a:ext cx="376895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*State Labels Represent Number of Stores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6FF5D92-AD18-BD9C-C739-67B538BD64D6}"/>
              </a:ext>
            </a:extLst>
          </p:cNvPr>
          <p:cNvGrpSpPr/>
          <p:nvPr/>
        </p:nvGrpSpPr>
        <p:grpSpPr>
          <a:xfrm>
            <a:off x="407707" y="1133222"/>
            <a:ext cx="7821893" cy="3762698"/>
            <a:chOff x="812920" y="880087"/>
            <a:chExt cx="9899734" cy="505034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471FB2F-29BE-AEE0-0BA0-0D5710210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12920" y="880087"/>
              <a:ext cx="7156126" cy="495115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34951AC-D746-1AB1-7A9A-6F9FA3116C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62082" y="1305062"/>
              <a:ext cx="2250572" cy="4625365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53DBDB2-8423-627B-0154-1C15ACB86A62}"/>
                </a:ext>
              </a:extLst>
            </p:cNvPr>
            <p:cNvSpPr/>
            <p:nvPr/>
          </p:nvSpPr>
          <p:spPr>
            <a:xfrm>
              <a:off x="3559277" y="1610033"/>
              <a:ext cx="1032387" cy="1349477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16B47C4-0629-9F6A-1C65-83AEEDACD269}"/>
                </a:ext>
              </a:extLst>
            </p:cNvPr>
            <p:cNvSpPr/>
            <p:nvPr/>
          </p:nvSpPr>
          <p:spPr>
            <a:xfrm>
              <a:off x="6833419" y="1398604"/>
              <a:ext cx="1135627" cy="1423254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4E889C4-B3FA-1AAF-FABE-709B19EDC7BA}"/>
                </a:ext>
              </a:extLst>
            </p:cNvPr>
            <p:cNvSpPr/>
            <p:nvPr/>
          </p:nvSpPr>
          <p:spPr>
            <a:xfrm>
              <a:off x="1322434" y="4387653"/>
              <a:ext cx="1032387" cy="1349477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6BE28CA-6BD8-1EEA-8138-4AA375CF0F6D}"/>
              </a:ext>
            </a:extLst>
          </p:cNvPr>
          <p:cNvSpPr txBox="1"/>
          <p:nvPr/>
        </p:nvSpPr>
        <p:spPr>
          <a:xfrm>
            <a:off x="7846008" y="1724963"/>
            <a:ext cx="364922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Also important to look at future growth opportunities where forecasting can be even more useful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Goal here is to find markets with high average demand but with few stores, indicating potential for more stores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See that Alaska, the Midwest and the Northeast have very high demand but fewer stores, specifically North and South Dakota, Vermont, and Maine</a:t>
            </a:r>
          </a:p>
        </p:txBody>
      </p:sp>
    </p:spTree>
    <p:extLst>
      <p:ext uri="{BB962C8B-B14F-4D97-AF65-F5344CB8AC3E}">
        <p14:creationId xmlns:p14="http://schemas.microsoft.com/office/powerpoint/2010/main" val="2750284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6F1E1-8F0A-8F73-867B-D1048B588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6B22E-D363-5C46-5357-E71FE473B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92" y="561538"/>
            <a:ext cx="8908952" cy="318549"/>
          </a:xfrm>
        </p:spPr>
        <p:txBody>
          <a:bodyPr/>
          <a:lstStyle/>
          <a:p>
            <a:r>
              <a:rPr lang="en-US" sz="2300"/>
              <a:t>Average Daily Demand by Venue Type Shows Strong Variance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13D1EB-E061-91CF-4A2B-A61CA47B7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43BA0A-3942-27D5-4A5C-68E2F00303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46675" y="1058168"/>
            <a:ext cx="8298650" cy="41179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509C0B-33F7-0A94-41FD-712B3CA786C7}"/>
              </a:ext>
            </a:extLst>
          </p:cNvPr>
          <p:cNvSpPr txBox="1"/>
          <p:nvPr/>
        </p:nvSpPr>
        <p:spPr>
          <a:xfrm>
            <a:off x="912403" y="5176085"/>
            <a:ext cx="103671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Mapps appear to have some of the largest demand on average compared to other venue types, but with strong variance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Understanding venue trends helps to better understand forecasting variations at the venue-level</a:t>
            </a:r>
          </a:p>
        </p:txBody>
      </p:sp>
    </p:spTree>
    <p:extLst>
      <p:ext uri="{BB962C8B-B14F-4D97-AF65-F5344CB8AC3E}">
        <p14:creationId xmlns:p14="http://schemas.microsoft.com/office/powerpoint/2010/main" val="3904264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B6447-718C-BB12-7B8C-7901816A8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67476-9F97-D130-5B24-3CF38CE3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Demand is Highly Concentrated Around the Weekend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9A9A1-086D-42AC-A329-58A84E578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ABE639-BD05-95A9-6442-9DAFE10511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5981" y="1007818"/>
            <a:ext cx="8348072" cy="248824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C1CD58-3911-0948-9305-DA39628F52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9720" y="3616872"/>
            <a:ext cx="8344333" cy="24871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B46DFE-62A0-E8C3-3D13-02BE4F343E93}"/>
              </a:ext>
            </a:extLst>
          </p:cNvPr>
          <p:cNvSpPr txBox="1"/>
          <p:nvPr/>
        </p:nvSpPr>
        <p:spPr>
          <a:xfrm>
            <a:off x="8899525" y="1405359"/>
            <a:ext cx="304666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Analyzing demand throughout the week and at the hourly level further helps understand future forecasting, especially on different days and at different 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See that the largest demand falls on the weekend, with Saturday being the busiest 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2pm – 4pm are the highest-selling hours throughout the week as well</a:t>
            </a:r>
          </a:p>
        </p:txBody>
      </p:sp>
    </p:spTree>
    <p:extLst>
      <p:ext uri="{BB962C8B-B14F-4D97-AF65-F5344CB8AC3E}">
        <p14:creationId xmlns:p14="http://schemas.microsoft.com/office/powerpoint/2010/main" val="2277198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0BACA-C21C-1F07-339F-74D11FBAF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92" y="561538"/>
            <a:ext cx="8908952" cy="318549"/>
          </a:xfrm>
        </p:spPr>
        <p:txBody>
          <a:bodyPr/>
          <a:lstStyle/>
          <a:p>
            <a:r>
              <a:rPr lang="en-US" sz="2300">
                <a:cs typeface="Arial"/>
              </a:rPr>
              <a:t>Winter Holidays and Summers Spike Demand</a:t>
            </a:r>
            <a:endParaRPr lang="en-US" sz="23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46BA3C-7A02-CD66-97E7-28A908A8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36B9C40-2999-CCEC-708F-4FFACF5729E8}"/>
              </a:ext>
            </a:extLst>
          </p:cNvPr>
          <p:cNvGrpSpPr/>
          <p:nvPr/>
        </p:nvGrpSpPr>
        <p:grpSpPr>
          <a:xfrm>
            <a:off x="912403" y="1431575"/>
            <a:ext cx="10367194" cy="3014754"/>
            <a:chOff x="448290" y="1616240"/>
            <a:chExt cx="11295419" cy="376200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C03F074-7439-F4E5-AD88-22667AF129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448290" y="1616240"/>
              <a:ext cx="11295419" cy="3762005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50DAC49-C7CB-8252-8EF6-22C31CAA0BB5}"/>
                </a:ext>
              </a:extLst>
            </p:cNvPr>
            <p:cNvSpPr/>
            <p:nvPr/>
          </p:nvSpPr>
          <p:spPr>
            <a:xfrm>
              <a:off x="4895097" y="1616240"/>
              <a:ext cx="1176866" cy="286727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8919292-0951-7145-BE0D-EF10D707A41A}"/>
                </a:ext>
              </a:extLst>
            </p:cNvPr>
            <p:cNvSpPr/>
            <p:nvPr/>
          </p:nvSpPr>
          <p:spPr>
            <a:xfrm>
              <a:off x="9679312" y="1616240"/>
              <a:ext cx="1176866" cy="286727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47C15DB-0C8F-4DD5-1418-012E930FD2FE}"/>
                </a:ext>
              </a:extLst>
            </p:cNvPr>
            <p:cNvSpPr/>
            <p:nvPr/>
          </p:nvSpPr>
          <p:spPr>
            <a:xfrm>
              <a:off x="3326852" y="1616240"/>
              <a:ext cx="1176866" cy="286727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17DF5CE-A8DF-C289-6740-2A4AAB4CD2A0}"/>
                </a:ext>
              </a:extLst>
            </p:cNvPr>
            <p:cNvSpPr/>
            <p:nvPr/>
          </p:nvSpPr>
          <p:spPr>
            <a:xfrm>
              <a:off x="8022575" y="1616240"/>
              <a:ext cx="1176866" cy="286727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BB549C4-1033-DA63-0136-F1DE51787FD3}"/>
              </a:ext>
            </a:extLst>
          </p:cNvPr>
          <p:cNvSpPr txBox="1"/>
          <p:nvPr/>
        </p:nvSpPr>
        <p:spPr>
          <a:xfrm>
            <a:off x="912403" y="4686494"/>
            <a:ext cx="103671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Demand is seasonal, with spiks and drop-offs occurring during the summer and winter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Spikes likely correspond with summer breaks and winter holidays, times in which individuals are often more free to shop</a:t>
            </a:r>
          </a:p>
        </p:txBody>
      </p:sp>
    </p:spTree>
    <p:extLst>
      <p:ext uri="{BB962C8B-B14F-4D97-AF65-F5344CB8AC3E}">
        <p14:creationId xmlns:p14="http://schemas.microsoft.com/office/powerpoint/2010/main" val="2039015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4D3D-7AC0-0229-6A4E-354875EAF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1D547-A554-1A86-105E-468FCE3E1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8276" y="2764202"/>
            <a:ext cx="4778691" cy="1329595"/>
          </a:xfrm>
        </p:spPr>
        <p:txBody>
          <a:bodyPr/>
          <a:lstStyle/>
          <a:p>
            <a:r>
              <a:rPr lang="en-US" sz="4800"/>
              <a:t>Predictive Modeling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7AB4D-CF1C-E7E8-0054-799EF3AA0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7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0FBCC-5464-4B73-CCCF-CFD209133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9D4BE-3781-129C-2859-C722202CE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92" y="554613"/>
            <a:ext cx="8908952" cy="332399"/>
          </a:xfrm>
        </p:spPr>
        <p:txBody>
          <a:bodyPr/>
          <a:lstStyle/>
          <a:p>
            <a:r>
              <a:rPr lang="en-US"/>
              <a:t>Master Dataset – Adjusting Transactional Data to Finer Grain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6D48D-68AA-6C43-AD6B-C426C6816D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5625" y="1295399"/>
            <a:ext cx="10112375" cy="4755865"/>
          </a:xfrm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lnSpc>
                <a:spcPct val="100000"/>
              </a:lnSpc>
              <a:buChar char="•"/>
            </a:pPr>
            <a:r>
              <a:rPr lang="en-US" b="1">
                <a:solidFill>
                  <a:schemeClr val="tx1"/>
                </a:solidFill>
                <a:cs typeface="Arial"/>
              </a:rPr>
              <a:t>For our modeling, we restructured the transactional data to a new grain:</a:t>
            </a:r>
          </a:p>
          <a:p>
            <a:pPr marL="742315" lvl="1" indent="-285750">
              <a:lnSpc>
                <a:spcPct val="100000"/>
              </a:lnSpc>
              <a:buFont typeface="Courier New,monospace" panose="020B0604020202020204" pitchFamily="34" charset="0"/>
              <a:buChar char="o"/>
            </a:pPr>
            <a:r>
              <a:rPr lang="en-US" sz="1800">
                <a:solidFill>
                  <a:schemeClr val="tx1"/>
                </a:solidFill>
                <a:cs typeface="Arial"/>
              </a:rPr>
              <a:t>Pretzel or Nugget Sales for a given hour on a given day of the week for a given store</a:t>
            </a:r>
          </a:p>
          <a:p>
            <a:pPr marL="285126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  <a:cs typeface="Arial"/>
              </a:rPr>
              <a:t>We then performed filtering to remove values not of interest or that were out of scope</a:t>
            </a:r>
            <a:endParaRPr lang="en-US">
              <a:solidFill>
                <a:schemeClr val="tx1"/>
              </a:solidFill>
              <a:cs typeface="Arial"/>
            </a:endParaRPr>
          </a:p>
          <a:p>
            <a:pPr marL="742315" lvl="1" indent="-285750">
              <a:lnSpc>
                <a:spcPct val="100000"/>
              </a:lnSpc>
              <a:buFont typeface="Courier New,monospace" panose="020B0604020202020204" pitchFamily="34" charset="0"/>
              <a:buChar char="o"/>
            </a:pPr>
            <a:r>
              <a:rPr lang="en-US" sz="1800">
                <a:solidFill>
                  <a:schemeClr val="tx1"/>
                </a:solidFill>
                <a:cs typeface="Arial"/>
              </a:rPr>
              <a:t>Filtered out airport data</a:t>
            </a:r>
          </a:p>
          <a:p>
            <a:pPr marL="742315" lvl="1" indent="-285750">
              <a:lnSpc>
                <a:spcPct val="100000"/>
              </a:lnSpc>
              <a:buFont typeface="Courier New,monospace" panose="020B0604020202020204" pitchFamily="34" charset="0"/>
              <a:buChar char="o"/>
            </a:pPr>
            <a:r>
              <a:rPr lang="en-US" sz="1800">
                <a:solidFill>
                  <a:schemeClr val="tx1"/>
                </a:solidFill>
                <a:cs typeface="Arial"/>
              </a:rPr>
              <a:t>Limited </a:t>
            </a:r>
            <a:r>
              <a:rPr lang="en-US" sz="1800" err="1">
                <a:solidFill>
                  <a:schemeClr val="tx1"/>
                </a:solidFill>
                <a:cs typeface="Arial"/>
              </a:rPr>
              <a:t>sub_category_name</a:t>
            </a:r>
            <a:r>
              <a:rPr lang="en-US" sz="1800">
                <a:solidFill>
                  <a:schemeClr val="tx1"/>
                </a:solidFill>
                <a:cs typeface="Arial"/>
              </a:rPr>
              <a:t> to only "Pretzels" &amp; "Pretzel Nuggets"</a:t>
            </a:r>
            <a:endParaRPr lang="en-US" sz="1800">
              <a:solidFill>
                <a:schemeClr val="tx1"/>
              </a:solidFill>
            </a:endParaRPr>
          </a:p>
          <a:p>
            <a:pPr marL="742315" lvl="1" indent="-285750">
              <a:lnSpc>
                <a:spcPct val="100000"/>
              </a:lnSpc>
              <a:buFont typeface="Courier New,monospace" panose="020B0604020202020204" pitchFamily="34" charset="0"/>
              <a:buChar char="o"/>
            </a:pPr>
            <a:r>
              <a:rPr lang="en-US" sz="1800">
                <a:solidFill>
                  <a:schemeClr val="tx1"/>
                </a:solidFill>
                <a:cs typeface="Arial"/>
              </a:rPr>
              <a:t>Removed any rows where demand was in the 99.5</a:t>
            </a:r>
            <a:r>
              <a:rPr lang="en-US" sz="1800" baseline="30000">
                <a:solidFill>
                  <a:schemeClr val="tx1"/>
                </a:solidFill>
                <a:cs typeface="Arial"/>
              </a:rPr>
              <a:t>th</a:t>
            </a:r>
            <a:r>
              <a:rPr lang="en-US" sz="1800">
                <a:solidFill>
                  <a:schemeClr val="tx1"/>
                </a:solidFill>
                <a:cs typeface="Arial"/>
              </a:rPr>
              <a:t> percentile or above</a:t>
            </a:r>
          </a:p>
          <a:p>
            <a:pPr marL="742315" lvl="1" indent="-285750">
              <a:lnSpc>
                <a:spcPct val="100000"/>
              </a:lnSpc>
              <a:buFont typeface="Courier New,monospace" panose="020B0604020202020204" pitchFamily="34" charset="0"/>
              <a:buChar char="o"/>
            </a:pPr>
            <a:r>
              <a:rPr lang="en-US" sz="1800">
                <a:solidFill>
                  <a:schemeClr val="tx1"/>
                </a:solidFill>
                <a:cs typeface="Arial"/>
              </a:rPr>
              <a:t>Limited modeling to only standard opening hours (10am to 10pm)</a:t>
            </a:r>
          </a:p>
          <a:p>
            <a:pPr marL="285126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  <a:cs typeface="Arial"/>
              </a:rPr>
              <a:t>We then worked to add additional variables to assist with modeling and help improve the model</a:t>
            </a:r>
          </a:p>
          <a:p>
            <a:endParaRPr lang="en-US" sz="1600">
              <a:solidFill>
                <a:schemeClr val="tx1"/>
              </a:solidFill>
              <a:cs typeface="Arial"/>
            </a:endParaRPr>
          </a:p>
          <a:p>
            <a:pPr marL="285126" indent="-285750">
              <a:buFont typeface="Courier New" panose="020B0604020202020204" pitchFamily="34" charset="0"/>
              <a:buChar char="o"/>
            </a:pPr>
            <a:endParaRPr lang="en-US" sz="2200">
              <a:solidFill>
                <a:schemeClr val="tx1"/>
              </a:solidFill>
              <a:ea typeface="+mn-lt"/>
              <a:cs typeface="+mn-lt"/>
            </a:endParaRPr>
          </a:p>
          <a:p>
            <a:pPr marL="742939" lvl="1" indent="-285750"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/>
            </a:endParaRPr>
          </a:p>
          <a:p>
            <a:pPr marL="285750" marR="0" lvl="0" indent="-285750" algn="l" defTabSz="914377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/>
            </a:endParaRPr>
          </a:p>
          <a:p>
            <a:pPr marL="742315" lvl="1" indent="-285750">
              <a:buFont typeface="Courier New" panose="020B0604020202020204" pitchFamily="34" charset="0"/>
              <a:buChar char="o"/>
            </a:pPr>
            <a:endParaRPr lang="en-US" sz="2200">
              <a:solidFill>
                <a:schemeClr val="tx1"/>
              </a:solidFill>
              <a:ea typeface="+mn-lt"/>
              <a:cs typeface="+mn-lt"/>
            </a:endParaRPr>
          </a:p>
          <a:p>
            <a:pPr marL="456565" lvl="1"/>
            <a:endParaRPr lang="en-US" sz="2200">
              <a:solidFill>
                <a:schemeClr val="tx1"/>
              </a:solidFill>
              <a:ea typeface="+mn-lt"/>
              <a:cs typeface="+mn-lt"/>
            </a:endParaRPr>
          </a:p>
          <a:p>
            <a:pPr marL="742315" lvl="1" indent="-285750">
              <a:buFont typeface="Courier New" panose="020B0604020202020204" pitchFamily="34" charset="0"/>
              <a:buChar char="o"/>
            </a:pPr>
            <a:endParaRPr lang="en-US" sz="2200">
              <a:solidFill>
                <a:schemeClr val="tx1"/>
              </a:solidFill>
              <a:ea typeface="+mn-lt"/>
              <a:cs typeface="+mn-lt"/>
            </a:endParaRPr>
          </a:p>
          <a:p>
            <a:pPr marL="742315" lvl="1" indent="-285750">
              <a:buFont typeface="Courier New,monospace" panose="020B0604020202020204" pitchFamily="34" charset="0"/>
              <a:buChar char="o"/>
            </a:pPr>
            <a:endParaRPr lang="en-US" sz="2200">
              <a:solidFill>
                <a:schemeClr val="tx1"/>
              </a:solidFill>
              <a:cs typeface="Arial"/>
            </a:endParaRPr>
          </a:p>
          <a:p>
            <a:pPr marL="456565" lvl="1"/>
            <a:endParaRPr lang="en-US" sz="2200">
              <a:solidFill>
                <a:schemeClr val="tx1"/>
              </a:solidFill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>
              <a:solidFill>
                <a:schemeClr val="tx1"/>
              </a:solidFill>
              <a:cs typeface="Arial"/>
            </a:endParaRPr>
          </a:p>
          <a:p>
            <a:pPr marL="742315" lvl="1" indent="-285750">
              <a:buFont typeface="Courier New" panose="020B0604020202020204" pitchFamily="34" charset="0"/>
              <a:buChar char="o"/>
            </a:pPr>
            <a:endParaRPr lang="en-US" sz="2200">
              <a:solidFill>
                <a:schemeClr val="tx1"/>
              </a:solidFill>
              <a:cs typeface="Arial"/>
            </a:endParaRPr>
          </a:p>
          <a:p>
            <a:pPr marL="456565" lvl="1"/>
            <a:endParaRPr lang="en-US" sz="2200">
              <a:solidFill>
                <a:schemeClr val="tx1"/>
              </a:solidFill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BDA47-A327-9597-4FED-D42210019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8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7A94D-163F-0302-C069-2D309CEF4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Features in Master Dataset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DA4E3A-6BA8-8DBB-2B33-768D071D3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CE3D8D-85A1-5DFA-1011-2C7C5BE19D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09668" y="1006765"/>
            <a:ext cx="5540375" cy="5132892"/>
          </a:xfrm>
        </p:spPr>
        <p:txBody>
          <a:bodyPr/>
          <a:lstStyle/>
          <a:p>
            <a:r>
              <a:rPr lang="en-US" sz="1600" b="1">
                <a:solidFill>
                  <a:schemeClr val="tx1"/>
                </a:solidFill>
              </a:rPr>
              <a:t>3.) Historical Sales Signals (Lag Features)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1, 2, 3, 4 week lagged sales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+ Std</a:t>
            </a:r>
            <a:endParaRPr lang="en-US" sz="1400" b="1">
              <a:solidFill>
                <a:schemeClr val="tx1"/>
              </a:solidFill>
            </a:endParaRPr>
          </a:p>
          <a:p>
            <a:r>
              <a:rPr lang="en-US" sz="1600" b="1">
                <a:solidFill>
                  <a:schemeClr val="tx1"/>
                </a:solidFill>
              </a:rPr>
              <a:t>4.) Rolling Trend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same-slot 2–4 week rolling avg / std / min / max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previous 1–4 week all-hour avg / std / min / max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multi-week smoothed all-hour avg / std features</a:t>
            </a:r>
          </a:p>
          <a:p>
            <a:r>
              <a:rPr lang="en-US" sz="1600" b="1">
                <a:solidFill>
                  <a:schemeClr val="tx1"/>
                </a:solidFill>
              </a:rPr>
              <a:t>5.) Features Computed in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Overall store 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Store-time interaction averages (store-hour, store-day-of-week, store-daypart)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Store-context averages (store-hour-weekend, store-hour-day-of-week)</a:t>
            </a:r>
          </a:p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8300340-C190-7A43-0FDE-C5B2D9138B3A}"/>
              </a:ext>
            </a:extLst>
          </p:cNvPr>
          <p:cNvSpPr txBox="1">
            <a:spLocks/>
          </p:cNvSpPr>
          <p:nvPr/>
        </p:nvSpPr>
        <p:spPr>
          <a:xfrm>
            <a:off x="625729" y="1006765"/>
            <a:ext cx="5540375" cy="513289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None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755" indent="0" algn="l" defTabSz="914377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tx1"/>
                </a:solidFill>
              </a:rPr>
              <a:t>1</a:t>
            </a:r>
            <a:r>
              <a:rPr lang="en-US" sz="1600" b="1">
                <a:solidFill>
                  <a:schemeClr val="tx1"/>
                </a:solidFill>
              </a:rPr>
              <a:t>.) Store &amp; Location Variables: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Store id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Venue / DMA / City / State</a:t>
            </a:r>
          </a:p>
          <a:p>
            <a:r>
              <a:rPr lang="en-US" sz="1600" b="1">
                <a:solidFill>
                  <a:schemeClr val="tx1"/>
                </a:solidFill>
              </a:rPr>
              <a:t>2.) Calendar &amp; Time 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Hour of 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Day of week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Weekend indicator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Holiday flags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Opening/Closing Hour flags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Daypart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Cyclical hour of day</a:t>
            </a:r>
          </a:p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3321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8F97F-22FC-08FC-BEB8-272D180B9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36136-56E2-D512-DE7B-D0265DC6F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Exploration of Model Algorithms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6B2C27-D5F2-F90E-4D37-3A86F1B04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0341241-68D1-F983-84B1-62D72CB09B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5192" y="2975680"/>
            <a:ext cx="10112375" cy="3502322"/>
          </a:xfrm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lnSpc>
                <a:spcPct val="100000"/>
              </a:lnSpc>
              <a:buChar char="•"/>
            </a:pPr>
            <a:r>
              <a:rPr lang="en-US" b="1">
                <a:solidFill>
                  <a:schemeClr val="tx1"/>
                </a:solidFill>
                <a:cs typeface="Arial"/>
              </a:rPr>
              <a:t>Model Types Include (From Simplest to Most Complex):</a:t>
            </a:r>
          </a:p>
          <a:p>
            <a:pPr marL="742939" lvl="1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800">
                <a:solidFill>
                  <a:schemeClr val="tx1"/>
                </a:solidFill>
                <a:cs typeface="Arial"/>
              </a:rPr>
              <a:t>Linear Regression</a:t>
            </a:r>
          </a:p>
          <a:p>
            <a:pPr marL="742939" lvl="1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800">
                <a:solidFill>
                  <a:schemeClr val="tx1"/>
                </a:solidFill>
                <a:cs typeface="Arial"/>
              </a:rPr>
              <a:t>Random Forest </a:t>
            </a:r>
          </a:p>
          <a:p>
            <a:pPr marL="742939" lvl="1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800">
                <a:solidFill>
                  <a:schemeClr val="tx1"/>
                </a:solidFill>
                <a:cs typeface="Arial"/>
              </a:rPr>
              <a:t>LightGBM</a:t>
            </a:r>
          </a:p>
          <a:p>
            <a:pPr marL="742939" lvl="1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800">
                <a:solidFill>
                  <a:schemeClr val="tx1"/>
                </a:solidFill>
                <a:cs typeface="Arial"/>
              </a:rPr>
              <a:t>XGBoost</a:t>
            </a:r>
          </a:p>
          <a:p>
            <a:pPr marL="742939" lvl="1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800">
                <a:solidFill>
                  <a:schemeClr val="tx1"/>
                </a:solidFill>
                <a:cs typeface="Arial"/>
              </a:rPr>
              <a:t>LSTM + XGBoost</a:t>
            </a:r>
          </a:p>
          <a:p>
            <a:pPr marL="1200127" lvl="2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800">
                <a:solidFill>
                  <a:schemeClr val="tx1"/>
                </a:solidFill>
                <a:cs typeface="Arial"/>
              </a:rPr>
              <a:t>LSTM Captures time dependencies while XGBoost learns the patterns/effects</a:t>
            </a:r>
          </a:p>
          <a:p>
            <a:pPr marL="285750" indent="-285750">
              <a:lnSpc>
                <a:spcPct val="100000"/>
              </a:lnSpc>
              <a:buChar char="•"/>
            </a:pPr>
            <a:r>
              <a:rPr lang="en-US" b="1">
                <a:solidFill>
                  <a:schemeClr val="tx1"/>
                </a:solidFill>
                <a:cs typeface="Arial"/>
              </a:rPr>
              <a:t>After initial runs, settled on XGBoost due to performance and tunability</a:t>
            </a:r>
          </a:p>
          <a:p>
            <a:pPr lvl="2">
              <a:lnSpc>
                <a:spcPct val="100000"/>
              </a:lnSpc>
            </a:pPr>
            <a:endParaRPr lang="en-US" sz="1800">
              <a:solidFill>
                <a:schemeClr val="tx1"/>
              </a:solidFill>
              <a:cs typeface="Arial"/>
            </a:endParaRPr>
          </a:p>
          <a:p>
            <a:pPr marL="285750" indent="-285750">
              <a:lnSpc>
                <a:spcPct val="100000"/>
              </a:lnSpc>
              <a:buChar char="•"/>
            </a:pPr>
            <a:endParaRPr lang="en-US" b="1">
              <a:solidFill>
                <a:schemeClr val="tx1"/>
              </a:solidFill>
              <a:cs typeface="Arial"/>
            </a:endParaRPr>
          </a:p>
          <a:p>
            <a:pPr marL="285750" indent="-285750">
              <a:lnSpc>
                <a:spcPct val="100000"/>
              </a:lnSpc>
              <a:buChar char="•"/>
            </a:pPr>
            <a:endParaRPr lang="en-US" b="1">
              <a:solidFill>
                <a:schemeClr val="tx1"/>
              </a:solidFill>
              <a:cs typeface="Arial"/>
            </a:endParaRPr>
          </a:p>
          <a:p>
            <a:pPr marL="285750" indent="-285750">
              <a:lnSpc>
                <a:spcPct val="100000"/>
              </a:lnSpc>
              <a:buChar char="•"/>
            </a:pPr>
            <a:endParaRPr lang="en-US" b="1">
              <a:solidFill>
                <a:schemeClr val="tx1"/>
              </a:solidFill>
              <a:cs typeface="Arial"/>
            </a:endParaRPr>
          </a:p>
          <a:p>
            <a:pPr marL="285750" indent="-285750">
              <a:lnSpc>
                <a:spcPct val="100000"/>
              </a:lnSpc>
              <a:buChar char="•"/>
            </a:pPr>
            <a:endParaRPr lang="en-US" b="1">
              <a:solidFill>
                <a:schemeClr val="tx1"/>
              </a:solidFill>
              <a:cs typeface="Arial"/>
            </a:endParaRPr>
          </a:p>
          <a:p>
            <a:endParaRPr lang="en-US" sz="1600">
              <a:solidFill>
                <a:schemeClr val="tx1"/>
              </a:solidFill>
              <a:cs typeface="Arial"/>
            </a:endParaRPr>
          </a:p>
          <a:p>
            <a:pPr marL="285126" indent="-285750">
              <a:buFont typeface="Courier New" panose="020B0604020202020204" pitchFamily="34" charset="0"/>
              <a:buChar char="o"/>
            </a:pPr>
            <a:endParaRPr lang="en-US" sz="2200">
              <a:solidFill>
                <a:schemeClr val="tx1"/>
              </a:solidFill>
              <a:ea typeface="+mn-lt"/>
              <a:cs typeface="+mn-lt"/>
            </a:endParaRPr>
          </a:p>
          <a:p>
            <a:pPr marL="742939" lvl="1" indent="-285750"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110004020202020204"/>
              <a:ea typeface="+mn-ea"/>
              <a:cs typeface="Arial"/>
            </a:endParaRPr>
          </a:p>
          <a:p>
            <a:pPr marL="285750" marR="0" lvl="0" indent="-285750" algn="l" defTabSz="914377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110004020202020204"/>
              <a:ea typeface="+mn-ea"/>
              <a:cs typeface="Arial"/>
            </a:endParaRPr>
          </a:p>
          <a:p>
            <a:pPr marL="742315" lvl="1" indent="-285750">
              <a:buFont typeface="Courier New" panose="020B0604020202020204" pitchFamily="34" charset="0"/>
              <a:buChar char="o"/>
            </a:pPr>
            <a:endParaRPr lang="en-US" sz="2200">
              <a:solidFill>
                <a:schemeClr val="tx1"/>
              </a:solidFill>
              <a:ea typeface="+mn-lt"/>
              <a:cs typeface="+mn-lt"/>
            </a:endParaRPr>
          </a:p>
          <a:p>
            <a:pPr marL="456565" lvl="1"/>
            <a:endParaRPr lang="en-US" sz="2200">
              <a:solidFill>
                <a:schemeClr val="tx1"/>
              </a:solidFill>
              <a:ea typeface="+mn-lt"/>
              <a:cs typeface="+mn-lt"/>
            </a:endParaRPr>
          </a:p>
          <a:p>
            <a:pPr marL="742315" lvl="1" indent="-285750">
              <a:buFont typeface="Courier New" panose="020B0604020202020204" pitchFamily="34" charset="0"/>
              <a:buChar char="o"/>
            </a:pPr>
            <a:endParaRPr lang="en-US" sz="2200">
              <a:solidFill>
                <a:schemeClr val="tx1"/>
              </a:solidFill>
              <a:ea typeface="+mn-lt"/>
              <a:cs typeface="+mn-lt"/>
            </a:endParaRPr>
          </a:p>
          <a:p>
            <a:pPr marL="742315" lvl="1" indent="-285750">
              <a:buFont typeface="Courier New,monospace" panose="020B0604020202020204" pitchFamily="34" charset="0"/>
              <a:buChar char="o"/>
            </a:pPr>
            <a:endParaRPr lang="en-US" sz="2200">
              <a:solidFill>
                <a:schemeClr val="tx1"/>
              </a:solidFill>
              <a:cs typeface="Arial"/>
            </a:endParaRPr>
          </a:p>
          <a:p>
            <a:pPr marL="456565" lvl="1"/>
            <a:endParaRPr lang="en-US" sz="2200">
              <a:solidFill>
                <a:schemeClr val="tx1"/>
              </a:solidFill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>
              <a:solidFill>
                <a:schemeClr val="tx1"/>
              </a:solidFill>
              <a:cs typeface="Arial"/>
            </a:endParaRPr>
          </a:p>
          <a:p>
            <a:pPr marL="742315" lvl="1" indent="-285750">
              <a:buFont typeface="Courier New" panose="020B0604020202020204" pitchFamily="34" charset="0"/>
              <a:buChar char="o"/>
            </a:pPr>
            <a:endParaRPr lang="en-US" sz="2200">
              <a:solidFill>
                <a:schemeClr val="tx1"/>
              </a:solidFill>
              <a:cs typeface="Arial"/>
            </a:endParaRPr>
          </a:p>
          <a:p>
            <a:pPr marL="456565" lvl="1"/>
            <a:endParaRPr lang="en-US" sz="2200">
              <a:solidFill>
                <a:schemeClr val="tx1"/>
              </a:solidFill>
              <a:cs typeface="Arial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EDA1F38-6AA7-DC22-CD08-0BAEE97C8D58}"/>
              </a:ext>
            </a:extLst>
          </p:cNvPr>
          <p:cNvSpPr/>
          <p:nvPr/>
        </p:nvSpPr>
        <p:spPr>
          <a:xfrm>
            <a:off x="431919" y="1320968"/>
            <a:ext cx="11087532" cy="138112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b="1">
                <a:solidFill>
                  <a:schemeClr val="tx1"/>
                </a:solidFill>
              </a:rPr>
              <a:t>To forecast demand, we first created a simple linear regression model, then ramped up complexity via tree-based models for prediction generation</a:t>
            </a:r>
            <a:endParaRPr lang="en-US" sz="2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50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7CF27-1277-5C0E-D199-A3ADC2E8C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BC730-5D3B-7C06-36F7-B43EFEC1F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Metrics Used for Evaluating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FBB378-61FF-A936-C25E-5A1F6E89E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pPr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2">
                <a:extLst>
                  <a:ext uri="{FF2B5EF4-FFF2-40B4-BE49-F238E27FC236}">
                    <a16:creationId xmlns:a16="http://schemas.microsoft.com/office/drawing/2014/main" id="{68E78343-58D6-73C7-DFE6-DB66AF8C489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549275" y="1260971"/>
                <a:ext cx="11465744" cy="5042416"/>
              </a:xfrm>
            </p:spPr>
            <p:txBody>
              <a:bodyPr vert="horz" wrap="square" lIns="0" tIns="0" rIns="0" bIns="0" rtlCol="0" anchor="t">
                <a:noAutofit/>
              </a:bodyPr>
              <a:lstStyle/>
              <a:p>
                <a:pPr marL="285750" indent="-285750">
                  <a:lnSpc>
                    <a:spcPct val="100000"/>
                  </a:lnSpc>
                  <a:buChar char="•"/>
                </a:pPr>
                <a:r>
                  <a:rPr lang="en-US" sz="1700" b="1">
                    <a:solidFill>
                      <a:schemeClr val="tx1"/>
                    </a:solidFill>
                    <a:latin typeface="+mj-lt"/>
                    <a:cs typeface="Arial"/>
                  </a:rPr>
                  <a:t>To evaluate performance, we’re focusing on WAPE (Weighted Absolute Percentage Error)</a:t>
                </a:r>
              </a:p>
              <a:p>
                <a:pPr marL="742939" lvl="1" indent="-285750"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700" i="0" smtClean="0">
                        <a:solidFill>
                          <a:schemeClr val="tx1"/>
                        </a:solidFill>
                        <a:latin typeface="+mj-lt"/>
                        <a:cs typeface="Arial"/>
                      </a:rPr>
                      <m:t>WAPE</m:t>
                    </m:r>
                    <m:r>
                      <a:rPr lang="en-US" sz="17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f>
                      <m:fPr>
                        <m:ctrlPr>
                          <a:rPr lang="en-US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sz="17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naryPr>
                          <m:sub>
                            <m:r>
                              <a:rPr lang="en-US" sz="17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𝑖</m:t>
                            </m:r>
                            <m:r>
                              <a:rPr lang="en-US" sz="17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7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𝑛</m:t>
                            </m:r>
                          </m:sup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7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7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7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17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17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7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17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US" sz="17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naryPr>
                          <m:sub>
                            <m:r>
                              <a:rPr lang="en-US" sz="17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𝑖</m:t>
                            </m:r>
                            <m:r>
                              <a:rPr lang="en-US" sz="17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7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𝑛</m:t>
                            </m:r>
                          </m:sup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7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7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den>
                    </m:f>
                  </m:oMath>
                </a14:m>
                <a:r>
                  <a:rPr lang="en-US" sz="1700">
                    <a:solidFill>
                      <a:schemeClr val="tx1"/>
                    </a:solidFill>
                    <a:latin typeface="+mj-lt"/>
                    <a:cs typeface="Arial"/>
                  </a:rPr>
                  <a:t> </a:t>
                </a:r>
              </a:p>
              <a:p>
                <a:pPr marL="1200127" lvl="2" indent="-285750">
                  <a:lnSpc>
                    <a:spcPct val="100000"/>
                  </a:lnSpc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𝑦</m:t>
                        </m:r>
                      </m:e>
                      <m:sub>
                        <m:r>
                          <a:rPr lang="en-US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700">
                    <a:solidFill>
                      <a:schemeClr val="tx1"/>
                    </a:solidFill>
                    <a:latin typeface="+mj-lt"/>
                    <a:cs typeface="Arial"/>
                  </a:rPr>
                  <a:t> = Actual Sales,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7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7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sz="17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7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1700">
                    <a:solidFill>
                      <a:schemeClr val="tx1"/>
                    </a:solidFill>
                    <a:latin typeface="+mj-lt"/>
                    <a:cs typeface="Arial"/>
                  </a:rPr>
                  <a:t> = Predicted Sales</a:t>
                </a:r>
              </a:p>
              <a:p>
                <a:pPr marL="742939" lvl="1" indent="-285750"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r>
                  <a:rPr lang="en-US" sz="1700">
                    <a:solidFill>
                      <a:schemeClr val="tx1"/>
                    </a:solidFill>
                    <a:latin typeface="+mj-lt"/>
                    <a:cs typeface="Arial"/>
                  </a:rPr>
                  <a:t>Able to weight predictions more heavily than others</a:t>
                </a:r>
              </a:p>
              <a:p>
                <a:pPr marL="1200127" lvl="2" indent="-28575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1700">
                    <a:solidFill>
                      <a:schemeClr val="tx1"/>
                    </a:solidFill>
                    <a:latin typeface="+mj-lt"/>
                    <a:cs typeface="Arial"/>
                  </a:rPr>
                  <a:t>Stores with higher historic sales will be weighed more heavily than those with lower historic sales</a:t>
                </a:r>
              </a:p>
              <a:p>
                <a:pPr marL="1200127" lvl="2" indent="-28575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1700">
                    <a:solidFill>
                      <a:schemeClr val="tx1"/>
                    </a:solidFill>
                    <a:latin typeface="+mj-lt"/>
                    <a:cs typeface="Arial"/>
                  </a:rPr>
                  <a:t>The lower the WAPE, the better the model performs</a:t>
                </a:r>
              </a:p>
              <a:p>
                <a:pPr marL="285750" indent="-285750">
                  <a:lnSpc>
                    <a:spcPct val="100000"/>
                  </a:lnSpc>
                  <a:buChar char="•"/>
                </a:pPr>
                <a:r>
                  <a:rPr lang="en-US" sz="1700" b="1">
                    <a:solidFill>
                      <a:schemeClr val="tx1"/>
                    </a:solidFill>
                    <a:latin typeface="+mj-lt"/>
                    <a:cs typeface="Arial"/>
                  </a:rPr>
                  <a:t>Also utilizing Mean Absolute Error, allowing us to see the average over/under predictions per hour and Root Mean Square Error (RMSE), a standard numeric prediction metric</a:t>
                </a:r>
              </a:p>
              <a:p>
                <a:pPr marL="742939" lvl="1" indent="-285750"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17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𝑀𝐴𝐸</m:t>
                    </m:r>
                    <m:r>
                      <a:rPr lang="en-US" sz="17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f>
                      <m:fPr>
                        <m:ctrlPr>
                          <a:rPr lang="en-US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r>
                          <a:rPr lang="en-US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1</m:t>
                        </m:r>
                      </m:num>
                      <m:den>
                        <m:r>
                          <a:rPr lang="en-US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naryPr>
                      <m:sub>
                        <m:r>
                          <a:rPr lang="en-US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𝑖</m:t>
                        </m:r>
                        <m:r>
                          <a:rPr lang="en-US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=1</m:t>
                        </m:r>
                      </m:sub>
                      <m:sup>
                        <m:r>
                          <a:rPr lang="en-US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7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7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sSubPr>
                              <m:e>
                                <m:r>
                                  <a:rPr lang="en-US" sz="17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7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7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sz="17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7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</m:nary>
                  </m:oMath>
                </a14:m>
                <a:r>
                  <a:rPr lang="en-US" sz="1700">
                    <a:solidFill>
                      <a:schemeClr val="tx1"/>
                    </a:solidFill>
                    <a:latin typeface="+mj-lt"/>
                    <a:cs typeface="Arial"/>
                  </a:rPr>
                  <a:t> </a:t>
                </a:r>
              </a:p>
              <a:p>
                <a:pPr marL="742939" lvl="1" indent="-285750"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700" i="0" smtClean="0">
                        <a:solidFill>
                          <a:schemeClr val="tx1"/>
                        </a:solidFill>
                        <a:latin typeface="+mj-lt"/>
                        <a:cs typeface="Arial"/>
                      </a:rPr>
                      <m:t>RMSE</m:t>
                    </m:r>
                    <m:r>
                      <a:rPr lang="en-US" sz="17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7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fPr>
                          <m:num>
                            <m:r>
                              <a:rPr lang="en-US" sz="17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1</m:t>
                            </m:r>
                          </m:num>
                          <m:den>
                            <m:r>
                              <a:rPr lang="en-US" sz="17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17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naryPr>
                          <m:sub>
                            <m:r>
                              <a:rPr lang="en-US" sz="17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𝑖</m:t>
                            </m:r>
                            <m:r>
                              <a:rPr lang="en-US" sz="17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7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7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7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7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7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17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7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17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sz="17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Aria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7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Arial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sz="17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Arial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sz="17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en-US" sz="1700" i="1">
                  <a:solidFill>
                    <a:schemeClr val="tx1"/>
                  </a:solidFill>
                  <a:latin typeface="+mj-lt"/>
                  <a:cs typeface="Arial"/>
                </a:endParaRPr>
              </a:p>
              <a:p>
                <a:pPr marL="742939" lvl="1" indent="-285750"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𝑦</m:t>
                        </m:r>
                      </m:e>
                      <m:sub>
                        <m:r>
                          <a:rPr lang="en-US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sz="17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r>
                      <m:rPr>
                        <m:nor/>
                      </m:rPr>
                      <a:rPr lang="en-US" sz="1700">
                        <a:solidFill>
                          <a:schemeClr val="tx1"/>
                        </a:solidFill>
                        <a:latin typeface="+mj-lt"/>
                        <a:cs typeface="Arial"/>
                      </a:rPr>
                      <m:t>actual</m:t>
                    </m:r>
                    <m:r>
                      <m:rPr>
                        <m:nor/>
                      </m:rPr>
                      <a:rPr lang="en-US" sz="1700">
                        <a:solidFill>
                          <a:schemeClr val="tx1"/>
                        </a:solidFill>
                        <a:latin typeface="+mj-lt"/>
                        <a:cs typeface="Arial"/>
                      </a:rPr>
                      <m:t> </m:t>
                    </m:r>
                    <m:r>
                      <m:rPr>
                        <m:nor/>
                      </m:rPr>
                      <a:rPr lang="en-US" sz="1700">
                        <a:solidFill>
                          <a:schemeClr val="tx1"/>
                        </a:solidFill>
                        <a:latin typeface="+mj-lt"/>
                        <a:cs typeface="Arial"/>
                      </a:rPr>
                      <m:t>value</m:t>
                    </m:r>
                    <m:r>
                      <a:rPr lang="en-US" sz="17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, </m:t>
                    </m:r>
                    <m:acc>
                      <m:accPr>
                        <m:chr m:val="̂"/>
                        <m:ctrlPr>
                          <a:rPr lang="en-US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7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sz="17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7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7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r>
                      <m:rPr>
                        <m:nor/>
                      </m:rPr>
                      <a:rPr lang="en-US" sz="1700">
                        <a:solidFill>
                          <a:schemeClr val="tx1"/>
                        </a:solidFill>
                        <a:latin typeface="+mj-lt"/>
                        <a:cs typeface="Arial"/>
                      </a:rPr>
                      <m:t>predicted</m:t>
                    </m:r>
                    <m:r>
                      <m:rPr>
                        <m:nor/>
                      </m:rPr>
                      <a:rPr lang="en-US" sz="1700">
                        <a:solidFill>
                          <a:schemeClr val="tx1"/>
                        </a:solidFill>
                        <a:latin typeface="+mj-lt"/>
                        <a:cs typeface="Arial"/>
                      </a:rPr>
                      <m:t> </m:t>
                    </m:r>
                    <m:r>
                      <m:rPr>
                        <m:nor/>
                      </m:rPr>
                      <a:rPr lang="en-US" sz="1700">
                        <a:solidFill>
                          <a:schemeClr val="tx1"/>
                        </a:solidFill>
                        <a:latin typeface="+mj-lt"/>
                        <a:cs typeface="Arial"/>
                      </a:rPr>
                      <m:t>value</m:t>
                    </m:r>
                    <m:r>
                      <a:rPr lang="en-US" sz="17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, </m:t>
                    </m:r>
                    <m:r>
                      <a:rPr lang="en-US" sz="17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𝑛</m:t>
                    </m:r>
                    <m:r>
                      <a:rPr lang="en-US" sz="17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r>
                      <m:rPr>
                        <m:nor/>
                      </m:rPr>
                      <a:rPr lang="en-US" sz="1700">
                        <a:solidFill>
                          <a:schemeClr val="tx1"/>
                        </a:solidFill>
                        <a:latin typeface="+mj-lt"/>
                        <a:cs typeface="Arial"/>
                      </a:rPr>
                      <m:t>number</m:t>
                    </m:r>
                    <m:r>
                      <m:rPr>
                        <m:nor/>
                      </m:rPr>
                      <a:rPr lang="en-US" sz="1700">
                        <a:solidFill>
                          <a:schemeClr val="tx1"/>
                        </a:solidFill>
                        <a:latin typeface="+mj-lt"/>
                        <a:cs typeface="Arial"/>
                      </a:rPr>
                      <m:t> </m:t>
                    </m:r>
                    <m:r>
                      <m:rPr>
                        <m:nor/>
                      </m:rPr>
                      <a:rPr lang="en-US" sz="1700">
                        <a:solidFill>
                          <a:schemeClr val="tx1"/>
                        </a:solidFill>
                        <a:latin typeface="+mj-lt"/>
                        <a:cs typeface="Arial"/>
                      </a:rPr>
                      <m:t>of</m:t>
                    </m:r>
                    <m:r>
                      <m:rPr>
                        <m:nor/>
                      </m:rPr>
                      <a:rPr lang="en-US" sz="1700">
                        <a:solidFill>
                          <a:schemeClr val="tx1"/>
                        </a:solidFill>
                        <a:latin typeface="+mj-lt"/>
                        <a:cs typeface="Arial"/>
                      </a:rPr>
                      <m:t> </m:t>
                    </m:r>
                    <m:r>
                      <m:rPr>
                        <m:nor/>
                      </m:rPr>
                      <a:rPr lang="en-US" sz="1700">
                        <a:solidFill>
                          <a:schemeClr val="tx1"/>
                        </a:solidFill>
                        <a:latin typeface="+mj-lt"/>
                        <a:cs typeface="Arial"/>
                      </a:rPr>
                      <m:t>observations</m:t>
                    </m:r>
                  </m:oMath>
                </a14:m>
                <a:endParaRPr lang="en-US" sz="1900">
                  <a:solidFill>
                    <a:schemeClr val="tx1"/>
                  </a:solidFill>
                  <a:latin typeface="+mj-lt"/>
                  <a:cs typeface="Arial"/>
                </a:endParaRPr>
              </a:p>
              <a:p>
                <a:pPr marL="285750" indent="-285750"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endParaRPr lang="en-US" sz="2100">
                  <a:solidFill>
                    <a:schemeClr val="tx1"/>
                  </a:solidFill>
                  <a:latin typeface="+mj-lt"/>
                  <a:cs typeface="Arial"/>
                </a:endParaRPr>
              </a:p>
              <a:p>
                <a:pPr lvl="1">
                  <a:lnSpc>
                    <a:spcPct val="100000"/>
                  </a:lnSpc>
                </a:pPr>
                <a:endParaRPr lang="en-US" b="1">
                  <a:solidFill>
                    <a:schemeClr val="tx1"/>
                  </a:solidFill>
                  <a:latin typeface="+mj-lt"/>
                  <a:cs typeface="Arial"/>
                </a:endParaRPr>
              </a:p>
              <a:p>
                <a:pPr marL="742939" lvl="1" indent="-285750">
                  <a:lnSpc>
                    <a:spcPct val="100000"/>
                  </a:lnSpc>
                  <a:buChar char="•"/>
                </a:pPr>
                <a:endParaRPr lang="en-US" b="1">
                  <a:solidFill>
                    <a:schemeClr val="tx1"/>
                  </a:solidFill>
                  <a:latin typeface="+mj-lt"/>
                  <a:cs typeface="Arial"/>
                </a:endParaRPr>
              </a:p>
              <a:p>
                <a:pPr marL="742939" lvl="1" indent="-285750">
                  <a:lnSpc>
                    <a:spcPct val="100000"/>
                  </a:lnSpc>
                  <a:buChar char="•"/>
                </a:pPr>
                <a:endParaRPr lang="en-US" sz="1800">
                  <a:solidFill>
                    <a:schemeClr val="tx1"/>
                  </a:solidFill>
                  <a:latin typeface="+mj-lt"/>
                  <a:cs typeface="Arial"/>
                </a:endParaRPr>
              </a:p>
              <a:p>
                <a:pPr marL="742939" lvl="1" indent="-285750">
                  <a:lnSpc>
                    <a:spcPct val="100000"/>
                  </a:lnSpc>
                  <a:buChar char="•"/>
                </a:pPr>
                <a:endParaRPr lang="en-US" sz="1800">
                  <a:solidFill>
                    <a:schemeClr val="tx1"/>
                  </a:solidFill>
                  <a:latin typeface="+mj-lt"/>
                  <a:cs typeface="Arial"/>
                </a:endParaRPr>
              </a:p>
              <a:p>
                <a:pPr marL="742939" lvl="1" indent="-285750">
                  <a:lnSpc>
                    <a:spcPct val="100000"/>
                  </a:lnSpc>
                  <a:buChar char="•"/>
                </a:pPr>
                <a:endParaRPr lang="en-US" sz="1800">
                  <a:solidFill>
                    <a:schemeClr val="tx1"/>
                  </a:solidFill>
                  <a:latin typeface="+mj-lt"/>
                  <a:cs typeface="Arial"/>
                </a:endParaRPr>
              </a:p>
              <a:p>
                <a:pPr marL="742939" lvl="1" indent="-285750">
                  <a:lnSpc>
                    <a:spcPct val="100000"/>
                  </a:lnSpc>
                  <a:buChar char="•"/>
                </a:pPr>
                <a:endParaRPr lang="en-US" sz="1800">
                  <a:solidFill>
                    <a:schemeClr val="tx1"/>
                  </a:solidFill>
                  <a:latin typeface="+mj-lt"/>
                  <a:cs typeface="Arial"/>
                </a:endParaRPr>
              </a:p>
              <a:p>
                <a:pPr marL="742939" lvl="1" indent="-285750">
                  <a:lnSpc>
                    <a:spcPct val="100000"/>
                  </a:lnSpc>
                  <a:buChar char="•"/>
                </a:pPr>
                <a:endParaRPr lang="en-US" sz="1800">
                  <a:solidFill>
                    <a:schemeClr val="tx1"/>
                  </a:solidFill>
                  <a:latin typeface="+mj-lt"/>
                  <a:cs typeface="Arial"/>
                </a:endParaRPr>
              </a:p>
              <a:p>
                <a:pPr marL="742939" lvl="1" indent="-285750">
                  <a:lnSpc>
                    <a:spcPct val="100000"/>
                  </a:lnSpc>
                  <a:buChar char="•"/>
                </a:pPr>
                <a:endParaRPr lang="en-US" sz="1800">
                  <a:solidFill>
                    <a:schemeClr val="tx1"/>
                  </a:solidFill>
                  <a:latin typeface="+mj-lt"/>
                  <a:cs typeface="Arial"/>
                </a:endParaRPr>
              </a:p>
              <a:p>
                <a:pPr marL="285750" indent="-285750">
                  <a:lnSpc>
                    <a:spcPct val="100000"/>
                  </a:lnSpc>
                  <a:buChar char="•"/>
                </a:pPr>
                <a:endParaRPr lang="en-US" b="1">
                  <a:solidFill>
                    <a:schemeClr val="tx1"/>
                  </a:solidFill>
                  <a:latin typeface="+mj-lt"/>
                  <a:cs typeface="Arial"/>
                </a:endParaRPr>
              </a:p>
              <a:p>
                <a:pPr marL="285750" indent="-285750">
                  <a:lnSpc>
                    <a:spcPct val="100000"/>
                  </a:lnSpc>
                  <a:buChar char="•"/>
                </a:pPr>
                <a:endParaRPr lang="en-US" b="1">
                  <a:solidFill>
                    <a:schemeClr val="tx1"/>
                  </a:solidFill>
                  <a:latin typeface="+mj-lt"/>
                  <a:cs typeface="Arial"/>
                </a:endParaRPr>
              </a:p>
              <a:p>
                <a:pPr marL="285750" indent="-285750">
                  <a:lnSpc>
                    <a:spcPct val="100000"/>
                  </a:lnSpc>
                  <a:buChar char="•"/>
                </a:pPr>
                <a:endParaRPr lang="en-US" b="1">
                  <a:solidFill>
                    <a:schemeClr val="tx1"/>
                  </a:solidFill>
                  <a:latin typeface="+mj-lt"/>
                  <a:cs typeface="Arial"/>
                </a:endParaRPr>
              </a:p>
              <a:p>
                <a:pPr marL="285750" indent="-285750">
                  <a:lnSpc>
                    <a:spcPct val="100000"/>
                  </a:lnSpc>
                  <a:buChar char="•"/>
                </a:pPr>
                <a:endParaRPr lang="en-US" b="1">
                  <a:solidFill>
                    <a:schemeClr val="tx1"/>
                  </a:solidFill>
                  <a:latin typeface="+mj-lt"/>
                  <a:cs typeface="Arial"/>
                </a:endParaRPr>
              </a:p>
              <a:p>
                <a:endParaRPr lang="en-US" sz="1600">
                  <a:solidFill>
                    <a:schemeClr val="tx1"/>
                  </a:solidFill>
                  <a:latin typeface="+mj-lt"/>
                  <a:cs typeface="Arial"/>
                </a:endParaRPr>
              </a:p>
              <a:p>
                <a:pPr marL="285126" indent="-285750">
                  <a:buFont typeface="Courier New" panose="020B0604020202020204" pitchFamily="34" charset="0"/>
                  <a:buChar char="o"/>
                </a:pPr>
                <a:endParaRPr lang="en-US" sz="2200">
                  <a:solidFill>
                    <a:schemeClr val="tx1"/>
                  </a:solidFill>
                  <a:latin typeface="+mj-lt"/>
                  <a:ea typeface="+mn-lt"/>
                  <a:cs typeface="+mn-lt"/>
                </a:endParaRPr>
              </a:p>
              <a:p>
                <a:pPr marL="742939" lvl="1" indent="-285750">
                  <a:spcBef>
                    <a:spcPts val="1000"/>
                  </a:spcBef>
                  <a:buFont typeface="Arial" panose="020B0604020202020204" pitchFamily="34" charset="0"/>
                  <a:buChar char="•"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</a:endParaRPr>
              </a:p>
              <a:p>
                <a:pPr marL="285750" marR="0" lvl="0" indent="-285750" algn="l" defTabSz="914377" rtl="0" eaLnBrk="1" fontAlgn="auto" latinLnBrk="0" hangingPunct="1">
                  <a:lnSpc>
                    <a:spcPct val="120000"/>
                  </a:lnSpc>
                  <a:spcBef>
                    <a:spcPts val="1000"/>
                  </a:spcBef>
                  <a:spcAft>
                    <a:spcPts val="5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</a:endParaRPr>
              </a:p>
              <a:p>
                <a:pPr marL="742315" lvl="1" indent="-285750">
                  <a:buFont typeface="Courier New" panose="020B0604020202020204" pitchFamily="34" charset="0"/>
                  <a:buChar char="o"/>
                </a:pPr>
                <a:endParaRPr lang="en-US" sz="2200">
                  <a:solidFill>
                    <a:schemeClr val="tx1"/>
                  </a:solidFill>
                  <a:latin typeface="+mj-lt"/>
                  <a:ea typeface="+mn-lt"/>
                  <a:cs typeface="+mn-lt"/>
                </a:endParaRPr>
              </a:p>
              <a:p>
                <a:pPr marL="456565" lvl="1"/>
                <a:endParaRPr lang="en-US" sz="2200">
                  <a:solidFill>
                    <a:schemeClr val="tx1"/>
                  </a:solidFill>
                  <a:latin typeface="+mj-lt"/>
                  <a:ea typeface="+mn-lt"/>
                  <a:cs typeface="+mn-lt"/>
                </a:endParaRPr>
              </a:p>
              <a:p>
                <a:pPr marL="742315" lvl="1" indent="-285750">
                  <a:buFont typeface="Courier New" panose="020B0604020202020204" pitchFamily="34" charset="0"/>
                  <a:buChar char="o"/>
                </a:pPr>
                <a:endParaRPr lang="en-US" sz="2200">
                  <a:solidFill>
                    <a:schemeClr val="tx1"/>
                  </a:solidFill>
                  <a:latin typeface="+mj-lt"/>
                  <a:ea typeface="+mn-lt"/>
                  <a:cs typeface="+mn-lt"/>
                </a:endParaRPr>
              </a:p>
              <a:p>
                <a:pPr marL="742315" lvl="1" indent="-285750">
                  <a:buFont typeface="Courier New,monospace" panose="020B0604020202020204" pitchFamily="34" charset="0"/>
                  <a:buChar char="o"/>
                </a:pPr>
                <a:endParaRPr lang="en-US" sz="2200">
                  <a:solidFill>
                    <a:schemeClr val="tx1"/>
                  </a:solidFill>
                  <a:latin typeface="+mj-lt"/>
                  <a:cs typeface="Arial"/>
                </a:endParaRPr>
              </a:p>
              <a:p>
                <a:pPr marL="456565" lvl="1"/>
                <a:endParaRPr lang="en-US" sz="2200">
                  <a:solidFill>
                    <a:schemeClr val="tx1"/>
                  </a:solidFill>
                  <a:latin typeface="+mj-lt"/>
                  <a:cs typeface="Arial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>
                  <a:solidFill>
                    <a:schemeClr val="tx1"/>
                  </a:solidFill>
                  <a:latin typeface="+mj-lt"/>
                  <a:cs typeface="Arial"/>
                </a:endParaRPr>
              </a:p>
              <a:p>
                <a:pPr marL="742315" lvl="1" indent="-285750">
                  <a:buFont typeface="Courier New" panose="020B0604020202020204" pitchFamily="34" charset="0"/>
                  <a:buChar char="o"/>
                </a:pPr>
                <a:endParaRPr lang="en-US" sz="2200">
                  <a:solidFill>
                    <a:schemeClr val="tx1"/>
                  </a:solidFill>
                  <a:latin typeface="+mj-lt"/>
                  <a:cs typeface="Arial"/>
                </a:endParaRPr>
              </a:p>
              <a:p>
                <a:pPr marL="456565" lvl="1"/>
                <a:endParaRPr lang="en-US" sz="2200">
                  <a:solidFill>
                    <a:schemeClr val="tx1"/>
                  </a:solidFill>
                  <a:latin typeface="+mj-lt"/>
                  <a:cs typeface="Arial"/>
                </a:endParaRPr>
              </a:p>
            </p:txBody>
          </p:sp>
        </mc:Choice>
        <mc:Fallback xmlns="">
          <p:sp>
            <p:nvSpPr>
              <p:cNvPr id="8" name="Text Placeholder 2">
                <a:extLst>
                  <a:ext uri="{FF2B5EF4-FFF2-40B4-BE49-F238E27FC236}">
                    <a16:creationId xmlns:a16="http://schemas.microsoft.com/office/drawing/2014/main" id="{68E78343-58D6-73C7-DFE6-DB66AF8C48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549275" y="1260971"/>
                <a:ext cx="11465744" cy="5042416"/>
              </a:xfrm>
              <a:blipFill>
                <a:blip r:embed="rId3"/>
                <a:stretch>
                  <a:fillRect l="-1063" t="-1330" r="-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146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CD686-046B-E457-F62B-D60C325F0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3238F-C719-CD56-72EF-D8C910418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After Additional Tuning, XGBoost Outperforms All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508FFB-2CE0-9C3A-4165-E053CC033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E01A6D-D7E6-40B3-0DED-C86C94AAD1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980620"/>
              </p:ext>
            </p:extLst>
          </p:nvPr>
        </p:nvGraphicFramePr>
        <p:xfrm>
          <a:off x="556353" y="1437349"/>
          <a:ext cx="10876803" cy="2098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3829">
                  <a:extLst>
                    <a:ext uri="{9D8B030D-6E8A-4147-A177-3AD203B41FA5}">
                      <a16:colId xmlns:a16="http://schemas.microsoft.com/office/drawing/2014/main" val="4007112915"/>
                    </a:ext>
                  </a:extLst>
                </a:gridCol>
                <a:gridCol w="1553829">
                  <a:extLst>
                    <a:ext uri="{9D8B030D-6E8A-4147-A177-3AD203B41FA5}">
                      <a16:colId xmlns:a16="http://schemas.microsoft.com/office/drawing/2014/main" val="3361488407"/>
                    </a:ext>
                  </a:extLst>
                </a:gridCol>
                <a:gridCol w="1553829">
                  <a:extLst>
                    <a:ext uri="{9D8B030D-6E8A-4147-A177-3AD203B41FA5}">
                      <a16:colId xmlns:a16="http://schemas.microsoft.com/office/drawing/2014/main" val="1313682464"/>
                    </a:ext>
                  </a:extLst>
                </a:gridCol>
                <a:gridCol w="1553829">
                  <a:extLst>
                    <a:ext uri="{9D8B030D-6E8A-4147-A177-3AD203B41FA5}">
                      <a16:colId xmlns:a16="http://schemas.microsoft.com/office/drawing/2014/main" val="3191600880"/>
                    </a:ext>
                  </a:extLst>
                </a:gridCol>
                <a:gridCol w="1553829">
                  <a:extLst>
                    <a:ext uri="{9D8B030D-6E8A-4147-A177-3AD203B41FA5}">
                      <a16:colId xmlns:a16="http://schemas.microsoft.com/office/drawing/2014/main" val="1236563714"/>
                    </a:ext>
                  </a:extLst>
                </a:gridCol>
                <a:gridCol w="1553829">
                  <a:extLst>
                    <a:ext uri="{9D8B030D-6E8A-4147-A177-3AD203B41FA5}">
                      <a16:colId xmlns:a16="http://schemas.microsoft.com/office/drawing/2014/main" val="1916516378"/>
                    </a:ext>
                  </a:extLst>
                </a:gridCol>
                <a:gridCol w="1553829">
                  <a:extLst>
                    <a:ext uri="{9D8B030D-6E8A-4147-A177-3AD203B41FA5}">
                      <a16:colId xmlns:a16="http://schemas.microsoft.com/office/drawing/2014/main" val="595336711"/>
                    </a:ext>
                  </a:extLst>
                </a:gridCol>
              </a:tblGrid>
              <a:tr h="699408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Pretzel 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Pretzel 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Pretzel WAPE (daily) 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Nugget 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Nugget 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Nugget WAPE (daily) 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4055021"/>
                  </a:ext>
                </a:extLst>
              </a:tr>
              <a:tr h="699408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Linear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2.30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1.09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10.1%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4.66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2.40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16.2%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0321639"/>
                  </a:ext>
                </a:extLst>
              </a:tr>
              <a:tr h="699408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XGBoost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2.08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1.05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4.20%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3.72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2.07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6.60%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1529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8AAE5E2-F199-3B7C-37C8-B47C24E19E29}"/>
              </a:ext>
            </a:extLst>
          </p:cNvPr>
          <p:cNvSpPr txBox="1"/>
          <p:nvPr/>
        </p:nvSpPr>
        <p:spPr>
          <a:xfrm>
            <a:off x="556354" y="3748842"/>
            <a:ext cx="10876802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XGBoost performed best compared to other more complex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Then tuned model, focusing on daily WAPE instead of hourly and also evaluating on RMSE</a:t>
            </a:r>
          </a:p>
          <a:p>
            <a:endParaRPr 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Being a tree model and an ensemble method, it is able to continuously improve by iterating over the data, with each new run more heavily weighting previously made errors (Boosting)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Able to run fairly quickly compared to other models</a:t>
            </a:r>
          </a:p>
        </p:txBody>
      </p:sp>
    </p:spTree>
    <p:extLst>
      <p:ext uri="{BB962C8B-B14F-4D97-AF65-F5344CB8AC3E}">
        <p14:creationId xmlns:p14="http://schemas.microsoft.com/office/powerpoint/2010/main" val="4188469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47B26-7140-9EAC-0316-3497FCD57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Analyzed Tuned </a:t>
            </a:r>
            <a:r>
              <a:rPr lang="en-US" err="1"/>
              <a:t>XGBoost</a:t>
            </a:r>
            <a:r>
              <a:rPr lang="en-US"/>
              <a:t> Feature Importance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3A5A61-D47B-D6C8-8F8D-A02DD3275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C6123F6C-BD5A-3DAF-8FD1-D60EE62D7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014" y="1250185"/>
            <a:ext cx="9863147" cy="3801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72CB1C-A408-999C-D76B-81994B8A0A2A}"/>
              </a:ext>
            </a:extLst>
          </p:cNvPr>
          <p:cNvSpPr txBox="1"/>
          <p:nvPr/>
        </p:nvSpPr>
        <p:spPr>
          <a:xfrm>
            <a:off x="912403" y="5284649"/>
            <a:ext cx="103671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For Pretzels –  </a:t>
            </a:r>
          </a:p>
          <a:p>
            <a:r>
              <a:rPr lang="en-US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For Nuggets –</a:t>
            </a:r>
          </a:p>
        </p:txBody>
      </p:sp>
    </p:spTree>
    <p:extLst>
      <p:ext uri="{BB962C8B-B14F-4D97-AF65-F5344CB8AC3E}">
        <p14:creationId xmlns:p14="http://schemas.microsoft.com/office/powerpoint/2010/main" val="4031582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36A0B-8302-CD7E-961C-E2F0A150A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E2B11-5D52-047D-B297-E5DB64E8A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92" y="554613"/>
            <a:ext cx="8908952" cy="332399"/>
          </a:xfrm>
        </p:spPr>
        <p:txBody>
          <a:bodyPr/>
          <a:lstStyle/>
          <a:p>
            <a:r>
              <a:rPr lang="en-US"/>
              <a:t>Model Output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F284DC-8348-13E5-60CE-ACBD9865B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992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695A8-1991-35AA-FD4D-E1926B8D6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22D7D-BB97-2358-6936-8671D8AB51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1805" y="1767006"/>
            <a:ext cx="4778691" cy="3323987"/>
          </a:xfrm>
        </p:spPr>
        <p:txBody>
          <a:bodyPr/>
          <a:lstStyle/>
          <a:p>
            <a:r>
              <a:rPr lang="en-US" sz="4800"/>
              <a:t>Model Deployment - Baking Schedule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DB7C4-A5A8-8787-BB86-46F224BDF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024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6D9C1-4FAB-9C3F-1805-4D8E75A47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9FBB8-E2E4-6B77-CC2A-48B7C9C5A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92" y="554613"/>
            <a:ext cx="8908952" cy="332399"/>
          </a:xfrm>
        </p:spPr>
        <p:txBody>
          <a:bodyPr/>
          <a:lstStyle/>
          <a:p>
            <a:r>
              <a:rPr lang="en-US"/>
              <a:t>Next is the Creation of an Optimized Baking Schedule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DB0391-FDC0-E054-AF40-B541163D3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4E137-BAA8-710F-B569-2F4B340DCA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Build an optimized baking schedule with the goal of answering: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How many pretzels should be baked in a given hour to meet the forecasted hourly demand throughout the day?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Available Information/Constraints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Total baking time from mixing to display = 76 minutes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Pretzels should not be displayed longer than 1 hour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Baking can start 2 hours prior to opening (8am for a 10am opening)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Waste should be minimized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Penalize for pretzels being held and sold in the next hour window if baked in ready in previous hour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5796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B6E64-E458-1807-B3C8-EF771964F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100B5-037A-FE15-0C0F-8A241980B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Today’s Operational Process Used for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52FFE-8EC9-A685-CEB4-ABF3B9FE2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t>24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6DDB21-6793-75E7-1F8B-A4D01F35061D}"/>
              </a:ext>
            </a:extLst>
          </p:cNvPr>
          <p:cNvSpPr/>
          <p:nvPr/>
        </p:nvSpPr>
        <p:spPr>
          <a:xfrm>
            <a:off x="4354894" y="2778526"/>
            <a:ext cx="1045372" cy="5948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Mix Ingredients </a:t>
            </a:r>
          </a:p>
          <a:p>
            <a:pPr algn="ctr"/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(6 minutes)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8118AE-FBD9-7106-39D1-38C6F18301A9}"/>
              </a:ext>
            </a:extLst>
          </p:cNvPr>
          <p:cNvSpPr/>
          <p:nvPr/>
        </p:nvSpPr>
        <p:spPr>
          <a:xfrm>
            <a:off x="5679267" y="2778526"/>
            <a:ext cx="1045372" cy="5948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Proof</a:t>
            </a:r>
          </a:p>
          <a:p>
            <a:pPr algn="ctr"/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(30-45 minutes)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DE0E94-D99B-11F0-5EEB-4840E0BD054F}"/>
              </a:ext>
            </a:extLst>
          </p:cNvPr>
          <p:cNvSpPr/>
          <p:nvPr/>
        </p:nvSpPr>
        <p:spPr>
          <a:xfrm>
            <a:off x="7003640" y="2778526"/>
            <a:ext cx="1045372" cy="5948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Shape</a:t>
            </a:r>
          </a:p>
          <a:p>
            <a:pPr algn="ctr"/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(5 minutes)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3DA8CE-38F5-7AB3-DBE5-E0B0BDF0B209}"/>
              </a:ext>
            </a:extLst>
          </p:cNvPr>
          <p:cNvSpPr/>
          <p:nvPr/>
        </p:nvSpPr>
        <p:spPr>
          <a:xfrm>
            <a:off x="8591747" y="1952698"/>
            <a:ext cx="1045372" cy="5948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Nugget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F3FAC7-48B7-EF9A-6FA9-7265CA39C547}"/>
              </a:ext>
            </a:extLst>
          </p:cNvPr>
          <p:cNvSpPr/>
          <p:nvPr/>
        </p:nvSpPr>
        <p:spPr>
          <a:xfrm>
            <a:off x="8591747" y="3601515"/>
            <a:ext cx="1045372" cy="5948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9FED58-12F1-100C-DC64-69C81ED464D1}"/>
              </a:ext>
            </a:extLst>
          </p:cNvPr>
          <p:cNvSpPr/>
          <p:nvPr/>
        </p:nvSpPr>
        <p:spPr>
          <a:xfrm>
            <a:off x="10068754" y="1292358"/>
            <a:ext cx="1045372" cy="5948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Topping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28F4BC-7C7E-615B-F80B-42040324214D}"/>
              </a:ext>
            </a:extLst>
          </p:cNvPr>
          <p:cNvSpPr/>
          <p:nvPr/>
        </p:nvSpPr>
        <p:spPr>
          <a:xfrm>
            <a:off x="10068754" y="2488104"/>
            <a:ext cx="1045372" cy="5948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Stuffing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33D113-8358-0DEC-A719-0025B6413F35}"/>
              </a:ext>
            </a:extLst>
          </p:cNvPr>
          <p:cNvSpPr/>
          <p:nvPr/>
        </p:nvSpPr>
        <p:spPr>
          <a:xfrm>
            <a:off x="10068754" y="3590316"/>
            <a:ext cx="1045372" cy="5948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Topping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19F039-3733-6465-8808-283FB71DE2CF}"/>
              </a:ext>
            </a:extLst>
          </p:cNvPr>
          <p:cNvSpPr/>
          <p:nvPr/>
        </p:nvSpPr>
        <p:spPr>
          <a:xfrm>
            <a:off x="10068754" y="4709522"/>
            <a:ext cx="1045372" cy="5948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 </a:t>
            </a:r>
          </a:p>
          <a:p>
            <a:pPr algn="ctr"/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(5-20 min)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5AD35F-663E-F4F9-2770-2FB83F5EC03D}"/>
              </a:ext>
            </a:extLst>
          </p:cNvPr>
          <p:cNvSpPr/>
          <p:nvPr/>
        </p:nvSpPr>
        <p:spPr>
          <a:xfrm>
            <a:off x="8591747" y="4709522"/>
            <a:ext cx="1045372" cy="5948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Bake</a:t>
            </a:r>
          </a:p>
          <a:p>
            <a:pPr algn="ctr"/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(10 min)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D220D8-8D2D-1747-E99D-B5747908B44E}"/>
              </a:ext>
            </a:extLst>
          </p:cNvPr>
          <p:cNvSpPr/>
          <p:nvPr/>
        </p:nvSpPr>
        <p:spPr>
          <a:xfrm>
            <a:off x="7114740" y="4709522"/>
            <a:ext cx="1045372" cy="5948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Display</a:t>
            </a:r>
          </a:p>
          <a:p>
            <a:pPr algn="ctr"/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(&lt; 1 Hour)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922E3F9-0E2C-D413-BA82-7DF72FEC8FB4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5400266" y="3075968"/>
            <a:ext cx="2790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2DA7F1E-C914-E060-672F-60564BB7D213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6724639" y="3075968"/>
            <a:ext cx="2790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AAC03B8-7280-883D-0C78-BE84DB7583E0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8049012" y="2250140"/>
            <a:ext cx="542735" cy="82582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8144593C-1AD5-A1EF-FA33-0DAA87EAFFAF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8049012" y="3075968"/>
            <a:ext cx="542735" cy="82298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1D4786B1-2B64-4B8F-9BAD-98A0446ED0F3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9637119" y="1589800"/>
            <a:ext cx="431635" cy="66034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12FE6770-8BD7-FCDA-DC79-6763094A77D4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>
            <a:off x="9637119" y="2250140"/>
            <a:ext cx="431635" cy="53540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81C0BBE-D4F9-B2ED-B60D-F3C2C5DF523B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 flipV="1">
            <a:off x="9637119" y="3887758"/>
            <a:ext cx="431635" cy="11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4CD96CE6-AE0C-EFFE-34C6-813D362C6384}"/>
              </a:ext>
            </a:extLst>
          </p:cNvPr>
          <p:cNvCxnSpPr>
            <a:cxnSpLocks/>
            <a:stCxn id="15" idx="3"/>
            <a:endCxn id="18" idx="3"/>
          </p:cNvCxnSpPr>
          <p:nvPr/>
        </p:nvCxnSpPr>
        <p:spPr>
          <a:xfrm>
            <a:off x="11114126" y="1589800"/>
            <a:ext cx="12700" cy="3417164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CD973B07-FF9C-5D33-E213-DDF962D214E7}"/>
              </a:ext>
            </a:extLst>
          </p:cNvPr>
          <p:cNvCxnSpPr>
            <a:cxnSpLocks/>
            <a:stCxn id="16" idx="3"/>
            <a:endCxn id="18" idx="3"/>
          </p:cNvCxnSpPr>
          <p:nvPr/>
        </p:nvCxnSpPr>
        <p:spPr>
          <a:xfrm>
            <a:off x="11114126" y="2785546"/>
            <a:ext cx="12700" cy="2221418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E079358D-9ADD-A1E5-F725-BAD4112DA53E}"/>
              </a:ext>
            </a:extLst>
          </p:cNvPr>
          <p:cNvCxnSpPr>
            <a:cxnSpLocks/>
            <a:stCxn id="17" idx="3"/>
            <a:endCxn id="18" idx="3"/>
          </p:cNvCxnSpPr>
          <p:nvPr/>
        </p:nvCxnSpPr>
        <p:spPr>
          <a:xfrm>
            <a:off x="11114126" y="3887758"/>
            <a:ext cx="12700" cy="1119206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CAAFFA4-9155-A4FD-FA71-2CFE62250800}"/>
              </a:ext>
            </a:extLst>
          </p:cNvPr>
          <p:cNvCxnSpPr>
            <a:cxnSpLocks/>
            <a:stCxn id="18" idx="1"/>
            <a:endCxn id="19" idx="3"/>
          </p:cNvCxnSpPr>
          <p:nvPr/>
        </p:nvCxnSpPr>
        <p:spPr>
          <a:xfrm flipH="1">
            <a:off x="9637119" y="5006964"/>
            <a:ext cx="4316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C580723-96C1-9FB6-335A-1262A2AEC419}"/>
              </a:ext>
            </a:extLst>
          </p:cNvPr>
          <p:cNvCxnSpPr>
            <a:cxnSpLocks/>
            <a:stCxn id="19" idx="1"/>
            <a:endCxn id="20" idx="3"/>
          </p:cNvCxnSpPr>
          <p:nvPr/>
        </p:nvCxnSpPr>
        <p:spPr>
          <a:xfrm flipH="1">
            <a:off x="8160112" y="5006964"/>
            <a:ext cx="4316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6E68AB59-5DAF-EB49-3DFA-3A3DCF11B592}"/>
              </a:ext>
            </a:extLst>
          </p:cNvPr>
          <p:cNvSpPr/>
          <p:nvPr/>
        </p:nvSpPr>
        <p:spPr>
          <a:xfrm>
            <a:off x="1037275" y="1634148"/>
            <a:ext cx="1187131" cy="737932"/>
          </a:xfrm>
          <a:prstGeom prst="ellipse">
            <a:avLst/>
          </a:prstGeom>
          <a:solidFill>
            <a:srgbClr val="C91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Customer arrives at Auntie Anne’s</a:t>
            </a:r>
            <a:endParaRPr 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4E25D6-BC11-57BE-91A0-F7C91628F3CF}"/>
              </a:ext>
            </a:extLst>
          </p:cNvPr>
          <p:cNvSpPr/>
          <p:nvPr/>
        </p:nvSpPr>
        <p:spPr>
          <a:xfrm>
            <a:off x="965437" y="2692098"/>
            <a:ext cx="1330805" cy="7449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orders pretzel product (nugget or classic)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30E8E87-61E6-3BCB-E050-ABC109952353}"/>
              </a:ext>
            </a:extLst>
          </p:cNvPr>
          <p:cNvGrpSpPr/>
          <p:nvPr/>
        </p:nvGrpSpPr>
        <p:grpSpPr>
          <a:xfrm>
            <a:off x="2676213" y="2655110"/>
            <a:ext cx="1303039" cy="818927"/>
            <a:chOff x="1533668" y="1377369"/>
            <a:chExt cx="1303039" cy="818927"/>
          </a:xfrm>
        </p:grpSpPr>
        <p:sp>
          <p:nvSpPr>
            <p:cNvPr id="38" name="Diamond 37">
              <a:extLst>
                <a:ext uri="{FF2B5EF4-FFF2-40B4-BE49-F238E27FC236}">
                  <a16:creationId xmlns:a16="http://schemas.microsoft.com/office/drawing/2014/main" id="{093BE3EC-FE46-1FF9-3964-05EA1958235D}"/>
                </a:ext>
              </a:extLst>
            </p:cNvPr>
            <p:cNvSpPr/>
            <p:nvPr/>
          </p:nvSpPr>
          <p:spPr>
            <a:xfrm>
              <a:off x="1533668" y="1377369"/>
              <a:ext cx="1303039" cy="818927"/>
            </a:xfrm>
            <a:prstGeom prst="diamond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D0BF626-4488-5363-BDD4-1E0C9108677F}"/>
                </a:ext>
              </a:extLst>
            </p:cNvPr>
            <p:cNvSpPr txBox="1"/>
            <p:nvPr/>
          </p:nvSpPr>
          <p:spPr>
            <a:xfrm>
              <a:off x="1699316" y="1509833"/>
              <a:ext cx="97174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latin typeface="Arial" panose="020B0604020202020204" pitchFamily="34" charset="0"/>
                  <a:cs typeface="Arial" panose="020B0604020202020204" pitchFamily="34" charset="0"/>
                </a:rPr>
                <a:t>*Is pretzel stock running low?</a:t>
              </a:r>
            </a:p>
          </p:txBody>
        </p: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6B0A46E-D48A-32BC-70EF-DDD5F4474188}"/>
              </a:ext>
            </a:extLst>
          </p:cNvPr>
          <p:cNvCxnSpPr>
            <a:stCxn id="3" idx="4"/>
            <a:endCxn id="5" idx="0"/>
          </p:cNvCxnSpPr>
          <p:nvPr/>
        </p:nvCxnSpPr>
        <p:spPr>
          <a:xfrm flipH="1">
            <a:off x="1630840" y="2372080"/>
            <a:ext cx="1" cy="3200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8D0AC92-D368-4A26-4A09-FA94B4861D32}"/>
              </a:ext>
            </a:extLst>
          </p:cNvPr>
          <p:cNvCxnSpPr>
            <a:cxnSpLocks/>
            <a:stCxn id="5" idx="3"/>
            <a:endCxn id="38" idx="1"/>
          </p:cNvCxnSpPr>
          <p:nvPr/>
        </p:nvCxnSpPr>
        <p:spPr>
          <a:xfrm>
            <a:off x="2296242" y="3064574"/>
            <a:ext cx="3799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3BAE900-984B-B759-0714-36654B3CF482}"/>
              </a:ext>
            </a:extLst>
          </p:cNvPr>
          <p:cNvCxnSpPr>
            <a:cxnSpLocks/>
            <a:stCxn id="38" idx="3"/>
            <a:endCxn id="10" idx="1"/>
          </p:cNvCxnSpPr>
          <p:nvPr/>
        </p:nvCxnSpPr>
        <p:spPr>
          <a:xfrm>
            <a:off x="3979252" y="3064574"/>
            <a:ext cx="375642" cy="11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B12C16C9-4FDE-B148-E00D-5329CF0693C4}"/>
              </a:ext>
            </a:extLst>
          </p:cNvPr>
          <p:cNvSpPr txBox="1"/>
          <p:nvPr/>
        </p:nvSpPr>
        <p:spPr>
          <a:xfrm>
            <a:off x="3911581" y="2836766"/>
            <a:ext cx="431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Yes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9E2ECDE-DA92-6238-C336-4AE2913847DE}"/>
              </a:ext>
            </a:extLst>
          </p:cNvPr>
          <p:cNvSpPr/>
          <p:nvPr/>
        </p:nvSpPr>
        <p:spPr>
          <a:xfrm>
            <a:off x="3689492" y="4637997"/>
            <a:ext cx="1330804" cy="7379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 enters transaction into terminal and generates receipt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7D84454-878E-842F-B885-18BBDB22F4E1}"/>
              </a:ext>
            </a:extLst>
          </p:cNvPr>
          <p:cNvSpPr/>
          <p:nvPr/>
        </p:nvSpPr>
        <p:spPr>
          <a:xfrm>
            <a:off x="5393835" y="4637997"/>
            <a:ext cx="1330804" cy="7379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 retrieve’s fresh pretzel from display and delivers to customer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EF1742A7-8506-7493-DBF3-3500F16C9AE1}"/>
              </a:ext>
            </a:extLst>
          </p:cNvPr>
          <p:cNvSpPr/>
          <p:nvPr/>
        </p:nvSpPr>
        <p:spPr>
          <a:xfrm>
            <a:off x="2112260" y="4637997"/>
            <a:ext cx="1303039" cy="737932"/>
          </a:xfrm>
          <a:prstGeom prst="ellipse">
            <a:avLst/>
          </a:prstGeom>
          <a:solidFill>
            <a:srgbClr val="C91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Transaction complete and data captured</a:t>
            </a:r>
            <a:endParaRPr 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63C20DFE-2A02-EA5E-62AD-06DB65EED16E}"/>
              </a:ext>
            </a:extLst>
          </p:cNvPr>
          <p:cNvCxnSpPr>
            <a:stCxn id="38" idx="2"/>
            <a:endCxn id="87" idx="0"/>
          </p:cNvCxnSpPr>
          <p:nvPr/>
        </p:nvCxnSpPr>
        <p:spPr>
          <a:xfrm rot="16200000" flipH="1">
            <a:off x="4111505" y="2690265"/>
            <a:ext cx="1163960" cy="273150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1E5AA922-CF59-859C-FF1A-3069F8AE5E20}"/>
              </a:ext>
            </a:extLst>
          </p:cNvPr>
          <p:cNvSpPr txBox="1"/>
          <p:nvPr/>
        </p:nvSpPr>
        <p:spPr>
          <a:xfrm>
            <a:off x="3111914" y="3574664"/>
            <a:ext cx="431635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No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4957E79-1DF3-1D52-EFDB-39E8B9704CED}"/>
              </a:ext>
            </a:extLst>
          </p:cNvPr>
          <p:cNvCxnSpPr>
            <a:stCxn id="20" idx="1"/>
            <a:endCxn id="87" idx="3"/>
          </p:cNvCxnSpPr>
          <p:nvPr/>
        </p:nvCxnSpPr>
        <p:spPr>
          <a:xfrm flipH="1">
            <a:off x="6724639" y="5006964"/>
            <a:ext cx="3901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736FE15B-1C4F-71C0-2422-9853B9A529F4}"/>
              </a:ext>
            </a:extLst>
          </p:cNvPr>
          <p:cNvCxnSpPr>
            <a:stCxn id="87" idx="1"/>
            <a:endCxn id="81" idx="3"/>
          </p:cNvCxnSpPr>
          <p:nvPr/>
        </p:nvCxnSpPr>
        <p:spPr>
          <a:xfrm flipH="1">
            <a:off x="5020296" y="5006964"/>
            <a:ext cx="3735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349D1762-F39D-314C-07C0-3B75947BDE06}"/>
              </a:ext>
            </a:extLst>
          </p:cNvPr>
          <p:cNvCxnSpPr>
            <a:stCxn id="81" idx="1"/>
            <a:endCxn id="90" idx="6"/>
          </p:cNvCxnSpPr>
          <p:nvPr/>
        </p:nvCxnSpPr>
        <p:spPr>
          <a:xfrm flipH="1" flipV="1">
            <a:off x="3415299" y="5006963"/>
            <a:ext cx="27419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F11F415-6A3B-9CB4-D584-9DC304A94911}"/>
              </a:ext>
            </a:extLst>
          </p:cNvPr>
          <p:cNvSpPr txBox="1"/>
          <p:nvPr/>
        </p:nvSpPr>
        <p:spPr>
          <a:xfrm>
            <a:off x="4246697" y="5652251"/>
            <a:ext cx="3698605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*Pretzels baked according to optimized baking schedule – will inform staff of when stock will be low/out to ensure fresh pretzels are always available for customers</a:t>
            </a:r>
          </a:p>
        </p:txBody>
      </p:sp>
    </p:spTree>
    <p:extLst>
      <p:ext uri="{BB962C8B-B14F-4D97-AF65-F5344CB8AC3E}">
        <p14:creationId xmlns:p14="http://schemas.microsoft.com/office/powerpoint/2010/main" val="12634698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6E6E9-BB7A-7FA2-A5C4-CDED5610C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7F6B8-31D3-6C1B-24F1-1990881AB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Baking Schedule Optimization Output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FEBB33-F10D-AC78-C972-730A08126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9C81DA-70A1-B9BE-6ED6-E5C7DE805F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Utilized a </a:t>
            </a:r>
            <a:r>
              <a:rPr lang="en-US" err="1">
                <a:solidFill>
                  <a:schemeClr val="tx1"/>
                </a:solidFill>
              </a:rPr>
              <a:t>Gurobi</a:t>
            </a:r>
            <a:r>
              <a:rPr lang="en-US">
                <a:solidFill>
                  <a:schemeClr val="tx1"/>
                </a:solidFill>
              </a:rPr>
              <a:t> Optimizer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Variable batch sizes to meet demand given operational constraints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Overall objective is to minimize “cost” with assigned costs for production, holding, shortage, and waste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Higher cost for shortage (not meeting demand) than waste (pretzels that are past the allotted display time or unsold at end of day)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General Structure: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chemeClr val="tx1"/>
              </a:solidFill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0F3CE0-2C2A-DE9E-31BB-1476FA401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295" y="4233773"/>
            <a:ext cx="6455963" cy="20696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DC8BDC-A648-147A-0328-833B2B8CD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763" y="4170430"/>
            <a:ext cx="3471215" cy="21936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313760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7E386-840C-7C5A-DD1F-30DC02FF3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C0B815-F8A4-5B4C-7650-70D55E2AE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687DF8-B862-B469-710A-65C58B110564}"/>
              </a:ext>
            </a:extLst>
          </p:cNvPr>
          <p:cNvSpPr txBox="1">
            <a:spLocks/>
          </p:cNvSpPr>
          <p:nvPr/>
        </p:nvSpPr>
        <p:spPr>
          <a:xfrm>
            <a:off x="555192" y="554613"/>
            <a:ext cx="8908952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Employing an Optimization Model Maximizes Profit Potential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9EDD56E-E4B3-FF54-026F-D40E546C51BD}"/>
              </a:ext>
            </a:extLst>
          </p:cNvPr>
          <p:cNvSpPr/>
          <p:nvPr/>
        </p:nvSpPr>
        <p:spPr>
          <a:xfrm>
            <a:off x="688258" y="1425677"/>
            <a:ext cx="3057832" cy="208935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  <a:p>
            <a:pPr algn="ctr"/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>
                <a:solidFill>
                  <a:schemeClr val="tx1"/>
                </a:solidFill>
              </a:rPr>
              <a:t>Minimizes wastage and ensures demand is met allowing profits to be maximized due to reduced wastage costs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3C3BADF-F87D-C38A-811E-F9FBD036501D}"/>
              </a:ext>
            </a:extLst>
          </p:cNvPr>
          <p:cNvSpPr/>
          <p:nvPr/>
        </p:nvSpPr>
        <p:spPr>
          <a:xfrm>
            <a:off x="4242619" y="1425676"/>
            <a:ext cx="3057832" cy="208935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  <a:p>
            <a:pPr algn="ctr"/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>
                <a:solidFill>
                  <a:schemeClr val="tx1"/>
                </a:solidFill>
              </a:rPr>
              <a:t>An optimized schedule ensures pretzels are as fresh as possible, increasing customer satisfaction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DE2FB1-4F22-CFFC-DD4D-FB0D0A0EBBEC}"/>
              </a:ext>
            </a:extLst>
          </p:cNvPr>
          <p:cNvSpPr/>
          <p:nvPr/>
        </p:nvSpPr>
        <p:spPr>
          <a:xfrm>
            <a:off x="7796980" y="1425676"/>
            <a:ext cx="3057832" cy="208935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  <a:p>
            <a:pPr algn="ctr"/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>
                <a:solidFill>
                  <a:schemeClr val="tx1"/>
                </a:solidFill>
              </a:rPr>
              <a:t>Limitations added to reduce wastage as much as possible, with it frequently eliminated all together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C3E7FC1-1FD7-B66F-DD81-F357CD01B84C}"/>
              </a:ext>
            </a:extLst>
          </p:cNvPr>
          <p:cNvSpPr/>
          <p:nvPr/>
        </p:nvSpPr>
        <p:spPr>
          <a:xfrm>
            <a:off x="688258" y="3780503"/>
            <a:ext cx="3057832" cy="208935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  <a:p>
            <a:pPr algn="ctr"/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>
                <a:solidFill>
                  <a:schemeClr val="tx1"/>
                </a:solidFill>
              </a:rPr>
              <a:t>Assists staff with knowing exactly how many pretzels to bake within a given hour, reducing uncertainty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6E2877B-51DA-5111-59E7-3444E95BF3EE}"/>
              </a:ext>
            </a:extLst>
          </p:cNvPr>
          <p:cNvSpPr/>
          <p:nvPr/>
        </p:nvSpPr>
        <p:spPr>
          <a:xfrm>
            <a:off x="4242619" y="3780502"/>
            <a:ext cx="3057832" cy="208935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  <a:p>
            <a:pPr algn="ctr"/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>
                <a:solidFill>
                  <a:schemeClr val="tx1"/>
                </a:solidFill>
              </a:rPr>
              <a:t>Schedules are optimized for each day, ensuring staff are prepared for baking on higher-volume days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DBD04F4-0D2F-32C0-5E08-765297FAE415}"/>
              </a:ext>
            </a:extLst>
          </p:cNvPr>
          <p:cNvSpPr/>
          <p:nvPr/>
        </p:nvSpPr>
        <p:spPr>
          <a:xfrm>
            <a:off x="7796980" y="3780502"/>
            <a:ext cx="3057832" cy="208935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  <a:p>
            <a:pPr algn="ctr"/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>
                <a:solidFill>
                  <a:schemeClr val="tx1"/>
                </a:solidFill>
              </a:rPr>
              <a:t>Store management can ensure stores are staffed appropriately based on higher-volume or lower-volume predictions</a:t>
            </a:r>
          </a:p>
        </p:txBody>
      </p:sp>
      <p:pic>
        <p:nvPicPr>
          <p:cNvPr id="15" name="Graphic 14" descr="Money outline">
            <a:extLst>
              <a:ext uri="{FF2B5EF4-FFF2-40B4-BE49-F238E27FC236}">
                <a16:creationId xmlns:a16="http://schemas.microsoft.com/office/drawing/2014/main" id="{0E984F4C-D04F-7EC2-453F-FE0DD3BDF7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45558" y="1518909"/>
            <a:ext cx="543232" cy="543232"/>
          </a:xfrm>
          <a:prstGeom prst="rect">
            <a:avLst/>
          </a:prstGeom>
        </p:spPr>
      </p:pic>
      <p:pic>
        <p:nvPicPr>
          <p:cNvPr id="17" name="Graphic 16" descr="Smiling face outline with solid fill">
            <a:extLst>
              <a:ext uri="{FF2B5EF4-FFF2-40B4-BE49-F238E27FC236}">
                <a16:creationId xmlns:a16="http://schemas.microsoft.com/office/drawing/2014/main" id="{8184218B-B086-D094-D9BA-7C415F7352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17038" y="1536028"/>
            <a:ext cx="508994" cy="508994"/>
          </a:xfrm>
          <a:prstGeom prst="rect">
            <a:avLst/>
          </a:prstGeom>
        </p:spPr>
      </p:pic>
      <p:pic>
        <p:nvPicPr>
          <p:cNvPr id="19" name="Graphic 18" descr="Clipboard Checked outline">
            <a:extLst>
              <a:ext uri="{FF2B5EF4-FFF2-40B4-BE49-F238E27FC236}">
                <a16:creationId xmlns:a16="http://schemas.microsoft.com/office/drawing/2014/main" id="{43E9B077-4BDF-7672-41CB-4F40EE7839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956859" y="3852027"/>
            <a:ext cx="520629" cy="520629"/>
          </a:xfrm>
          <a:prstGeom prst="rect">
            <a:avLst/>
          </a:prstGeom>
        </p:spPr>
      </p:pic>
      <p:pic>
        <p:nvPicPr>
          <p:cNvPr id="21" name="Graphic 20" descr="Daily calendar outline">
            <a:extLst>
              <a:ext uri="{FF2B5EF4-FFF2-40B4-BE49-F238E27FC236}">
                <a16:creationId xmlns:a16="http://schemas.microsoft.com/office/drawing/2014/main" id="{5B1B080C-E22D-DEF3-BE21-3024C04E31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434780" y="3775586"/>
            <a:ext cx="673510" cy="673510"/>
          </a:xfrm>
          <a:prstGeom prst="rect">
            <a:avLst/>
          </a:prstGeom>
        </p:spPr>
      </p:pic>
      <p:pic>
        <p:nvPicPr>
          <p:cNvPr id="23" name="Graphic 22" descr="Group of men outline">
            <a:extLst>
              <a:ext uri="{FF2B5EF4-FFF2-40B4-BE49-F238E27FC236}">
                <a16:creationId xmlns:a16="http://schemas.microsoft.com/office/drawing/2014/main" id="{C7089214-87EC-C3D6-570B-E5D6662E8F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54280" y="3840725"/>
            <a:ext cx="543232" cy="543232"/>
          </a:xfrm>
          <a:prstGeom prst="rect">
            <a:avLst/>
          </a:prstGeom>
        </p:spPr>
      </p:pic>
      <p:pic>
        <p:nvPicPr>
          <p:cNvPr id="25" name="Graphic 24" descr="Garbage outline">
            <a:extLst>
              <a:ext uri="{FF2B5EF4-FFF2-40B4-BE49-F238E27FC236}">
                <a16:creationId xmlns:a16="http://schemas.microsoft.com/office/drawing/2014/main" id="{25988161-03A2-D015-E5AA-7F8812CE83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75172" y="1539802"/>
            <a:ext cx="501447" cy="50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2110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9F9AB-54DB-5FC1-4784-520ADF6CA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2E08E-0C5F-3568-F925-A3A7EBBCB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811" y="2431804"/>
            <a:ext cx="4778691" cy="1994392"/>
          </a:xfrm>
        </p:spPr>
        <p:txBody>
          <a:bodyPr/>
          <a:lstStyle/>
          <a:p>
            <a:r>
              <a:rPr lang="en-US" sz="4800"/>
              <a:t>Model Output Example – 75</a:t>
            </a:r>
            <a:r>
              <a:rPr lang="en-US" sz="4800" baseline="30000"/>
              <a:t>th</a:t>
            </a:r>
            <a:r>
              <a:rPr lang="en-US" sz="4800"/>
              <a:t> Percentile Store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447D9-7CD9-5DF0-29BE-5BC24DF00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1432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FCC1F-5333-0344-DDED-065DF2150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4D46A-6794-235F-133F-7ADFD33B8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92" y="554613"/>
            <a:ext cx="8908952" cy="332399"/>
          </a:xfrm>
        </p:spPr>
        <p:txBody>
          <a:bodyPr/>
          <a:lstStyle/>
          <a:p>
            <a:r>
              <a:rPr lang="en-US"/>
              <a:t>Future Predictions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560E27-F204-805C-75F7-20D945C17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7410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B6B27-BD4A-EBA9-8808-59D6ACFB6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4F8FF-BEB9-095C-696B-D0C1E0186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92" y="554613"/>
            <a:ext cx="8908952" cy="332399"/>
          </a:xfrm>
        </p:spPr>
        <p:txBody>
          <a:bodyPr/>
          <a:lstStyle/>
          <a:p>
            <a:r>
              <a:rPr lang="en-US"/>
              <a:t>Baking Optimization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58E442-D5DF-539C-C062-F181469CB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822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12080-F3FC-33D9-DAA7-B0D33AC95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6748-BA02-16CD-F628-8C9556D43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799" y="2431804"/>
            <a:ext cx="4778691" cy="1994392"/>
          </a:xfrm>
        </p:spPr>
        <p:txBody>
          <a:bodyPr/>
          <a:lstStyle/>
          <a:p>
            <a:r>
              <a:rPr lang="en-US" sz="4800"/>
              <a:t>Summary and Future Considerations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F4D90-F946-1819-BFAA-F22AC2D34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471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2CD64-3028-85F2-20ED-FCC66D17E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3A59D-4765-120C-5824-A00F82C13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92" y="388414"/>
            <a:ext cx="8908952" cy="664797"/>
          </a:xfrm>
        </p:spPr>
        <p:txBody>
          <a:bodyPr/>
          <a:lstStyle/>
          <a:p>
            <a:r>
              <a:rPr lang="en-US"/>
              <a:t>In Summary – Auntie Anne’s Should Utilize Forecasting to Optimize Baking Schedules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8ADA7A-BFAB-8A8E-5CB5-16F1F5103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pPr/>
              <a:t>31</a:t>
            </a:fld>
            <a:endParaRPr lang="en-US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4817F2F6-1955-D343-4E43-D70594FD6C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0159661"/>
              </p:ext>
            </p:extLst>
          </p:nvPr>
        </p:nvGraphicFramePr>
        <p:xfrm>
          <a:off x="1027471" y="1365535"/>
          <a:ext cx="10137058" cy="4812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77636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C56F8-8807-929B-67DE-251EC47EE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3D082-129C-6D68-E643-034D9F63D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92" y="554613"/>
            <a:ext cx="8908952" cy="332399"/>
          </a:xfrm>
        </p:spPr>
        <p:txBody>
          <a:bodyPr/>
          <a:lstStyle/>
          <a:p>
            <a:r>
              <a:rPr lang="en-US"/>
              <a:t>Possible Future Work Includes Supply Chain Integration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0A5928-4AAC-3F91-6FCF-1AE8CCFC0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083A2D6-0A79-DFED-80B0-22F04095BF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5192" y="2975680"/>
            <a:ext cx="10112375" cy="3502322"/>
          </a:xfrm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lnSpc>
                <a:spcPct val="100000"/>
              </a:lnSpc>
              <a:buChar char="•"/>
            </a:pPr>
            <a:r>
              <a:rPr lang="en-US" b="1">
                <a:cs typeface="Arial"/>
              </a:rPr>
              <a:t>Look at incorporating Safety Stock for Demand Uncertainty and Periodic Review Considerations</a:t>
            </a:r>
          </a:p>
          <a:p>
            <a:pPr marL="285750" indent="-285750">
              <a:lnSpc>
                <a:spcPct val="100000"/>
              </a:lnSpc>
              <a:buChar char="•"/>
            </a:pPr>
            <a:r>
              <a:rPr lang="en-US" b="1">
                <a:cs typeface="Arial"/>
              </a:rPr>
              <a:t>Factor in Ingredient and Supply Distribution and Location Optimization Techniques</a:t>
            </a:r>
          </a:p>
          <a:p>
            <a:pPr marL="285750" indent="-285750">
              <a:lnSpc>
                <a:spcPct val="100000"/>
              </a:lnSpc>
              <a:buChar char="•"/>
            </a:pPr>
            <a:r>
              <a:rPr lang="en-US" b="1">
                <a:cs typeface="Arial"/>
              </a:rPr>
              <a:t>Explore Perishability as an Optimization Factor</a:t>
            </a:r>
          </a:p>
          <a:p>
            <a:pPr marL="285750" indent="-285750">
              <a:lnSpc>
                <a:spcPct val="100000"/>
              </a:lnSpc>
              <a:buChar char="•"/>
            </a:pPr>
            <a:r>
              <a:rPr lang="en-US" b="1">
                <a:cs typeface="Arial"/>
              </a:rPr>
              <a:t>Implement Hard Baking Constraints Tailored to Store Specifications</a:t>
            </a:r>
          </a:p>
          <a:p>
            <a:pPr marL="285750" indent="-285750">
              <a:lnSpc>
                <a:spcPct val="100000"/>
              </a:lnSpc>
              <a:buChar char="•"/>
            </a:pPr>
            <a:r>
              <a:rPr lang="en-US" b="1">
                <a:cs typeface="Arial"/>
              </a:rPr>
              <a:t>Expand Forecasting to All Pretzel Subcategories</a:t>
            </a:r>
          </a:p>
          <a:p>
            <a:pPr marL="285750" indent="-285750">
              <a:lnSpc>
                <a:spcPct val="100000"/>
              </a:lnSpc>
              <a:buChar char="•"/>
            </a:pPr>
            <a:endParaRPr lang="en-US" b="1">
              <a:cs typeface="Arial"/>
            </a:endParaRPr>
          </a:p>
          <a:p>
            <a:pPr lvl="2">
              <a:lnSpc>
                <a:spcPct val="100000"/>
              </a:lnSpc>
            </a:pPr>
            <a:endParaRPr lang="en-US" sz="1800">
              <a:cs typeface="Arial"/>
            </a:endParaRPr>
          </a:p>
          <a:p>
            <a:pPr marL="285750" indent="-285750">
              <a:lnSpc>
                <a:spcPct val="100000"/>
              </a:lnSpc>
              <a:buChar char="•"/>
            </a:pPr>
            <a:endParaRPr lang="en-US" b="1">
              <a:cs typeface="Arial"/>
            </a:endParaRPr>
          </a:p>
          <a:p>
            <a:pPr marL="285750" indent="-285750">
              <a:lnSpc>
                <a:spcPct val="100000"/>
              </a:lnSpc>
              <a:buChar char="•"/>
            </a:pPr>
            <a:endParaRPr lang="en-US" b="1">
              <a:cs typeface="Arial"/>
            </a:endParaRPr>
          </a:p>
          <a:p>
            <a:pPr marL="285750" indent="-285750">
              <a:lnSpc>
                <a:spcPct val="100000"/>
              </a:lnSpc>
              <a:buChar char="•"/>
            </a:pPr>
            <a:endParaRPr lang="en-US" b="1">
              <a:cs typeface="Arial"/>
            </a:endParaRPr>
          </a:p>
          <a:p>
            <a:pPr marL="285750" indent="-285750">
              <a:lnSpc>
                <a:spcPct val="100000"/>
              </a:lnSpc>
              <a:buChar char="•"/>
            </a:pPr>
            <a:endParaRPr lang="en-US" b="1">
              <a:cs typeface="Arial"/>
            </a:endParaRPr>
          </a:p>
          <a:p>
            <a:endParaRPr lang="en-US" sz="1600">
              <a:cs typeface="Arial"/>
            </a:endParaRPr>
          </a:p>
          <a:p>
            <a:pPr marL="285126" indent="-285750">
              <a:buFont typeface="Courier New" panose="020B0604020202020204" pitchFamily="34" charset="0"/>
              <a:buChar char="o"/>
            </a:pPr>
            <a:endParaRPr lang="en-US" sz="2200">
              <a:ea typeface="+mn-lt"/>
              <a:cs typeface="+mn-lt"/>
            </a:endParaRPr>
          </a:p>
          <a:p>
            <a:pPr marL="742939" lvl="1" indent="-285750"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978D8B"/>
              </a:solidFill>
              <a:effectLst/>
              <a:uLnTx/>
              <a:uFillTx/>
              <a:latin typeface="Arial" panose="02110004020202020204"/>
              <a:ea typeface="+mn-ea"/>
              <a:cs typeface="Arial"/>
            </a:endParaRPr>
          </a:p>
          <a:p>
            <a:pPr marL="285750" marR="0" lvl="0" indent="-285750" algn="l" defTabSz="914377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srgbClr val="978D8B"/>
              </a:solidFill>
              <a:effectLst/>
              <a:uLnTx/>
              <a:uFillTx/>
              <a:latin typeface="Arial" panose="02110004020202020204"/>
              <a:ea typeface="+mn-ea"/>
              <a:cs typeface="Arial"/>
            </a:endParaRPr>
          </a:p>
          <a:p>
            <a:pPr marL="742315" lvl="1" indent="-285750">
              <a:buFont typeface="Courier New" panose="020B0604020202020204" pitchFamily="34" charset="0"/>
              <a:buChar char="o"/>
            </a:pPr>
            <a:endParaRPr lang="en-US" sz="2200">
              <a:ea typeface="+mn-lt"/>
              <a:cs typeface="+mn-lt"/>
            </a:endParaRPr>
          </a:p>
          <a:p>
            <a:pPr marL="456565" lvl="1"/>
            <a:endParaRPr lang="en-US" sz="2200">
              <a:ea typeface="+mn-lt"/>
              <a:cs typeface="+mn-lt"/>
            </a:endParaRPr>
          </a:p>
          <a:p>
            <a:pPr marL="742315" lvl="1" indent="-285750">
              <a:buFont typeface="Courier New" panose="020B0604020202020204" pitchFamily="34" charset="0"/>
              <a:buChar char="o"/>
            </a:pPr>
            <a:endParaRPr lang="en-US" sz="2200">
              <a:ea typeface="+mn-lt"/>
              <a:cs typeface="+mn-lt"/>
            </a:endParaRPr>
          </a:p>
          <a:p>
            <a:pPr marL="742315" lvl="1" indent="-285750">
              <a:buFont typeface="Courier New,monospace" panose="020B0604020202020204" pitchFamily="34" charset="0"/>
              <a:buChar char="o"/>
            </a:pPr>
            <a:endParaRPr lang="en-US" sz="2200">
              <a:cs typeface="Arial"/>
            </a:endParaRPr>
          </a:p>
          <a:p>
            <a:pPr marL="456565" lvl="1"/>
            <a:endParaRPr lang="en-US" sz="2200"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>
              <a:cs typeface="Arial"/>
            </a:endParaRPr>
          </a:p>
          <a:p>
            <a:pPr marL="742315" lvl="1" indent="-285750">
              <a:buFont typeface="Courier New" panose="020B0604020202020204" pitchFamily="34" charset="0"/>
              <a:buChar char="o"/>
            </a:pPr>
            <a:endParaRPr lang="en-US" sz="2200">
              <a:cs typeface="Arial"/>
            </a:endParaRPr>
          </a:p>
          <a:p>
            <a:pPr marL="456565" lvl="1"/>
            <a:endParaRPr lang="en-US" sz="2200">
              <a:cs typeface="Arial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B216B2A-81E3-9396-32A4-4C7E94DCE0EE}"/>
              </a:ext>
            </a:extLst>
          </p:cNvPr>
          <p:cNvSpPr/>
          <p:nvPr/>
        </p:nvSpPr>
        <p:spPr>
          <a:xfrm>
            <a:off x="431919" y="1320968"/>
            <a:ext cx="11087532" cy="138112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b="1">
                <a:solidFill>
                  <a:schemeClr val="tx1"/>
                </a:solidFill>
              </a:rPr>
              <a:t>In future work, we’d recommend further refining the optimization model to factor in supply chain considerations and expanding forecasting to additional pretzel categories</a:t>
            </a:r>
            <a:endParaRPr lang="en-US" sz="2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840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95F43-5A59-E6BC-4D8F-1A4786D13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pPr/>
              <a:t>33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3713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37B3F-C4B3-4355-7946-9BB014109D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657" y="3179701"/>
            <a:ext cx="4778691" cy="498598"/>
          </a:xfrm>
        </p:spPr>
        <p:txBody>
          <a:bodyPr/>
          <a:lstStyle/>
          <a:p>
            <a:r>
              <a:rPr lang="en-US" sz="3600"/>
              <a:t>Appendix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6F45D-C55A-EF73-195B-8DD6B5BAF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7002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1E47F-3572-E79D-8968-3DDF32884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C4FD2-5BFA-410A-08F5-5B5983C67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92" y="388414"/>
            <a:ext cx="8908952" cy="664797"/>
          </a:xfrm>
        </p:spPr>
        <p:txBody>
          <a:bodyPr/>
          <a:lstStyle/>
          <a:p>
            <a:r>
              <a:rPr lang="en-US"/>
              <a:t>Still Several Risks with an Optimized Baking Schedule and Hourly Forecasting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07834E-C936-863D-1104-335B7C13C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0EF306D-7991-8864-9C7E-28E14CF105CF}"/>
              </a:ext>
            </a:extLst>
          </p:cNvPr>
          <p:cNvSpPr/>
          <p:nvPr/>
        </p:nvSpPr>
        <p:spPr>
          <a:xfrm>
            <a:off x="6508955" y="2741874"/>
            <a:ext cx="5127852" cy="6489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Working within limited display time (&lt;1 hour) which leaves room for wastage if extra pretzels are baked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0F15310-0571-40D6-C99F-486D32C39644}"/>
              </a:ext>
            </a:extLst>
          </p:cNvPr>
          <p:cNvSpPr/>
          <p:nvPr/>
        </p:nvSpPr>
        <p:spPr>
          <a:xfrm>
            <a:off x="6508955" y="3664974"/>
            <a:ext cx="5127852" cy="6489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High variance in predictions could lead to an excess or shortage in pretzels on any given day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3D0407-E656-56E2-37B0-CC1F809CA7E2}"/>
              </a:ext>
            </a:extLst>
          </p:cNvPr>
          <p:cNvSpPr/>
          <p:nvPr/>
        </p:nvSpPr>
        <p:spPr>
          <a:xfrm>
            <a:off x="6508954" y="4544497"/>
            <a:ext cx="5127853" cy="138112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>
                <a:solidFill>
                  <a:schemeClr val="tx1"/>
                </a:solidFill>
              </a:rPr>
              <a:t>Can combat this by always building in a buffer of a set number of pretzels and factoring wastage into operating costs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212957B-560B-EE0C-44FB-7360E684453E}"/>
              </a:ext>
            </a:extLst>
          </p:cNvPr>
          <p:cNvSpPr/>
          <p:nvPr/>
        </p:nvSpPr>
        <p:spPr>
          <a:xfrm>
            <a:off x="555192" y="4544498"/>
            <a:ext cx="5127853" cy="138112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>
                <a:solidFill>
                  <a:schemeClr val="tx1"/>
                </a:solidFill>
              </a:rPr>
              <a:t>Have designed the model to factor in seasonality and store-specific nuances as much as possible to minimize these risks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CEDC72-9121-5A78-C0B5-016D3F1A90F5}"/>
              </a:ext>
            </a:extLst>
          </p:cNvPr>
          <p:cNvSpPr/>
          <p:nvPr/>
        </p:nvSpPr>
        <p:spPr>
          <a:xfrm>
            <a:off x="6508955" y="1856256"/>
            <a:ext cx="5127852" cy="6489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Optimization is designed to produce the optimized number of pretzels for a given hour based on forecast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01B8BB9-EB3E-10EF-87CC-2E97AD5E8E5E}"/>
              </a:ext>
            </a:extLst>
          </p:cNvPr>
          <p:cNvCxnSpPr>
            <a:cxnSpLocks/>
          </p:cNvCxnSpPr>
          <p:nvPr/>
        </p:nvCxnSpPr>
        <p:spPr>
          <a:xfrm>
            <a:off x="6096000" y="1337802"/>
            <a:ext cx="0" cy="487241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E6BBF6C-F258-2296-D93F-E490B8694A26}"/>
              </a:ext>
            </a:extLst>
          </p:cNvPr>
          <p:cNvSpPr/>
          <p:nvPr/>
        </p:nvSpPr>
        <p:spPr>
          <a:xfrm>
            <a:off x="555192" y="2741874"/>
            <a:ext cx="5127852" cy="6489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 Higher risk for 0-demand predictions, which may lead to store vulnerability during unpredicted traffic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5B82ED6-A9E0-2C25-D0EB-EB0C26B2B513}"/>
              </a:ext>
            </a:extLst>
          </p:cNvPr>
          <p:cNvSpPr/>
          <p:nvPr/>
        </p:nvSpPr>
        <p:spPr>
          <a:xfrm>
            <a:off x="555192" y="3664974"/>
            <a:ext cx="5127852" cy="6489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Lack of promotional data means our model is unable to account for non-seasonal demand spikes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C515C31-E360-4BF6-5A33-52C891CA7F59}"/>
              </a:ext>
            </a:extLst>
          </p:cNvPr>
          <p:cNvSpPr/>
          <p:nvPr/>
        </p:nvSpPr>
        <p:spPr>
          <a:xfrm>
            <a:off x="555192" y="1856256"/>
            <a:ext cx="5127852" cy="6489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Forecasting isn’t always perfect, and demand may fluctuate from the forecast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1A6067-1E56-3564-A571-629F55D21C1F}"/>
              </a:ext>
            </a:extLst>
          </p:cNvPr>
          <p:cNvSpPr txBox="1"/>
          <p:nvPr/>
        </p:nvSpPr>
        <p:spPr>
          <a:xfrm>
            <a:off x="1929415" y="1337802"/>
            <a:ext cx="2379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/>
              <a:t>Forecasting Risks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87B377-5607-F70B-5DA2-3B23621C18E9}"/>
              </a:ext>
            </a:extLst>
          </p:cNvPr>
          <p:cNvSpPr txBox="1"/>
          <p:nvPr/>
        </p:nvSpPr>
        <p:spPr>
          <a:xfrm>
            <a:off x="7796499" y="1337802"/>
            <a:ext cx="2552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/>
              <a:t>Optimization Risks</a:t>
            </a:r>
          </a:p>
        </p:txBody>
      </p:sp>
    </p:spTree>
    <p:extLst>
      <p:ext uri="{BB962C8B-B14F-4D97-AF65-F5344CB8AC3E}">
        <p14:creationId xmlns:p14="http://schemas.microsoft.com/office/powerpoint/2010/main" val="15675391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475E6-3B36-4E04-1D10-47DE5AF75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1342EF-3B45-4130-6B60-E8F42D895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461E43-B8CC-5EBC-3096-02AB7BC3BF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cs typeface="Arial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/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03253A-567F-A3DF-1E22-A0EAF19B1022}"/>
              </a:ext>
            </a:extLst>
          </p:cNvPr>
          <p:cNvSpPr txBox="1"/>
          <p:nvPr/>
        </p:nvSpPr>
        <p:spPr>
          <a:xfrm>
            <a:off x="556354" y="1292395"/>
            <a:ext cx="10876802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ea typeface="+mn-lt"/>
                <a:cs typeface="+mn-lt"/>
              </a:rPr>
              <a:t>Two separate XGBoost residual models were trained: </a:t>
            </a:r>
          </a:p>
          <a:p>
            <a:pPr marL="800089" lvl="1" indent="-342900">
              <a:buFont typeface="Courier New" panose="02070309020205020404" pitchFamily="49" charset="0"/>
              <a:buChar char="o"/>
            </a:pPr>
            <a:r>
              <a:rPr lang="en-US" sz="2000">
                <a:ea typeface="+mn-lt"/>
                <a:cs typeface="+mn-lt"/>
              </a:rPr>
              <a:t>One for pretzels</a:t>
            </a:r>
          </a:p>
          <a:p>
            <a:pPr marL="800089" lvl="1" indent="-342900">
              <a:buFont typeface="Courier New" panose="02070309020205020404" pitchFamily="49" charset="0"/>
              <a:buChar char="o"/>
            </a:pPr>
            <a:r>
              <a:rPr lang="en-US" sz="2000">
                <a:ea typeface="+mn-lt"/>
                <a:cs typeface="+mn-lt"/>
              </a:rPr>
              <a:t>One for nuggets </a:t>
            </a:r>
            <a:endParaRPr lang="en-US" sz="2000"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ea typeface="+mn-lt"/>
                <a:cs typeface="+mn-lt"/>
              </a:rPr>
              <a:t>Each model starts from a baseline forecast and then learns a residual adjustment, rather than predicting demand fully from scratch </a:t>
            </a:r>
            <a:endParaRPr lang="en-US" sz="2000">
              <a:cs typeface="Arial" panose="0211000402020202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ea typeface="+mn-lt"/>
                <a:cs typeface="+mn-lt"/>
              </a:rPr>
              <a:t>Final predictions are passed through output controls to make forecasts more realistic: </a:t>
            </a:r>
          </a:p>
          <a:p>
            <a:pPr marL="742315" lvl="1" indent="-285750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Calibration adjusts for consistent over or underprediction </a:t>
            </a:r>
          </a:p>
          <a:p>
            <a:pPr marL="742315" lvl="1" indent="-285750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Zero-demand suppression forces tiny predictions to 0 when recent history, baseline demand, and raw forecast all suggest sales are very unlikely </a:t>
            </a:r>
          </a:p>
          <a:p>
            <a:pPr marL="742315" lvl="1" indent="-285750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Upper caps prevent unrealistically large predictions</a:t>
            </a:r>
            <a:endParaRPr lang="en-US" sz="2000"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cs typeface="Arial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C301CC-5912-420F-A4D2-77821D904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92" y="554613"/>
            <a:ext cx="8908952" cy="332399"/>
          </a:xfrm>
        </p:spPr>
        <p:txBody>
          <a:bodyPr/>
          <a:lstStyle/>
          <a:p>
            <a:r>
              <a:rPr lang="en-US"/>
              <a:t>XGBoost Technical Details</a:t>
            </a:r>
          </a:p>
        </p:txBody>
      </p:sp>
    </p:spTree>
    <p:extLst>
      <p:ext uri="{BB962C8B-B14F-4D97-AF65-F5344CB8AC3E}">
        <p14:creationId xmlns:p14="http://schemas.microsoft.com/office/powerpoint/2010/main" val="35927144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9231-E3D4-B205-0F9A-4A085C01A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Error Pattern Analysis – Tuned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2AE743-018E-8EDD-FEEE-4E83979FE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54E-AA05-4643-B577-6B216F735848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F0CC2B7-5FC2-00FC-BADB-AD6F11395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592" y="1351480"/>
            <a:ext cx="11602815" cy="4305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5526669"/>
      </p:ext>
    </p:extLst>
  </p:cSld>
  <p:clrMapOvr>
    <a:masterClrMapping/>
  </p:clrMapOvr>
</p:sld>
</file>

<file path=ppt/theme/theme1.xml><?xml version="1.0" encoding="utf-8"?>
<a:theme xmlns:a="http://schemas.openxmlformats.org/drawingml/2006/main" name="GoToFoods_PresentationTemplate">
  <a:themeElements>
    <a:clrScheme name="Office">
      <a:dk1>
        <a:srgbClr val="000000"/>
      </a:dk1>
      <a:lt1>
        <a:srgbClr val="FFFFFF"/>
      </a:lt1>
      <a:dk2>
        <a:srgbClr val="C91235"/>
      </a:dk2>
      <a:lt2>
        <a:srgbClr val="978D8B"/>
      </a:lt2>
      <a:accent1>
        <a:srgbClr val="E5E6E1"/>
      </a:accent1>
      <a:accent2>
        <a:srgbClr val="FF9E18"/>
      </a:accent2>
      <a:accent3>
        <a:srgbClr val="0E7159"/>
      </a:accent3>
      <a:accent4>
        <a:srgbClr val="39C1CD"/>
      </a:accent4>
      <a:accent5>
        <a:srgbClr val="00003A"/>
      </a:accent5>
      <a:accent6>
        <a:srgbClr val="EA5329"/>
      </a:accent6>
      <a:hlink>
        <a:srgbClr val="C91235"/>
      </a:hlink>
      <a:folHlink>
        <a:srgbClr val="978D8B"/>
      </a:folHlink>
    </a:clrScheme>
    <a:fontScheme name="Office">
      <a:majorFont>
        <a:latin typeface="Arial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oToFoods_PresentationTemplate_R3" id="{DA4C1877-3114-334A-9B29-ED9910FC82FD}" vid="{43E17AE2-438B-7B4E-A8D5-2DCB15684D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31BBF2D69E9646B7E6FE9563596338" ma:contentTypeVersion="3" ma:contentTypeDescription="Create a new document." ma:contentTypeScope="" ma:versionID="65eb2ea60509f93eb517a71c8fbb3daf">
  <xsd:schema xmlns:xsd="http://www.w3.org/2001/XMLSchema" xmlns:xs="http://www.w3.org/2001/XMLSchema" xmlns:p="http://schemas.microsoft.com/office/2006/metadata/properties" xmlns:ns2="9f5a4e5b-2150-4911-b6ea-bcee6fc503c6" targetNamespace="http://schemas.microsoft.com/office/2006/metadata/properties" ma:root="true" ma:fieldsID="d8e70c9e004e32adce772877234c37d5" ns2:_="">
    <xsd:import namespace="9f5a4e5b-2150-4911-b6ea-bcee6fc503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5a4e5b-2150-4911-b6ea-bcee6fc503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AEB68E3-EB33-43FC-BDEC-700EEADBE2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212AA47-77F9-4D43-AB94-F60315BA97A1}">
  <ds:schemaRefs>
    <ds:schemaRef ds:uri="9f5a4e5b-2150-4911-b6ea-bcee6fc503c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B5169E8-734D-45D3-BEE6-E2648D5606E0}">
  <ds:schemaRefs>
    <ds:schemaRef ds:uri="9f5a4e5b-2150-4911-b6ea-bcee6fc503c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GoToFoods_PresentationTemplate</Template>
  <Application>Microsoft Office PowerPoint</Application>
  <PresentationFormat>Widescreen</PresentationFormat>
  <Slides>37</Slides>
  <Notes>25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GoToFoods_PresentationTemplate</vt:lpstr>
      <vt:lpstr>GoTo Foods</vt:lpstr>
      <vt:lpstr>Team Members</vt:lpstr>
      <vt:lpstr>Project Overview</vt:lpstr>
      <vt:lpstr>Overview of Auntie Anne’s Current Operational Process</vt:lpstr>
      <vt:lpstr>Business Problem Definition – Our Goal</vt:lpstr>
      <vt:lpstr>PowerPoint Presentation</vt:lpstr>
      <vt:lpstr>Overview of Transactional Data and Exploratory Data Analysis</vt:lpstr>
      <vt:lpstr>The Data of Interest is Auntie Anne’s Store Transactional Data</vt:lpstr>
      <vt:lpstr>Top 10 Stores in Demand since January 2024</vt:lpstr>
      <vt:lpstr>Future Focus on High Demand States with Fewer Stores</vt:lpstr>
      <vt:lpstr>Average Daily Demand by Venue Type Shows Strong Variance</vt:lpstr>
      <vt:lpstr>Demand is Highly Concentrated Around the Weekend</vt:lpstr>
      <vt:lpstr>Winter Holidays and Summers Spike Demand</vt:lpstr>
      <vt:lpstr>Predictive Modeling</vt:lpstr>
      <vt:lpstr>Master Dataset – Adjusting Transactional Data to Finer Grain</vt:lpstr>
      <vt:lpstr>Features in Master Dataset</vt:lpstr>
      <vt:lpstr>Exploration of Model Algorithms</vt:lpstr>
      <vt:lpstr>Metrics Used for Evaluating Models</vt:lpstr>
      <vt:lpstr>After Additional Tuning, XGBoost Outperforms All Models</vt:lpstr>
      <vt:lpstr>Analyzed Tuned XGBoost Feature Importance</vt:lpstr>
      <vt:lpstr>Model Output Example</vt:lpstr>
      <vt:lpstr>Model Deployment - Baking Schedule Optimization</vt:lpstr>
      <vt:lpstr>Next is the Creation of an Optimized Baking Schedule</vt:lpstr>
      <vt:lpstr>Today’s Operational Process Used for Model</vt:lpstr>
      <vt:lpstr>Baking Schedule Optimization Output</vt:lpstr>
      <vt:lpstr>PowerPoint Presentation</vt:lpstr>
      <vt:lpstr>Model Output Example – 75th Percentile Store</vt:lpstr>
      <vt:lpstr>Future Predictions</vt:lpstr>
      <vt:lpstr>Baking Optimization</vt:lpstr>
      <vt:lpstr>Summary and Future Considerations</vt:lpstr>
      <vt:lpstr>In Summary – Auntie Anne’s Should Utilize Forecasting to Optimize Baking Schedules</vt:lpstr>
      <vt:lpstr>Possible Future Work Includes Supply Chain Integration</vt:lpstr>
      <vt:lpstr>PowerPoint Presentation</vt:lpstr>
      <vt:lpstr>Appendix</vt:lpstr>
      <vt:lpstr>Still Several Risks with an Optimized Baking Schedule and Hourly Forecasting</vt:lpstr>
      <vt:lpstr>XGBoost Technical Details</vt:lpstr>
      <vt:lpstr>Error Pattern Analysis – Tuned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GoTo Foods</dc:title>
  <dc:creator>Russell Bramblett</dc:creator>
  <cp:revision>4</cp:revision>
  <dcterms:created xsi:type="dcterms:W3CDTF">2025-10-07T21:00:56Z</dcterms:created>
  <dcterms:modified xsi:type="dcterms:W3CDTF">2026-04-21T18:53:05Z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0x0101003631BBF2D69E9646B7E6FE9563596338</vt:lpwstr>
  </property>
</Properties>
</file>